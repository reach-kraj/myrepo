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35"/>
  </p:notesMasterIdLst>
  <p:sldIdLst>
    <p:sldId id="256" r:id="rId2"/>
    <p:sldId id="2147469671" r:id="rId3"/>
    <p:sldId id="2147469672" r:id="rId4"/>
    <p:sldId id="2147469673" r:id="rId5"/>
    <p:sldId id="516" r:id="rId6"/>
    <p:sldId id="648" r:id="rId7"/>
    <p:sldId id="2147469663" r:id="rId8"/>
    <p:sldId id="2147469664" r:id="rId9"/>
    <p:sldId id="654" r:id="rId10"/>
    <p:sldId id="655" r:id="rId11"/>
    <p:sldId id="653" r:id="rId12"/>
    <p:sldId id="259" r:id="rId13"/>
    <p:sldId id="2147469665" r:id="rId14"/>
    <p:sldId id="261" r:id="rId15"/>
    <p:sldId id="2147469666" r:id="rId16"/>
    <p:sldId id="262" r:id="rId17"/>
    <p:sldId id="263" r:id="rId18"/>
    <p:sldId id="264" r:id="rId19"/>
    <p:sldId id="265" r:id="rId20"/>
    <p:sldId id="266" r:id="rId21"/>
    <p:sldId id="2147469667" r:id="rId22"/>
    <p:sldId id="2147469668" r:id="rId23"/>
    <p:sldId id="544" r:id="rId24"/>
    <p:sldId id="656" r:id="rId25"/>
    <p:sldId id="2147469669" r:id="rId26"/>
    <p:sldId id="2147469567" r:id="rId27"/>
    <p:sldId id="2147469568" r:id="rId28"/>
    <p:sldId id="2147469661" r:id="rId29"/>
    <p:sldId id="2147469655" r:id="rId30"/>
    <p:sldId id="2147469654" r:id="rId31"/>
    <p:sldId id="2147469670" r:id="rId32"/>
    <p:sldId id="2147469662" r:id="rId33"/>
    <p:sldId id="214746965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hLQS8jh0POLbORfvRl0QQJxjWp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7F7CDC-4544-6D4F-B3E8-4209E6622B17}" v="667" dt="2025-07-19T16:51:36.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6176"/>
  </p:normalViewPr>
  <p:slideViewPr>
    <p:cSldViewPr snapToGrid="0">
      <p:cViewPr varScale="1">
        <p:scale>
          <a:sx n="118" d="100"/>
          <a:sy n="118" d="100"/>
        </p:scale>
        <p:origin x="6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B3826D35-BD12-465F-9DD6-9A637B4CE187}"/>
    <pc:docChg chg="undo custSel addSld delSld modSld modMainMaster">
      <pc:chgData name="Shailendra Chauhan" userId="a7d3133f-e197-4b90-bf63-99a63a264234" providerId="ADAL" clId="{B3826D35-BD12-465F-9DD6-9A637B4CE187}" dt="2024-07-15T18:00:48.170" v="71" actId="1440"/>
      <pc:docMkLst>
        <pc:docMk/>
      </pc:docMkLst>
      <pc:sldChg chg="modSp mod modClrScheme chgLayout">
        <pc:chgData name="Shailendra Chauhan" userId="a7d3133f-e197-4b90-bf63-99a63a264234" providerId="ADAL" clId="{B3826D35-BD12-465F-9DD6-9A637B4CE187}" dt="2024-07-15T17:50:06.623" v="2" actId="12"/>
        <pc:sldMkLst>
          <pc:docMk/>
          <pc:sldMk cId="0" sldId="256"/>
        </pc:sldMkLst>
      </pc:sldChg>
      <pc:sldChg chg="modSp mod modClrScheme chgLayout">
        <pc:chgData name="Shailendra Chauhan" userId="a7d3133f-e197-4b90-bf63-99a63a264234" providerId="ADAL" clId="{B3826D35-BD12-465F-9DD6-9A637B4CE187}" dt="2024-07-15T17:50:11.884" v="3" actId="700"/>
        <pc:sldMkLst>
          <pc:docMk/>
          <pc:sldMk cId="0" sldId="257"/>
        </pc:sldMkLst>
      </pc:sldChg>
      <pc:sldChg chg="modSp del">
        <pc:chgData name="Shailendra Chauhan" userId="a7d3133f-e197-4b90-bf63-99a63a264234" providerId="ADAL" clId="{B3826D35-BD12-465F-9DD6-9A637B4CE187}" dt="2024-07-15T17:50:48.543" v="12" actId="2696"/>
        <pc:sldMkLst>
          <pc:docMk/>
          <pc:sldMk cId="0" sldId="258"/>
        </pc:sldMkLst>
      </pc:sldChg>
      <pc:sldChg chg="modSp mod modClrScheme chgLayout">
        <pc:chgData name="Shailendra Chauhan" userId="a7d3133f-e197-4b90-bf63-99a63a264234" providerId="ADAL" clId="{B3826D35-BD12-465F-9DD6-9A637B4CE187}" dt="2024-07-15T17:51:00.092" v="14" actId="207"/>
        <pc:sldMkLst>
          <pc:docMk/>
          <pc:sldMk cId="0" sldId="259"/>
        </pc:sldMkLst>
      </pc:sldChg>
      <pc:sldChg chg="modSp mod setBg modClrScheme chgLayout">
        <pc:chgData name="Shailendra Chauhan" userId="a7d3133f-e197-4b90-bf63-99a63a264234" providerId="ADAL" clId="{B3826D35-BD12-465F-9DD6-9A637B4CE187}" dt="2024-07-15T18:00:03.790" v="66" actId="1440"/>
        <pc:sldMkLst>
          <pc:docMk/>
          <pc:sldMk cId="0" sldId="260"/>
        </pc:sldMkLst>
      </pc:sldChg>
      <pc:sldChg chg="modSp mod modClrScheme chgLayout">
        <pc:chgData name="Shailendra Chauhan" userId="a7d3133f-e197-4b90-bf63-99a63a264234" providerId="ADAL" clId="{B3826D35-BD12-465F-9DD6-9A637B4CE187}" dt="2024-07-15T17:51:19.968" v="18" actId="207"/>
        <pc:sldMkLst>
          <pc:docMk/>
          <pc:sldMk cId="0" sldId="261"/>
        </pc:sldMkLst>
      </pc:sldChg>
      <pc:sldChg chg="modSp mod modClrScheme chgLayout">
        <pc:chgData name="Shailendra Chauhan" userId="a7d3133f-e197-4b90-bf63-99a63a264234" providerId="ADAL" clId="{B3826D35-BD12-465F-9DD6-9A637B4CE187}" dt="2024-07-15T17:51:35.726" v="21" actId="207"/>
        <pc:sldMkLst>
          <pc:docMk/>
          <pc:sldMk cId="0" sldId="262"/>
        </pc:sldMkLst>
      </pc:sldChg>
      <pc:sldChg chg="modSp mod modClrScheme chgLayout">
        <pc:chgData name="Shailendra Chauhan" userId="a7d3133f-e197-4b90-bf63-99a63a264234" providerId="ADAL" clId="{B3826D35-BD12-465F-9DD6-9A637B4CE187}" dt="2024-07-15T17:52:24.492" v="23" actId="207"/>
        <pc:sldMkLst>
          <pc:docMk/>
          <pc:sldMk cId="0" sldId="263"/>
        </pc:sldMkLst>
      </pc:sldChg>
      <pc:sldChg chg="modSp mod modTransition modClrScheme chgLayout">
        <pc:chgData name="Shailendra Chauhan" userId="a7d3133f-e197-4b90-bf63-99a63a264234" providerId="ADAL" clId="{B3826D35-BD12-465F-9DD6-9A637B4CE187}" dt="2024-07-15T17:52:44.708" v="27" actId="207"/>
        <pc:sldMkLst>
          <pc:docMk/>
          <pc:sldMk cId="0" sldId="264"/>
        </pc:sldMkLst>
      </pc:sldChg>
      <pc:sldChg chg="modSp mod modClrScheme chgLayout">
        <pc:chgData name="Shailendra Chauhan" userId="a7d3133f-e197-4b90-bf63-99a63a264234" providerId="ADAL" clId="{B3826D35-BD12-465F-9DD6-9A637B4CE187}" dt="2024-07-15T17:53:21.525" v="31" actId="207"/>
        <pc:sldMkLst>
          <pc:docMk/>
          <pc:sldMk cId="0" sldId="265"/>
        </pc:sldMkLst>
      </pc:sldChg>
      <pc:sldChg chg="modSp mod modClrScheme chgLayout">
        <pc:chgData name="Shailendra Chauhan" userId="a7d3133f-e197-4b90-bf63-99a63a264234" providerId="ADAL" clId="{B3826D35-BD12-465F-9DD6-9A637B4CE187}" dt="2024-07-15T17:53:41.396" v="33" actId="207"/>
        <pc:sldMkLst>
          <pc:docMk/>
          <pc:sldMk cId="0" sldId="266"/>
        </pc:sldMkLst>
      </pc:sldChg>
      <pc:sldChg chg="modSp mod modClrScheme chgLayout">
        <pc:chgData name="Shailendra Chauhan" userId="a7d3133f-e197-4b90-bf63-99a63a264234" providerId="ADAL" clId="{B3826D35-BD12-465F-9DD6-9A637B4CE187}" dt="2024-07-15T17:54:07.460" v="35" actId="207"/>
        <pc:sldMkLst>
          <pc:docMk/>
          <pc:sldMk cId="0" sldId="267"/>
        </pc:sldMkLst>
      </pc:sldChg>
      <pc:sldChg chg="modSp mod setBg modClrScheme chgLayout">
        <pc:chgData name="Shailendra Chauhan" userId="a7d3133f-e197-4b90-bf63-99a63a264234" providerId="ADAL" clId="{B3826D35-BD12-465F-9DD6-9A637B4CE187}" dt="2024-07-15T18:00:48.170" v="71" actId="1440"/>
        <pc:sldMkLst>
          <pc:docMk/>
          <pc:sldMk cId="0" sldId="268"/>
        </pc:sldMkLst>
      </pc:sldChg>
      <pc:sldChg chg="modSp mod modClrScheme chgLayout">
        <pc:chgData name="Shailendra Chauhan" userId="a7d3133f-e197-4b90-bf63-99a63a264234" providerId="ADAL" clId="{B3826D35-BD12-465F-9DD6-9A637B4CE187}" dt="2024-07-15T17:54:23.475" v="39" actId="207"/>
        <pc:sldMkLst>
          <pc:docMk/>
          <pc:sldMk cId="0" sldId="269"/>
        </pc:sldMkLst>
      </pc:sldChg>
      <pc:sldChg chg="modSp mod modClrScheme chgLayout">
        <pc:chgData name="Shailendra Chauhan" userId="a7d3133f-e197-4b90-bf63-99a63a264234" providerId="ADAL" clId="{B3826D35-BD12-465F-9DD6-9A637B4CE187}" dt="2024-07-15T17:54:39.436" v="41" actId="207"/>
        <pc:sldMkLst>
          <pc:docMk/>
          <pc:sldMk cId="0" sldId="270"/>
        </pc:sldMkLst>
      </pc:sldChg>
      <pc:sldChg chg="modSp mod modClrScheme chgLayout">
        <pc:chgData name="Shailendra Chauhan" userId="a7d3133f-e197-4b90-bf63-99a63a264234" providerId="ADAL" clId="{B3826D35-BD12-465F-9DD6-9A637B4CE187}" dt="2024-07-15T17:55:36.321" v="43" actId="207"/>
        <pc:sldMkLst>
          <pc:docMk/>
          <pc:sldMk cId="0" sldId="271"/>
        </pc:sldMkLst>
      </pc:sldChg>
      <pc:sldChg chg="modSp mod modClrScheme chgLayout">
        <pc:chgData name="Shailendra Chauhan" userId="a7d3133f-e197-4b90-bf63-99a63a264234" providerId="ADAL" clId="{B3826D35-BD12-465F-9DD6-9A637B4CE187}" dt="2024-07-15T17:58:54.027" v="62" actId="700"/>
        <pc:sldMkLst>
          <pc:docMk/>
          <pc:sldMk cId="0" sldId="272"/>
        </pc:sldMkLst>
      </pc:sldChg>
      <pc:sldChg chg="modSp mod modClrScheme chgLayout">
        <pc:chgData name="Shailendra Chauhan" userId="a7d3133f-e197-4b90-bf63-99a63a264234" providerId="ADAL" clId="{B3826D35-BD12-465F-9DD6-9A637B4CE187}" dt="2024-07-15T17:55:45.878" v="45" actId="207"/>
        <pc:sldMkLst>
          <pc:docMk/>
          <pc:sldMk cId="0" sldId="273"/>
        </pc:sldMkLst>
      </pc:sldChg>
      <pc:sldChg chg="modSp mod modClrScheme chgLayout">
        <pc:chgData name="Shailendra Chauhan" userId="a7d3133f-e197-4b90-bf63-99a63a264234" providerId="ADAL" clId="{B3826D35-BD12-465F-9DD6-9A637B4CE187}" dt="2024-07-15T17:58:33.392" v="61" actId="700"/>
        <pc:sldMkLst>
          <pc:docMk/>
          <pc:sldMk cId="0" sldId="274"/>
        </pc:sldMkLst>
      </pc:sldChg>
      <pc:sldChg chg="modSp mod modClrScheme chgLayout">
        <pc:chgData name="Shailendra Chauhan" userId="a7d3133f-e197-4b90-bf63-99a63a264234" providerId="ADAL" clId="{B3826D35-BD12-465F-9DD6-9A637B4CE187}" dt="2024-07-15T17:55:54.282" v="47" actId="207"/>
        <pc:sldMkLst>
          <pc:docMk/>
          <pc:sldMk cId="0" sldId="275"/>
        </pc:sldMkLst>
      </pc:sldChg>
      <pc:sldChg chg="modSp mod modClrScheme chgLayout">
        <pc:chgData name="Shailendra Chauhan" userId="a7d3133f-e197-4b90-bf63-99a63a264234" providerId="ADAL" clId="{B3826D35-BD12-465F-9DD6-9A637B4CE187}" dt="2024-07-15T17:58:11.726" v="60" actId="700"/>
        <pc:sldMkLst>
          <pc:docMk/>
          <pc:sldMk cId="0" sldId="276"/>
        </pc:sldMkLst>
      </pc:sldChg>
      <pc:sldChg chg="modSp mod modClrScheme chgLayout">
        <pc:chgData name="Shailendra Chauhan" userId="a7d3133f-e197-4b90-bf63-99a63a264234" providerId="ADAL" clId="{B3826D35-BD12-465F-9DD6-9A637B4CE187}" dt="2024-07-15T17:56:03.195" v="49" actId="207"/>
        <pc:sldMkLst>
          <pc:docMk/>
          <pc:sldMk cId="0" sldId="277"/>
        </pc:sldMkLst>
      </pc:sldChg>
      <pc:sldChg chg="modSp mod modClrScheme chgLayout">
        <pc:chgData name="Shailendra Chauhan" userId="a7d3133f-e197-4b90-bf63-99a63a264234" providerId="ADAL" clId="{B3826D35-BD12-465F-9DD6-9A637B4CE187}" dt="2024-07-15T17:57:55.656" v="59" actId="12"/>
        <pc:sldMkLst>
          <pc:docMk/>
          <pc:sldMk cId="0" sldId="278"/>
        </pc:sldMkLst>
      </pc:sldChg>
      <pc:sldChg chg="modSp mod modClrScheme chgLayout">
        <pc:chgData name="Shailendra Chauhan" userId="a7d3133f-e197-4b90-bf63-99a63a264234" providerId="ADAL" clId="{B3826D35-BD12-465F-9DD6-9A637B4CE187}" dt="2024-07-15T17:56:13.937" v="51" actId="207"/>
        <pc:sldMkLst>
          <pc:docMk/>
          <pc:sldMk cId="0" sldId="279"/>
        </pc:sldMkLst>
      </pc:sldChg>
      <pc:sldChg chg="modSp mod modClrScheme chgLayout">
        <pc:chgData name="Shailendra Chauhan" userId="a7d3133f-e197-4b90-bf63-99a63a264234" providerId="ADAL" clId="{B3826D35-BD12-465F-9DD6-9A637B4CE187}" dt="2024-07-15T17:57:06.618" v="56" actId="700"/>
        <pc:sldMkLst>
          <pc:docMk/>
          <pc:sldMk cId="0" sldId="280"/>
        </pc:sldMkLst>
      </pc:sldChg>
      <pc:sldChg chg="modSp mod modClrScheme chgLayout">
        <pc:chgData name="Shailendra Chauhan" userId="a7d3133f-e197-4b90-bf63-99a63a264234" providerId="ADAL" clId="{B3826D35-BD12-465F-9DD6-9A637B4CE187}" dt="2024-07-15T17:56:22.076" v="53" actId="207"/>
        <pc:sldMkLst>
          <pc:docMk/>
          <pc:sldMk cId="0" sldId="281"/>
        </pc:sldMkLst>
      </pc:sldChg>
      <pc:sldChg chg="modSp mod modClrScheme chgLayout">
        <pc:chgData name="Shailendra Chauhan" userId="a7d3133f-e197-4b90-bf63-99a63a264234" providerId="ADAL" clId="{B3826D35-BD12-465F-9DD6-9A637B4CE187}" dt="2024-07-15T17:56:50.514" v="55" actId="700"/>
        <pc:sldMkLst>
          <pc:docMk/>
          <pc:sldMk cId="0" sldId="282"/>
        </pc:sldMkLst>
      </pc:sldChg>
      <pc:sldChg chg="modSp mod modClrScheme chgLayout">
        <pc:chgData name="Shailendra Chauhan" userId="a7d3133f-e197-4b90-bf63-99a63a264234" providerId="ADAL" clId="{B3826D35-BD12-465F-9DD6-9A637B4CE187}" dt="2024-07-15T17:56:31.168" v="54" actId="700"/>
        <pc:sldMkLst>
          <pc:docMk/>
          <pc:sldMk cId="0" sldId="283"/>
        </pc:sldMkLst>
      </pc:sldChg>
      <pc:sldChg chg="addSp delSp modSp new mod modClrScheme chgLayout">
        <pc:chgData name="Shailendra Chauhan" userId="a7d3133f-e197-4b90-bf63-99a63a264234" providerId="ADAL" clId="{B3826D35-BD12-465F-9DD6-9A637B4CE187}" dt="2024-07-15T17:50:45.593" v="11"/>
        <pc:sldMkLst>
          <pc:docMk/>
          <pc:sldMk cId="4186699833" sldId="284"/>
        </pc:sldMkLst>
      </pc:sldChg>
      <pc:sldMasterChg chg="modSldLayout">
        <pc:chgData name="Shailendra Chauhan" userId="a7d3133f-e197-4b90-bf63-99a63a264234" providerId="ADAL" clId="{B3826D35-BD12-465F-9DD6-9A637B4CE187}" dt="2024-07-15T18:00:18.616" v="69"/>
        <pc:sldMasterMkLst>
          <pc:docMk/>
          <pc:sldMasterMk cId="1368009228" sldId="2147483669"/>
        </pc:sldMasterMkLst>
        <pc:sldLayoutChg chg="setBg">
          <pc:chgData name="Shailendra Chauhan" userId="a7d3133f-e197-4b90-bf63-99a63a264234" providerId="ADAL" clId="{B3826D35-BD12-465F-9DD6-9A637B4CE187}" dt="2024-07-15T18:00:18.616" v="69"/>
          <pc:sldLayoutMkLst>
            <pc:docMk/>
            <pc:sldMasterMk cId="1368009228" sldId="2147483669"/>
            <pc:sldLayoutMk cId="3514112081" sldId="2147483679"/>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99539831" sldId="2147483680"/>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2862553680" sldId="2147483681"/>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634911557" sldId="2147483682"/>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3243374425" sldId="2147483683"/>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011315065" sldId="2147483684"/>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95326562" sldId="2147483685"/>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751858146" sldId="2147483686"/>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044819304" sldId="2147483687"/>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228505507" sldId="2147483688"/>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885915352" sldId="2147483690"/>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2685623528" sldId="2147483695"/>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3989109237" sldId="2147483696"/>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2041636922" sldId="2147483699"/>
          </pc:sldLayoutMkLst>
        </pc:sldLayoutChg>
      </pc:sldMasterChg>
    </pc:docChg>
  </pc:docChgLst>
  <pc:docChgLst>
    <pc:chgData name="Venkataramanan Amirthalingam" userId="4d061ca2-e95c-4cea-aac4-ded24a5cea8d" providerId="ADAL" clId="{057F7CDC-4544-6D4F-B3E8-4209E6622B17}"/>
    <pc:docChg chg="undo custSel addSld delSld modSld sldOrd">
      <pc:chgData name="Venkataramanan Amirthalingam" userId="4d061ca2-e95c-4cea-aac4-ded24a5cea8d" providerId="ADAL" clId="{057F7CDC-4544-6D4F-B3E8-4209E6622B17}" dt="2025-07-19T16:51:42.744" v="2756" actId="14100"/>
      <pc:docMkLst>
        <pc:docMk/>
      </pc:docMkLst>
      <pc:sldChg chg="modSp mod">
        <pc:chgData name="Venkataramanan Amirthalingam" userId="4d061ca2-e95c-4cea-aac4-ded24a5cea8d" providerId="ADAL" clId="{057F7CDC-4544-6D4F-B3E8-4209E6622B17}" dt="2025-07-13T14:46:57.604" v="2191" actId="20577"/>
        <pc:sldMkLst>
          <pc:docMk/>
          <pc:sldMk cId="0" sldId="256"/>
        </pc:sldMkLst>
        <pc:spChg chg="mod">
          <ac:chgData name="Venkataramanan Amirthalingam" userId="4d061ca2-e95c-4cea-aac4-ded24a5cea8d" providerId="ADAL" clId="{057F7CDC-4544-6D4F-B3E8-4209E6622B17}" dt="2025-07-13T14:46:57.604" v="2191" actId="20577"/>
          <ac:spMkLst>
            <pc:docMk/>
            <pc:sldMk cId="0" sldId="256"/>
            <ac:spMk id="116" creationId="{00000000-0000-0000-0000-000000000000}"/>
          </ac:spMkLst>
        </pc:spChg>
      </pc:sldChg>
      <pc:sldChg chg="del">
        <pc:chgData name="Venkataramanan Amirthalingam" userId="4d061ca2-e95c-4cea-aac4-ded24a5cea8d" providerId="ADAL" clId="{057F7CDC-4544-6D4F-B3E8-4209E6622B17}" dt="2025-07-06T11:51:59.199" v="31" actId="2696"/>
        <pc:sldMkLst>
          <pc:docMk/>
          <pc:sldMk cId="0" sldId="257"/>
        </pc:sldMkLst>
      </pc:sldChg>
      <pc:sldChg chg="modSp add del mod">
        <pc:chgData name="Venkataramanan Amirthalingam" userId="4d061ca2-e95c-4cea-aac4-ded24a5cea8d" providerId="ADAL" clId="{057F7CDC-4544-6D4F-B3E8-4209E6622B17}" dt="2025-07-06T11:55:56.916" v="86" actId="20577"/>
        <pc:sldMkLst>
          <pc:docMk/>
          <pc:sldMk cId="0" sldId="259"/>
        </pc:sldMkLst>
        <pc:spChg chg="mod">
          <ac:chgData name="Venkataramanan Amirthalingam" userId="4d061ca2-e95c-4cea-aac4-ded24a5cea8d" providerId="ADAL" clId="{057F7CDC-4544-6D4F-B3E8-4209E6622B17}" dt="2025-07-06T11:55:56.916" v="86" actId="20577"/>
          <ac:spMkLst>
            <pc:docMk/>
            <pc:sldMk cId="0" sldId="259"/>
            <ac:spMk id="132" creationId="{00000000-0000-0000-0000-000000000000}"/>
          </ac:spMkLst>
        </pc:spChg>
      </pc:sldChg>
      <pc:sldChg chg="del">
        <pc:chgData name="Venkataramanan Amirthalingam" userId="4d061ca2-e95c-4cea-aac4-ded24a5cea8d" providerId="ADAL" clId="{057F7CDC-4544-6D4F-B3E8-4209E6622B17}" dt="2025-07-06T11:52:02.808" v="43" actId="2696"/>
        <pc:sldMkLst>
          <pc:docMk/>
          <pc:sldMk cId="0" sldId="260"/>
        </pc:sldMkLst>
      </pc:sldChg>
      <pc:sldChg chg="modSp add del mod">
        <pc:chgData name="Venkataramanan Amirthalingam" userId="4d061ca2-e95c-4cea-aac4-ded24a5cea8d" providerId="ADAL" clId="{057F7CDC-4544-6D4F-B3E8-4209E6622B17}" dt="2025-07-06T11:57:15.465" v="91" actId="27636"/>
        <pc:sldMkLst>
          <pc:docMk/>
          <pc:sldMk cId="0" sldId="261"/>
        </pc:sldMkLst>
        <pc:spChg chg="mod">
          <ac:chgData name="Venkataramanan Amirthalingam" userId="4d061ca2-e95c-4cea-aac4-ded24a5cea8d" providerId="ADAL" clId="{057F7CDC-4544-6D4F-B3E8-4209E6622B17}" dt="2025-07-06T11:57:15.465" v="91" actId="27636"/>
          <ac:spMkLst>
            <pc:docMk/>
            <pc:sldMk cId="0" sldId="261"/>
            <ac:spMk id="161" creationId="{00000000-0000-0000-0000-000000000000}"/>
          </ac:spMkLst>
        </pc:spChg>
      </pc:sldChg>
      <pc:sldChg chg="modSp add del mod">
        <pc:chgData name="Venkataramanan Amirthalingam" userId="4d061ca2-e95c-4cea-aac4-ded24a5cea8d" providerId="ADAL" clId="{057F7CDC-4544-6D4F-B3E8-4209E6622B17}" dt="2025-07-06T11:57:19.516" v="94" actId="20577"/>
        <pc:sldMkLst>
          <pc:docMk/>
          <pc:sldMk cId="0" sldId="262"/>
        </pc:sldMkLst>
        <pc:spChg chg="mod">
          <ac:chgData name="Venkataramanan Amirthalingam" userId="4d061ca2-e95c-4cea-aac4-ded24a5cea8d" providerId="ADAL" clId="{057F7CDC-4544-6D4F-B3E8-4209E6622B17}" dt="2025-07-06T11:57:19.516" v="94" actId="20577"/>
          <ac:spMkLst>
            <pc:docMk/>
            <pc:sldMk cId="0" sldId="262"/>
            <ac:spMk id="187" creationId="{00000000-0000-0000-0000-000000000000}"/>
          </ac:spMkLst>
        </pc:spChg>
      </pc:sldChg>
      <pc:sldChg chg="modSp add del mod">
        <pc:chgData name="Venkataramanan Amirthalingam" userId="4d061ca2-e95c-4cea-aac4-ded24a5cea8d" providerId="ADAL" clId="{057F7CDC-4544-6D4F-B3E8-4209E6622B17}" dt="2025-07-06T11:58:46.031" v="111" actId="207"/>
        <pc:sldMkLst>
          <pc:docMk/>
          <pc:sldMk cId="0" sldId="263"/>
        </pc:sldMkLst>
        <pc:spChg chg="mod">
          <ac:chgData name="Venkataramanan Amirthalingam" userId="4d061ca2-e95c-4cea-aac4-ded24a5cea8d" providerId="ADAL" clId="{057F7CDC-4544-6D4F-B3E8-4209E6622B17}" dt="2025-07-06T11:58:35.646" v="109" actId="207"/>
          <ac:spMkLst>
            <pc:docMk/>
            <pc:sldMk cId="0" sldId="263"/>
            <ac:spMk id="193"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195"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196"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197"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198"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0"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4"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5"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6"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7"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14"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15"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1"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2"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3"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4"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9"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30" creationId="{00000000-0000-0000-0000-000000000000}"/>
          </ac:spMkLst>
        </pc:spChg>
      </pc:sldChg>
      <pc:sldChg chg="modSp add del mod">
        <pc:chgData name="Venkataramanan Amirthalingam" userId="4d061ca2-e95c-4cea-aac4-ded24a5cea8d" providerId="ADAL" clId="{057F7CDC-4544-6D4F-B3E8-4209E6622B17}" dt="2025-07-06T11:57:23.545" v="98" actId="20577"/>
        <pc:sldMkLst>
          <pc:docMk/>
          <pc:sldMk cId="0" sldId="264"/>
        </pc:sldMkLst>
        <pc:spChg chg="mod">
          <ac:chgData name="Venkataramanan Amirthalingam" userId="4d061ca2-e95c-4cea-aac4-ded24a5cea8d" providerId="ADAL" clId="{057F7CDC-4544-6D4F-B3E8-4209E6622B17}" dt="2025-07-06T11:57:23.545" v="98" actId="20577"/>
          <ac:spMkLst>
            <pc:docMk/>
            <pc:sldMk cId="0" sldId="264"/>
            <ac:spMk id="238" creationId="{00000000-0000-0000-0000-000000000000}"/>
          </ac:spMkLst>
        </pc:spChg>
      </pc:sldChg>
      <pc:sldChg chg="modSp add del mod setBg">
        <pc:chgData name="Venkataramanan Amirthalingam" userId="4d061ca2-e95c-4cea-aac4-ded24a5cea8d" providerId="ADAL" clId="{057F7CDC-4544-6D4F-B3E8-4209E6622B17}" dt="2025-07-06T11:57:42.144" v="104" actId="207"/>
        <pc:sldMkLst>
          <pc:docMk/>
          <pc:sldMk cId="0" sldId="265"/>
        </pc:sldMkLst>
        <pc:spChg chg="mod">
          <ac:chgData name="Venkataramanan Amirthalingam" userId="4d061ca2-e95c-4cea-aac4-ded24a5cea8d" providerId="ADAL" clId="{057F7CDC-4544-6D4F-B3E8-4209E6622B17}" dt="2025-07-06T11:57:42.144" v="104" actId="207"/>
          <ac:spMkLst>
            <pc:docMk/>
            <pc:sldMk cId="0" sldId="265"/>
            <ac:spMk id="244" creationId="{00000000-0000-0000-0000-000000000000}"/>
          </ac:spMkLst>
        </pc:spChg>
        <pc:spChg chg="mod">
          <ac:chgData name="Venkataramanan Amirthalingam" userId="4d061ca2-e95c-4cea-aac4-ded24a5cea8d" providerId="ADAL" clId="{057F7CDC-4544-6D4F-B3E8-4209E6622B17}" dt="2025-07-06T11:57:34.433" v="103" actId="20577"/>
          <ac:spMkLst>
            <pc:docMk/>
            <pc:sldMk cId="0" sldId="265"/>
            <ac:spMk id="245" creationId="{00000000-0000-0000-0000-000000000000}"/>
          </ac:spMkLst>
        </pc:spChg>
      </pc:sldChg>
      <pc:sldChg chg="modSp add del">
        <pc:chgData name="Venkataramanan Amirthalingam" userId="4d061ca2-e95c-4cea-aac4-ded24a5cea8d" providerId="ADAL" clId="{057F7CDC-4544-6D4F-B3E8-4209E6622B17}" dt="2025-07-06T11:59:06.358" v="118" actId="207"/>
        <pc:sldMkLst>
          <pc:docMk/>
          <pc:sldMk cId="0" sldId="266"/>
        </pc:sldMkLst>
        <pc:spChg chg="mod">
          <ac:chgData name="Venkataramanan Amirthalingam" userId="4d061ca2-e95c-4cea-aac4-ded24a5cea8d" providerId="ADAL" clId="{057F7CDC-4544-6D4F-B3E8-4209E6622B17}" dt="2025-07-06T11:59:06.358" v="118" actId="207"/>
          <ac:spMkLst>
            <pc:docMk/>
            <pc:sldMk cId="0" sldId="266"/>
            <ac:spMk id="254" creationId="{00000000-0000-0000-0000-000000000000}"/>
          </ac:spMkLst>
        </pc:spChg>
      </pc:sldChg>
      <pc:sldChg chg="del">
        <pc:chgData name="Venkataramanan Amirthalingam" userId="4d061ca2-e95c-4cea-aac4-ded24a5cea8d" providerId="ADAL" clId="{057F7CDC-4544-6D4F-B3E8-4209E6622B17}" dt="2025-07-06T11:52:05.075" v="50" actId="2696"/>
        <pc:sldMkLst>
          <pc:docMk/>
          <pc:sldMk cId="0" sldId="267"/>
        </pc:sldMkLst>
      </pc:sldChg>
      <pc:sldChg chg="del">
        <pc:chgData name="Venkataramanan Amirthalingam" userId="4d061ca2-e95c-4cea-aac4-ded24a5cea8d" providerId="ADAL" clId="{057F7CDC-4544-6D4F-B3E8-4209E6622B17}" dt="2025-07-06T11:52:05.219" v="51" actId="2696"/>
        <pc:sldMkLst>
          <pc:docMk/>
          <pc:sldMk cId="0" sldId="268"/>
        </pc:sldMkLst>
      </pc:sldChg>
      <pc:sldChg chg="del">
        <pc:chgData name="Venkataramanan Amirthalingam" userId="4d061ca2-e95c-4cea-aac4-ded24a5cea8d" providerId="ADAL" clId="{057F7CDC-4544-6D4F-B3E8-4209E6622B17}" dt="2025-07-06T11:52:05.521" v="52" actId="2696"/>
        <pc:sldMkLst>
          <pc:docMk/>
          <pc:sldMk cId="0" sldId="269"/>
        </pc:sldMkLst>
      </pc:sldChg>
      <pc:sldChg chg="del">
        <pc:chgData name="Venkataramanan Amirthalingam" userId="4d061ca2-e95c-4cea-aac4-ded24a5cea8d" providerId="ADAL" clId="{057F7CDC-4544-6D4F-B3E8-4209E6622B17}" dt="2025-07-06T11:52:05.808" v="53" actId="2696"/>
        <pc:sldMkLst>
          <pc:docMk/>
          <pc:sldMk cId="0" sldId="270"/>
        </pc:sldMkLst>
      </pc:sldChg>
      <pc:sldChg chg="del">
        <pc:chgData name="Venkataramanan Amirthalingam" userId="4d061ca2-e95c-4cea-aac4-ded24a5cea8d" providerId="ADAL" clId="{057F7CDC-4544-6D4F-B3E8-4209E6622B17}" dt="2025-07-06T11:52:06.249" v="54" actId="2696"/>
        <pc:sldMkLst>
          <pc:docMk/>
          <pc:sldMk cId="0" sldId="271"/>
        </pc:sldMkLst>
      </pc:sldChg>
      <pc:sldChg chg="del">
        <pc:chgData name="Venkataramanan Amirthalingam" userId="4d061ca2-e95c-4cea-aac4-ded24a5cea8d" providerId="ADAL" clId="{057F7CDC-4544-6D4F-B3E8-4209E6622B17}" dt="2025-07-06T11:52:06.424" v="55" actId="2696"/>
        <pc:sldMkLst>
          <pc:docMk/>
          <pc:sldMk cId="0" sldId="272"/>
        </pc:sldMkLst>
      </pc:sldChg>
      <pc:sldChg chg="del">
        <pc:chgData name="Venkataramanan Amirthalingam" userId="4d061ca2-e95c-4cea-aac4-ded24a5cea8d" providerId="ADAL" clId="{057F7CDC-4544-6D4F-B3E8-4209E6622B17}" dt="2025-07-06T11:52:06.781" v="56" actId="2696"/>
        <pc:sldMkLst>
          <pc:docMk/>
          <pc:sldMk cId="0" sldId="273"/>
        </pc:sldMkLst>
      </pc:sldChg>
      <pc:sldChg chg="del">
        <pc:chgData name="Venkataramanan Amirthalingam" userId="4d061ca2-e95c-4cea-aac4-ded24a5cea8d" providerId="ADAL" clId="{057F7CDC-4544-6D4F-B3E8-4209E6622B17}" dt="2025-07-06T11:52:07.054" v="57" actId="2696"/>
        <pc:sldMkLst>
          <pc:docMk/>
          <pc:sldMk cId="0" sldId="274"/>
        </pc:sldMkLst>
      </pc:sldChg>
      <pc:sldChg chg="del">
        <pc:chgData name="Venkataramanan Amirthalingam" userId="4d061ca2-e95c-4cea-aac4-ded24a5cea8d" providerId="ADAL" clId="{057F7CDC-4544-6D4F-B3E8-4209E6622B17}" dt="2025-07-06T11:52:07.378" v="58" actId="2696"/>
        <pc:sldMkLst>
          <pc:docMk/>
          <pc:sldMk cId="0" sldId="275"/>
        </pc:sldMkLst>
      </pc:sldChg>
      <pc:sldChg chg="del">
        <pc:chgData name="Venkataramanan Amirthalingam" userId="4d061ca2-e95c-4cea-aac4-ded24a5cea8d" providerId="ADAL" clId="{057F7CDC-4544-6D4F-B3E8-4209E6622B17}" dt="2025-07-06T11:52:07.658" v="59" actId="2696"/>
        <pc:sldMkLst>
          <pc:docMk/>
          <pc:sldMk cId="0" sldId="276"/>
        </pc:sldMkLst>
      </pc:sldChg>
      <pc:sldChg chg="del">
        <pc:chgData name="Venkataramanan Amirthalingam" userId="4d061ca2-e95c-4cea-aac4-ded24a5cea8d" providerId="ADAL" clId="{057F7CDC-4544-6D4F-B3E8-4209E6622B17}" dt="2025-07-06T11:52:08.031" v="60" actId="2696"/>
        <pc:sldMkLst>
          <pc:docMk/>
          <pc:sldMk cId="0" sldId="277"/>
        </pc:sldMkLst>
      </pc:sldChg>
      <pc:sldChg chg="del">
        <pc:chgData name="Venkataramanan Amirthalingam" userId="4d061ca2-e95c-4cea-aac4-ded24a5cea8d" providerId="ADAL" clId="{057F7CDC-4544-6D4F-B3E8-4209E6622B17}" dt="2025-07-06T11:52:08.209" v="61" actId="2696"/>
        <pc:sldMkLst>
          <pc:docMk/>
          <pc:sldMk cId="0" sldId="278"/>
        </pc:sldMkLst>
      </pc:sldChg>
      <pc:sldChg chg="del">
        <pc:chgData name="Venkataramanan Amirthalingam" userId="4d061ca2-e95c-4cea-aac4-ded24a5cea8d" providerId="ADAL" clId="{057F7CDC-4544-6D4F-B3E8-4209E6622B17}" dt="2025-07-06T11:52:08.551" v="62" actId="2696"/>
        <pc:sldMkLst>
          <pc:docMk/>
          <pc:sldMk cId="0" sldId="279"/>
        </pc:sldMkLst>
      </pc:sldChg>
      <pc:sldChg chg="del">
        <pc:chgData name="Venkataramanan Amirthalingam" userId="4d061ca2-e95c-4cea-aac4-ded24a5cea8d" providerId="ADAL" clId="{057F7CDC-4544-6D4F-B3E8-4209E6622B17}" dt="2025-07-06T11:52:08.701" v="63" actId="2696"/>
        <pc:sldMkLst>
          <pc:docMk/>
          <pc:sldMk cId="0" sldId="280"/>
        </pc:sldMkLst>
      </pc:sldChg>
      <pc:sldChg chg="del">
        <pc:chgData name="Venkataramanan Amirthalingam" userId="4d061ca2-e95c-4cea-aac4-ded24a5cea8d" providerId="ADAL" clId="{057F7CDC-4544-6D4F-B3E8-4209E6622B17}" dt="2025-07-06T11:52:09.103" v="64" actId="2696"/>
        <pc:sldMkLst>
          <pc:docMk/>
          <pc:sldMk cId="0" sldId="281"/>
        </pc:sldMkLst>
      </pc:sldChg>
      <pc:sldChg chg="del">
        <pc:chgData name="Venkataramanan Amirthalingam" userId="4d061ca2-e95c-4cea-aac4-ded24a5cea8d" providerId="ADAL" clId="{057F7CDC-4544-6D4F-B3E8-4209E6622B17}" dt="2025-07-06T11:52:10.055" v="65" actId="2696"/>
        <pc:sldMkLst>
          <pc:docMk/>
          <pc:sldMk cId="0" sldId="282"/>
        </pc:sldMkLst>
      </pc:sldChg>
      <pc:sldChg chg="del">
        <pc:chgData name="Venkataramanan Amirthalingam" userId="4d061ca2-e95c-4cea-aac4-ded24a5cea8d" providerId="ADAL" clId="{057F7CDC-4544-6D4F-B3E8-4209E6622B17}" dt="2025-07-06T11:52:11.304" v="66" actId="2696"/>
        <pc:sldMkLst>
          <pc:docMk/>
          <pc:sldMk cId="0" sldId="283"/>
        </pc:sldMkLst>
      </pc:sldChg>
      <pc:sldChg chg="del">
        <pc:chgData name="Venkataramanan Amirthalingam" userId="4d061ca2-e95c-4cea-aac4-ded24a5cea8d" providerId="ADAL" clId="{057F7CDC-4544-6D4F-B3E8-4209E6622B17}" dt="2025-07-06T11:52:02.002" v="41" actId="2696"/>
        <pc:sldMkLst>
          <pc:docMk/>
          <pc:sldMk cId="4186699833" sldId="284"/>
        </pc:sldMkLst>
      </pc:sldChg>
      <pc:sldChg chg="del">
        <pc:chgData name="Venkataramanan Amirthalingam" userId="4d061ca2-e95c-4cea-aac4-ded24a5cea8d" providerId="ADAL" clId="{057F7CDC-4544-6D4F-B3E8-4209E6622B17}" dt="2025-07-06T11:51:56.863" v="23" actId="2696"/>
        <pc:sldMkLst>
          <pc:docMk/>
          <pc:sldMk cId="0" sldId="285"/>
        </pc:sldMkLst>
      </pc:sldChg>
      <pc:sldChg chg="del">
        <pc:chgData name="Venkataramanan Amirthalingam" userId="4d061ca2-e95c-4cea-aac4-ded24a5cea8d" providerId="ADAL" clId="{057F7CDC-4544-6D4F-B3E8-4209E6622B17}" dt="2025-07-06T11:51:57.324" v="24" actId="2696"/>
        <pc:sldMkLst>
          <pc:docMk/>
          <pc:sldMk cId="0" sldId="286"/>
        </pc:sldMkLst>
      </pc:sldChg>
      <pc:sldChg chg="del">
        <pc:chgData name="Venkataramanan Amirthalingam" userId="4d061ca2-e95c-4cea-aac4-ded24a5cea8d" providerId="ADAL" clId="{057F7CDC-4544-6D4F-B3E8-4209E6622B17}" dt="2025-07-06T11:51:57.664" v="25" actId="2696"/>
        <pc:sldMkLst>
          <pc:docMk/>
          <pc:sldMk cId="0" sldId="287"/>
        </pc:sldMkLst>
      </pc:sldChg>
      <pc:sldChg chg="del">
        <pc:chgData name="Venkataramanan Amirthalingam" userId="4d061ca2-e95c-4cea-aac4-ded24a5cea8d" providerId="ADAL" clId="{057F7CDC-4544-6D4F-B3E8-4209E6622B17}" dt="2025-07-06T11:51:57.923" v="26" actId="2696"/>
        <pc:sldMkLst>
          <pc:docMk/>
          <pc:sldMk cId="0" sldId="288"/>
        </pc:sldMkLst>
      </pc:sldChg>
      <pc:sldChg chg="del">
        <pc:chgData name="Venkataramanan Amirthalingam" userId="4d061ca2-e95c-4cea-aac4-ded24a5cea8d" providerId="ADAL" clId="{057F7CDC-4544-6D4F-B3E8-4209E6622B17}" dt="2025-07-06T11:51:58.119" v="27" actId="2696"/>
        <pc:sldMkLst>
          <pc:docMk/>
          <pc:sldMk cId="0" sldId="289"/>
        </pc:sldMkLst>
      </pc:sldChg>
      <pc:sldChg chg="del">
        <pc:chgData name="Venkataramanan Amirthalingam" userId="4d061ca2-e95c-4cea-aac4-ded24a5cea8d" providerId="ADAL" clId="{057F7CDC-4544-6D4F-B3E8-4209E6622B17}" dt="2025-07-06T11:51:58.381" v="28" actId="2696"/>
        <pc:sldMkLst>
          <pc:docMk/>
          <pc:sldMk cId="0" sldId="290"/>
        </pc:sldMkLst>
      </pc:sldChg>
      <pc:sldChg chg="del">
        <pc:chgData name="Venkataramanan Amirthalingam" userId="4d061ca2-e95c-4cea-aac4-ded24a5cea8d" providerId="ADAL" clId="{057F7CDC-4544-6D4F-B3E8-4209E6622B17}" dt="2025-07-06T11:51:58.666" v="29" actId="2696"/>
        <pc:sldMkLst>
          <pc:docMk/>
          <pc:sldMk cId="0" sldId="291"/>
        </pc:sldMkLst>
      </pc:sldChg>
      <pc:sldChg chg="del">
        <pc:chgData name="Venkataramanan Amirthalingam" userId="4d061ca2-e95c-4cea-aac4-ded24a5cea8d" providerId="ADAL" clId="{057F7CDC-4544-6D4F-B3E8-4209E6622B17}" dt="2025-07-06T11:51:58.930" v="30" actId="2696"/>
        <pc:sldMkLst>
          <pc:docMk/>
          <pc:sldMk cId="0" sldId="292"/>
        </pc:sldMkLst>
      </pc:sldChg>
      <pc:sldChg chg="del">
        <pc:chgData name="Venkataramanan Amirthalingam" userId="4d061ca2-e95c-4cea-aac4-ded24a5cea8d" providerId="ADAL" clId="{057F7CDC-4544-6D4F-B3E8-4209E6622B17}" dt="2025-07-06T11:52:01.773" v="40" actId="2696"/>
        <pc:sldMkLst>
          <pc:docMk/>
          <pc:sldMk cId="1476387122" sldId="293"/>
        </pc:sldMkLst>
      </pc:sldChg>
      <pc:sldChg chg="del">
        <pc:chgData name="Venkataramanan Amirthalingam" userId="4d061ca2-e95c-4cea-aac4-ded24a5cea8d" providerId="ADAL" clId="{057F7CDC-4544-6D4F-B3E8-4209E6622B17}" dt="2025-07-06T11:52:00.010" v="34" actId="2696"/>
        <pc:sldMkLst>
          <pc:docMk/>
          <pc:sldMk cId="4059358932" sldId="294"/>
        </pc:sldMkLst>
      </pc:sldChg>
      <pc:sldChg chg="del">
        <pc:chgData name="Venkataramanan Amirthalingam" userId="4d061ca2-e95c-4cea-aac4-ded24a5cea8d" providerId="ADAL" clId="{057F7CDC-4544-6D4F-B3E8-4209E6622B17}" dt="2025-07-06T11:52:01.334" v="39" actId="2696"/>
        <pc:sldMkLst>
          <pc:docMk/>
          <pc:sldMk cId="1735163377" sldId="295"/>
        </pc:sldMkLst>
      </pc:sldChg>
      <pc:sldChg chg="del">
        <pc:chgData name="Venkataramanan Amirthalingam" userId="4d061ca2-e95c-4cea-aac4-ded24a5cea8d" providerId="ADAL" clId="{057F7CDC-4544-6D4F-B3E8-4209E6622B17}" dt="2025-07-06T11:51:59.475" v="32" actId="2696"/>
        <pc:sldMkLst>
          <pc:docMk/>
          <pc:sldMk cId="243743937" sldId="296"/>
        </pc:sldMkLst>
      </pc:sldChg>
      <pc:sldChg chg="del">
        <pc:chgData name="Venkataramanan Amirthalingam" userId="4d061ca2-e95c-4cea-aac4-ded24a5cea8d" providerId="ADAL" clId="{057F7CDC-4544-6D4F-B3E8-4209E6622B17}" dt="2025-07-06T11:51:59.739" v="33" actId="2696"/>
        <pc:sldMkLst>
          <pc:docMk/>
          <pc:sldMk cId="1912042360" sldId="297"/>
        </pc:sldMkLst>
      </pc:sldChg>
      <pc:sldChg chg="del">
        <pc:chgData name="Venkataramanan Amirthalingam" userId="4d061ca2-e95c-4cea-aac4-ded24a5cea8d" providerId="ADAL" clId="{057F7CDC-4544-6D4F-B3E8-4209E6622B17}" dt="2025-07-06T11:52:00.250" v="35" actId="2696"/>
        <pc:sldMkLst>
          <pc:docMk/>
          <pc:sldMk cId="613434065" sldId="298"/>
        </pc:sldMkLst>
      </pc:sldChg>
      <pc:sldChg chg="del">
        <pc:chgData name="Venkataramanan Amirthalingam" userId="4d061ca2-e95c-4cea-aac4-ded24a5cea8d" providerId="ADAL" clId="{057F7CDC-4544-6D4F-B3E8-4209E6622B17}" dt="2025-07-06T11:52:00.504" v="36" actId="2696"/>
        <pc:sldMkLst>
          <pc:docMk/>
          <pc:sldMk cId="3220700141" sldId="299"/>
        </pc:sldMkLst>
      </pc:sldChg>
      <pc:sldChg chg="del">
        <pc:chgData name="Venkataramanan Amirthalingam" userId="4d061ca2-e95c-4cea-aac4-ded24a5cea8d" providerId="ADAL" clId="{057F7CDC-4544-6D4F-B3E8-4209E6622B17}" dt="2025-07-06T11:52:00.765" v="37" actId="2696"/>
        <pc:sldMkLst>
          <pc:docMk/>
          <pc:sldMk cId="2911413616" sldId="300"/>
        </pc:sldMkLst>
      </pc:sldChg>
      <pc:sldChg chg="del">
        <pc:chgData name="Venkataramanan Amirthalingam" userId="4d061ca2-e95c-4cea-aac4-ded24a5cea8d" providerId="ADAL" clId="{057F7CDC-4544-6D4F-B3E8-4209E6622B17}" dt="2025-07-06T11:52:01.011" v="38" actId="2696"/>
        <pc:sldMkLst>
          <pc:docMk/>
          <pc:sldMk cId="307258782" sldId="301"/>
        </pc:sldMkLst>
      </pc:sldChg>
      <pc:sldChg chg="modSp add mod">
        <pc:chgData name="Venkataramanan Amirthalingam" userId="4d061ca2-e95c-4cea-aac4-ded24a5cea8d" providerId="ADAL" clId="{057F7CDC-4544-6D4F-B3E8-4209E6622B17}" dt="2025-07-06T11:53:15.349" v="72" actId="20577"/>
        <pc:sldMkLst>
          <pc:docMk/>
          <pc:sldMk cId="0" sldId="516"/>
        </pc:sldMkLst>
        <pc:spChg chg="mod">
          <ac:chgData name="Venkataramanan Amirthalingam" userId="4d061ca2-e95c-4cea-aac4-ded24a5cea8d" providerId="ADAL" clId="{057F7CDC-4544-6D4F-B3E8-4209E6622B17}" dt="2025-07-06T11:53:07.215" v="68" actId="207"/>
          <ac:spMkLst>
            <pc:docMk/>
            <pc:sldMk cId="0" sldId="516"/>
            <ac:spMk id="3" creationId="{00000000-0000-0000-0000-000000000000}"/>
          </ac:spMkLst>
        </pc:spChg>
        <pc:spChg chg="mod">
          <ac:chgData name="Venkataramanan Amirthalingam" userId="4d061ca2-e95c-4cea-aac4-ded24a5cea8d" providerId="ADAL" clId="{057F7CDC-4544-6D4F-B3E8-4209E6622B17}" dt="2025-07-06T11:53:15.349" v="72" actId="20577"/>
          <ac:spMkLst>
            <pc:docMk/>
            <pc:sldMk cId="0" sldId="516"/>
            <ac:spMk id="4" creationId="{00000000-0000-0000-0000-000000000000}"/>
          </ac:spMkLst>
        </pc:spChg>
      </pc:sldChg>
      <pc:sldChg chg="add ord">
        <pc:chgData name="Venkataramanan Amirthalingam" userId="4d061ca2-e95c-4cea-aac4-ded24a5cea8d" providerId="ADAL" clId="{057F7CDC-4544-6D4F-B3E8-4209E6622B17}" dt="2025-07-06T12:00:43.108" v="123" actId="20578"/>
        <pc:sldMkLst>
          <pc:docMk/>
          <pc:sldMk cId="1731677482" sldId="544"/>
        </pc:sldMkLst>
      </pc:sldChg>
      <pc:sldChg chg="modSp add mod">
        <pc:chgData name="Venkataramanan Amirthalingam" userId="4d061ca2-e95c-4cea-aac4-ded24a5cea8d" providerId="ADAL" clId="{057F7CDC-4544-6D4F-B3E8-4209E6622B17}" dt="2025-07-12T15:12:34.469" v="136" actId="14100"/>
        <pc:sldMkLst>
          <pc:docMk/>
          <pc:sldMk cId="3307300875" sldId="648"/>
        </pc:sldMkLst>
        <pc:spChg chg="mod">
          <ac:chgData name="Venkataramanan Amirthalingam" userId="4d061ca2-e95c-4cea-aac4-ded24a5cea8d" providerId="ADAL" clId="{057F7CDC-4544-6D4F-B3E8-4209E6622B17}" dt="2025-07-06T11:53:22.377" v="76" actId="20577"/>
          <ac:spMkLst>
            <pc:docMk/>
            <pc:sldMk cId="3307300875" sldId="648"/>
            <ac:spMk id="3" creationId="{FC5C8656-6482-4452-8E17-309087F8237A}"/>
          </ac:spMkLst>
        </pc:spChg>
        <pc:spChg chg="mod">
          <ac:chgData name="Venkataramanan Amirthalingam" userId="4d061ca2-e95c-4cea-aac4-ded24a5cea8d" providerId="ADAL" clId="{057F7CDC-4544-6D4F-B3E8-4209E6622B17}" dt="2025-07-12T15:12:34.469" v="136" actId="14100"/>
          <ac:spMkLst>
            <pc:docMk/>
            <pc:sldMk cId="3307300875" sldId="648"/>
            <ac:spMk id="10" creationId="{9C508677-68C4-4232-A323-21091EE69801}"/>
          </ac:spMkLst>
        </pc:spChg>
      </pc:sldChg>
      <pc:sldChg chg="add">
        <pc:chgData name="Venkataramanan Amirthalingam" userId="4d061ca2-e95c-4cea-aac4-ded24a5cea8d" providerId="ADAL" clId="{057F7CDC-4544-6D4F-B3E8-4209E6622B17}" dt="2025-07-06T11:55:04.213" v="82"/>
        <pc:sldMkLst>
          <pc:docMk/>
          <pc:sldMk cId="3721536424" sldId="653"/>
        </pc:sldMkLst>
      </pc:sldChg>
      <pc:sldChg chg="modSp add mod">
        <pc:chgData name="Venkataramanan Amirthalingam" userId="4d061ca2-e95c-4cea-aac4-ded24a5cea8d" providerId="ADAL" clId="{057F7CDC-4544-6D4F-B3E8-4209E6622B17}" dt="2025-07-06T11:54:11.972" v="81" actId="20577"/>
        <pc:sldMkLst>
          <pc:docMk/>
          <pc:sldMk cId="3879036362" sldId="654"/>
        </pc:sldMkLst>
        <pc:spChg chg="mod">
          <ac:chgData name="Venkataramanan Amirthalingam" userId="4d061ca2-e95c-4cea-aac4-ded24a5cea8d" providerId="ADAL" clId="{057F7CDC-4544-6D4F-B3E8-4209E6622B17}" dt="2025-07-06T11:54:11.972" v="81" actId="20577"/>
          <ac:spMkLst>
            <pc:docMk/>
            <pc:sldMk cId="3879036362" sldId="654"/>
            <ac:spMk id="3" creationId="{F23264A0-CFA8-7DF9-8DC8-5301634E29A8}"/>
          </ac:spMkLst>
        </pc:spChg>
      </pc:sldChg>
      <pc:sldChg chg="modSp add mod">
        <pc:chgData name="Venkataramanan Amirthalingam" userId="4d061ca2-e95c-4cea-aac4-ded24a5cea8d" providerId="ADAL" clId="{057F7CDC-4544-6D4F-B3E8-4209E6622B17}" dt="2025-07-06T11:54:04.936" v="78" actId="207"/>
        <pc:sldMkLst>
          <pc:docMk/>
          <pc:sldMk cId="3456190918" sldId="655"/>
        </pc:sldMkLst>
        <pc:spChg chg="mod">
          <ac:chgData name="Venkataramanan Amirthalingam" userId="4d061ca2-e95c-4cea-aac4-ded24a5cea8d" providerId="ADAL" clId="{057F7CDC-4544-6D4F-B3E8-4209E6622B17}" dt="2025-07-06T11:54:04.936" v="78" actId="207"/>
          <ac:spMkLst>
            <pc:docMk/>
            <pc:sldMk cId="3456190918" sldId="655"/>
            <ac:spMk id="5" creationId="{08305D39-3B06-1622-EDA8-8595969D9510}"/>
          </ac:spMkLst>
        </pc:spChg>
      </pc:sldChg>
      <pc:sldChg chg="modSp add mod ord modAnim">
        <pc:chgData name="Venkataramanan Amirthalingam" userId="4d061ca2-e95c-4cea-aac4-ded24a5cea8d" providerId="ADAL" clId="{057F7CDC-4544-6D4F-B3E8-4209E6622B17}" dt="2025-07-13T06:33:52.230" v="2190" actId="20577"/>
        <pc:sldMkLst>
          <pc:docMk/>
          <pc:sldMk cId="1357529849" sldId="656"/>
        </pc:sldMkLst>
        <pc:spChg chg="mod">
          <ac:chgData name="Venkataramanan Amirthalingam" userId="4d061ca2-e95c-4cea-aac4-ded24a5cea8d" providerId="ADAL" clId="{057F7CDC-4544-6D4F-B3E8-4209E6622B17}" dt="2025-07-13T06:33:52.230" v="2190" actId="20577"/>
          <ac:spMkLst>
            <pc:docMk/>
            <pc:sldMk cId="1357529849" sldId="656"/>
            <ac:spMk id="237" creationId="{33808593-78F5-7C7E-069E-2FB44A05E85D}"/>
          </ac:spMkLst>
        </pc:spChg>
        <pc:spChg chg="mod">
          <ac:chgData name="Venkataramanan Amirthalingam" userId="4d061ca2-e95c-4cea-aac4-ded24a5cea8d" providerId="ADAL" clId="{057F7CDC-4544-6D4F-B3E8-4209E6622B17}" dt="2025-07-06T12:00:48.791" v="124"/>
          <ac:spMkLst>
            <pc:docMk/>
            <pc:sldMk cId="1357529849" sldId="656"/>
            <ac:spMk id="238" creationId="{99772E8A-5DA5-8C60-C2A1-E028D1254DF0}"/>
          </ac:spMkLst>
        </pc:spChg>
      </pc:sldChg>
      <pc:sldChg chg="modSp add del mod">
        <pc:chgData name="Venkataramanan Amirthalingam" userId="4d061ca2-e95c-4cea-aac4-ded24a5cea8d" providerId="ADAL" clId="{057F7CDC-4544-6D4F-B3E8-4209E6622B17}" dt="2025-07-12T18:25:05.098" v="2161" actId="2696"/>
        <pc:sldMkLst>
          <pc:docMk/>
          <pc:sldMk cId="3448578323" sldId="657"/>
        </pc:sldMkLst>
      </pc:sldChg>
      <pc:sldChg chg="modSp add del">
        <pc:chgData name="Venkataramanan Amirthalingam" userId="4d061ca2-e95c-4cea-aac4-ded24a5cea8d" providerId="ADAL" clId="{057F7CDC-4544-6D4F-B3E8-4209E6622B17}" dt="2025-07-12T18:25:05.905" v="2162" actId="2696"/>
        <pc:sldMkLst>
          <pc:docMk/>
          <pc:sldMk cId="4160710511" sldId="658"/>
        </pc:sldMkLst>
      </pc:sldChg>
      <pc:sldChg chg="add">
        <pc:chgData name="Venkataramanan Amirthalingam" userId="4d061ca2-e95c-4cea-aac4-ded24a5cea8d" providerId="ADAL" clId="{057F7CDC-4544-6D4F-B3E8-4209E6622B17}" dt="2025-07-06T12:02:40.719" v="133"/>
        <pc:sldMkLst>
          <pc:docMk/>
          <pc:sldMk cId="2732299988" sldId="2147469567"/>
        </pc:sldMkLst>
      </pc:sldChg>
      <pc:sldChg chg="add">
        <pc:chgData name="Venkataramanan Amirthalingam" userId="4d061ca2-e95c-4cea-aac4-ded24a5cea8d" providerId="ADAL" clId="{057F7CDC-4544-6D4F-B3E8-4209E6622B17}" dt="2025-07-06T12:02:40.719" v="133"/>
        <pc:sldMkLst>
          <pc:docMk/>
          <pc:sldMk cId="3000737357" sldId="2147469568"/>
        </pc:sldMkLst>
      </pc:sldChg>
      <pc:sldChg chg="modSp add mod">
        <pc:chgData name="Venkataramanan Amirthalingam" userId="4d061ca2-e95c-4cea-aac4-ded24a5cea8d" providerId="ADAL" clId="{057F7CDC-4544-6D4F-B3E8-4209E6622B17}" dt="2025-07-06T12:02:52.599" v="134" actId="207"/>
        <pc:sldMkLst>
          <pc:docMk/>
          <pc:sldMk cId="2784797158" sldId="2147469654"/>
        </pc:sldMkLst>
        <pc:spChg chg="mod">
          <ac:chgData name="Venkataramanan Amirthalingam" userId="4d061ca2-e95c-4cea-aac4-ded24a5cea8d" providerId="ADAL" clId="{057F7CDC-4544-6D4F-B3E8-4209E6622B17}" dt="2025-07-06T12:02:52.599" v="134" actId="207"/>
          <ac:spMkLst>
            <pc:docMk/>
            <pc:sldMk cId="2784797158" sldId="2147469654"/>
            <ac:spMk id="2" creationId="{00000000-0000-0000-0000-000000000000}"/>
          </ac:spMkLst>
        </pc:spChg>
      </pc:sldChg>
      <pc:sldChg chg="add">
        <pc:chgData name="Venkataramanan Amirthalingam" userId="4d061ca2-e95c-4cea-aac4-ded24a5cea8d" providerId="ADAL" clId="{057F7CDC-4544-6D4F-B3E8-4209E6622B17}" dt="2025-07-06T12:02:40.719" v="133"/>
        <pc:sldMkLst>
          <pc:docMk/>
          <pc:sldMk cId="202596958" sldId="2147469655"/>
        </pc:sldMkLst>
      </pc:sldChg>
      <pc:sldChg chg="add">
        <pc:chgData name="Venkataramanan Amirthalingam" userId="4d061ca2-e95c-4cea-aac4-ded24a5cea8d" providerId="ADAL" clId="{057F7CDC-4544-6D4F-B3E8-4209E6622B17}" dt="2025-07-06T12:02:40.719" v="133"/>
        <pc:sldMkLst>
          <pc:docMk/>
          <pc:sldMk cId="2272971035" sldId="2147469656"/>
        </pc:sldMkLst>
      </pc:sldChg>
      <pc:sldChg chg="add">
        <pc:chgData name="Venkataramanan Amirthalingam" userId="4d061ca2-e95c-4cea-aac4-ded24a5cea8d" providerId="ADAL" clId="{057F7CDC-4544-6D4F-B3E8-4209E6622B17}" dt="2025-07-06T12:02:40.719" v="133"/>
        <pc:sldMkLst>
          <pc:docMk/>
          <pc:sldMk cId="347653393" sldId="2147469661"/>
        </pc:sldMkLst>
      </pc:sldChg>
      <pc:sldChg chg="add">
        <pc:chgData name="Venkataramanan Amirthalingam" userId="4d061ca2-e95c-4cea-aac4-ded24a5cea8d" providerId="ADAL" clId="{057F7CDC-4544-6D4F-B3E8-4209E6622B17}" dt="2025-07-06T12:02:40.719" v="133"/>
        <pc:sldMkLst>
          <pc:docMk/>
          <pc:sldMk cId="2249369421" sldId="2147469662"/>
        </pc:sldMkLst>
      </pc:sldChg>
      <pc:sldChg chg="addSp delSp modSp add mod delAnim">
        <pc:chgData name="Venkataramanan Amirthalingam" userId="4d061ca2-e95c-4cea-aac4-ded24a5cea8d" providerId="ADAL" clId="{057F7CDC-4544-6D4F-B3E8-4209E6622B17}" dt="2025-07-12T15:20:56.355" v="1165" actId="20577"/>
        <pc:sldMkLst>
          <pc:docMk/>
          <pc:sldMk cId="812813326" sldId="2147469663"/>
        </pc:sldMkLst>
        <pc:spChg chg="add mod">
          <ac:chgData name="Venkataramanan Amirthalingam" userId="4d061ca2-e95c-4cea-aac4-ded24a5cea8d" providerId="ADAL" clId="{057F7CDC-4544-6D4F-B3E8-4209E6622B17}" dt="2025-07-12T15:20:56.355" v="1165" actId="20577"/>
          <ac:spMkLst>
            <pc:docMk/>
            <pc:sldMk cId="812813326" sldId="2147469663"/>
            <ac:spMk id="2" creationId="{0239778A-1B3C-3C36-BA67-31651E645C80}"/>
          </ac:spMkLst>
        </pc:spChg>
      </pc:sldChg>
      <pc:sldChg chg="addSp delSp modSp add mod">
        <pc:chgData name="Venkataramanan Amirthalingam" userId="4d061ca2-e95c-4cea-aac4-ded24a5cea8d" providerId="ADAL" clId="{057F7CDC-4544-6D4F-B3E8-4209E6622B17}" dt="2025-07-12T15:37:54.625" v="1234" actId="14100"/>
        <pc:sldMkLst>
          <pc:docMk/>
          <pc:sldMk cId="1681347056" sldId="2147469664"/>
        </pc:sldMkLst>
        <pc:spChg chg="add mod">
          <ac:chgData name="Venkataramanan Amirthalingam" userId="4d061ca2-e95c-4cea-aac4-ded24a5cea8d" providerId="ADAL" clId="{057F7CDC-4544-6D4F-B3E8-4209E6622B17}" dt="2025-07-12T15:34:01.799" v="1175" actId="20577"/>
          <ac:spMkLst>
            <pc:docMk/>
            <pc:sldMk cId="1681347056" sldId="2147469664"/>
            <ac:spMk id="4" creationId="{AFF2BA14-A399-96C8-106D-D7C5F8F7B975}"/>
          </ac:spMkLst>
        </pc:spChg>
        <pc:spChg chg="add mod">
          <ac:chgData name="Venkataramanan Amirthalingam" userId="4d061ca2-e95c-4cea-aac4-ded24a5cea8d" providerId="ADAL" clId="{057F7CDC-4544-6D4F-B3E8-4209E6622B17}" dt="2025-07-12T15:37:54.625" v="1234" actId="14100"/>
          <ac:spMkLst>
            <pc:docMk/>
            <pc:sldMk cId="1681347056" sldId="2147469664"/>
            <ac:spMk id="5" creationId="{10106F4C-EBC0-15F1-937F-C5A3C34FE2EE}"/>
          </ac:spMkLst>
        </pc:spChg>
        <pc:spChg chg="add mod">
          <ac:chgData name="Venkataramanan Amirthalingam" userId="4d061ca2-e95c-4cea-aac4-ded24a5cea8d" providerId="ADAL" clId="{057F7CDC-4544-6D4F-B3E8-4209E6622B17}" dt="2025-07-12T15:37:51.932" v="1233" actId="14100"/>
          <ac:spMkLst>
            <pc:docMk/>
            <pc:sldMk cId="1681347056" sldId="2147469664"/>
            <ac:spMk id="6" creationId="{DD65EE7A-3F7E-D32B-63C4-BD06FC81FD1A}"/>
          </ac:spMkLst>
        </pc:spChg>
        <pc:cxnChg chg="add mod">
          <ac:chgData name="Venkataramanan Amirthalingam" userId="4d061ca2-e95c-4cea-aac4-ded24a5cea8d" providerId="ADAL" clId="{057F7CDC-4544-6D4F-B3E8-4209E6622B17}" dt="2025-07-12T15:37:54.625" v="1234" actId="14100"/>
          <ac:cxnSpMkLst>
            <pc:docMk/>
            <pc:sldMk cId="1681347056" sldId="2147469664"/>
            <ac:cxnSpMk id="8" creationId="{2477DAE8-4A15-A6BC-24E2-555DDFAC141A}"/>
          </ac:cxnSpMkLst>
        </pc:cxnChg>
        <pc:cxnChg chg="add mod">
          <ac:chgData name="Venkataramanan Amirthalingam" userId="4d061ca2-e95c-4cea-aac4-ded24a5cea8d" providerId="ADAL" clId="{057F7CDC-4544-6D4F-B3E8-4209E6622B17}" dt="2025-07-12T15:37:51.932" v="1233" actId="14100"/>
          <ac:cxnSpMkLst>
            <pc:docMk/>
            <pc:sldMk cId="1681347056" sldId="2147469664"/>
            <ac:cxnSpMk id="9" creationId="{F34EA0A5-261D-6F47-E09B-FFE76138B15B}"/>
          </ac:cxnSpMkLst>
        </pc:cxnChg>
      </pc:sldChg>
      <pc:sldChg chg="addSp delSp modSp add mod delAnim modAnim">
        <pc:chgData name="Venkataramanan Amirthalingam" userId="4d061ca2-e95c-4cea-aac4-ded24a5cea8d" providerId="ADAL" clId="{057F7CDC-4544-6D4F-B3E8-4209E6622B17}" dt="2025-07-12T15:54:40.441" v="1587" actId="14100"/>
        <pc:sldMkLst>
          <pc:docMk/>
          <pc:sldMk cId="955185544" sldId="2147469665"/>
        </pc:sldMkLst>
        <pc:spChg chg="add mod">
          <ac:chgData name="Venkataramanan Amirthalingam" userId="4d061ca2-e95c-4cea-aac4-ded24a5cea8d" providerId="ADAL" clId="{057F7CDC-4544-6D4F-B3E8-4209E6622B17}" dt="2025-07-12T15:54:40.441" v="1587" actId="14100"/>
          <ac:spMkLst>
            <pc:docMk/>
            <pc:sldMk cId="955185544" sldId="2147469665"/>
            <ac:spMk id="2" creationId="{3FA10448-B307-01DF-3161-97794C3BAB64}"/>
          </ac:spMkLst>
        </pc:spChg>
        <pc:spChg chg="mod">
          <ac:chgData name="Venkataramanan Amirthalingam" userId="4d061ca2-e95c-4cea-aac4-ded24a5cea8d" providerId="ADAL" clId="{057F7CDC-4544-6D4F-B3E8-4209E6622B17}" dt="2025-07-12T15:53:20.596" v="1391" actId="14100"/>
          <ac:spMkLst>
            <pc:docMk/>
            <pc:sldMk cId="955185544" sldId="2147469665"/>
            <ac:spMk id="131" creationId="{0777121C-E09B-F574-AC83-28F66D32BC27}"/>
          </ac:spMkLst>
        </pc:spChg>
      </pc:sldChg>
      <pc:sldChg chg="addSp delSp modSp add mod delAnim modAnim">
        <pc:chgData name="Venkataramanan Amirthalingam" userId="4d061ca2-e95c-4cea-aac4-ded24a5cea8d" providerId="ADAL" clId="{057F7CDC-4544-6D4F-B3E8-4209E6622B17}" dt="2025-07-12T16:24:56.909" v="1841" actId="20577"/>
        <pc:sldMkLst>
          <pc:docMk/>
          <pc:sldMk cId="92101616" sldId="2147469666"/>
        </pc:sldMkLst>
        <pc:spChg chg="mod">
          <ac:chgData name="Venkataramanan Amirthalingam" userId="4d061ca2-e95c-4cea-aac4-ded24a5cea8d" providerId="ADAL" clId="{057F7CDC-4544-6D4F-B3E8-4209E6622B17}" dt="2025-07-12T16:06:07.033" v="1607"/>
          <ac:spMkLst>
            <pc:docMk/>
            <pc:sldMk cId="92101616" sldId="2147469666"/>
            <ac:spMk id="6" creationId="{1AA66ABD-B892-9099-DFFD-21EDD7123727}"/>
          </ac:spMkLst>
        </pc:spChg>
        <pc:spChg chg="mod">
          <ac:chgData name="Venkataramanan Amirthalingam" userId="4d061ca2-e95c-4cea-aac4-ded24a5cea8d" providerId="ADAL" clId="{057F7CDC-4544-6D4F-B3E8-4209E6622B17}" dt="2025-07-12T16:06:07.033" v="1607"/>
          <ac:spMkLst>
            <pc:docMk/>
            <pc:sldMk cId="92101616" sldId="2147469666"/>
            <ac:spMk id="7" creationId="{85F12FA0-1E0C-9AB1-3D4E-1AF88CB1D188}"/>
          </ac:spMkLst>
        </pc:spChg>
        <pc:spChg chg="mod">
          <ac:chgData name="Venkataramanan Amirthalingam" userId="4d061ca2-e95c-4cea-aac4-ded24a5cea8d" providerId="ADAL" clId="{057F7CDC-4544-6D4F-B3E8-4209E6622B17}" dt="2025-07-12T16:06:07.033" v="1607"/>
          <ac:spMkLst>
            <pc:docMk/>
            <pc:sldMk cId="92101616" sldId="2147469666"/>
            <ac:spMk id="8" creationId="{75667AC0-9D14-3EED-1C6F-99AB44739530}"/>
          </ac:spMkLst>
        </pc:spChg>
        <pc:spChg chg="mod">
          <ac:chgData name="Venkataramanan Amirthalingam" userId="4d061ca2-e95c-4cea-aac4-ded24a5cea8d" providerId="ADAL" clId="{057F7CDC-4544-6D4F-B3E8-4209E6622B17}" dt="2025-07-12T16:07:12.003" v="1655" actId="14100"/>
          <ac:spMkLst>
            <pc:docMk/>
            <pc:sldMk cId="92101616" sldId="2147469666"/>
            <ac:spMk id="9" creationId="{4CFF936B-00B5-4465-D1B6-3CC7BD5836D0}"/>
          </ac:spMkLst>
        </pc:spChg>
        <pc:spChg chg="mod">
          <ac:chgData name="Venkataramanan Amirthalingam" userId="4d061ca2-e95c-4cea-aac4-ded24a5cea8d" providerId="ADAL" clId="{057F7CDC-4544-6D4F-B3E8-4209E6622B17}" dt="2025-07-12T16:06:07.033" v="1607"/>
          <ac:spMkLst>
            <pc:docMk/>
            <pc:sldMk cId="92101616" sldId="2147469666"/>
            <ac:spMk id="11" creationId="{632A4381-7B46-3190-B29B-9C92184718D4}"/>
          </ac:spMkLst>
        </pc:spChg>
        <pc:spChg chg="add mod">
          <ac:chgData name="Venkataramanan Amirthalingam" userId="4d061ca2-e95c-4cea-aac4-ded24a5cea8d" providerId="ADAL" clId="{057F7CDC-4544-6D4F-B3E8-4209E6622B17}" dt="2025-07-12T16:24:54.108" v="1838" actId="20577"/>
          <ac:spMkLst>
            <pc:docMk/>
            <pc:sldMk cId="92101616" sldId="2147469666"/>
            <ac:spMk id="24" creationId="{8451F192-CFD1-9B20-F9D8-B7ACBF60CB91}"/>
          </ac:spMkLst>
        </pc:spChg>
        <pc:spChg chg="add mod">
          <ac:chgData name="Venkataramanan Amirthalingam" userId="4d061ca2-e95c-4cea-aac4-ded24a5cea8d" providerId="ADAL" clId="{057F7CDC-4544-6D4F-B3E8-4209E6622B17}" dt="2025-07-12T16:24:56.909" v="1841" actId="20577"/>
          <ac:spMkLst>
            <pc:docMk/>
            <pc:sldMk cId="92101616" sldId="2147469666"/>
            <ac:spMk id="26" creationId="{E37D7C1B-DD2E-6E80-7AEF-1A8431AB7DA7}"/>
          </ac:spMkLst>
        </pc:spChg>
        <pc:spChg chg="add mod">
          <ac:chgData name="Venkataramanan Amirthalingam" userId="4d061ca2-e95c-4cea-aac4-ded24a5cea8d" providerId="ADAL" clId="{057F7CDC-4544-6D4F-B3E8-4209E6622B17}" dt="2025-07-12T16:13:31.591" v="1713" actId="20577"/>
          <ac:spMkLst>
            <pc:docMk/>
            <pc:sldMk cId="92101616" sldId="2147469666"/>
            <ac:spMk id="27" creationId="{0F0895EF-8D66-4282-5EB2-E5E6E9991E32}"/>
          </ac:spMkLst>
        </pc:spChg>
        <pc:spChg chg="add mod">
          <ac:chgData name="Venkataramanan Amirthalingam" userId="4d061ca2-e95c-4cea-aac4-ded24a5cea8d" providerId="ADAL" clId="{057F7CDC-4544-6D4F-B3E8-4209E6622B17}" dt="2025-07-12T16:13:42.143" v="1722" actId="20577"/>
          <ac:spMkLst>
            <pc:docMk/>
            <pc:sldMk cId="92101616" sldId="2147469666"/>
            <ac:spMk id="28" creationId="{944EAED7-EE41-7468-B207-1B851E1D184E}"/>
          </ac:spMkLst>
        </pc:spChg>
        <pc:spChg chg="add mod">
          <ac:chgData name="Venkataramanan Amirthalingam" userId="4d061ca2-e95c-4cea-aac4-ded24a5cea8d" providerId="ADAL" clId="{057F7CDC-4544-6D4F-B3E8-4209E6622B17}" dt="2025-07-12T16:13:54.555" v="1737" actId="20577"/>
          <ac:spMkLst>
            <pc:docMk/>
            <pc:sldMk cId="92101616" sldId="2147469666"/>
            <ac:spMk id="29" creationId="{6159E997-EC7C-A7CE-3B69-64A5E6538F6C}"/>
          </ac:spMkLst>
        </pc:spChg>
        <pc:spChg chg="add mod">
          <ac:chgData name="Venkataramanan Amirthalingam" userId="4d061ca2-e95c-4cea-aac4-ded24a5cea8d" providerId="ADAL" clId="{057F7CDC-4544-6D4F-B3E8-4209E6622B17}" dt="2025-07-12T16:15:14.666" v="1780" actId="207"/>
          <ac:spMkLst>
            <pc:docMk/>
            <pc:sldMk cId="92101616" sldId="2147469666"/>
            <ac:spMk id="30" creationId="{F6A09159-2E75-C6F3-1F66-89862CD755D8}"/>
          </ac:spMkLst>
        </pc:spChg>
        <pc:spChg chg="mod">
          <ac:chgData name="Venkataramanan Amirthalingam" userId="4d061ca2-e95c-4cea-aac4-ded24a5cea8d" providerId="ADAL" clId="{057F7CDC-4544-6D4F-B3E8-4209E6622B17}" dt="2025-07-12T16:06:02.372" v="1606" actId="20577"/>
          <ac:spMkLst>
            <pc:docMk/>
            <pc:sldMk cId="92101616" sldId="2147469666"/>
            <ac:spMk id="174" creationId="{BC582717-AF19-1EF1-0019-DC00086C63EE}"/>
          </ac:spMkLst>
        </pc:spChg>
        <pc:grpChg chg="add mod">
          <ac:chgData name="Venkataramanan Amirthalingam" userId="4d061ca2-e95c-4cea-aac4-ded24a5cea8d" providerId="ADAL" clId="{057F7CDC-4544-6D4F-B3E8-4209E6622B17}" dt="2025-07-12T16:06:09.530" v="1608" actId="1076"/>
          <ac:grpSpMkLst>
            <pc:docMk/>
            <pc:sldMk cId="92101616" sldId="2147469666"/>
            <ac:grpSpMk id="4" creationId="{8BA0ACE3-F5D1-4112-6818-EB650F972D1F}"/>
          </ac:grpSpMkLst>
        </pc:grpChg>
        <pc:grpChg chg="mod">
          <ac:chgData name="Venkataramanan Amirthalingam" userId="4d061ca2-e95c-4cea-aac4-ded24a5cea8d" providerId="ADAL" clId="{057F7CDC-4544-6D4F-B3E8-4209E6622B17}" dt="2025-07-12T16:06:07.033" v="1607"/>
          <ac:grpSpMkLst>
            <pc:docMk/>
            <pc:sldMk cId="92101616" sldId="2147469666"/>
            <ac:grpSpMk id="5" creationId="{548501FA-6E64-4C48-1CA6-5D8D1863DD68}"/>
          </ac:grpSpMkLst>
        </pc:grpChg>
        <pc:grpChg chg="mod">
          <ac:chgData name="Venkataramanan Amirthalingam" userId="4d061ca2-e95c-4cea-aac4-ded24a5cea8d" providerId="ADAL" clId="{057F7CDC-4544-6D4F-B3E8-4209E6622B17}" dt="2025-07-12T16:05:41.776" v="1592" actId="1076"/>
          <ac:grpSpMkLst>
            <pc:docMk/>
            <pc:sldMk cId="92101616" sldId="2147469666"/>
            <ac:grpSpMk id="170" creationId="{7204C82B-6F81-E84A-BC27-8DAA5EFCC32C}"/>
          </ac:grpSpMkLst>
        </pc:grpChg>
        <pc:cxnChg chg="mod">
          <ac:chgData name="Venkataramanan Amirthalingam" userId="4d061ca2-e95c-4cea-aac4-ded24a5cea8d" providerId="ADAL" clId="{057F7CDC-4544-6D4F-B3E8-4209E6622B17}" dt="2025-07-12T16:06:07.033" v="1607"/>
          <ac:cxnSpMkLst>
            <pc:docMk/>
            <pc:sldMk cId="92101616" sldId="2147469666"/>
            <ac:cxnSpMk id="10" creationId="{68531023-3DC5-3641-AFB5-53CA015E2282}"/>
          </ac:cxnSpMkLst>
        </pc:cxnChg>
        <pc:cxnChg chg="mod">
          <ac:chgData name="Venkataramanan Amirthalingam" userId="4d061ca2-e95c-4cea-aac4-ded24a5cea8d" providerId="ADAL" clId="{057F7CDC-4544-6D4F-B3E8-4209E6622B17}" dt="2025-07-12T16:07:12.003" v="1655" actId="14100"/>
          <ac:cxnSpMkLst>
            <pc:docMk/>
            <pc:sldMk cId="92101616" sldId="2147469666"/>
            <ac:cxnSpMk id="13" creationId="{ADD20320-AF10-B8FF-8C60-2EB1E5D8883A}"/>
          </ac:cxnSpMkLst>
        </pc:cxnChg>
        <pc:cxnChg chg="mod">
          <ac:chgData name="Venkataramanan Amirthalingam" userId="4d061ca2-e95c-4cea-aac4-ded24a5cea8d" providerId="ADAL" clId="{057F7CDC-4544-6D4F-B3E8-4209E6622B17}" dt="2025-07-12T16:07:05.519" v="1654" actId="14100"/>
          <ac:cxnSpMkLst>
            <pc:docMk/>
            <pc:sldMk cId="92101616" sldId="2147469666"/>
            <ac:cxnSpMk id="14" creationId="{4CA3CAA3-6BA0-11E3-0B0E-B16BBF93C921}"/>
          </ac:cxnSpMkLst>
        </pc:cxnChg>
      </pc:sldChg>
      <pc:sldChg chg="addSp delSp modSp add mod delAnim">
        <pc:chgData name="Venkataramanan Amirthalingam" userId="4d061ca2-e95c-4cea-aac4-ded24a5cea8d" providerId="ADAL" clId="{057F7CDC-4544-6D4F-B3E8-4209E6622B17}" dt="2025-07-12T16:38:37.261" v="1935" actId="1076"/>
        <pc:sldMkLst>
          <pc:docMk/>
          <pc:sldMk cId="2814081131" sldId="2147469667"/>
        </pc:sldMkLst>
        <pc:spChg chg="add mod">
          <ac:chgData name="Venkataramanan Amirthalingam" userId="4d061ca2-e95c-4cea-aac4-ded24a5cea8d" providerId="ADAL" clId="{057F7CDC-4544-6D4F-B3E8-4209E6622B17}" dt="2025-07-12T16:37:32.279" v="1867" actId="1076"/>
          <ac:spMkLst>
            <pc:docMk/>
            <pc:sldMk cId="2814081131" sldId="2147469667"/>
            <ac:spMk id="4" creationId="{CF137CD3-0F90-F354-117B-2343C1951666}"/>
          </ac:spMkLst>
        </pc:spChg>
        <pc:spChg chg="add mod">
          <ac:chgData name="Venkataramanan Amirthalingam" userId="4d061ca2-e95c-4cea-aac4-ded24a5cea8d" providerId="ADAL" clId="{057F7CDC-4544-6D4F-B3E8-4209E6622B17}" dt="2025-07-12T16:37:33.944" v="1868" actId="1076"/>
          <ac:spMkLst>
            <pc:docMk/>
            <pc:sldMk cId="2814081131" sldId="2147469667"/>
            <ac:spMk id="5" creationId="{D55BA1C0-BA31-A65C-789A-B8F6F485CE22}"/>
          </ac:spMkLst>
        </pc:spChg>
        <pc:spChg chg="add mod">
          <ac:chgData name="Venkataramanan Amirthalingam" userId="4d061ca2-e95c-4cea-aac4-ded24a5cea8d" providerId="ADAL" clId="{057F7CDC-4544-6D4F-B3E8-4209E6622B17}" dt="2025-07-12T16:38:11.508" v="1886" actId="14100"/>
          <ac:spMkLst>
            <pc:docMk/>
            <pc:sldMk cId="2814081131" sldId="2147469667"/>
            <ac:spMk id="6" creationId="{8C337E19-09F7-85B6-55E8-D10937A4C023}"/>
          </ac:spMkLst>
        </pc:spChg>
        <pc:spChg chg="add del mod">
          <ac:chgData name="Venkataramanan Amirthalingam" userId="4d061ca2-e95c-4cea-aac4-ded24a5cea8d" providerId="ADAL" clId="{057F7CDC-4544-6D4F-B3E8-4209E6622B17}" dt="2025-07-12T16:38:26.493" v="1931" actId="478"/>
          <ac:spMkLst>
            <pc:docMk/>
            <pc:sldMk cId="2814081131" sldId="2147469667"/>
            <ac:spMk id="13" creationId="{50894A48-3A04-4AF6-A700-C9CC50B283BD}"/>
          </ac:spMkLst>
        </pc:spChg>
        <pc:spChg chg="add del mod">
          <ac:chgData name="Venkataramanan Amirthalingam" userId="4d061ca2-e95c-4cea-aac4-ded24a5cea8d" providerId="ADAL" clId="{057F7CDC-4544-6D4F-B3E8-4209E6622B17}" dt="2025-07-12T16:38:37.261" v="1935" actId="1076"/>
          <ac:spMkLst>
            <pc:docMk/>
            <pc:sldMk cId="2814081131" sldId="2147469667"/>
            <ac:spMk id="14" creationId="{C7BDB0B3-0D4E-92BB-D4DC-5C3E95E464DB}"/>
          </ac:spMkLst>
        </pc:spChg>
        <pc:cxnChg chg="add mod">
          <ac:chgData name="Venkataramanan Amirthalingam" userId="4d061ca2-e95c-4cea-aac4-ded24a5cea8d" providerId="ADAL" clId="{057F7CDC-4544-6D4F-B3E8-4209E6622B17}" dt="2025-07-12T16:38:11.508" v="1886" actId="14100"/>
          <ac:cxnSpMkLst>
            <pc:docMk/>
            <pc:sldMk cId="2814081131" sldId="2147469667"/>
            <ac:cxnSpMk id="8" creationId="{BB5B337A-B8B9-C680-BD6E-5DA5682A5C65}"/>
          </ac:cxnSpMkLst>
        </pc:cxnChg>
        <pc:cxnChg chg="add mod">
          <ac:chgData name="Venkataramanan Amirthalingam" userId="4d061ca2-e95c-4cea-aac4-ded24a5cea8d" providerId="ADAL" clId="{057F7CDC-4544-6D4F-B3E8-4209E6622B17}" dt="2025-07-12T16:38:13.964" v="1887" actId="14100"/>
          <ac:cxnSpMkLst>
            <pc:docMk/>
            <pc:sldMk cId="2814081131" sldId="2147469667"/>
            <ac:cxnSpMk id="9" creationId="{E04C5998-F91F-55F1-CBDA-F1E449330175}"/>
          </ac:cxnSpMkLst>
        </pc:cxnChg>
        <pc:cxnChg chg="add del mod">
          <ac:chgData name="Venkataramanan Amirthalingam" userId="4d061ca2-e95c-4cea-aac4-ded24a5cea8d" providerId="ADAL" clId="{057F7CDC-4544-6D4F-B3E8-4209E6622B17}" dt="2025-07-12T16:38:37.261" v="1935" actId="1076"/>
          <ac:cxnSpMkLst>
            <pc:docMk/>
            <pc:sldMk cId="2814081131" sldId="2147469667"/>
            <ac:cxnSpMk id="16" creationId="{F5B6A1EE-64B3-FEFF-1735-AF5BA4CEADCF}"/>
          </ac:cxnSpMkLst>
        </pc:cxnChg>
      </pc:sldChg>
      <pc:sldChg chg="addSp delSp modSp add mod">
        <pc:chgData name="Venkataramanan Amirthalingam" userId="4d061ca2-e95c-4cea-aac4-ded24a5cea8d" providerId="ADAL" clId="{057F7CDC-4544-6D4F-B3E8-4209E6622B17}" dt="2025-07-12T16:45:22.909" v="2160"/>
        <pc:sldMkLst>
          <pc:docMk/>
          <pc:sldMk cId="269088973" sldId="2147469668"/>
        </pc:sldMkLst>
        <pc:spChg chg="mod">
          <ac:chgData name="Venkataramanan Amirthalingam" userId="4d061ca2-e95c-4cea-aac4-ded24a5cea8d" providerId="ADAL" clId="{057F7CDC-4544-6D4F-B3E8-4209E6622B17}" dt="2025-07-12T16:45:22.004" v="2158" actId="14100"/>
          <ac:spMkLst>
            <pc:docMk/>
            <pc:sldMk cId="269088973" sldId="2147469668"/>
            <ac:spMk id="14" creationId="{CBC9ECE7-D7F5-F969-2540-D99A37B529C1}"/>
          </ac:spMkLst>
        </pc:spChg>
      </pc:sldChg>
      <pc:sldChg chg="modSp add modAnim">
        <pc:chgData name="Venkataramanan Amirthalingam" userId="4d061ca2-e95c-4cea-aac4-ded24a5cea8d" providerId="ADAL" clId="{057F7CDC-4544-6D4F-B3E8-4209E6622B17}" dt="2025-07-13T15:33:56.228" v="2428" actId="20577"/>
        <pc:sldMkLst>
          <pc:docMk/>
          <pc:sldMk cId="2782222882" sldId="2147469669"/>
        </pc:sldMkLst>
        <pc:spChg chg="mod">
          <ac:chgData name="Venkataramanan Amirthalingam" userId="4d061ca2-e95c-4cea-aac4-ded24a5cea8d" providerId="ADAL" clId="{057F7CDC-4544-6D4F-B3E8-4209E6622B17}" dt="2025-07-13T15:33:56.228" v="2428" actId="20577"/>
          <ac:spMkLst>
            <pc:docMk/>
            <pc:sldMk cId="2782222882" sldId="2147469669"/>
            <ac:spMk id="237" creationId="{8CCA9113-7661-3358-65F3-EBD4D49D055C}"/>
          </ac:spMkLst>
        </pc:spChg>
      </pc:sldChg>
      <pc:sldChg chg="addSp delSp modSp add mod">
        <pc:chgData name="Venkataramanan Amirthalingam" userId="4d061ca2-e95c-4cea-aac4-ded24a5cea8d" providerId="ADAL" clId="{057F7CDC-4544-6D4F-B3E8-4209E6622B17}" dt="2025-07-13T16:02:05.355" v="2540" actId="20577"/>
        <pc:sldMkLst>
          <pc:docMk/>
          <pc:sldMk cId="1702452925" sldId="2147469670"/>
        </pc:sldMkLst>
        <pc:spChg chg="add mod">
          <ac:chgData name="Venkataramanan Amirthalingam" userId="4d061ca2-e95c-4cea-aac4-ded24a5cea8d" providerId="ADAL" clId="{057F7CDC-4544-6D4F-B3E8-4209E6622B17}" dt="2025-07-13T15:52:22.091" v="2484" actId="20577"/>
          <ac:spMkLst>
            <pc:docMk/>
            <pc:sldMk cId="1702452925" sldId="2147469670"/>
            <ac:spMk id="3" creationId="{2BC80DDB-618B-7A9C-42A7-C3EAEC77A476}"/>
          </ac:spMkLst>
        </pc:spChg>
        <pc:spChg chg="add mod">
          <ac:chgData name="Venkataramanan Amirthalingam" userId="4d061ca2-e95c-4cea-aac4-ded24a5cea8d" providerId="ADAL" clId="{057F7CDC-4544-6D4F-B3E8-4209E6622B17}" dt="2025-07-13T16:02:05.355" v="2540" actId="20577"/>
          <ac:spMkLst>
            <pc:docMk/>
            <pc:sldMk cId="1702452925" sldId="2147469670"/>
            <ac:spMk id="4" creationId="{92F48440-5B5C-F27B-B6DA-504432603BEE}"/>
          </ac:spMkLst>
        </pc:spChg>
        <pc:spChg chg="add mod">
          <ac:chgData name="Venkataramanan Amirthalingam" userId="4d061ca2-e95c-4cea-aac4-ded24a5cea8d" providerId="ADAL" clId="{057F7CDC-4544-6D4F-B3E8-4209E6622B17}" dt="2025-07-13T15:52:36.889" v="2498" actId="20577"/>
          <ac:spMkLst>
            <pc:docMk/>
            <pc:sldMk cId="1702452925" sldId="2147469670"/>
            <ac:spMk id="6" creationId="{7613FE7D-D34E-470A-AC3E-1146EE6C11BF}"/>
          </ac:spMkLst>
        </pc:spChg>
        <pc:spChg chg="add mod">
          <ac:chgData name="Venkataramanan Amirthalingam" userId="4d061ca2-e95c-4cea-aac4-ded24a5cea8d" providerId="ADAL" clId="{057F7CDC-4544-6D4F-B3E8-4209E6622B17}" dt="2025-07-13T15:57:44.448" v="2515" actId="1076"/>
          <ac:spMkLst>
            <pc:docMk/>
            <pc:sldMk cId="1702452925" sldId="2147469670"/>
            <ac:spMk id="18" creationId="{FB5AC6B2-1736-F364-4664-D943C8739444}"/>
          </ac:spMkLst>
        </pc:spChg>
        <pc:spChg chg="add mod">
          <ac:chgData name="Venkataramanan Amirthalingam" userId="4d061ca2-e95c-4cea-aac4-ded24a5cea8d" providerId="ADAL" clId="{057F7CDC-4544-6D4F-B3E8-4209E6622B17}" dt="2025-07-13T15:59:52.178" v="2534" actId="14100"/>
          <ac:spMkLst>
            <pc:docMk/>
            <pc:sldMk cId="1702452925" sldId="2147469670"/>
            <ac:spMk id="19" creationId="{E2743972-AE4C-45A1-68B0-22CCA899EE84}"/>
          </ac:spMkLst>
        </pc:spChg>
        <pc:cxnChg chg="add mod">
          <ac:chgData name="Venkataramanan Amirthalingam" userId="4d061ca2-e95c-4cea-aac4-ded24a5cea8d" providerId="ADAL" clId="{057F7CDC-4544-6D4F-B3E8-4209E6622B17}" dt="2025-07-13T15:57:08.949" v="2507" actId="1076"/>
          <ac:cxnSpMkLst>
            <pc:docMk/>
            <pc:sldMk cId="1702452925" sldId="2147469670"/>
            <ac:cxnSpMk id="8" creationId="{4A8A05C1-CCC2-868F-DB44-3B132EE75B82}"/>
          </ac:cxnSpMkLst>
        </pc:cxnChg>
        <pc:cxnChg chg="add mod">
          <ac:chgData name="Venkataramanan Amirthalingam" userId="4d061ca2-e95c-4cea-aac4-ded24a5cea8d" providerId="ADAL" clId="{057F7CDC-4544-6D4F-B3E8-4209E6622B17}" dt="2025-07-13T15:53:01.153" v="2504" actId="14100"/>
          <ac:cxnSpMkLst>
            <pc:docMk/>
            <pc:sldMk cId="1702452925" sldId="2147469670"/>
            <ac:cxnSpMk id="9" creationId="{4A4E03B4-90C0-6E03-45ED-38747904D725}"/>
          </ac:cxnSpMkLst>
        </pc:cxnChg>
        <pc:cxnChg chg="add mod">
          <ac:chgData name="Venkataramanan Amirthalingam" userId="4d061ca2-e95c-4cea-aac4-ded24a5cea8d" providerId="ADAL" clId="{057F7CDC-4544-6D4F-B3E8-4209E6622B17}" dt="2025-07-13T15:57:35.844" v="2513" actId="14100"/>
          <ac:cxnSpMkLst>
            <pc:docMk/>
            <pc:sldMk cId="1702452925" sldId="2147469670"/>
            <ac:cxnSpMk id="14" creationId="{4769CFD8-43EA-BD75-28E2-D9D6B5AF356A}"/>
          </ac:cxnSpMkLst>
        </pc:cxnChg>
      </pc:sldChg>
      <pc:sldChg chg="delSp modSp new mod">
        <pc:chgData name="Venkataramanan Amirthalingam" userId="4d061ca2-e95c-4cea-aac4-ded24a5cea8d" providerId="ADAL" clId="{057F7CDC-4544-6D4F-B3E8-4209E6622B17}" dt="2025-07-19T16:03:08.711" v="2543" actId="478"/>
        <pc:sldMkLst>
          <pc:docMk/>
          <pc:sldMk cId="3183183693" sldId="2147469671"/>
        </pc:sldMkLst>
        <pc:spChg chg="del mod">
          <ac:chgData name="Venkataramanan Amirthalingam" userId="4d061ca2-e95c-4cea-aac4-ded24a5cea8d" providerId="ADAL" clId="{057F7CDC-4544-6D4F-B3E8-4209E6622B17}" dt="2025-07-19T16:03:08.711" v="2543" actId="478"/>
          <ac:spMkLst>
            <pc:docMk/>
            <pc:sldMk cId="3183183693" sldId="2147469671"/>
            <ac:spMk id="2" creationId="{F50FAF2F-47ED-06AB-891A-9BF13995D8A2}"/>
          </ac:spMkLst>
        </pc:spChg>
      </pc:sldChg>
      <pc:sldChg chg="addSp delSp modSp new mod">
        <pc:chgData name="Venkataramanan Amirthalingam" userId="4d061ca2-e95c-4cea-aac4-ded24a5cea8d" providerId="ADAL" clId="{057F7CDC-4544-6D4F-B3E8-4209E6622B17}" dt="2025-07-19T16:06:07.410" v="2653" actId="207"/>
        <pc:sldMkLst>
          <pc:docMk/>
          <pc:sldMk cId="3969592059" sldId="2147469672"/>
        </pc:sldMkLst>
        <pc:spChg chg="del">
          <ac:chgData name="Venkataramanan Amirthalingam" userId="4d061ca2-e95c-4cea-aac4-ded24a5cea8d" providerId="ADAL" clId="{057F7CDC-4544-6D4F-B3E8-4209E6622B17}" dt="2025-07-19T16:03:17.761" v="2545" actId="478"/>
          <ac:spMkLst>
            <pc:docMk/>
            <pc:sldMk cId="3969592059" sldId="2147469672"/>
            <ac:spMk id="2" creationId="{A8065D73-602A-4622-B1AC-337E9EE266F0}"/>
          </ac:spMkLst>
        </pc:spChg>
        <pc:spChg chg="del">
          <ac:chgData name="Venkataramanan Amirthalingam" userId="4d061ca2-e95c-4cea-aac4-ded24a5cea8d" providerId="ADAL" clId="{057F7CDC-4544-6D4F-B3E8-4209E6622B17}" dt="2025-07-19T16:03:19.986" v="2546" actId="478"/>
          <ac:spMkLst>
            <pc:docMk/>
            <pc:sldMk cId="3969592059" sldId="2147469672"/>
            <ac:spMk id="3" creationId="{AFA564FE-26FB-9BB0-6127-EA1CE4E4E35F}"/>
          </ac:spMkLst>
        </pc:spChg>
        <pc:spChg chg="add mod">
          <ac:chgData name="Venkataramanan Amirthalingam" userId="4d061ca2-e95c-4cea-aac4-ded24a5cea8d" providerId="ADAL" clId="{057F7CDC-4544-6D4F-B3E8-4209E6622B17}" dt="2025-07-19T16:03:57.644" v="2574" actId="20577"/>
          <ac:spMkLst>
            <pc:docMk/>
            <pc:sldMk cId="3969592059" sldId="2147469672"/>
            <ac:spMk id="4" creationId="{B5685452-858C-0B02-0580-569995D9079B}"/>
          </ac:spMkLst>
        </pc:spChg>
        <pc:spChg chg="add mod">
          <ac:chgData name="Venkataramanan Amirthalingam" userId="4d061ca2-e95c-4cea-aac4-ded24a5cea8d" providerId="ADAL" clId="{057F7CDC-4544-6D4F-B3E8-4209E6622B17}" dt="2025-07-19T16:05:04.550" v="2595" actId="207"/>
          <ac:spMkLst>
            <pc:docMk/>
            <pc:sldMk cId="3969592059" sldId="2147469672"/>
            <ac:spMk id="8" creationId="{A0FFF987-1B91-C9F1-F42F-7CBA24E56F78}"/>
          </ac:spMkLst>
        </pc:spChg>
        <pc:spChg chg="add mod">
          <ac:chgData name="Venkataramanan Amirthalingam" userId="4d061ca2-e95c-4cea-aac4-ded24a5cea8d" providerId="ADAL" clId="{057F7CDC-4544-6D4F-B3E8-4209E6622B17}" dt="2025-07-19T16:05:27.244" v="2636" actId="1038"/>
          <ac:spMkLst>
            <pc:docMk/>
            <pc:sldMk cId="3969592059" sldId="2147469672"/>
            <ac:spMk id="9" creationId="{5FB551F6-2415-0740-B903-D38D6F504E3B}"/>
          </ac:spMkLst>
        </pc:spChg>
        <pc:spChg chg="add mod">
          <ac:chgData name="Venkataramanan Amirthalingam" userId="4d061ca2-e95c-4cea-aac4-ded24a5cea8d" providerId="ADAL" clId="{057F7CDC-4544-6D4F-B3E8-4209E6622B17}" dt="2025-07-19T16:05:38.143" v="2647" actId="20577"/>
          <ac:spMkLst>
            <pc:docMk/>
            <pc:sldMk cId="3969592059" sldId="2147469672"/>
            <ac:spMk id="11" creationId="{BD6EC546-08B7-BE88-FED5-B1981B3C907E}"/>
          </ac:spMkLst>
        </pc:spChg>
        <pc:spChg chg="add mod">
          <ac:chgData name="Venkataramanan Amirthalingam" userId="4d061ca2-e95c-4cea-aac4-ded24a5cea8d" providerId="ADAL" clId="{057F7CDC-4544-6D4F-B3E8-4209E6622B17}" dt="2025-07-19T16:05:54.777" v="2651" actId="20577"/>
          <ac:spMkLst>
            <pc:docMk/>
            <pc:sldMk cId="3969592059" sldId="2147469672"/>
            <ac:spMk id="12" creationId="{A452FF77-F0D8-38A0-A3E8-B0ECB8D14DFA}"/>
          </ac:spMkLst>
        </pc:spChg>
        <pc:spChg chg="add mod">
          <ac:chgData name="Venkataramanan Amirthalingam" userId="4d061ca2-e95c-4cea-aac4-ded24a5cea8d" providerId="ADAL" clId="{057F7CDC-4544-6D4F-B3E8-4209E6622B17}" dt="2025-07-19T16:06:07.410" v="2653" actId="207"/>
          <ac:spMkLst>
            <pc:docMk/>
            <pc:sldMk cId="3969592059" sldId="2147469672"/>
            <ac:spMk id="13" creationId="{F2C3A9CB-A085-78AA-72D1-5DD46077F9EC}"/>
          </ac:spMkLst>
        </pc:spChg>
        <pc:cxnChg chg="add mod">
          <ac:chgData name="Venkataramanan Amirthalingam" userId="4d061ca2-e95c-4cea-aac4-ded24a5cea8d" providerId="ADAL" clId="{057F7CDC-4544-6D4F-B3E8-4209E6622B17}" dt="2025-07-19T16:04:40.125" v="2578" actId="208"/>
          <ac:cxnSpMkLst>
            <pc:docMk/>
            <pc:sldMk cId="3969592059" sldId="2147469672"/>
            <ac:cxnSpMk id="6" creationId="{C409D15D-5995-81C3-3781-7169F80B5F02}"/>
          </ac:cxnSpMkLst>
        </pc:cxnChg>
        <pc:cxnChg chg="add mod">
          <ac:chgData name="Venkataramanan Amirthalingam" userId="4d061ca2-e95c-4cea-aac4-ded24a5cea8d" providerId="ADAL" clId="{057F7CDC-4544-6D4F-B3E8-4209E6622B17}" dt="2025-07-19T16:05:27.244" v="2636" actId="1038"/>
          <ac:cxnSpMkLst>
            <pc:docMk/>
            <pc:sldMk cId="3969592059" sldId="2147469672"/>
            <ac:cxnSpMk id="10" creationId="{75EF5A4C-F546-74D2-6886-6ED488B4A587}"/>
          </ac:cxnSpMkLst>
        </pc:cxnChg>
      </pc:sldChg>
      <pc:sldChg chg="addSp delSp modSp add mod">
        <pc:chgData name="Venkataramanan Amirthalingam" userId="4d061ca2-e95c-4cea-aac4-ded24a5cea8d" providerId="ADAL" clId="{057F7CDC-4544-6D4F-B3E8-4209E6622B17}" dt="2025-07-19T16:51:42.744" v="2756" actId="14100"/>
        <pc:sldMkLst>
          <pc:docMk/>
          <pc:sldMk cId="1187393177" sldId="2147469673"/>
        </pc:sldMkLst>
        <pc:spChg chg="add mod">
          <ac:chgData name="Venkataramanan Amirthalingam" userId="4d061ca2-e95c-4cea-aac4-ded24a5cea8d" providerId="ADAL" clId="{057F7CDC-4544-6D4F-B3E8-4209E6622B17}" dt="2025-07-19T16:50:40.875" v="2732" actId="404"/>
          <ac:spMkLst>
            <pc:docMk/>
            <pc:sldMk cId="1187393177" sldId="2147469673"/>
            <ac:spMk id="2" creationId="{DA1CC12C-63A0-41F2-ED22-0A2239CC614B}"/>
          </ac:spMkLst>
        </pc:spChg>
        <pc:spChg chg="add mod">
          <ac:chgData name="Venkataramanan Amirthalingam" userId="4d061ca2-e95c-4cea-aac4-ded24a5cea8d" providerId="ADAL" clId="{057F7CDC-4544-6D4F-B3E8-4209E6622B17}" dt="2025-07-19T16:50:54.476" v="2736" actId="207"/>
          <ac:spMkLst>
            <pc:docMk/>
            <pc:sldMk cId="1187393177" sldId="2147469673"/>
            <ac:spMk id="3" creationId="{12DFF061-A6F3-375C-DB85-AB6174953F0D}"/>
          </ac:spMkLst>
        </pc:spChg>
        <pc:spChg chg="mod">
          <ac:chgData name="Venkataramanan Amirthalingam" userId="4d061ca2-e95c-4cea-aac4-ded24a5cea8d" providerId="ADAL" clId="{057F7CDC-4544-6D4F-B3E8-4209E6622B17}" dt="2025-07-19T16:50:04.887" v="2688" actId="20577"/>
          <ac:spMkLst>
            <pc:docMk/>
            <pc:sldMk cId="1187393177" sldId="2147469673"/>
            <ac:spMk id="4" creationId="{0F6494C5-9289-B86F-41C6-341496D706DE}"/>
          </ac:spMkLst>
        </pc:spChg>
        <pc:spChg chg="del">
          <ac:chgData name="Venkataramanan Amirthalingam" userId="4d061ca2-e95c-4cea-aac4-ded24a5cea8d" providerId="ADAL" clId="{057F7CDC-4544-6D4F-B3E8-4209E6622B17}" dt="2025-07-19T16:49:46.717" v="2655" actId="478"/>
          <ac:spMkLst>
            <pc:docMk/>
            <pc:sldMk cId="1187393177" sldId="2147469673"/>
            <ac:spMk id="8" creationId="{7F9732BE-19F1-EE45-CF9D-7EE0AB8C2A63}"/>
          </ac:spMkLst>
        </pc:spChg>
        <pc:spChg chg="mod">
          <ac:chgData name="Venkataramanan Amirthalingam" userId="4d061ca2-e95c-4cea-aac4-ded24a5cea8d" providerId="ADAL" clId="{057F7CDC-4544-6D4F-B3E8-4209E6622B17}" dt="2025-07-19T16:50:16.084" v="2707" actId="20577"/>
          <ac:spMkLst>
            <pc:docMk/>
            <pc:sldMk cId="1187393177" sldId="2147469673"/>
            <ac:spMk id="9" creationId="{3EEEBF06-0A25-6AF6-352C-BD11BECD419B}"/>
          </ac:spMkLst>
        </pc:spChg>
        <pc:spChg chg="del">
          <ac:chgData name="Venkataramanan Amirthalingam" userId="4d061ca2-e95c-4cea-aac4-ded24a5cea8d" providerId="ADAL" clId="{057F7CDC-4544-6D4F-B3E8-4209E6622B17}" dt="2025-07-19T16:49:46.717" v="2655" actId="478"/>
          <ac:spMkLst>
            <pc:docMk/>
            <pc:sldMk cId="1187393177" sldId="2147469673"/>
            <ac:spMk id="11" creationId="{DB7091C8-BA5E-61C5-F477-4497653F5900}"/>
          </ac:spMkLst>
        </pc:spChg>
        <pc:spChg chg="del">
          <ac:chgData name="Venkataramanan Amirthalingam" userId="4d061ca2-e95c-4cea-aac4-ded24a5cea8d" providerId="ADAL" clId="{057F7CDC-4544-6D4F-B3E8-4209E6622B17}" dt="2025-07-19T16:49:46.717" v="2655" actId="478"/>
          <ac:spMkLst>
            <pc:docMk/>
            <pc:sldMk cId="1187393177" sldId="2147469673"/>
            <ac:spMk id="12" creationId="{4C4A9B7D-887E-B216-FBEE-588DF506AACA}"/>
          </ac:spMkLst>
        </pc:spChg>
        <pc:spChg chg="del">
          <ac:chgData name="Venkataramanan Amirthalingam" userId="4d061ca2-e95c-4cea-aac4-ded24a5cea8d" providerId="ADAL" clId="{057F7CDC-4544-6D4F-B3E8-4209E6622B17}" dt="2025-07-19T16:49:46.717" v="2655" actId="478"/>
          <ac:spMkLst>
            <pc:docMk/>
            <pc:sldMk cId="1187393177" sldId="2147469673"/>
            <ac:spMk id="13" creationId="{DF7F06FE-07B3-CECD-FCE7-08968FA01951}"/>
          </ac:spMkLst>
        </pc:spChg>
        <pc:spChg chg="add mod">
          <ac:chgData name="Venkataramanan Amirthalingam" userId="4d061ca2-e95c-4cea-aac4-ded24a5cea8d" providerId="ADAL" clId="{057F7CDC-4544-6D4F-B3E8-4209E6622B17}" dt="2025-07-19T16:51:34.267" v="2753" actId="20577"/>
          <ac:spMkLst>
            <pc:docMk/>
            <pc:sldMk cId="1187393177" sldId="2147469673"/>
            <ac:spMk id="17" creationId="{399294E5-D5E3-E19E-8EF0-8D0E51ABE38F}"/>
          </ac:spMkLst>
        </pc:spChg>
        <pc:cxnChg chg="del mod">
          <ac:chgData name="Venkataramanan Amirthalingam" userId="4d061ca2-e95c-4cea-aac4-ded24a5cea8d" providerId="ADAL" clId="{057F7CDC-4544-6D4F-B3E8-4209E6622B17}" dt="2025-07-19T16:49:46.717" v="2655" actId="478"/>
          <ac:cxnSpMkLst>
            <pc:docMk/>
            <pc:sldMk cId="1187393177" sldId="2147469673"/>
            <ac:cxnSpMk id="6" creationId="{B19CA8C2-2BC5-917F-AD17-EF1774AE4A2B}"/>
          </ac:cxnSpMkLst>
        </pc:cxnChg>
        <pc:cxnChg chg="add mod">
          <ac:chgData name="Venkataramanan Amirthalingam" userId="4d061ca2-e95c-4cea-aac4-ded24a5cea8d" providerId="ADAL" clId="{057F7CDC-4544-6D4F-B3E8-4209E6622B17}" dt="2025-07-19T16:51:17.247" v="2739" actId="208"/>
          <ac:cxnSpMkLst>
            <pc:docMk/>
            <pc:sldMk cId="1187393177" sldId="2147469673"/>
            <ac:cxnSpMk id="7" creationId="{3C77E964-A7F5-319D-DE03-4D077DD6DD3A}"/>
          </ac:cxnSpMkLst>
        </pc:cxnChg>
        <pc:cxnChg chg="del mod">
          <ac:chgData name="Venkataramanan Amirthalingam" userId="4d061ca2-e95c-4cea-aac4-ded24a5cea8d" providerId="ADAL" clId="{057F7CDC-4544-6D4F-B3E8-4209E6622B17}" dt="2025-07-19T16:49:46.717" v="2655" actId="478"/>
          <ac:cxnSpMkLst>
            <pc:docMk/>
            <pc:sldMk cId="1187393177" sldId="2147469673"/>
            <ac:cxnSpMk id="10" creationId="{13B9EB11-3A55-B338-EF54-1E3F3AF9A02F}"/>
          </ac:cxnSpMkLst>
        </pc:cxnChg>
        <pc:cxnChg chg="add mod">
          <ac:chgData name="Venkataramanan Amirthalingam" userId="4d061ca2-e95c-4cea-aac4-ded24a5cea8d" providerId="ADAL" clId="{057F7CDC-4544-6D4F-B3E8-4209E6622B17}" dt="2025-07-19T16:51:25.876" v="2743" actId="14100"/>
          <ac:cxnSpMkLst>
            <pc:docMk/>
            <pc:sldMk cId="1187393177" sldId="2147469673"/>
            <ac:cxnSpMk id="14" creationId="{5817F840-9BCF-7F98-95F9-445B5F19B608}"/>
          </ac:cxnSpMkLst>
        </pc:cxnChg>
        <pc:cxnChg chg="add mod">
          <ac:chgData name="Venkataramanan Amirthalingam" userId="4d061ca2-e95c-4cea-aac4-ded24a5cea8d" providerId="ADAL" clId="{057F7CDC-4544-6D4F-B3E8-4209E6622B17}" dt="2025-07-19T16:51:42.744" v="2756" actId="14100"/>
          <ac:cxnSpMkLst>
            <pc:docMk/>
            <pc:sldMk cId="1187393177" sldId="2147469673"/>
            <ac:cxnSpMk id="18" creationId="{E7842593-87F2-2435-3D7C-6F2A789918BB}"/>
          </ac:cxnSpMkLst>
        </pc:cxnChg>
      </pc:sldChg>
    </pc:docChg>
  </pc:docChgLst>
  <pc:docChgLst>
    <pc:chgData name="Venkataramanan Amirthalingam" userId="4d061ca2-e95c-4cea-aac4-ded24a5cea8d" providerId="ADAL" clId="{629ACF9C-0511-CD41-B270-09A7DD3B12C5}"/>
    <pc:docChg chg="undo custSel addSld modSld">
      <pc:chgData name="Venkataramanan Amirthalingam" userId="4d061ca2-e95c-4cea-aac4-ded24a5cea8d" providerId="ADAL" clId="{629ACF9C-0511-CD41-B270-09A7DD3B12C5}" dt="2025-07-05T13:48:26.494" v="310" actId="20577"/>
      <pc:docMkLst>
        <pc:docMk/>
      </pc:docMkLst>
      <pc:sldChg chg="addSp delSp modSp mod">
        <pc:chgData name="Venkataramanan Amirthalingam" userId="4d061ca2-e95c-4cea-aac4-ded24a5cea8d" providerId="ADAL" clId="{629ACF9C-0511-CD41-B270-09A7DD3B12C5}" dt="2025-06-30T21:06:47.126" v="93" actId="20577"/>
        <pc:sldMkLst>
          <pc:docMk/>
          <pc:sldMk cId="0" sldId="256"/>
        </pc:sldMkLst>
        <pc:spChg chg="mod">
          <ac:chgData name="Venkataramanan Amirthalingam" userId="4d061ca2-e95c-4cea-aac4-ded24a5cea8d" providerId="ADAL" clId="{629ACF9C-0511-CD41-B270-09A7DD3B12C5}" dt="2025-06-30T21:06:47.126" v="93" actId="20577"/>
          <ac:spMkLst>
            <pc:docMk/>
            <pc:sldMk cId="0" sldId="256"/>
            <ac:spMk id="116" creationId="{00000000-0000-0000-0000-000000000000}"/>
          </ac:spMkLst>
        </pc:spChg>
      </pc:sldChg>
      <pc:sldChg chg="modSp mod modAnim">
        <pc:chgData name="Venkataramanan Amirthalingam" userId="4d061ca2-e95c-4cea-aac4-ded24a5cea8d" providerId="ADAL" clId="{629ACF9C-0511-CD41-B270-09A7DD3B12C5}" dt="2025-07-01T18:18:31.295" v="164" actId="5793"/>
        <pc:sldMkLst>
          <pc:docMk/>
          <pc:sldMk cId="0" sldId="257"/>
        </pc:sldMkLst>
      </pc:sldChg>
      <pc:sldChg chg="modSp add mod setBg">
        <pc:chgData name="Venkataramanan Amirthalingam" userId="4d061ca2-e95c-4cea-aac4-ded24a5cea8d" providerId="ADAL" clId="{629ACF9C-0511-CD41-B270-09A7DD3B12C5}" dt="2025-06-30T21:07:38.759" v="95" actId="207"/>
        <pc:sldMkLst>
          <pc:docMk/>
          <pc:sldMk cId="0" sldId="285"/>
        </pc:sldMkLst>
      </pc:sldChg>
      <pc:sldChg chg="add">
        <pc:chgData name="Venkataramanan Amirthalingam" userId="4d061ca2-e95c-4cea-aac4-ded24a5cea8d" providerId="ADAL" clId="{629ACF9C-0511-CD41-B270-09A7DD3B12C5}" dt="2025-06-30T21:07:28.025" v="94"/>
        <pc:sldMkLst>
          <pc:docMk/>
          <pc:sldMk cId="0" sldId="286"/>
        </pc:sldMkLst>
      </pc:sldChg>
      <pc:sldChg chg="add">
        <pc:chgData name="Venkataramanan Amirthalingam" userId="4d061ca2-e95c-4cea-aac4-ded24a5cea8d" providerId="ADAL" clId="{629ACF9C-0511-CD41-B270-09A7DD3B12C5}" dt="2025-06-30T21:07:28.025" v="94"/>
        <pc:sldMkLst>
          <pc:docMk/>
          <pc:sldMk cId="0" sldId="287"/>
        </pc:sldMkLst>
      </pc:sldChg>
      <pc:sldChg chg="add">
        <pc:chgData name="Venkataramanan Amirthalingam" userId="4d061ca2-e95c-4cea-aac4-ded24a5cea8d" providerId="ADAL" clId="{629ACF9C-0511-CD41-B270-09A7DD3B12C5}" dt="2025-06-30T21:07:28.025" v="94"/>
        <pc:sldMkLst>
          <pc:docMk/>
          <pc:sldMk cId="0" sldId="288"/>
        </pc:sldMkLst>
      </pc:sldChg>
      <pc:sldChg chg="add">
        <pc:chgData name="Venkataramanan Amirthalingam" userId="4d061ca2-e95c-4cea-aac4-ded24a5cea8d" providerId="ADAL" clId="{629ACF9C-0511-CD41-B270-09A7DD3B12C5}" dt="2025-06-30T21:07:28.025" v="94"/>
        <pc:sldMkLst>
          <pc:docMk/>
          <pc:sldMk cId="0" sldId="289"/>
        </pc:sldMkLst>
      </pc:sldChg>
      <pc:sldChg chg="add">
        <pc:chgData name="Venkataramanan Amirthalingam" userId="4d061ca2-e95c-4cea-aac4-ded24a5cea8d" providerId="ADAL" clId="{629ACF9C-0511-CD41-B270-09A7DD3B12C5}" dt="2025-06-30T21:07:28.025" v="94"/>
        <pc:sldMkLst>
          <pc:docMk/>
          <pc:sldMk cId="0" sldId="290"/>
        </pc:sldMkLst>
      </pc:sldChg>
      <pc:sldChg chg="add">
        <pc:chgData name="Venkataramanan Amirthalingam" userId="4d061ca2-e95c-4cea-aac4-ded24a5cea8d" providerId="ADAL" clId="{629ACF9C-0511-CD41-B270-09A7DD3B12C5}" dt="2025-06-30T21:07:28.025" v="94"/>
        <pc:sldMkLst>
          <pc:docMk/>
          <pc:sldMk cId="0" sldId="291"/>
        </pc:sldMkLst>
      </pc:sldChg>
      <pc:sldChg chg="modSp add mod setBg">
        <pc:chgData name="Venkataramanan Amirthalingam" userId="4d061ca2-e95c-4cea-aac4-ded24a5cea8d" providerId="ADAL" clId="{629ACF9C-0511-CD41-B270-09A7DD3B12C5}" dt="2025-06-30T21:07:50.791" v="96" actId="207"/>
        <pc:sldMkLst>
          <pc:docMk/>
          <pc:sldMk cId="0" sldId="292"/>
        </pc:sldMkLst>
      </pc:sldChg>
      <pc:sldChg chg="add">
        <pc:chgData name="Venkataramanan Amirthalingam" userId="4d061ca2-e95c-4cea-aac4-ded24a5cea8d" providerId="ADAL" clId="{629ACF9C-0511-CD41-B270-09A7DD3B12C5}" dt="2025-06-30T21:08:18.092" v="97" actId="2890"/>
        <pc:sldMkLst>
          <pc:docMk/>
          <pc:sldMk cId="1476387122" sldId="293"/>
        </pc:sldMkLst>
      </pc:sldChg>
      <pc:sldChg chg="modSp add mod modAnim">
        <pc:chgData name="Venkataramanan Amirthalingam" userId="4d061ca2-e95c-4cea-aac4-ded24a5cea8d" providerId="ADAL" clId="{629ACF9C-0511-CD41-B270-09A7DD3B12C5}" dt="2025-07-02T19:01:26.265" v="230" actId="20577"/>
        <pc:sldMkLst>
          <pc:docMk/>
          <pc:sldMk cId="4059358932" sldId="294"/>
        </pc:sldMkLst>
      </pc:sldChg>
      <pc:sldChg chg="modSp add mod modAnim">
        <pc:chgData name="Venkataramanan Amirthalingam" userId="4d061ca2-e95c-4cea-aac4-ded24a5cea8d" providerId="ADAL" clId="{629ACF9C-0511-CD41-B270-09A7DD3B12C5}" dt="2025-07-05T13:48:26.494" v="310" actId="20577"/>
        <pc:sldMkLst>
          <pc:docMk/>
          <pc:sldMk cId="1735163377" sldId="295"/>
        </pc:sldMkLst>
      </pc:sldChg>
      <pc:sldChg chg="modSp add modAnim">
        <pc:chgData name="Venkataramanan Amirthalingam" userId="4d061ca2-e95c-4cea-aac4-ded24a5cea8d" providerId="ADAL" clId="{629ACF9C-0511-CD41-B270-09A7DD3B12C5}" dt="2025-07-01T18:18:45.186" v="169"/>
        <pc:sldMkLst>
          <pc:docMk/>
          <pc:sldMk cId="243743937" sldId="296"/>
        </pc:sldMkLst>
      </pc:sldChg>
      <pc:sldChg chg="addSp delSp modSp add mod delAnim">
        <pc:chgData name="Venkataramanan Amirthalingam" userId="4d061ca2-e95c-4cea-aac4-ded24a5cea8d" providerId="ADAL" clId="{629ACF9C-0511-CD41-B270-09A7DD3B12C5}" dt="2025-07-01T18:24:57.091" v="228" actId="478"/>
        <pc:sldMkLst>
          <pc:docMk/>
          <pc:sldMk cId="1912042360" sldId="297"/>
        </pc:sldMkLst>
      </pc:sldChg>
      <pc:sldChg chg="modSp add mod modAnim">
        <pc:chgData name="Venkataramanan Amirthalingam" userId="4d061ca2-e95c-4cea-aac4-ded24a5cea8d" providerId="ADAL" clId="{629ACF9C-0511-CD41-B270-09A7DD3B12C5}" dt="2025-07-02T19:01:48.068" v="233" actId="27636"/>
        <pc:sldMkLst>
          <pc:docMk/>
          <pc:sldMk cId="613434065" sldId="298"/>
        </pc:sldMkLst>
      </pc:sldChg>
      <pc:sldChg chg="addSp delSp modSp add mod delAnim">
        <pc:chgData name="Venkataramanan Amirthalingam" userId="4d061ca2-e95c-4cea-aac4-ded24a5cea8d" providerId="ADAL" clId="{629ACF9C-0511-CD41-B270-09A7DD3B12C5}" dt="2025-07-02T19:04:15.286" v="243" actId="20577"/>
        <pc:sldMkLst>
          <pc:docMk/>
          <pc:sldMk cId="3220700141" sldId="299"/>
        </pc:sldMkLst>
      </pc:sldChg>
      <pc:sldChg chg="addSp delSp modSp add mod">
        <pc:chgData name="Venkataramanan Amirthalingam" userId="4d061ca2-e95c-4cea-aac4-ded24a5cea8d" providerId="ADAL" clId="{629ACF9C-0511-CD41-B270-09A7DD3B12C5}" dt="2025-07-02T19:04:53.989" v="252" actId="20577"/>
        <pc:sldMkLst>
          <pc:docMk/>
          <pc:sldMk cId="2911413616" sldId="300"/>
        </pc:sldMkLst>
      </pc:sldChg>
      <pc:sldChg chg="addSp delSp modSp add mod">
        <pc:chgData name="Venkataramanan Amirthalingam" userId="4d061ca2-e95c-4cea-aac4-ded24a5cea8d" providerId="ADAL" clId="{629ACF9C-0511-CD41-B270-09A7DD3B12C5}" dt="2025-07-02T19:06:35.232" v="258" actId="207"/>
        <pc:sldMkLst>
          <pc:docMk/>
          <pc:sldMk cId="307258782"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Enterprise_service_bu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Enterprise_service_bu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tnetuniversity.com/distributed-transactions-in-microservices/"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github.com/Azure-Samples/saga-orchestration-serverless"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mortaza-ghahremani.medium.com/how-to-create-distributed-transaction-using-masstransit-in-your-net-core-micro-services-2863fa9f4cc3"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mortaza-ghahremani.medium.com/how-to-create-distributed-transaction-using-masstransit-in-your-net-core-micro-services-2863fa9f4cc3"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mortaza-ghahremani.medium.com/how-to-create-distributed-transaction-using-masstransit-in-your-net-core-micro-services-2863fa9f4cc3"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en-us/dotnet/architecture/microservices/implement-resilient-applications/implement-circuit-breaker-pattern"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github.com/App-vNext/Polly/wiki/Circuit-Breaker"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7DC8AC5B-4412-6398-579C-9A740A9F5A89}"/>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8EBC0800-E8DB-C55E-B5E5-490F518DA9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a:extLst>
              <a:ext uri="{FF2B5EF4-FFF2-40B4-BE49-F238E27FC236}">
                <a16:creationId xmlns:a16="http://schemas.microsoft.com/office/drawing/2014/main" id="{93EE5E96-EE6D-35B7-8ED8-ADB72960DA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2531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When services are developed by decomposing business capabilities/subdomains, the services responsible for user experience have to pull data from several microservices.</a:t>
            </a:r>
            <a:endParaRPr/>
          </a:p>
          <a:p>
            <a:pPr marL="0" lvl="0" indent="0" algn="l" rtl="0">
              <a:spcBef>
                <a:spcPts val="0"/>
              </a:spcBef>
              <a:spcAft>
                <a:spcPts val="0"/>
              </a:spcAft>
              <a:buNone/>
            </a:pPr>
            <a:endParaRPr/>
          </a:p>
          <a:p>
            <a:pPr marL="0" lvl="0" indent="0" algn="l" rtl="0">
              <a:spcBef>
                <a:spcPts val="0"/>
              </a:spcBef>
              <a:spcAft>
                <a:spcPts val="0"/>
              </a:spcAft>
              <a:buNone/>
            </a:pPr>
            <a:r>
              <a:rPr lang="en-US"/>
              <a:t>The problem with traditional architectural patterns is that the same data model or DTO is used to query as well as update a data source. This can be the go-to approach when your application is related to just CRUD operations and nothing more. But when your requirements suddenly start getting complex, this basic approach can prove to be a disaster.</a:t>
            </a:r>
            <a:endParaRPr/>
          </a:p>
          <a:p>
            <a:pPr marL="0" lvl="0" indent="0" algn="l" rtl="0">
              <a:spcBef>
                <a:spcPts val="0"/>
              </a:spcBef>
              <a:spcAft>
                <a:spcPts val="0"/>
              </a:spcAft>
              <a:buNone/>
            </a:pPr>
            <a:endParaRPr/>
          </a:p>
          <a:p>
            <a:pPr marL="0" lvl="0" indent="0" algn="l" rtl="0">
              <a:spcBef>
                <a:spcPts val="0"/>
              </a:spcBef>
              <a:spcAft>
                <a:spcPts val="0"/>
              </a:spcAft>
              <a:buNone/>
            </a:pPr>
            <a:r>
              <a:rPr lang="en-US"/>
              <a:t>In practical applications, there is always a mismatch between the read and write forms of data, like the extra properties you may require to update. Parallel operations may even lead to data loss in the worst cases. That means, you will be stuck with just one Data Transfer Object for the entire lifetime of the application unless you choose to introduce yet another DTO, which in-turn may break your application architecture.</a:t>
            </a:r>
            <a:endParaRPr/>
          </a:p>
          <a:p>
            <a:pPr marL="0" lvl="0" indent="0" algn="l" rtl="0">
              <a:spcBef>
                <a:spcPts val="0"/>
              </a:spcBef>
              <a:spcAft>
                <a:spcPts val="0"/>
              </a:spcAft>
              <a:buNone/>
            </a:pP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 CQRS allows for </a:t>
            </a:r>
            <a:r>
              <a:rPr lang="en-US" b="0" i="1">
                <a:solidFill>
                  <a:srgbClr val="333333"/>
                </a:solidFill>
                <a:latin typeface="Helvetica Neue"/>
                <a:ea typeface="Helvetica Neue"/>
                <a:cs typeface="Helvetica Neue"/>
                <a:sym typeface="Helvetica Neue"/>
              </a:rPr>
              <a:t>separate data stores and models (data or ORM)</a:t>
            </a:r>
            <a:r>
              <a:rPr lang="en-US" b="0" i="0">
                <a:solidFill>
                  <a:srgbClr val="333333"/>
                </a:solidFill>
                <a:latin typeface="Helvetica Neue"/>
                <a:ea typeface="Helvetica Neue"/>
                <a:cs typeface="Helvetica Neue"/>
                <a:sym typeface="Helvetica Neue"/>
              </a:rPr>
              <a:t> for Commands and Queries. The data between data stores is usually synchronized asynchronously using a </a:t>
            </a:r>
            <a:r>
              <a:rPr lang="en-US" b="0" i="0" u="sng" strike="noStrike">
                <a:solidFill>
                  <a:srgbClr val="337AB7"/>
                </a:solid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service bus</a:t>
            </a:r>
            <a:r>
              <a:rPr lang="en-US" b="0" i="0">
                <a:solidFill>
                  <a:srgbClr val="333333"/>
                </a:solidFill>
                <a:latin typeface="Helvetica Neue"/>
                <a:ea typeface="Helvetica Neue"/>
                <a:cs typeface="Helvetica Neue"/>
                <a:sym typeface="Helvetica Neue"/>
              </a:rPr>
              <a:t>.</a:t>
            </a: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An architecture that is built upon the CQS pattern will follow the same logical separation, but Queries and Commands will be executed </a:t>
            </a:r>
            <a:r>
              <a:rPr lang="en-US" b="0" i="1">
                <a:solidFill>
                  <a:srgbClr val="333333"/>
                </a:solidFill>
                <a:latin typeface="Helvetica Neue"/>
                <a:ea typeface="Helvetica Neue"/>
                <a:cs typeface="Helvetica Neue"/>
                <a:sym typeface="Helvetica Neue"/>
              </a:rPr>
              <a:t>on the same datastore and share the same model</a:t>
            </a:r>
            <a:r>
              <a:rPr lang="en-US" b="0" i="0">
                <a:solidFill>
                  <a:srgbClr val="333333"/>
                </a:solidFill>
                <a:latin typeface="Helvetica Neue"/>
                <a:ea typeface="Helvetica Neue"/>
                <a:cs typeface="Helvetica Neue"/>
                <a:sym typeface="Helvetica Neue"/>
              </a:rPr>
              <a:t>. It should be noted though that you can use CQS in an application that does not have a data store at all.</a:t>
            </a:r>
            <a:endParaRPr/>
          </a:p>
          <a:p>
            <a:pPr marL="0" lvl="0" indent="0" algn="l" rtl="0">
              <a:spcBef>
                <a:spcPts val="0"/>
              </a:spcBef>
              <a:spcAft>
                <a:spcPts val="0"/>
              </a:spcAft>
              <a:buNone/>
            </a:pPr>
            <a:endParaRPr/>
          </a:p>
          <a:p>
            <a:pPr marL="0" lvl="0" indent="0" algn="l" rtl="0">
              <a:spcBef>
                <a:spcPts val="0"/>
              </a:spcBef>
              <a:spcAft>
                <a:spcPts val="0"/>
              </a:spcAft>
              <a:buNone/>
            </a:pPr>
            <a:r>
              <a:rPr lang="en-US"/>
              <a:t>https://www.codewithmukesh.com/blog/cqrs-in-aspnet-core-3-1/#0-what-is-cqrs</a:t>
            </a:r>
            <a:endParaRPr/>
          </a:p>
        </p:txBody>
      </p:sp>
      <p:sp>
        <p:nvSpPr>
          <p:cNvPr id="158" name="Google Shape;15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51B45BC-CC17-55FF-A550-2AF930E3C086}"/>
            </a:ext>
          </a:extLst>
        </p:cNvPr>
        <p:cNvGrpSpPr/>
        <p:nvPr/>
      </p:nvGrpSpPr>
      <p:grpSpPr>
        <a:xfrm>
          <a:off x="0" y="0"/>
          <a:ext cx="0" cy="0"/>
          <a:chOff x="0" y="0"/>
          <a:chExt cx="0" cy="0"/>
        </a:xfrm>
      </p:grpSpPr>
      <p:sp>
        <p:nvSpPr>
          <p:cNvPr id="156" name="Google Shape;156;p6:notes">
            <a:extLst>
              <a:ext uri="{FF2B5EF4-FFF2-40B4-BE49-F238E27FC236}">
                <a16:creationId xmlns:a16="http://schemas.microsoft.com/office/drawing/2014/main" id="{F79C3F0F-0B18-43D7-C49C-9E5EBEB852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6:notes">
            <a:extLst>
              <a:ext uri="{FF2B5EF4-FFF2-40B4-BE49-F238E27FC236}">
                <a16:creationId xmlns:a16="http://schemas.microsoft.com/office/drawing/2014/main" id="{F7F3FF5F-3748-79E3-99B5-3207B3E0569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When services are developed by decomposing business capabilities/subdomains, the services responsible for user experience have to pull data from several microservices.</a:t>
            </a:r>
            <a:endParaRPr/>
          </a:p>
          <a:p>
            <a:pPr marL="0" lvl="0" indent="0" algn="l" rtl="0">
              <a:spcBef>
                <a:spcPts val="0"/>
              </a:spcBef>
              <a:spcAft>
                <a:spcPts val="0"/>
              </a:spcAft>
              <a:buNone/>
            </a:pPr>
            <a:endParaRPr/>
          </a:p>
          <a:p>
            <a:pPr marL="0" lvl="0" indent="0" algn="l" rtl="0">
              <a:spcBef>
                <a:spcPts val="0"/>
              </a:spcBef>
              <a:spcAft>
                <a:spcPts val="0"/>
              </a:spcAft>
              <a:buNone/>
            </a:pPr>
            <a:r>
              <a:rPr lang="en-US"/>
              <a:t>The problem with traditional architectural patterns is that the same data model or DTO is used to query as well as update a data source. This can be the go-to approach when your application is related to just CRUD operations and nothing more. But when your requirements suddenly start getting complex, this basic approach can prove to be a disaster.</a:t>
            </a:r>
            <a:endParaRPr/>
          </a:p>
          <a:p>
            <a:pPr marL="0" lvl="0" indent="0" algn="l" rtl="0">
              <a:spcBef>
                <a:spcPts val="0"/>
              </a:spcBef>
              <a:spcAft>
                <a:spcPts val="0"/>
              </a:spcAft>
              <a:buNone/>
            </a:pPr>
            <a:endParaRPr/>
          </a:p>
          <a:p>
            <a:pPr marL="0" lvl="0" indent="0" algn="l" rtl="0">
              <a:spcBef>
                <a:spcPts val="0"/>
              </a:spcBef>
              <a:spcAft>
                <a:spcPts val="0"/>
              </a:spcAft>
              <a:buNone/>
            </a:pPr>
            <a:r>
              <a:rPr lang="en-US"/>
              <a:t>In practical applications, there is always a mismatch between the read and write forms of data, like the extra properties you may require to update. Parallel operations may even lead to data loss in the worst cases. That means, you will be stuck with just one Data Transfer Object for the entire lifetime of the application unless you choose to introduce yet another DTO, which in-turn may break your application architecture.</a:t>
            </a:r>
            <a:endParaRPr/>
          </a:p>
          <a:p>
            <a:pPr marL="0" lvl="0" indent="0" algn="l" rtl="0">
              <a:spcBef>
                <a:spcPts val="0"/>
              </a:spcBef>
              <a:spcAft>
                <a:spcPts val="0"/>
              </a:spcAft>
              <a:buNone/>
            </a:pP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 CQRS allows for </a:t>
            </a:r>
            <a:r>
              <a:rPr lang="en-US" b="0" i="1">
                <a:solidFill>
                  <a:srgbClr val="333333"/>
                </a:solidFill>
                <a:latin typeface="Helvetica Neue"/>
                <a:ea typeface="Helvetica Neue"/>
                <a:cs typeface="Helvetica Neue"/>
                <a:sym typeface="Helvetica Neue"/>
              </a:rPr>
              <a:t>separate data stores and models (data or ORM)</a:t>
            </a:r>
            <a:r>
              <a:rPr lang="en-US" b="0" i="0">
                <a:solidFill>
                  <a:srgbClr val="333333"/>
                </a:solidFill>
                <a:latin typeface="Helvetica Neue"/>
                <a:ea typeface="Helvetica Neue"/>
                <a:cs typeface="Helvetica Neue"/>
                <a:sym typeface="Helvetica Neue"/>
              </a:rPr>
              <a:t> for Commands and Queries. The data between data stores is usually synchronized asynchronously using a </a:t>
            </a:r>
            <a:r>
              <a:rPr lang="en-US" b="0" i="0" u="sng" strike="noStrike">
                <a:solidFill>
                  <a:srgbClr val="337AB7"/>
                </a:solid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service bus</a:t>
            </a:r>
            <a:r>
              <a:rPr lang="en-US" b="0" i="0">
                <a:solidFill>
                  <a:srgbClr val="333333"/>
                </a:solidFill>
                <a:latin typeface="Helvetica Neue"/>
                <a:ea typeface="Helvetica Neue"/>
                <a:cs typeface="Helvetica Neue"/>
                <a:sym typeface="Helvetica Neue"/>
              </a:rPr>
              <a:t>.</a:t>
            </a: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An architecture that is built upon the CQS pattern will follow the same logical separation, but Queries and Commands will be executed </a:t>
            </a:r>
            <a:r>
              <a:rPr lang="en-US" b="0" i="1">
                <a:solidFill>
                  <a:srgbClr val="333333"/>
                </a:solidFill>
                <a:latin typeface="Helvetica Neue"/>
                <a:ea typeface="Helvetica Neue"/>
                <a:cs typeface="Helvetica Neue"/>
                <a:sym typeface="Helvetica Neue"/>
              </a:rPr>
              <a:t>on the same datastore and share the same model</a:t>
            </a:r>
            <a:r>
              <a:rPr lang="en-US" b="0" i="0">
                <a:solidFill>
                  <a:srgbClr val="333333"/>
                </a:solidFill>
                <a:latin typeface="Helvetica Neue"/>
                <a:ea typeface="Helvetica Neue"/>
                <a:cs typeface="Helvetica Neue"/>
                <a:sym typeface="Helvetica Neue"/>
              </a:rPr>
              <a:t>. It should be noted though that you can use CQS in an application that does not have a data store at all.</a:t>
            </a:r>
            <a:endParaRPr/>
          </a:p>
          <a:p>
            <a:pPr marL="0" lvl="0" indent="0" algn="l" rtl="0">
              <a:spcBef>
                <a:spcPts val="0"/>
              </a:spcBef>
              <a:spcAft>
                <a:spcPts val="0"/>
              </a:spcAft>
              <a:buNone/>
            </a:pPr>
            <a:endParaRPr/>
          </a:p>
          <a:p>
            <a:pPr marL="0" lvl="0" indent="0" algn="l" rtl="0">
              <a:spcBef>
                <a:spcPts val="0"/>
              </a:spcBef>
              <a:spcAft>
                <a:spcPts val="0"/>
              </a:spcAft>
              <a:buNone/>
            </a:pPr>
            <a:r>
              <a:rPr lang="en-US"/>
              <a:t>https://www.codewithmukesh.com/blog/cqrs-in-aspnet-core-3-1/#0-what-is-cqrs</a:t>
            </a:r>
            <a:endParaRPr/>
          </a:p>
        </p:txBody>
      </p:sp>
      <p:sp>
        <p:nvSpPr>
          <p:cNvPr id="158" name="Google Shape;158;p6:notes">
            <a:extLst>
              <a:ext uri="{FF2B5EF4-FFF2-40B4-BE49-F238E27FC236}">
                <a16:creationId xmlns:a16="http://schemas.microsoft.com/office/drawing/2014/main" id="{30ECF634-9136-D1EB-0E9A-5A6BF7A99B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611517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A </a:t>
            </a:r>
            <a:r>
              <a:rPr lang="en-US" sz="1200" b="1" i="0">
                <a:solidFill>
                  <a:schemeClr val="dk1"/>
                </a:solidFill>
                <a:latin typeface="Calibri"/>
                <a:ea typeface="Calibri"/>
                <a:cs typeface="Calibri"/>
                <a:sym typeface="Calibri"/>
              </a:rPr>
              <a:t>Saga</a:t>
            </a:r>
            <a:r>
              <a:rPr lang="en-US" sz="1200" b="0" i="0">
                <a:solidFill>
                  <a:schemeClr val="dk1"/>
                </a:solidFill>
                <a:latin typeface="Calibri"/>
                <a:ea typeface="Calibri"/>
                <a:cs typeface="Calibri"/>
                <a:sym typeface="Calibri"/>
              </a:rPr>
              <a:t> represents a high-level business process (such as booking a trip) that consists of several low-level </a:t>
            </a:r>
            <a:r>
              <a:rPr lang="en-US" sz="1200" b="1" i="0">
                <a:solidFill>
                  <a:schemeClr val="dk1"/>
                </a:solidFill>
                <a:latin typeface="Calibri"/>
                <a:ea typeface="Calibri"/>
                <a:cs typeface="Calibri"/>
                <a:sym typeface="Calibri"/>
              </a:rPr>
              <a:t>Requests</a:t>
            </a:r>
            <a:r>
              <a:rPr lang="en-US" sz="1200" b="0" i="0">
                <a:solidFill>
                  <a:schemeClr val="dk1"/>
                </a:solidFill>
                <a:latin typeface="Calibri"/>
                <a:ea typeface="Calibri"/>
                <a:cs typeface="Calibri"/>
                <a:sym typeface="Calibri"/>
              </a:rPr>
              <a:t> that each update data within a single service.</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For example, for an e-commerce application where customers have a credit limit, the application must ensure that a new order will not exceed the customer’s credit limit. Since Orders and Customers are in different databases, the application cannot simply use a local ACID transaction.</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a:t>https://blog.couchbase.com/saga-pattern-implement-business-transactions-using-microservices-part/</a:t>
            </a:r>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https://www.cloudamqp.com/blog/2019-12-12-when-to-use-rabbitmq-or-apache-kafka.html</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https://www.upsolver.com/blog/kafka-versus-rabbitmq-architecture-performance-use-case</a:t>
            </a:r>
            <a:endParaRPr/>
          </a:p>
          <a:p>
            <a:pPr marL="0" lvl="0" indent="0" algn="l" rtl="0">
              <a:spcBef>
                <a:spcPts val="0"/>
              </a:spcBef>
              <a:spcAft>
                <a:spcPts val="0"/>
              </a:spcAft>
              <a:buNone/>
            </a:pPr>
            <a:endParaRPr/>
          </a:p>
        </p:txBody>
      </p:sp>
      <p:sp>
        <p:nvSpPr>
          <p:cNvPr id="184" name="Google Shape;18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sz="1400"/>
          </a:p>
        </p:txBody>
      </p:sp>
      <p:sp>
        <p:nvSpPr>
          <p:cNvPr id="191" name="Google Shape;19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Distributed Transactions in Microservices (dotnetuniversity.com)</a:t>
            </a:r>
            <a:endParaRPr/>
          </a:p>
          <a:p>
            <a:pPr marL="0" lvl="0" indent="0" algn="l" rtl="0">
              <a:spcBef>
                <a:spcPts val="0"/>
              </a:spcBef>
              <a:spcAft>
                <a:spcPts val="0"/>
              </a:spcAft>
              <a:buNone/>
            </a:pPr>
            <a:r>
              <a:rPr lang="en-US" b="1"/>
              <a:t>Two Phase Commit:</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Not really recommended for many microservice-based systems because 2pc is synchronous (blocking)</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Reduce throughput due to locks</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Not support by many NoSQL databases or message brokers</a:t>
            </a:r>
            <a:endParaRPr/>
          </a:p>
          <a:p>
            <a:pPr marL="0" lvl="0" indent="0" algn="l" rtl="0">
              <a:spcBef>
                <a:spcPts val="0"/>
              </a:spcBef>
              <a:spcAft>
                <a:spcPts val="0"/>
              </a:spcAft>
              <a:buClr>
                <a:schemeClr val="dk1"/>
              </a:buClr>
              <a:buSzPts val="1200"/>
              <a:buFont typeface="Arial"/>
              <a:buNone/>
            </a:pPr>
            <a:endParaRPr b="0" i="0">
              <a:solidFill>
                <a:srgbClr val="CCCCCC"/>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u="sng">
                <a:solidFill>
                  <a:schemeClr val="hlink"/>
                </a:solidFill>
                <a:hlinkClick r:id="rId4"/>
              </a:rPr>
              <a:t>GitHub - Azure-Samples/saga-orchestration-serverless: An orchestration-based saga implementation reference in a serverless architecture</a:t>
            </a:r>
            <a:endParaRPr b="0" i="0">
              <a:solidFill>
                <a:srgbClr val="CCCCCC"/>
              </a:solidFill>
              <a:latin typeface="Arial"/>
              <a:ea typeface="Arial"/>
              <a:cs typeface="Arial"/>
              <a:sym typeface="Arial"/>
            </a:endParaRPr>
          </a:p>
          <a:p>
            <a:pPr marL="0" lvl="0" indent="0" algn="l" rtl="0">
              <a:spcBef>
                <a:spcPts val="0"/>
              </a:spcBef>
              <a:spcAft>
                <a:spcPts val="0"/>
              </a:spcAft>
              <a:buNone/>
            </a:pPr>
            <a:endParaRPr/>
          </a:p>
        </p:txBody>
      </p:sp>
      <p:sp>
        <p:nvSpPr>
          <p:cNvPr id="242" name="Google Shape;24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a:p>
          <a:p>
            <a:pPr marL="0" lvl="0" indent="0" algn="l" rtl="0">
              <a:spcBef>
                <a:spcPts val="0"/>
              </a:spcBef>
              <a:spcAft>
                <a:spcPts val="0"/>
              </a:spcAft>
              <a:buNone/>
            </a:pPr>
            <a:r>
              <a:rPr lang="en-US" u="sng">
                <a:solidFill>
                  <a:schemeClr val="hlink"/>
                </a:solidFill>
                <a:hlinkClick r:id="rId4"/>
              </a:rPr>
              <a:t>How to Create Distributed Transaction Using MassTransit in your .Net Core Micro-services | by Mortaza Ghahremani | Medium</a:t>
            </a:r>
            <a:endParaRPr/>
          </a:p>
        </p:txBody>
      </p:sp>
      <p:sp>
        <p:nvSpPr>
          <p:cNvPr id="251" name="Google Shape;25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B9141225-FC1C-AA3E-602D-ED865FE8F2D0}"/>
            </a:ext>
          </a:extLst>
        </p:cNvPr>
        <p:cNvGrpSpPr/>
        <p:nvPr/>
      </p:nvGrpSpPr>
      <p:grpSpPr>
        <a:xfrm>
          <a:off x="0" y="0"/>
          <a:ext cx="0" cy="0"/>
          <a:chOff x="0" y="0"/>
          <a:chExt cx="0" cy="0"/>
        </a:xfrm>
      </p:grpSpPr>
      <p:sp>
        <p:nvSpPr>
          <p:cNvPr id="249" name="Google Shape;249;p11:notes">
            <a:extLst>
              <a:ext uri="{FF2B5EF4-FFF2-40B4-BE49-F238E27FC236}">
                <a16:creationId xmlns:a16="http://schemas.microsoft.com/office/drawing/2014/main" id="{D8C8DD1C-BF03-C385-CDB8-67AF07D149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a:extLst>
              <a:ext uri="{FF2B5EF4-FFF2-40B4-BE49-F238E27FC236}">
                <a16:creationId xmlns:a16="http://schemas.microsoft.com/office/drawing/2014/main" id="{E9991D12-0901-1EF1-F24C-F813C693D9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a:p>
          <a:p>
            <a:pPr marL="0" lvl="0" indent="0" algn="l" rtl="0">
              <a:spcBef>
                <a:spcPts val="0"/>
              </a:spcBef>
              <a:spcAft>
                <a:spcPts val="0"/>
              </a:spcAft>
              <a:buNone/>
            </a:pPr>
            <a:r>
              <a:rPr lang="en-US" u="sng">
                <a:solidFill>
                  <a:schemeClr val="hlink"/>
                </a:solidFill>
                <a:hlinkClick r:id="rId4"/>
              </a:rPr>
              <a:t>How to Create Distributed Transaction Using MassTransit in your .Net Core Micro-services | by Mortaza Ghahremani | Medium</a:t>
            </a:r>
            <a:endParaRPr/>
          </a:p>
        </p:txBody>
      </p:sp>
      <p:sp>
        <p:nvSpPr>
          <p:cNvPr id="251" name="Google Shape;251;p11:notes">
            <a:extLst>
              <a:ext uri="{FF2B5EF4-FFF2-40B4-BE49-F238E27FC236}">
                <a16:creationId xmlns:a16="http://schemas.microsoft.com/office/drawing/2014/main" id="{C9FA4BA0-D28D-6B69-CF07-86A855FBEB4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191293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3AD29C0A-2912-8BCF-5D24-461FDBDEB180}"/>
            </a:ext>
          </a:extLst>
        </p:cNvPr>
        <p:cNvGrpSpPr/>
        <p:nvPr/>
      </p:nvGrpSpPr>
      <p:grpSpPr>
        <a:xfrm>
          <a:off x="0" y="0"/>
          <a:ext cx="0" cy="0"/>
          <a:chOff x="0" y="0"/>
          <a:chExt cx="0" cy="0"/>
        </a:xfrm>
      </p:grpSpPr>
      <p:sp>
        <p:nvSpPr>
          <p:cNvPr id="249" name="Google Shape;249;p11:notes">
            <a:extLst>
              <a:ext uri="{FF2B5EF4-FFF2-40B4-BE49-F238E27FC236}">
                <a16:creationId xmlns:a16="http://schemas.microsoft.com/office/drawing/2014/main" id="{25101D84-82BA-60C7-B850-73B351E5F4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a:extLst>
              <a:ext uri="{FF2B5EF4-FFF2-40B4-BE49-F238E27FC236}">
                <a16:creationId xmlns:a16="http://schemas.microsoft.com/office/drawing/2014/main" id="{54682DAF-641A-33B6-FFC0-34D4726CF0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a:p>
          <a:p>
            <a:pPr marL="0" lvl="0" indent="0" algn="l" rtl="0">
              <a:spcBef>
                <a:spcPts val="0"/>
              </a:spcBef>
              <a:spcAft>
                <a:spcPts val="0"/>
              </a:spcAft>
              <a:buNone/>
            </a:pPr>
            <a:r>
              <a:rPr lang="en-US" u="sng">
                <a:solidFill>
                  <a:schemeClr val="hlink"/>
                </a:solidFill>
                <a:hlinkClick r:id="rId4"/>
              </a:rPr>
              <a:t>How to Create Distributed Transaction Using MassTransit in your .Net Core Micro-services | by Mortaza Ghahremani | Medium</a:t>
            </a:r>
            <a:endParaRPr/>
          </a:p>
        </p:txBody>
      </p:sp>
      <p:sp>
        <p:nvSpPr>
          <p:cNvPr id="251" name="Google Shape;251;p11:notes">
            <a:extLst>
              <a:ext uri="{FF2B5EF4-FFF2-40B4-BE49-F238E27FC236}">
                <a16:creationId xmlns:a16="http://schemas.microsoft.com/office/drawing/2014/main" id="{FA9E32DC-58E9-1626-336C-3B26CE5BF1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29215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A circuit breaker is an electronic component like fuse that opens a circuit so that no current can flow through it. As a result, it prevents the damage caused by excess current from an overload or short circuit.</a:t>
            </a:r>
          </a:p>
          <a:p>
            <a:pPr algn="just"/>
            <a:endParaRPr lang="en-US" dirty="0"/>
          </a:p>
          <a:p>
            <a:pPr algn="l"/>
            <a:r>
              <a:rPr lang="en-US" b="0" i="0" dirty="0">
                <a:solidFill>
                  <a:srgbClr val="E6E6E6"/>
                </a:solidFill>
                <a:effectLst/>
                <a:latin typeface="Segoe UI" panose="020B0502040204020203" pitchFamily="34" charset="0"/>
              </a:rPr>
              <a:t>This pattern isn't recommended:</a:t>
            </a:r>
          </a:p>
          <a:p>
            <a:pPr algn="l">
              <a:buFont typeface="Arial" panose="020B0604020202020204" pitchFamily="34" charset="0"/>
              <a:buChar char="•"/>
            </a:pPr>
            <a:r>
              <a:rPr lang="en-US" b="0" i="0" dirty="0">
                <a:solidFill>
                  <a:srgbClr val="E6E6E6"/>
                </a:solidFill>
                <a:effectLst/>
                <a:latin typeface="Segoe UI" panose="020B0502040204020203" pitchFamily="34" charset="0"/>
              </a:rPr>
              <a:t>For handling access to local private resources in an application, such as in-memory data structure. In this environment, using a circuit breaker would add overhead to your system.</a:t>
            </a:r>
          </a:p>
          <a:p>
            <a:pPr algn="l">
              <a:buFont typeface="Arial" panose="020B0604020202020204" pitchFamily="34" charset="0"/>
              <a:buChar char="•"/>
            </a:pPr>
            <a:r>
              <a:rPr lang="en-US" b="0" i="0" dirty="0">
                <a:solidFill>
                  <a:srgbClr val="E6E6E6"/>
                </a:solidFill>
                <a:effectLst/>
                <a:latin typeface="Segoe UI" panose="020B0502040204020203" pitchFamily="34" charset="0"/>
              </a:rPr>
              <a:t>As a substitute for handling exceptions in the business logic of your applications.</a:t>
            </a:r>
          </a:p>
          <a:p>
            <a:pPr algn="just"/>
            <a:endParaRPr lang="en-US" dirty="0"/>
          </a:p>
          <a:p>
            <a:pPr algn="just"/>
            <a:r>
              <a:rPr lang="en-US" dirty="0">
                <a:hlinkClick r:id="rId3"/>
              </a:rPr>
              <a:t>Implementing the Circuit Breaker pattern | Microsoft Docs</a:t>
            </a:r>
            <a:endParaRPr lang="en-US" dirty="0"/>
          </a:p>
          <a:p>
            <a:pPr algn="just"/>
            <a:r>
              <a:rPr lang="en-US" dirty="0">
                <a:hlinkClick r:id="rId4"/>
              </a:rPr>
              <a:t>Circuit Breaker · App-</a:t>
            </a:r>
            <a:r>
              <a:rPr lang="en-US" dirty="0" err="1">
                <a:hlinkClick r:id="rId4"/>
              </a:rPr>
              <a:t>vNext</a:t>
            </a:r>
            <a:r>
              <a:rPr lang="en-US" dirty="0">
                <a:hlinkClick r:id="rId4"/>
              </a:rPr>
              <a:t>/Polly Wiki (github.com)</a:t>
            </a:r>
            <a:endParaRPr lang="en-US" dirty="0"/>
          </a:p>
          <a:p>
            <a:pPr algn="just"/>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23</a:t>
            </a:fld>
            <a:endParaRPr lang="en-US"/>
          </a:p>
        </p:txBody>
      </p:sp>
    </p:spTree>
    <p:extLst>
      <p:ext uri="{BB962C8B-B14F-4D97-AF65-F5344CB8AC3E}">
        <p14:creationId xmlns:p14="http://schemas.microsoft.com/office/powerpoint/2010/main" val="4206868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0BAD3E20-4137-35E5-4BA4-B6855CC263C1}"/>
            </a:ext>
          </a:extLst>
        </p:cNvPr>
        <p:cNvGrpSpPr/>
        <p:nvPr/>
      </p:nvGrpSpPr>
      <p:grpSpPr>
        <a:xfrm>
          <a:off x="0" y="0"/>
          <a:ext cx="0" cy="0"/>
          <a:chOff x="0" y="0"/>
          <a:chExt cx="0" cy="0"/>
        </a:xfrm>
      </p:grpSpPr>
      <p:sp>
        <p:nvSpPr>
          <p:cNvPr id="234" name="Google Shape;234;p9:notes">
            <a:extLst>
              <a:ext uri="{FF2B5EF4-FFF2-40B4-BE49-F238E27FC236}">
                <a16:creationId xmlns:a16="http://schemas.microsoft.com/office/drawing/2014/main" id="{71A387D7-C455-69E5-94D7-AD923986837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9:notes">
            <a:extLst>
              <a:ext uri="{FF2B5EF4-FFF2-40B4-BE49-F238E27FC236}">
                <a16:creationId xmlns:a16="http://schemas.microsoft.com/office/drawing/2014/main" id="{FF17A982-CC96-2E5B-3C10-1938026470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9310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BA8E2774-0CF4-52D8-405C-0920C72E5BBE}"/>
            </a:ext>
          </a:extLst>
        </p:cNvPr>
        <p:cNvGrpSpPr/>
        <p:nvPr/>
      </p:nvGrpSpPr>
      <p:grpSpPr>
        <a:xfrm>
          <a:off x="0" y="0"/>
          <a:ext cx="0" cy="0"/>
          <a:chOff x="0" y="0"/>
          <a:chExt cx="0" cy="0"/>
        </a:xfrm>
      </p:grpSpPr>
      <p:sp>
        <p:nvSpPr>
          <p:cNvPr id="234" name="Google Shape;234;p9:notes">
            <a:extLst>
              <a:ext uri="{FF2B5EF4-FFF2-40B4-BE49-F238E27FC236}">
                <a16:creationId xmlns:a16="http://schemas.microsoft.com/office/drawing/2014/main" id="{2A13B581-C555-C66C-497D-08FF96E712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9:notes">
            <a:extLst>
              <a:ext uri="{FF2B5EF4-FFF2-40B4-BE49-F238E27FC236}">
                <a16:creationId xmlns:a16="http://schemas.microsoft.com/office/drawing/2014/main" id="{E8916F13-2ED7-A2FE-AD1A-2682E19836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4737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250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3475543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16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10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22364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20487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17418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7965751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42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ing and Content - Light Them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51411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ouble Heading and Content - Light Them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953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ing, Content and Image Horizontal - Light Them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55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eading, Content and Image Vertical - Light Theme">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491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ing and Image - Light Them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37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Light">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01131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tical Heading and Large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532656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ertical Heading and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75185814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04481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22850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33794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88591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1859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38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8727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0454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genda_Content">
  <p:cSld name="1_Agenda_Content">
    <p:spTree>
      <p:nvGrpSpPr>
        <p:cNvPr id="1" name="Shape 12"/>
        <p:cNvGrpSpPr/>
        <p:nvPr/>
      </p:nvGrpSpPr>
      <p:grpSpPr>
        <a:xfrm>
          <a:off x="0" y="0"/>
          <a:ext cx="0" cy="0"/>
          <a:chOff x="0" y="0"/>
          <a:chExt cx="0" cy="0"/>
        </a:xfrm>
      </p:grpSpPr>
      <p:sp>
        <p:nvSpPr>
          <p:cNvPr id="14" name="Google Shape;14;p30"/>
          <p:cNvSpPr txBox="1">
            <a:spLocks noGrp="1"/>
          </p:cNvSpPr>
          <p:nvPr>
            <p:ph type="title"/>
          </p:nvPr>
        </p:nvSpPr>
        <p:spPr>
          <a:xfrm>
            <a:off x="292734" y="2821654"/>
            <a:ext cx="4524341" cy="772946"/>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30"/>
          <p:cNvSpPr txBox="1">
            <a:spLocks noGrp="1"/>
          </p:cNvSpPr>
          <p:nvPr>
            <p:ph type="body" idx="1"/>
          </p:nvPr>
        </p:nvSpPr>
        <p:spPr>
          <a:xfrm>
            <a:off x="5719315" y="1414732"/>
            <a:ext cx="6098863" cy="489117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30"/>
          <p:cNvSpPr txBox="1">
            <a:spLocks noGrp="1"/>
          </p:cNvSpPr>
          <p:nvPr>
            <p:ph type="body" idx="2"/>
          </p:nvPr>
        </p:nvSpPr>
        <p:spPr>
          <a:xfrm>
            <a:off x="5719316" y="425063"/>
            <a:ext cx="6098865" cy="67911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85623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charRg st="1" end="1"/>
                                            </p:txEl>
                                          </p:spTgt>
                                        </p:tgtEl>
                                        <p:attrNameLst>
                                          <p:attrName>style.visibility</p:attrName>
                                        </p:attrNameLst>
                                      </p:cBhvr>
                                      <p:to>
                                        <p:strVal val="visible"/>
                                      </p:to>
                                    </p:set>
                                    <p:animEffect transition="in" filter="fade">
                                      <p:cBhvr>
                                        <p:cTn id="10" dur="500"/>
                                        <p:tgtEl>
                                          <p:spTgt spid="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charRg st="1" end="1"/>
                                            </p:txEl>
                                          </p:spTgt>
                                        </p:tgtEl>
                                        <p:attrNameLst>
                                          <p:attrName>style.visibility</p:attrName>
                                        </p:attrNameLst>
                                      </p:cBhvr>
                                      <p:to>
                                        <p:strVal val="visible"/>
                                      </p:to>
                                    </p:set>
                                    <p:animEffect transition="in" filter="fade">
                                      <p:cBhvr>
                                        <p:cTn id="13" dur="500"/>
                                        <p:tgtEl>
                                          <p:spTgt spid="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charRg st="1" end="1"/>
                                            </p:txEl>
                                          </p:spTgt>
                                        </p:tgtEl>
                                        <p:attrNameLst>
                                          <p:attrName>style.visibility</p:attrName>
                                        </p:attrNameLst>
                                      </p:cBhvr>
                                      <p:to>
                                        <p:strVal val="visible"/>
                                      </p:to>
                                    </p:set>
                                    <p:animEffect transition="in" filter="fade">
                                      <p:cBhvr>
                                        <p:cTn id="16" dur="500"/>
                                        <p:tgtEl>
                                          <p:spTgt spid="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charRg st="1" end="1"/>
                                            </p:txEl>
                                          </p:spTgt>
                                        </p:tgtEl>
                                        <p:attrNameLst>
                                          <p:attrName>style.visibility</p:attrName>
                                        </p:attrNameLst>
                                      </p:cBhvr>
                                      <p:to>
                                        <p:strVal val="visible"/>
                                      </p:to>
                                    </p:set>
                                    <p:animEffect transition="in" filter="fade">
                                      <p:cBhvr>
                                        <p:cTn id="19" dur="500"/>
                                        <p:tgtEl>
                                          <p:spTgt spid="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charRg st="1" end="1"/>
                                            </p:txEl>
                                          </p:spTgt>
                                        </p:tgtEl>
                                        <p:attrNameLst>
                                          <p:attrName>style.visibility</p:attrName>
                                        </p:attrNameLst>
                                      </p:cBhvr>
                                      <p:to>
                                        <p:strVal val="visible"/>
                                      </p:to>
                                    </p:set>
                                    <p:animEffect transition="in" filter="fade">
                                      <p:cBhvr>
                                        <p:cTn id="22" dur="500"/>
                                        <p:tgtEl>
                                          <p:spTgt spid="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charRg st="1" end="1"/>
                                            </p:txEl>
                                          </p:spTgt>
                                        </p:tgtEl>
                                        <p:attrNameLst>
                                          <p:attrName>style.visibility</p:attrName>
                                        </p:attrNameLst>
                                      </p:cBhvr>
                                      <p:to>
                                        <p:strVal val="visible"/>
                                      </p:to>
                                    </p:set>
                                    <p:animEffect transition="in" filter="fade">
                                      <p:cBhvr>
                                        <p:cTn id="25" dur="500"/>
                                        <p:tgtEl>
                                          <p:spTgt spid="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charRg st="1" end="1"/>
                                            </p:txEl>
                                          </p:spTgt>
                                        </p:tgtEl>
                                        <p:attrNameLst>
                                          <p:attrName>style.visibility</p:attrName>
                                        </p:attrNameLst>
                                      </p:cBhvr>
                                      <p:to>
                                        <p:strVal val="visible"/>
                                      </p:to>
                                    </p:set>
                                    <p:animEffect transition="in" filter="fade">
                                      <p:cBhvr>
                                        <p:cTn id="28" dur="500"/>
                                        <p:tgtEl>
                                          <p:spTgt spid="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charRg st="1" end="1"/>
                                            </p:txEl>
                                          </p:spTgt>
                                        </p:tgtEl>
                                        <p:attrNameLst>
                                          <p:attrName>style.visibility</p:attrName>
                                        </p:attrNameLst>
                                      </p:cBhvr>
                                      <p:to>
                                        <p:strVal val="visible"/>
                                      </p:to>
                                    </p:set>
                                    <p:animEffect transition="in" filter="fade">
                                      <p:cBhvr>
                                        <p:cTn id="31" dur="500"/>
                                        <p:tgtEl>
                                          <p:spTgt spid="1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Heading and Content">
  <p:cSld name="1_Heading and Content">
    <p:spTree>
      <p:nvGrpSpPr>
        <p:cNvPr id="1" name="Shape 20"/>
        <p:cNvGrpSpPr/>
        <p:nvPr/>
      </p:nvGrpSpPr>
      <p:grpSpPr>
        <a:xfrm>
          <a:off x="0" y="0"/>
          <a:ext cx="0" cy="0"/>
          <a:chOff x="0" y="0"/>
          <a:chExt cx="0" cy="0"/>
        </a:xfrm>
      </p:grpSpPr>
      <p:sp>
        <p:nvSpPr>
          <p:cNvPr id="21" name="Google Shape;21;p31"/>
          <p:cNvSpPr txBox="1">
            <a:spLocks noGrp="1"/>
          </p:cNvSpPr>
          <p:nvPr>
            <p:ph type="body" idx="1"/>
          </p:nvPr>
        </p:nvSpPr>
        <p:spPr>
          <a:xfrm>
            <a:off x="493295" y="1593670"/>
            <a:ext cx="11122056" cy="474181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31"/>
          <p:cNvSpPr txBox="1">
            <a:spLocks noGrp="1"/>
          </p:cNvSpPr>
          <p:nvPr>
            <p:ph type="body" idx="2"/>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989109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
                                            <p:txEl>
                                              <p:charRg st="1" end="1"/>
                                            </p:txEl>
                                          </p:spTgt>
                                        </p:tgtEl>
                                        <p:attrNameLst>
                                          <p:attrName>style.visibility</p:attrName>
                                        </p:attrNameLst>
                                      </p:cBhvr>
                                      <p:to>
                                        <p:strVal val="visible"/>
                                      </p:to>
                                    </p:set>
                                    <p:animEffect transition="in" filter="fade">
                                      <p:cBhvr>
                                        <p:cTn id="10" dur="500"/>
                                        <p:tgtEl>
                                          <p:spTgt spid="22">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xEl>
                                              <p:charRg st="1" end="1"/>
                                            </p:txEl>
                                          </p:spTgt>
                                        </p:tgtEl>
                                        <p:attrNameLst>
                                          <p:attrName>style.visibility</p:attrName>
                                        </p:attrNameLst>
                                      </p:cBhvr>
                                      <p:to>
                                        <p:strVal val="visible"/>
                                      </p:to>
                                    </p:set>
                                    <p:animEffect transition="in" filter="fade">
                                      <p:cBhvr>
                                        <p:cTn id="13" dur="500"/>
                                        <p:tgtEl>
                                          <p:spTgt spid="22">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xEl>
                                              <p:charRg st="1" end="1"/>
                                            </p:txEl>
                                          </p:spTgt>
                                        </p:tgtEl>
                                        <p:attrNameLst>
                                          <p:attrName>style.visibility</p:attrName>
                                        </p:attrNameLst>
                                      </p:cBhvr>
                                      <p:to>
                                        <p:strVal val="visible"/>
                                      </p:to>
                                    </p:set>
                                    <p:animEffect transition="in" filter="fade">
                                      <p:cBhvr>
                                        <p:cTn id="16" dur="500"/>
                                        <p:tgtEl>
                                          <p:spTgt spid="22">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xEl>
                                              <p:charRg st="1" end="1"/>
                                            </p:txEl>
                                          </p:spTgt>
                                        </p:tgtEl>
                                        <p:attrNameLst>
                                          <p:attrName>style.visibility</p:attrName>
                                        </p:attrNameLst>
                                      </p:cBhvr>
                                      <p:to>
                                        <p:strVal val="visible"/>
                                      </p:to>
                                    </p:set>
                                    <p:animEffect transition="in" filter="fade">
                                      <p:cBhvr>
                                        <p:cTn id="19" dur="500"/>
                                        <p:tgtEl>
                                          <p:spTgt spid="22">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xEl>
                                              <p:charRg st="1" end="1"/>
                                            </p:txEl>
                                          </p:spTgt>
                                        </p:tgtEl>
                                        <p:attrNameLst>
                                          <p:attrName>style.visibility</p:attrName>
                                        </p:attrNameLst>
                                      </p:cBhvr>
                                      <p:to>
                                        <p:strVal val="visible"/>
                                      </p:to>
                                    </p:set>
                                    <p:animEffect transition="in" filter="fade">
                                      <p:cBhvr>
                                        <p:cTn id="22" dur="500"/>
                                        <p:tgtEl>
                                          <p:spTgt spid="22">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xEl>
                                              <p:charRg st="1" end="1"/>
                                            </p:txEl>
                                          </p:spTgt>
                                        </p:tgtEl>
                                        <p:attrNameLst>
                                          <p:attrName>style.visibility</p:attrName>
                                        </p:attrNameLst>
                                      </p:cBhvr>
                                      <p:to>
                                        <p:strVal val="visible"/>
                                      </p:to>
                                    </p:set>
                                    <p:animEffect transition="in" filter="fade">
                                      <p:cBhvr>
                                        <p:cTn id="25" dur="500"/>
                                        <p:tgtEl>
                                          <p:spTgt spid="22">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xEl>
                                              <p:charRg st="1" end="1"/>
                                            </p:txEl>
                                          </p:spTgt>
                                        </p:tgtEl>
                                        <p:attrNameLst>
                                          <p:attrName>style.visibility</p:attrName>
                                        </p:attrNameLst>
                                      </p:cBhvr>
                                      <p:to>
                                        <p:strVal val="visible"/>
                                      </p:to>
                                    </p:set>
                                    <p:animEffect transition="in" filter="fade">
                                      <p:cBhvr>
                                        <p:cTn id="28" dur="500"/>
                                        <p:tgtEl>
                                          <p:spTgt spid="22">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xEl>
                                              <p:charRg st="1" end="1"/>
                                            </p:txEl>
                                          </p:spTgt>
                                        </p:tgtEl>
                                        <p:attrNameLst>
                                          <p:attrName>style.visibility</p:attrName>
                                        </p:attrNameLst>
                                      </p:cBhvr>
                                      <p:to>
                                        <p:strVal val="visible"/>
                                      </p:to>
                                    </p:set>
                                    <p:animEffect transition="in" filter="fade">
                                      <p:cBhvr>
                                        <p:cTn id="31" dur="500"/>
                                        <p:tgtEl>
                                          <p:spTgt spid="22">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Demo">
  <p:cSld name="1_Demo">
    <p:spTree>
      <p:nvGrpSpPr>
        <p:cNvPr id="1" name="Shape 24"/>
        <p:cNvGrpSpPr/>
        <p:nvPr/>
      </p:nvGrpSpPr>
      <p:grpSpPr>
        <a:xfrm>
          <a:off x="0" y="0"/>
          <a:ext cx="0" cy="0"/>
          <a:chOff x="0" y="0"/>
          <a:chExt cx="0" cy="0"/>
        </a:xfrm>
      </p:grpSpPr>
      <p:sp>
        <p:nvSpPr>
          <p:cNvPr id="25" name="Google Shape;25;p32"/>
          <p:cNvSpPr txBox="1">
            <a:spLocks noGrp="1"/>
          </p:cNvSpPr>
          <p:nvPr>
            <p:ph type="title"/>
          </p:nvPr>
        </p:nvSpPr>
        <p:spPr>
          <a:xfrm>
            <a:off x="493295" y="2303059"/>
            <a:ext cx="11113251" cy="794064"/>
          </a:xfrm>
          <a:prstGeom prst="rect">
            <a:avLst/>
          </a:prstGeom>
          <a:noFill/>
          <a:ln>
            <a:noFill/>
          </a:ln>
        </p:spPr>
        <p:txBody>
          <a:bodyPr spcFirstLastPara="1" wrap="square" lIns="91425" tIns="91425" rIns="91425" bIns="91425" anchor="t" anchorCtr="0">
            <a:spAutoFit/>
          </a:bodyPr>
          <a:lstStyle>
            <a:lvl1pPr marR="0" lvl="0" algn="l" rtl="0">
              <a:lnSpc>
                <a:spcPct val="90000"/>
              </a:lnSpc>
              <a:spcBef>
                <a:spcPts val="0"/>
              </a:spcBef>
              <a:spcAft>
                <a:spcPts val="0"/>
              </a:spcAft>
              <a:buClr>
                <a:srgbClr val="0070C0"/>
              </a:buClr>
              <a:buSzPts val="4400"/>
              <a:buFont typeface="Calibri"/>
              <a:buNone/>
              <a:defRPr sz="4400" b="0" i="0" u="none" strike="noStrike" cap="none">
                <a:solidFill>
                  <a:srgbClr val="0070C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32"/>
          <p:cNvSpPr txBox="1">
            <a:spLocks noGrp="1"/>
          </p:cNvSpPr>
          <p:nvPr>
            <p:ph type="body" idx="1"/>
          </p:nvPr>
        </p:nvSpPr>
        <p:spPr>
          <a:xfrm>
            <a:off x="493295" y="3228975"/>
            <a:ext cx="11122056" cy="189547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2060"/>
              </a:buClr>
              <a:buSzPts val="3200"/>
              <a:buFont typeface="Arial"/>
              <a:buNone/>
              <a:defRPr sz="32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7666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fade">
                                      <p:cBhvr>
                                        <p:cTn id="12" dur="5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xEl>
                                              <p:charRg st="1" end="1"/>
                                            </p:txEl>
                                          </p:spTgt>
                                        </p:tgtEl>
                                        <p:attrNameLst>
                                          <p:attrName>style.visibility</p:attrName>
                                        </p:attrNameLst>
                                      </p:cBhvr>
                                      <p:to>
                                        <p:strVal val="visible"/>
                                      </p:to>
                                    </p:set>
                                    <p:animEffect transition="in" filter="fade">
                                      <p:cBhvr>
                                        <p:cTn id="17" dur="500"/>
                                        <p:tgtEl>
                                          <p:spTgt spid="26">
                                            <p:txEl>
                                              <p:char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xEl>
                                              <p:charRg st="1" end="1"/>
                                            </p:txEl>
                                          </p:spTgt>
                                        </p:tgtEl>
                                        <p:attrNameLst>
                                          <p:attrName>style.visibility</p:attrName>
                                        </p:attrNameLst>
                                      </p:cBhvr>
                                      <p:to>
                                        <p:strVal val="visible"/>
                                      </p:to>
                                    </p:set>
                                    <p:animEffect transition="in" filter="fade">
                                      <p:cBhvr>
                                        <p:cTn id="22" dur="500"/>
                                        <p:tgtEl>
                                          <p:spTgt spid="26">
                                            <p:txEl>
                                              <p:char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xEl>
                                              <p:charRg st="1" end="1"/>
                                            </p:txEl>
                                          </p:spTgt>
                                        </p:tgtEl>
                                        <p:attrNameLst>
                                          <p:attrName>style.visibility</p:attrName>
                                        </p:attrNameLst>
                                      </p:cBhvr>
                                      <p:to>
                                        <p:strVal val="visible"/>
                                      </p:to>
                                    </p:set>
                                    <p:animEffect transition="in" filter="fade">
                                      <p:cBhvr>
                                        <p:cTn id="27" dur="500"/>
                                        <p:tgtEl>
                                          <p:spTgt spid="26">
                                            <p:txEl>
                                              <p:char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xEl>
                                              <p:charRg st="1" end="1"/>
                                            </p:txEl>
                                          </p:spTgt>
                                        </p:tgtEl>
                                        <p:attrNameLst>
                                          <p:attrName>style.visibility</p:attrName>
                                        </p:attrNameLst>
                                      </p:cBhvr>
                                      <p:to>
                                        <p:strVal val="visible"/>
                                      </p:to>
                                    </p:set>
                                    <p:animEffect transition="in" filter="fade">
                                      <p:cBhvr>
                                        <p:cTn id="32" dur="500"/>
                                        <p:tgtEl>
                                          <p:spTgt spid="26">
                                            <p:txEl>
                                              <p:char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xEl>
                                              <p:charRg st="1" end="1"/>
                                            </p:txEl>
                                          </p:spTgt>
                                        </p:tgtEl>
                                        <p:attrNameLst>
                                          <p:attrName>style.visibility</p:attrName>
                                        </p:attrNameLst>
                                      </p:cBhvr>
                                      <p:to>
                                        <p:strVal val="visible"/>
                                      </p:to>
                                    </p:set>
                                    <p:animEffect transition="in" filter="fade">
                                      <p:cBhvr>
                                        <p:cTn id="37" dur="500"/>
                                        <p:tgtEl>
                                          <p:spTgt spid="26">
                                            <p:txEl>
                                              <p:char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
                                            <p:txEl>
                                              <p:charRg st="1" end="1"/>
                                            </p:txEl>
                                          </p:spTgt>
                                        </p:tgtEl>
                                        <p:attrNameLst>
                                          <p:attrName>style.visibility</p:attrName>
                                        </p:attrNameLst>
                                      </p:cBhvr>
                                      <p:to>
                                        <p:strVal val="visible"/>
                                      </p:to>
                                    </p:set>
                                    <p:animEffect transition="in" filter="fade">
                                      <p:cBhvr>
                                        <p:cTn id="42" dur="500"/>
                                        <p:tgtEl>
                                          <p:spTgt spid="26">
                                            <p:txEl>
                                              <p:char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
                                            <p:txEl>
                                              <p:charRg st="1" end="1"/>
                                            </p:txEl>
                                          </p:spTgt>
                                        </p:tgtEl>
                                        <p:attrNameLst>
                                          <p:attrName>style.visibility</p:attrName>
                                        </p:attrNameLst>
                                      </p:cBhvr>
                                      <p:to>
                                        <p:strVal val="visible"/>
                                      </p:to>
                                    </p:set>
                                    <p:animEffect transition="in" filter="fade">
                                      <p:cBhvr>
                                        <p:cTn id="47" dur="500"/>
                                        <p:tgtEl>
                                          <p:spTgt spid="26">
                                            <p:txEl>
                                              <p:char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6">
                                            <p:txEl>
                                              <p:charRg st="1" end="1"/>
                                            </p:txEl>
                                          </p:spTgt>
                                        </p:tgtEl>
                                        <p:attrNameLst>
                                          <p:attrName>style.visibility</p:attrName>
                                        </p:attrNameLst>
                                      </p:cBhvr>
                                      <p:to>
                                        <p:strVal val="visible"/>
                                      </p:to>
                                    </p:set>
                                    <p:animEffect transition="in" filter="fade">
                                      <p:cBhvr>
                                        <p:cTn id="52" dur="500"/>
                                        <p:tgtEl>
                                          <p:spTgt spid="26">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0X50 Content and Image Horizontal">
  <p:cSld name="50X50 Content and Image Horizontal">
    <p:spTree>
      <p:nvGrpSpPr>
        <p:cNvPr id="1" name="Shape 27"/>
        <p:cNvGrpSpPr/>
        <p:nvPr/>
      </p:nvGrpSpPr>
      <p:grpSpPr>
        <a:xfrm>
          <a:off x="0" y="0"/>
          <a:ext cx="0" cy="0"/>
          <a:chOff x="0" y="0"/>
          <a:chExt cx="0" cy="0"/>
        </a:xfrm>
      </p:grpSpPr>
      <p:sp>
        <p:nvSpPr>
          <p:cNvPr id="28" name="Google Shape;28;p33"/>
          <p:cNvSpPr txBox="1">
            <a:spLocks noGrp="1"/>
          </p:cNvSpPr>
          <p:nvPr>
            <p:ph type="body" idx="1"/>
          </p:nvPr>
        </p:nvSpPr>
        <p:spPr>
          <a:xfrm>
            <a:off x="493295" y="1593670"/>
            <a:ext cx="6351642" cy="4741818"/>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90000"/>
              </a:lnSpc>
              <a:spcBef>
                <a:spcPts val="10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 name="Google Shape;29;p33"/>
          <p:cNvSpPr txBox="1">
            <a:spLocks noGrp="1"/>
          </p:cNvSpPr>
          <p:nvPr>
            <p:ph type="body" idx="2"/>
          </p:nvPr>
        </p:nvSpPr>
        <p:spPr>
          <a:xfrm>
            <a:off x="493294" y="539363"/>
            <a:ext cx="6351642" cy="831874"/>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4400"/>
              <a:buFont typeface="Arial"/>
              <a:buNone/>
              <a:defRPr sz="44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78435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500"/>
                                        <p:tgtEl>
                                          <p:spTgt spid="2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9">
                                            <p:txEl>
                                              <p:charRg st="1" end="1"/>
                                            </p:txEl>
                                          </p:spTgt>
                                        </p:tgtEl>
                                        <p:attrNameLst>
                                          <p:attrName>style.visibility</p:attrName>
                                        </p:attrNameLst>
                                      </p:cBhvr>
                                      <p:to>
                                        <p:strVal val="visible"/>
                                      </p:to>
                                    </p:set>
                                    <p:animEffect transition="in" filter="fade">
                                      <p:cBhvr>
                                        <p:cTn id="10" dur="500"/>
                                        <p:tgtEl>
                                          <p:spTgt spid="29">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xEl>
                                              <p:charRg st="1" end="1"/>
                                            </p:txEl>
                                          </p:spTgt>
                                        </p:tgtEl>
                                        <p:attrNameLst>
                                          <p:attrName>style.visibility</p:attrName>
                                        </p:attrNameLst>
                                      </p:cBhvr>
                                      <p:to>
                                        <p:strVal val="visible"/>
                                      </p:to>
                                    </p:set>
                                    <p:animEffect transition="in" filter="fade">
                                      <p:cBhvr>
                                        <p:cTn id="13" dur="500"/>
                                        <p:tgtEl>
                                          <p:spTgt spid="29">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xEl>
                                              <p:charRg st="1" end="1"/>
                                            </p:txEl>
                                          </p:spTgt>
                                        </p:tgtEl>
                                        <p:attrNameLst>
                                          <p:attrName>style.visibility</p:attrName>
                                        </p:attrNameLst>
                                      </p:cBhvr>
                                      <p:to>
                                        <p:strVal val="visible"/>
                                      </p:to>
                                    </p:set>
                                    <p:animEffect transition="in" filter="fade">
                                      <p:cBhvr>
                                        <p:cTn id="16" dur="500"/>
                                        <p:tgtEl>
                                          <p:spTgt spid="29">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xEl>
                                              <p:charRg st="1" end="1"/>
                                            </p:txEl>
                                          </p:spTgt>
                                        </p:tgtEl>
                                        <p:attrNameLst>
                                          <p:attrName>style.visibility</p:attrName>
                                        </p:attrNameLst>
                                      </p:cBhvr>
                                      <p:to>
                                        <p:strVal val="visible"/>
                                      </p:to>
                                    </p:set>
                                    <p:animEffect transition="in" filter="fade">
                                      <p:cBhvr>
                                        <p:cTn id="19" dur="500"/>
                                        <p:tgtEl>
                                          <p:spTgt spid="29">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xEl>
                                              <p:charRg st="1" end="1"/>
                                            </p:txEl>
                                          </p:spTgt>
                                        </p:tgtEl>
                                        <p:attrNameLst>
                                          <p:attrName>style.visibility</p:attrName>
                                        </p:attrNameLst>
                                      </p:cBhvr>
                                      <p:to>
                                        <p:strVal val="visible"/>
                                      </p:to>
                                    </p:set>
                                    <p:animEffect transition="in" filter="fade">
                                      <p:cBhvr>
                                        <p:cTn id="22" dur="500"/>
                                        <p:tgtEl>
                                          <p:spTgt spid="29">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xEl>
                                              <p:charRg st="1" end="1"/>
                                            </p:txEl>
                                          </p:spTgt>
                                        </p:tgtEl>
                                        <p:attrNameLst>
                                          <p:attrName>style.visibility</p:attrName>
                                        </p:attrNameLst>
                                      </p:cBhvr>
                                      <p:to>
                                        <p:strVal val="visible"/>
                                      </p:to>
                                    </p:set>
                                    <p:animEffect transition="in" filter="fade">
                                      <p:cBhvr>
                                        <p:cTn id="25" dur="500"/>
                                        <p:tgtEl>
                                          <p:spTgt spid="29">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xEl>
                                              <p:charRg st="1" end="1"/>
                                            </p:txEl>
                                          </p:spTgt>
                                        </p:tgtEl>
                                        <p:attrNameLst>
                                          <p:attrName>style.visibility</p:attrName>
                                        </p:attrNameLst>
                                      </p:cBhvr>
                                      <p:to>
                                        <p:strVal val="visible"/>
                                      </p:to>
                                    </p:set>
                                    <p:animEffect transition="in" filter="fade">
                                      <p:cBhvr>
                                        <p:cTn id="28" dur="500"/>
                                        <p:tgtEl>
                                          <p:spTgt spid="29">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xEl>
                                              <p:charRg st="1" end="1"/>
                                            </p:txEl>
                                          </p:spTgt>
                                        </p:tgtEl>
                                        <p:attrNameLst>
                                          <p:attrName>style.visibility</p:attrName>
                                        </p:attrNameLst>
                                      </p:cBhvr>
                                      <p:to>
                                        <p:strVal val="visible"/>
                                      </p:to>
                                    </p:set>
                                    <p:animEffect transition="in" filter="fade">
                                      <p:cBhvr>
                                        <p:cTn id="31" dur="500"/>
                                        <p:tgtEl>
                                          <p:spTgt spid="2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Heading and Content Levels">
  <p:cSld name="Heading and Content Levels">
    <p:spTree>
      <p:nvGrpSpPr>
        <p:cNvPr id="1" name="Shape 30"/>
        <p:cNvGrpSpPr/>
        <p:nvPr/>
      </p:nvGrpSpPr>
      <p:grpSpPr>
        <a:xfrm>
          <a:off x="0" y="0"/>
          <a:ext cx="0" cy="0"/>
          <a:chOff x="0" y="0"/>
          <a:chExt cx="0" cy="0"/>
        </a:xfrm>
      </p:grpSpPr>
      <p:sp>
        <p:nvSpPr>
          <p:cNvPr id="31" name="Google Shape;31;p34"/>
          <p:cNvSpPr txBox="1">
            <a:spLocks noGrp="1"/>
          </p:cNvSpPr>
          <p:nvPr>
            <p:ph type="body" idx="1"/>
          </p:nvPr>
        </p:nvSpPr>
        <p:spPr>
          <a:xfrm>
            <a:off x="493295" y="1593670"/>
            <a:ext cx="11122056" cy="474181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100000"/>
              </a:lnSpc>
              <a:spcBef>
                <a:spcPts val="500"/>
              </a:spcBef>
              <a:spcAft>
                <a:spcPts val="0"/>
              </a:spcAft>
              <a:buClr>
                <a:srgbClr val="002060"/>
              </a:buClr>
              <a:buSzPts val="2400"/>
              <a:buFont typeface="Arial"/>
              <a:buChar char="•"/>
              <a:defRPr sz="2400" b="0" i="0" u="none" strike="noStrike" cap="none">
                <a:solidFill>
                  <a:srgbClr val="002060"/>
                </a:solidFill>
                <a:latin typeface="Calibri"/>
                <a:ea typeface="Calibri"/>
                <a:cs typeface="Calibri"/>
                <a:sym typeface="Calibri"/>
              </a:defRPr>
            </a:lvl2pPr>
            <a:lvl3pPr marL="1371600" marR="0" lvl="2" indent="-355600" algn="l" rtl="0">
              <a:lnSpc>
                <a:spcPct val="100000"/>
              </a:lnSpc>
              <a:spcBef>
                <a:spcPts val="500"/>
              </a:spcBef>
              <a:spcAft>
                <a:spcPts val="0"/>
              </a:spcAft>
              <a:buClr>
                <a:srgbClr val="002060"/>
              </a:buClr>
              <a:buSzPts val="2000"/>
              <a:buFont typeface="Arial"/>
              <a:buChar char="•"/>
              <a:defRPr sz="2000" b="0" i="0" u="none" strike="noStrike" cap="none">
                <a:solidFill>
                  <a:srgbClr val="002060"/>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34"/>
          <p:cNvSpPr txBox="1">
            <a:spLocks noGrp="1"/>
          </p:cNvSpPr>
          <p:nvPr>
            <p:ph type="body" idx="2"/>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04163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animEffect transition="in" filter="fade">
                                      <p:cBhvr>
                                        <p:cTn id="7" dur="500"/>
                                        <p:tgtEl>
                                          <p:spTgt spid="3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3">
                                            <p:txEl>
                                              <p:charRg st="1" end="1"/>
                                            </p:txEl>
                                          </p:spTgt>
                                        </p:tgtEl>
                                        <p:attrNameLst>
                                          <p:attrName>style.visibility</p:attrName>
                                        </p:attrNameLst>
                                      </p:cBhvr>
                                      <p:to>
                                        <p:strVal val="visible"/>
                                      </p:to>
                                    </p:set>
                                    <p:animEffect transition="in" filter="fade">
                                      <p:cBhvr>
                                        <p:cTn id="10" dur="500"/>
                                        <p:tgtEl>
                                          <p:spTgt spid="33">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xEl>
                                              <p:charRg st="1" end="1"/>
                                            </p:txEl>
                                          </p:spTgt>
                                        </p:tgtEl>
                                        <p:attrNameLst>
                                          <p:attrName>style.visibility</p:attrName>
                                        </p:attrNameLst>
                                      </p:cBhvr>
                                      <p:to>
                                        <p:strVal val="visible"/>
                                      </p:to>
                                    </p:set>
                                    <p:animEffect transition="in" filter="fade">
                                      <p:cBhvr>
                                        <p:cTn id="13" dur="500"/>
                                        <p:tgtEl>
                                          <p:spTgt spid="33">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xEl>
                                              <p:charRg st="1" end="1"/>
                                            </p:txEl>
                                          </p:spTgt>
                                        </p:tgtEl>
                                        <p:attrNameLst>
                                          <p:attrName>style.visibility</p:attrName>
                                        </p:attrNameLst>
                                      </p:cBhvr>
                                      <p:to>
                                        <p:strVal val="visible"/>
                                      </p:to>
                                    </p:set>
                                    <p:animEffect transition="in" filter="fade">
                                      <p:cBhvr>
                                        <p:cTn id="16" dur="500"/>
                                        <p:tgtEl>
                                          <p:spTgt spid="33">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xEl>
                                              <p:charRg st="1" end="1"/>
                                            </p:txEl>
                                          </p:spTgt>
                                        </p:tgtEl>
                                        <p:attrNameLst>
                                          <p:attrName>style.visibility</p:attrName>
                                        </p:attrNameLst>
                                      </p:cBhvr>
                                      <p:to>
                                        <p:strVal val="visible"/>
                                      </p:to>
                                    </p:set>
                                    <p:animEffect transition="in" filter="fade">
                                      <p:cBhvr>
                                        <p:cTn id="19" dur="500"/>
                                        <p:tgtEl>
                                          <p:spTgt spid="33">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xEl>
                                              <p:charRg st="1" end="1"/>
                                            </p:txEl>
                                          </p:spTgt>
                                        </p:tgtEl>
                                        <p:attrNameLst>
                                          <p:attrName>style.visibility</p:attrName>
                                        </p:attrNameLst>
                                      </p:cBhvr>
                                      <p:to>
                                        <p:strVal val="visible"/>
                                      </p:to>
                                    </p:set>
                                    <p:animEffect transition="in" filter="fade">
                                      <p:cBhvr>
                                        <p:cTn id="22" dur="500"/>
                                        <p:tgtEl>
                                          <p:spTgt spid="33">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3">
                                            <p:txEl>
                                              <p:charRg st="1" end="1"/>
                                            </p:txEl>
                                          </p:spTgt>
                                        </p:tgtEl>
                                        <p:attrNameLst>
                                          <p:attrName>style.visibility</p:attrName>
                                        </p:attrNameLst>
                                      </p:cBhvr>
                                      <p:to>
                                        <p:strVal val="visible"/>
                                      </p:to>
                                    </p:set>
                                    <p:animEffect transition="in" filter="fade">
                                      <p:cBhvr>
                                        <p:cTn id="25" dur="500"/>
                                        <p:tgtEl>
                                          <p:spTgt spid="33">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3">
                                            <p:txEl>
                                              <p:charRg st="1" end="1"/>
                                            </p:txEl>
                                          </p:spTgt>
                                        </p:tgtEl>
                                        <p:attrNameLst>
                                          <p:attrName>style.visibility</p:attrName>
                                        </p:attrNameLst>
                                      </p:cBhvr>
                                      <p:to>
                                        <p:strVal val="visible"/>
                                      </p:to>
                                    </p:set>
                                    <p:animEffect transition="in" filter="fade">
                                      <p:cBhvr>
                                        <p:cTn id="28" dur="500"/>
                                        <p:tgtEl>
                                          <p:spTgt spid="33">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3">
                                            <p:txEl>
                                              <p:charRg st="1" end="1"/>
                                            </p:txEl>
                                          </p:spTgt>
                                        </p:tgtEl>
                                        <p:attrNameLst>
                                          <p:attrName>style.visibility</p:attrName>
                                        </p:attrNameLst>
                                      </p:cBhvr>
                                      <p:to>
                                        <p:strVal val="visible"/>
                                      </p:to>
                                    </p:set>
                                    <p:animEffect transition="in" filter="fade">
                                      <p:cBhvr>
                                        <p:cTn id="31" dur="500"/>
                                        <p:tgtEl>
                                          <p:spTgt spid="3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3680092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1"/>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lvl="0">
              <a:spcBef>
                <a:spcPts val="0"/>
              </a:spcBef>
              <a:buClrTx/>
              <a:buSzPts val="2800"/>
              <a:buFont typeface="Arial"/>
              <a:buChar char="•"/>
            </a:pPr>
            <a:r>
              <a:rPr lang="en-US" dirty="0"/>
              <a:t>Strangler</a:t>
            </a:r>
          </a:p>
          <a:p>
            <a:pPr lvl="0">
              <a:spcBef>
                <a:spcPts val="0"/>
              </a:spcBef>
              <a:buClrTx/>
              <a:buSzPts val="2800"/>
              <a:buFont typeface="Arial"/>
              <a:buChar char="•"/>
            </a:pPr>
            <a:r>
              <a:rPr lang="en-US" dirty="0"/>
              <a:t>Backend for Frontend (BFF)</a:t>
            </a:r>
          </a:p>
          <a:p>
            <a:pPr lvl="0">
              <a:spcBef>
                <a:spcPts val="0"/>
              </a:spcBef>
              <a:buClrTx/>
              <a:buSzPts val="2800"/>
              <a:buFont typeface="Arial"/>
              <a:buChar char="•"/>
            </a:pPr>
            <a:r>
              <a:rPr lang="en-IN" dirty="0"/>
              <a:t>Saga</a:t>
            </a:r>
          </a:p>
          <a:p>
            <a:pPr lvl="0">
              <a:spcBef>
                <a:spcPts val="0"/>
              </a:spcBef>
              <a:buClrTx/>
              <a:buSzPts val="2800"/>
              <a:buFont typeface="Arial"/>
              <a:buChar char="•"/>
            </a:pPr>
            <a:r>
              <a:rPr lang="en-IN" dirty="0"/>
              <a:t>Database per Service</a:t>
            </a:r>
          </a:p>
          <a:p>
            <a:pPr lvl="0">
              <a:spcBef>
                <a:spcPts val="0"/>
              </a:spcBef>
              <a:buClrTx/>
              <a:buSzPts val="2800"/>
              <a:buFont typeface="Arial"/>
              <a:buChar char="•"/>
            </a:pPr>
            <a:r>
              <a:rPr lang="en-IN" dirty="0"/>
              <a:t>CQRS</a:t>
            </a:r>
          </a:p>
          <a:p>
            <a:pPr lvl="0">
              <a:spcBef>
                <a:spcPts val="0"/>
              </a:spcBef>
              <a:buClrTx/>
              <a:buSzPts val="2800"/>
              <a:buFont typeface="Arial"/>
              <a:buChar char="•"/>
            </a:pPr>
            <a:r>
              <a:rPr lang="en-IN" dirty="0"/>
              <a:t>Circuit Breaker</a:t>
            </a:r>
          </a:p>
          <a:p>
            <a:pPr lvl="0">
              <a:spcBef>
                <a:spcPts val="0"/>
              </a:spcBef>
              <a:buClrTx/>
              <a:buSzPts val="2800"/>
              <a:buFont typeface="Arial"/>
              <a:buChar char="•"/>
            </a:pPr>
            <a:r>
              <a:rPr lang="en-IN" dirty="0"/>
              <a:t>Event Sourcing</a:t>
            </a:r>
          </a:p>
          <a:p>
            <a:pPr lvl="0">
              <a:spcBef>
                <a:spcPts val="0"/>
              </a:spcBef>
              <a:buClrTx/>
              <a:buSzPts val="2800"/>
              <a:buFont typeface="Arial"/>
              <a:buChar char="•"/>
            </a:pPr>
            <a:r>
              <a:rPr lang="en-IN" dirty="0"/>
              <a:t>Spring Cloud Gateway</a:t>
            </a:r>
            <a:endParaRPr dirty="0"/>
          </a:p>
        </p:txBody>
      </p:sp>
      <p:sp>
        <p:nvSpPr>
          <p:cNvPr id="115" name="Google Shape;115;p1"/>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400"/>
              <a:buFont typeface="Calibri"/>
              <a:buNone/>
            </a:pPr>
            <a:r>
              <a:rPr lang="en-US"/>
              <a:t>Agenda</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318FEB-47A2-B88E-9D3D-987AFFA029AF}"/>
              </a:ext>
            </a:extLst>
          </p:cNvPr>
          <p:cNvSpPr>
            <a:spLocks noGrp="1"/>
          </p:cNvSpPr>
          <p:nvPr>
            <p:ph sz="half" idx="10"/>
          </p:nvPr>
        </p:nvSpPr>
        <p:spPr/>
        <p:txBody>
          <a:bodyPr/>
          <a:lstStyle/>
          <a:p>
            <a:endParaRPr lang="en-US"/>
          </a:p>
        </p:txBody>
      </p:sp>
      <p:sp>
        <p:nvSpPr>
          <p:cNvPr id="4" name="Title 3">
            <a:extLst>
              <a:ext uri="{FF2B5EF4-FFF2-40B4-BE49-F238E27FC236}">
                <a16:creationId xmlns:a16="http://schemas.microsoft.com/office/drawing/2014/main" id="{9ECCCDAE-56F2-500F-77F7-63114A4366E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18318369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B5685452-858C-0B02-0580-569995D9079B}"/>
              </a:ext>
            </a:extLst>
          </p:cNvPr>
          <p:cNvSpPr/>
          <p:nvPr/>
        </p:nvSpPr>
        <p:spPr>
          <a:xfrm>
            <a:off x="7445829" y="1981200"/>
            <a:ext cx="1643742" cy="14478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Birthday Micro Service</a:t>
            </a:r>
          </a:p>
        </p:txBody>
      </p:sp>
      <p:cxnSp>
        <p:nvCxnSpPr>
          <p:cNvPr id="6" name="Straight Arrow Connector 5">
            <a:extLst>
              <a:ext uri="{FF2B5EF4-FFF2-40B4-BE49-F238E27FC236}">
                <a16:creationId xmlns:a16="http://schemas.microsoft.com/office/drawing/2014/main" id="{C409D15D-5995-81C3-3781-7169F80B5F02}"/>
              </a:ext>
            </a:extLst>
          </p:cNvPr>
          <p:cNvCxnSpPr>
            <a:cxnSpLocks/>
            <a:endCxn id="4" idx="1"/>
          </p:cNvCxnSpPr>
          <p:nvPr/>
        </p:nvCxnSpPr>
        <p:spPr>
          <a:xfrm>
            <a:off x="5268686" y="2705100"/>
            <a:ext cx="2177143"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0FFF987-1B91-C9F1-F42F-7CBA24E56F78}"/>
              </a:ext>
            </a:extLst>
          </p:cNvPr>
          <p:cNvSpPr txBox="1"/>
          <p:nvPr/>
        </p:nvSpPr>
        <p:spPr>
          <a:xfrm>
            <a:off x="5540828" y="2165865"/>
            <a:ext cx="1545772" cy="369332"/>
          </a:xfrm>
          <a:prstGeom prst="rect">
            <a:avLst/>
          </a:prstGeom>
          <a:noFill/>
        </p:spPr>
        <p:txBody>
          <a:bodyPr wrap="square" rtlCol="0">
            <a:spAutoFit/>
          </a:bodyPr>
          <a:lstStyle/>
          <a:p>
            <a:r>
              <a:rPr lang="en-US" dirty="0">
                <a:solidFill>
                  <a:srgbClr val="FFFF00"/>
                </a:solidFill>
              </a:rPr>
              <a:t>REST API call</a:t>
            </a:r>
          </a:p>
        </p:txBody>
      </p:sp>
      <p:sp>
        <p:nvSpPr>
          <p:cNvPr id="9" name="Rounded Rectangle 8">
            <a:extLst>
              <a:ext uri="{FF2B5EF4-FFF2-40B4-BE49-F238E27FC236}">
                <a16:creationId xmlns:a16="http://schemas.microsoft.com/office/drawing/2014/main" id="{5FB551F6-2415-0740-B903-D38D6F504E3B}"/>
              </a:ext>
            </a:extLst>
          </p:cNvPr>
          <p:cNvSpPr/>
          <p:nvPr/>
        </p:nvSpPr>
        <p:spPr>
          <a:xfrm>
            <a:off x="7424058" y="3722914"/>
            <a:ext cx="1643742" cy="14478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Birthday Micro Service</a:t>
            </a:r>
          </a:p>
        </p:txBody>
      </p:sp>
      <p:cxnSp>
        <p:nvCxnSpPr>
          <p:cNvPr id="10" name="Straight Arrow Connector 9">
            <a:extLst>
              <a:ext uri="{FF2B5EF4-FFF2-40B4-BE49-F238E27FC236}">
                <a16:creationId xmlns:a16="http://schemas.microsoft.com/office/drawing/2014/main" id="{75EF5A4C-F546-74D2-6886-6ED488B4A587}"/>
              </a:ext>
            </a:extLst>
          </p:cNvPr>
          <p:cNvCxnSpPr>
            <a:cxnSpLocks/>
            <a:endCxn id="9" idx="1"/>
          </p:cNvCxnSpPr>
          <p:nvPr/>
        </p:nvCxnSpPr>
        <p:spPr>
          <a:xfrm>
            <a:off x="5246915" y="4446814"/>
            <a:ext cx="2177143"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D6EC546-08B7-BE88-FED5-B1981B3C907E}"/>
              </a:ext>
            </a:extLst>
          </p:cNvPr>
          <p:cNvSpPr txBox="1"/>
          <p:nvPr/>
        </p:nvSpPr>
        <p:spPr>
          <a:xfrm>
            <a:off x="5519057" y="3907579"/>
            <a:ext cx="1545772" cy="369332"/>
          </a:xfrm>
          <a:prstGeom prst="rect">
            <a:avLst/>
          </a:prstGeom>
          <a:noFill/>
        </p:spPr>
        <p:txBody>
          <a:bodyPr wrap="square" rtlCol="0">
            <a:spAutoFit/>
          </a:bodyPr>
          <a:lstStyle/>
          <a:p>
            <a:r>
              <a:rPr lang="en-US" dirty="0" err="1">
                <a:solidFill>
                  <a:srgbClr val="FFFF00"/>
                </a:solidFill>
              </a:rPr>
              <a:t>gRPC</a:t>
            </a:r>
            <a:r>
              <a:rPr lang="en-US" dirty="0">
                <a:solidFill>
                  <a:srgbClr val="FFFF00"/>
                </a:solidFill>
              </a:rPr>
              <a:t> call</a:t>
            </a:r>
          </a:p>
        </p:txBody>
      </p:sp>
      <p:sp>
        <p:nvSpPr>
          <p:cNvPr id="12" name="Rounded Rectangle 11">
            <a:extLst>
              <a:ext uri="{FF2B5EF4-FFF2-40B4-BE49-F238E27FC236}">
                <a16:creationId xmlns:a16="http://schemas.microsoft.com/office/drawing/2014/main" id="{A452FF77-F0D8-38A0-A3E8-B0ECB8D14DFA}"/>
              </a:ext>
            </a:extLst>
          </p:cNvPr>
          <p:cNvSpPr/>
          <p:nvPr/>
        </p:nvSpPr>
        <p:spPr>
          <a:xfrm>
            <a:off x="3516086" y="3722522"/>
            <a:ext cx="1643742" cy="14478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m1 Micro Service</a:t>
            </a:r>
          </a:p>
        </p:txBody>
      </p:sp>
      <p:sp>
        <p:nvSpPr>
          <p:cNvPr id="13" name="Oval 12">
            <a:extLst>
              <a:ext uri="{FF2B5EF4-FFF2-40B4-BE49-F238E27FC236}">
                <a16:creationId xmlns:a16="http://schemas.microsoft.com/office/drawing/2014/main" id="{F2C3A9CB-A085-78AA-72D1-5DD46077F9EC}"/>
              </a:ext>
            </a:extLst>
          </p:cNvPr>
          <p:cNvSpPr/>
          <p:nvPr/>
        </p:nvSpPr>
        <p:spPr>
          <a:xfrm>
            <a:off x="4974771" y="4169229"/>
            <a:ext cx="402772" cy="435428"/>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9592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FB06F-AAC8-9D66-4C6C-C2B2132DA43C}"/>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F6494C5-9289-B86F-41C6-341496D706DE}"/>
              </a:ext>
            </a:extLst>
          </p:cNvPr>
          <p:cNvSpPr/>
          <p:nvPr/>
        </p:nvSpPr>
        <p:spPr>
          <a:xfrm>
            <a:off x="1295400" y="2166258"/>
            <a:ext cx="1643742" cy="14478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ProductDesignerServiceImpl</a:t>
            </a:r>
            <a:endParaRPr lang="en-US" dirty="0"/>
          </a:p>
        </p:txBody>
      </p:sp>
      <p:sp>
        <p:nvSpPr>
          <p:cNvPr id="9" name="Rounded Rectangle 8">
            <a:extLst>
              <a:ext uri="{FF2B5EF4-FFF2-40B4-BE49-F238E27FC236}">
                <a16:creationId xmlns:a16="http://schemas.microsoft.com/office/drawing/2014/main" id="{3EEEBF06-0A25-6AF6-352C-BD11BECD419B}"/>
              </a:ext>
            </a:extLst>
          </p:cNvPr>
          <p:cNvSpPr/>
          <p:nvPr/>
        </p:nvSpPr>
        <p:spPr>
          <a:xfrm>
            <a:off x="8033658" y="2383971"/>
            <a:ext cx="1643742" cy="144780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Kafka Consumer</a:t>
            </a:r>
          </a:p>
        </p:txBody>
      </p:sp>
      <p:sp>
        <p:nvSpPr>
          <p:cNvPr id="2" name="Oval 1">
            <a:extLst>
              <a:ext uri="{FF2B5EF4-FFF2-40B4-BE49-F238E27FC236}">
                <a16:creationId xmlns:a16="http://schemas.microsoft.com/office/drawing/2014/main" id="{DA1CC12C-63A0-41F2-ED22-0A2239CC614B}"/>
              </a:ext>
            </a:extLst>
          </p:cNvPr>
          <p:cNvSpPr/>
          <p:nvPr/>
        </p:nvSpPr>
        <p:spPr>
          <a:xfrm>
            <a:off x="2525484" y="2792186"/>
            <a:ext cx="1001487" cy="8218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Producer</a:t>
            </a:r>
          </a:p>
        </p:txBody>
      </p:sp>
      <p:sp>
        <p:nvSpPr>
          <p:cNvPr id="3" name="Can 2">
            <a:extLst>
              <a:ext uri="{FF2B5EF4-FFF2-40B4-BE49-F238E27FC236}">
                <a16:creationId xmlns:a16="http://schemas.microsoft.com/office/drawing/2014/main" id="{12DFF061-A6F3-375C-DB85-AB6174953F0D}"/>
              </a:ext>
            </a:extLst>
          </p:cNvPr>
          <p:cNvSpPr/>
          <p:nvPr/>
        </p:nvSpPr>
        <p:spPr>
          <a:xfrm>
            <a:off x="4953000" y="707571"/>
            <a:ext cx="1143000" cy="1230086"/>
          </a:xfrm>
          <a:prstGeom prst="ca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C77E964-A7F5-319D-DE03-4D077DD6DD3A}"/>
              </a:ext>
            </a:extLst>
          </p:cNvPr>
          <p:cNvCxnSpPr>
            <a:endCxn id="3" idx="2"/>
          </p:cNvCxnSpPr>
          <p:nvPr/>
        </p:nvCxnSpPr>
        <p:spPr>
          <a:xfrm flipV="1">
            <a:off x="3026227" y="1322614"/>
            <a:ext cx="1926773" cy="1061357"/>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817F840-9BCF-7F98-95F9-445B5F19B608}"/>
              </a:ext>
            </a:extLst>
          </p:cNvPr>
          <p:cNvCxnSpPr>
            <a:cxnSpLocks/>
            <a:stCxn id="2" idx="6"/>
          </p:cNvCxnSpPr>
          <p:nvPr/>
        </p:nvCxnSpPr>
        <p:spPr>
          <a:xfrm flipV="1">
            <a:off x="3526971" y="3107871"/>
            <a:ext cx="1997529" cy="95251"/>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99294E5-D5E3-E19E-8EF0-8D0E51ABE38F}"/>
              </a:ext>
            </a:extLst>
          </p:cNvPr>
          <p:cNvSpPr/>
          <p:nvPr/>
        </p:nvSpPr>
        <p:spPr>
          <a:xfrm>
            <a:off x="5524500" y="2503714"/>
            <a:ext cx="887186" cy="14695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topic</a:t>
            </a:r>
          </a:p>
        </p:txBody>
      </p:sp>
      <p:cxnSp>
        <p:nvCxnSpPr>
          <p:cNvPr id="18" name="Straight Arrow Connector 17">
            <a:extLst>
              <a:ext uri="{FF2B5EF4-FFF2-40B4-BE49-F238E27FC236}">
                <a16:creationId xmlns:a16="http://schemas.microsoft.com/office/drawing/2014/main" id="{E7842593-87F2-2435-3D7C-6F2A789918BB}"/>
              </a:ext>
            </a:extLst>
          </p:cNvPr>
          <p:cNvCxnSpPr>
            <a:cxnSpLocks/>
            <a:stCxn id="9" idx="1"/>
            <a:endCxn id="17" idx="3"/>
          </p:cNvCxnSpPr>
          <p:nvPr/>
        </p:nvCxnSpPr>
        <p:spPr>
          <a:xfrm flipH="1">
            <a:off x="6411686" y="3107871"/>
            <a:ext cx="1621972" cy="130629"/>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393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6" y="1272484"/>
            <a:ext cx="8229686" cy="4877624"/>
          </a:xfrm>
        </p:spPr>
        <p:txBody>
          <a:bodyPr>
            <a:normAutofit/>
          </a:bodyPr>
          <a:lstStyle/>
          <a:p>
            <a:pPr algn="just">
              <a:lnSpc>
                <a:spcPct val="100000"/>
              </a:lnSpc>
            </a:pPr>
            <a:r>
              <a:rPr lang="en-US" sz="2400" dirty="0">
                <a:solidFill>
                  <a:schemeClr val="bg1"/>
                </a:solidFill>
              </a:rPr>
              <a:t>This pattern is used to decompose an existing, monolithic application. Since applying all the above design patterns to them will be difficult because breaking them into smaller pieces at the same time it's being used live is a big task.</a:t>
            </a:r>
          </a:p>
          <a:p>
            <a:pPr algn="just">
              <a:lnSpc>
                <a:spcPct val="100000"/>
              </a:lnSpc>
            </a:pPr>
            <a:r>
              <a:rPr lang="en-US" sz="2400" dirty="0">
                <a:solidFill>
                  <a:schemeClr val="bg1"/>
                </a:solidFill>
              </a:rPr>
              <a:t>The Strangler pattern creates two separate applications that live side by side in the same URI space. Over time, the newly refactored application “strangles” or replaces the existing monolithic application.</a:t>
            </a:r>
          </a:p>
        </p:txBody>
      </p:sp>
      <p:sp>
        <p:nvSpPr>
          <p:cNvPr id="4" name="Content Placeholder 3"/>
          <p:cNvSpPr>
            <a:spLocks noGrp="1"/>
          </p:cNvSpPr>
          <p:nvPr>
            <p:ph sz="half" idx="10"/>
          </p:nvPr>
        </p:nvSpPr>
        <p:spPr/>
        <p:txBody>
          <a:bodyPr/>
          <a:lstStyle/>
          <a:p>
            <a:r>
              <a:rPr lang="en-IN" dirty="0">
                <a:solidFill>
                  <a:schemeClr val="bg1"/>
                </a:solidFill>
              </a:rPr>
              <a:t>Strangler Pattern</a:t>
            </a:r>
          </a:p>
        </p:txBody>
      </p:sp>
      <p:grpSp>
        <p:nvGrpSpPr>
          <p:cNvPr id="5" name="Group 4">
            <a:extLst>
              <a:ext uri="{FF2B5EF4-FFF2-40B4-BE49-F238E27FC236}">
                <a16:creationId xmlns:a16="http://schemas.microsoft.com/office/drawing/2014/main" id="{E3626EB6-0E00-C29C-574C-22A6D7CF43C4}"/>
              </a:ext>
            </a:extLst>
          </p:cNvPr>
          <p:cNvGrpSpPr/>
          <p:nvPr/>
        </p:nvGrpSpPr>
        <p:grpSpPr>
          <a:xfrm>
            <a:off x="9332521" y="1260726"/>
            <a:ext cx="2493945" cy="4889382"/>
            <a:chOff x="9615393" y="1488467"/>
            <a:chExt cx="2493945" cy="4889382"/>
          </a:xfrm>
        </p:grpSpPr>
        <p:pic>
          <p:nvPicPr>
            <p:cNvPr id="8" name="Picture 7">
              <a:extLst>
                <a:ext uri="{FF2B5EF4-FFF2-40B4-BE49-F238E27FC236}">
                  <a16:creationId xmlns:a16="http://schemas.microsoft.com/office/drawing/2014/main" id="{BEAF76E1-C72B-4B44-8DCF-2770CA5A19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5393" y="1488467"/>
              <a:ext cx="2493945" cy="4505932"/>
            </a:xfrm>
            <a:prstGeom prst="rect">
              <a:avLst/>
            </a:prstGeom>
          </p:spPr>
        </p:pic>
        <p:sp>
          <p:nvSpPr>
            <p:cNvPr id="2" name="TextBox 1">
              <a:extLst>
                <a:ext uri="{FF2B5EF4-FFF2-40B4-BE49-F238E27FC236}">
                  <a16:creationId xmlns:a16="http://schemas.microsoft.com/office/drawing/2014/main" id="{A34B5A48-060F-040B-08EA-35E0AAF12128}"/>
                </a:ext>
              </a:extLst>
            </p:cNvPr>
            <p:cNvSpPr txBox="1"/>
            <p:nvPr/>
          </p:nvSpPr>
          <p:spPr>
            <a:xfrm>
              <a:off x="10197471" y="6008517"/>
              <a:ext cx="1329788" cy="369332"/>
            </a:xfrm>
            <a:prstGeom prst="rect">
              <a:avLst/>
            </a:prstGeom>
            <a:noFill/>
          </p:spPr>
          <p:txBody>
            <a:bodyPr wrap="none" rtlCol="0">
              <a:spAutoFit/>
            </a:bodyPr>
            <a:lstStyle/>
            <a:p>
              <a:r>
                <a:rPr lang="en-US" b="0" i="0" dirty="0">
                  <a:solidFill>
                    <a:srgbClr val="111111"/>
                  </a:solidFill>
                  <a:effectLst/>
                  <a:highlight>
                    <a:srgbClr val="FFFFFF"/>
                  </a:highlight>
                  <a:latin typeface="-apple-system"/>
                </a:rPr>
                <a:t>Banyan Tree</a:t>
              </a: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5C8656-6482-4452-8E17-309087F8237A}"/>
              </a:ext>
            </a:extLst>
          </p:cNvPr>
          <p:cNvSpPr>
            <a:spLocks noGrp="1"/>
          </p:cNvSpPr>
          <p:nvPr>
            <p:ph sz="half" idx="10"/>
          </p:nvPr>
        </p:nvSpPr>
        <p:spPr/>
        <p:txBody>
          <a:bodyPr/>
          <a:lstStyle/>
          <a:p>
            <a:r>
              <a:rPr lang="en-IN" dirty="0"/>
              <a:t>Strangler Pattern</a:t>
            </a:r>
          </a:p>
        </p:txBody>
      </p:sp>
      <p:grpSp>
        <p:nvGrpSpPr>
          <p:cNvPr id="48" name="Group 47">
            <a:extLst>
              <a:ext uri="{FF2B5EF4-FFF2-40B4-BE49-F238E27FC236}">
                <a16:creationId xmlns:a16="http://schemas.microsoft.com/office/drawing/2014/main" id="{B7FFB1FB-1AD5-4E58-98D4-AE4854A33D2C}"/>
              </a:ext>
            </a:extLst>
          </p:cNvPr>
          <p:cNvGrpSpPr/>
          <p:nvPr/>
        </p:nvGrpSpPr>
        <p:grpSpPr>
          <a:xfrm>
            <a:off x="2143652" y="4703459"/>
            <a:ext cx="5641167" cy="1518081"/>
            <a:chOff x="1580226" y="4894732"/>
            <a:chExt cx="5641167" cy="1518081"/>
          </a:xfrm>
        </p:grpSpPr>
        <p:sp>
          <p:nvSpPr>
            <p:cNvPr id="6" name="Rectangle 5">
              <a:extLst>
                <a:ext uri="{FF2B5EF4-FFF2-40B4-BE49-F238E27FC236}">
                  <a16:creationId xmlns:a16="http://schemas.microsoft.com/office/drawing/2014/main" id="{FF19AC8C-02AA-4ECA-8FE6-71DECC1EBAEA}"/>
                </a:ext>
              </a:extLst>
            </p:cNvPr>
            <p:cNvSpPr/>
            <p:nvPr/>
          </p:nvSpPr>
          <p:spPr>
            <a:xfrm>
              <a:off x="1580226" y="4894732"/>
              <a:ext cx="870012" cy="1518081"/>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7" name="Rectangle 6">
              <a:extLst>
                <a:ext uri="{FF2B5EF4-FFF2-40B4-BE49-F238E27FC236}">
                  <a16:creationId xmlns:a16="http://schemas.microsoft.com/office/drawing/2014/main" id="{85D10F09-4142-4E8A-8F9B-7176F8C8ABC7}"/>
                </a:ext>
              </a:extLst>
            </p:cNvPr>
            <p:cNvSpPr/>
            <p:nvPr/>
          </p:nvSpPr>
          <p:spPr>
            <a:xfrm>
              <a:off x="2762436" y="4894732"/>
              <a:ext cx="870012" cy="11629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8" name="Rectangle 7">
              <a:extLst>
                <a:ext uri="{FF2B5EF4-FFF2-40B4-BE49-F238E27FC236}">
                  <a16:creationId xmlns:a16="http://schemas.microsoft.com/office/drawing/2014/main" id="{E948F437-BBD9-4A15-A06F-92943F9502C9}"/>
                </a:ext>
              </a:extLst>
            </p:cNvPr>
            <p:cNvSpPr/>
            <p:nvPr/>
          </p:nvSpPr>
          <p:spPr>
            <a:xfrm>
              <a:off x="4047970" y="4894732"/>
              <a:ext cx="870012" cy="81674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10" name="Rectangle 9">
              <a:extLst>
                <a:ext uri="{FF2B5EF4-FFF2-40B4-BE49-F238E27FC236}">
                  <a16:creationId xmlns:a16="http://schemas.microsoft.com/office/drawing/2014/main" id="{9C508677-68C4-4232-A323-21091EE69801}"/>
                </a:ext>
              </a:extLst>
            </p:cNvPr>
            <p:cNvSpPr/>
            <p:nvPr/>
          </p:nvSpPr>
          <p:spPr>
            <a:xfrm>
              <a:off x="6181584" y="4894733"/>
              <a:ext cx="1039809" cy="634497"/>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34" name="Rectangle 33">
              <a:extLst>
                <a:ext uri="{FF2B5EF4-FFF2-40B4-BE49-F238E27FC236}">
                  <a16:creationId xmlns:a16="http://schemas.microsoft.com/office/drawing/2014/main" id="{5B9BF1E9-A4F4-4AE6-9D55-AFF539832510}"/>
                </a:ext>
              </a:extLst>
            </p:cNvPr>
            <p:cNvSpPr/>
            <p:nvPr/>
          </p:nvSpPr>
          <p:spPr>
            <a:xfrm>
              <a:off x="5114777" y="4894732"/>
              <a:ext cx="870012" cy="3906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10000"/>
                      <a:lumOff val="90000"/>
                    </a:schemeClr>
                  </a:solidFill>
                </a:rPr>
                <a:t>……</a:t>
              </a:r>
            </a:p>
          </p:txBody>
        </p:sp>
      </p:grpSp>
      <p:sp>
        <p:nvSpPr>
          <p:cNvPr id="36" name="Arrow: Right 35">
            <a:extLst>
              <a:ext uri="{FF2B5EF4-FFF2-40B4-BE49-F238E27FC236}">
                <a16:creationId xmlns:a16="http://schemas.microsoft.com/office/drawing/2014/main" id="{2A9980A4-BC86-4A17-84A2-20BE555BD22B}"/>
              </a:ext>
            </a:extLst>
          </p:cNvPr>
          <p:cNvSpPr/>
          <p:nvPr/>
        </p:nvSpPr>
        <p:spPr>
          <a:xfrm>
            <a:off x="2143652" y="4191837"/>
            <a:ext cx="7590407" cy="495584"/>
          </a:xfrm>
          <a:prstGeom prst="rightArrow">
            <a:avLst/>
          </a:prstGeom>
          <a:solidFill>
            <a:schemeClr val="bg1">
              <a:lumMod val="8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2">
                    <a:lumMod val="25000"/>
                  </a:schemeClr>
                </a:solidFill>
              </a:rPr>
              <a:t>        Time</a:t>
            </a:r>
          </a:p>
        </p:txBody>
      </p:sp>
      <p:grpSp>
        <p:nvGrpSpPr>
          <p:cNvPr id="47" name="Group 46">
            <a:extLst>
              <a:ext uri="{FF2B5EF4-FFF2-40B4-BE49-F238E27FC236}">
                <a16:creationId xmlns:a16="http://schemas.microsoft.com/office/drawing/2014/main" id="{312D17B3-D30E-435D-B557-E1311BB689B8}"/>
              </a:ext>
            </a:extLst>
          </p:cNvPr>
          <p:cNvGrpSpPr/>
          <p:nvPr/>
        </p:nvGrpSpPr>
        <p:grpSpPr>
          <a:xfrm>
            <a:off x="5706075" y="5908423"/>
            <a:ext cx="3355056" cy="313117"/>
            <a:chOff x="5185613" y="6215054"/>
            <a:chExt cx="3355056" cy="313117"/>
          </a:xfrm>
        </p:grpSpPr>
        <p:sp>
          <p:nvSpPr>
            <p:cNvPr id="38" name="Oval 37">
              <a:extLst>
                <a:ext uri="{FF2B5EF4-FFF2-40B4-BE49-F238E27FC236}">
                  <a16:creationId xmlns:a16="http://schemas.microsoft.com/office/drawing/2014/main" id="{3E8F51A7-5042-4B1C-9BBE-6CD531ABAD28}"/>
                </a:ext>
              </a:extLst>
            </p:cNvPr>
            <p:cNvSpPr/>
            <p:nvPr/>
          </p:nvSpPr>
          <p:spPr>
            <a:xfrm>
              <a:off x="5185613" y="6283613"/>
              <a:ext cx="185192" cy="183271"/>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517FB80-9E5C-4C34-9541-CAD49E977DEA}"/>
                </a:ext>
              </a:extLst>
            </p:cNvPr>
            <p:cNvSpPr txBox="1"/>
            <p:nvPr/>
          </p:nvSpPr>
          <p:spPr>
            <a:xfrm>
              <a:off x="5370436" y="6215054"/>
              <a:ext cx="1537600" cy="307777"/>
            </a:xfrm>
            <a:prstGeom prst="rect">
              <a:avLst/>
            </a:prstGeom>
            <a:noFill/>
          </p:spPr>
          <p:txBody>
            <a:bodyPr wrap="none" rtlCol="0">
              <a:spAutoFit/>
            </a:bodyPr>
            <a:lstStyle/>
            <a:p>
              <a:r>
                <a:rPr lang="en-US" sz="1400" dirty="0">
                  <a:solidFill>
                    <a:schemeClr val="tx2">
                      <a:lumMod val="10000"/>
                      <a:lumOff val="90000"/>
                    </a:schemeClr>
                  </a:solidFill>
                </a:rPr>
                <a:t>Existing Features</a:t>
              </a:r>
            </a:p>
          </p:txBody>
        </p:sp>
        <p:sp>
          <p:nvSpPr>
            <p:cNvPr id="39" name="Oval 38">
              <a:extLst>
                <a:ext uri="{FF2B5EF4-FFF2-40B4-BE49-F238E27FC236}">
                  <a16:creationId xmlns:a16="http://schemas.microsoft.com/office/drawing/2014/main" id="{DBBD7DDC-9694-4617-9DFD-483FA7F33177}"/>
                </a:ext>
              </a:extLst>
            </p:cNvPr>
            <p:cNvSpPr/>
            <p:nvPr/>
          </p:nvSpPr>
          <p:spPr>
            <a:xfrm>
              <a:off x="7051597" y="6282648"/>
              <a:ext cx="185192" cy="18327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438E64B1-89B2-47C3-9961-5D98FFE38602}"/>
                </a:ext>
              </a:extLst>
            </p:cNvPr>
            <p:cNvSpPr txBox="1"/>
            <p:nvPr/>
          </p:nvSpPr>
          <p:spPr>
            <a:xfrm>
              <a:off x="7264358" y="6220394"/>
              <a:ext cx="1276311" cy="307777"/>
            </a:xfrm>
            <a:prstGeom prst="rect">
              <a:avLst/>
            </a:prstGeom>
            <a:noFill/>
          </p:spPr>
          <p:txBody>
            <a:bodyPr wrap="none" rtlCol="0">
              <a:spAutoFit/>
            </a:bodyPr>
            <a:lstStyle/>
            <a:p>
              <a:r>
                <a:rPr lang="en-US" sz="1400" dirty="0">
                  <a:solidFill>
                    <a:schemeClr val="tx2">
                      <a:lumMod val="10000"/>
                      <a:lumOff val="90000"/>
                    </a:schemeClr>
                  </a:solidFill>
                </a:rPr>
                <a:t>New Features</a:t>
              </a:r>
            </a:p>
          </p:txBody>
        </p:sp>
      </p:grpSp>
      <p:grpSp>
        <p:nvGrpSpPr>
          <p:cNvPr id="49" name="Group 48">
            <a:extLst>
              <a:ext uri="{FF2B5EF4-FFF2-40B4-BE49-F238E27FC236}">
                <a16:creationId xmlns:a16="http://schemas.microsoft.com/office/drawing/2014/main" id="{285E20C9-D579-4D11-91FB-48D5466811A5}"/>
              </a:ext>
            </a:extLst>
          </p:cNvPr>
          <p:cNvGrpSpPr/>
          <p:nvPr/>
        </p:nvGrpSpPr>
        <p:grpSpPr>
          <a:xfrm>
            <a:off x="3172971" y="1229712"/>
            <a:ext cx="6063599" cy="3032293"/>
            <a:chOff x="2592128" y="1596715"/>
            <a:chExt cx="6063599" cy="3032293"/>
          </a:xfrm>
        </p:grpSpPr>
        <p:sp>
          <p:nvSpPr>
            <p:cNvPr id="11" name="Rectangle 10">
              <a:extLst>
                <a:ext uri="{FF2B5EF4-FFF2-40B4-BE49-F238E27FC236}">
                  <a16:creationId xmlns:a16="http://schemas.microsoft.com/office/drawing/2014/main" id="{3A607677-997F-4E7E-896F-FC14B6443724}"/>
                </a:ext>
              </a:extLst>
            </p:cNvPr>
            <p:cNvSpPr/>
            <p:nvPr/>
          </p:nvSpPr>
          <p:spPr>
            <a:xfrm>
              <a:off x="2762436"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2" name="Rectangle 11">
              <a:extLst>
                <a:ext uri="{FF2B5EF4-FFF2-40B4-BE49-F238E27FC236}">
                  <a16:creationId xmlns:a16="http://schemas.microsoft.com/office/drawing/2014/main" id="{E47A41BF-5D00-41F5-B78A-C1FAE53F3B99}"/>
                </a:ext>
              </a:extLst>
            </p:cNvPr>
            <p:cNvSpPr/>
            <p:nvPr/>
          </p:nvSpPr>
          <p:spPr>
            <a:xfrm>
              <a:off x="2762436" y="3708642"/>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8" name="Rectangle 17">
              <a:extLst>
                <a:ext uri="{FF2B5EF4-FFF2-40B4-BE49-F238E27FC236}">
                  <a16:creationId xmlns:a16="http://schemas.microsoft.com/office/drawing/2014/main" id="{B10D09D6-A0E0-4251-B837-C22C18711FC7}"/>
                </a:ext>
              </a:extLst>
            </p:cNvPr>
            <p:cNvSpPr/>
            <p:nvPr/>
          </p:nvSpPr>
          <p:spPr>
            <a:xfrm>
              <a:off x="4047970"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9" name="Rectangle 18">
              <a:extLst>
                <a:ext uri="{FF2B5EF4-FFF2-40B4-BE49-F238E27FC236}">
                  <a16:creationId xmlns:a16="http://schemas.microsoft.com/office/drawing/2014/main" id="{42BAF883-268C-4FE3-926C-CBD386733687}"/>
                </a:ext>
              </a:extLst>
            </p:cNvPr>
            <p:cNvSpPr/>
            <p:nvPr/>
          </p:nvSpPr>
          <p:spPr>
            <a:xfrm>
              <a:off x="4047970"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0" name="Rectangle 19">
              <a:extLst>
                <a:ext uri="{FF2B5EF4-FFF2-40B4-BE49-F238E27FC236}">
                  <a16:creationId xmlns:a16="http://schemas.microsoft.com/office/drawing/2014/main" id="{3EFA0E0F-EAFA-4E8B-AA84-F9D39D98F804}"/>
                </a:ext>
              </a:extLst>
            </p:cNvPr>
            <p:cNvSpPr/>
            <p:nvPr/>
          </p:nvSpPr>
          <p:spPr>
            <a:xfrm>
              <a:off x="6154704"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1" name="Rectangle 20">
              <a:extLst>
                <a:ext uri="{FF2B5EF4-FFF2-40B4-BE49-F238E27FC236}">
                  <a16:creationId xmlns:a16="http://schemas.microsoft.com/office/drawing/2014/main" id="{F7A13538-4FE0-4371-9A6B-742C2FAF169C}"/>
                </a:ext>
              </a:extLst>
            </p:cNvPr>
            <p:cNvSpPr/>
            <p:nvPr/>
          </p:nvSpPr>
          <p:spPr>
            <a:xfrm>
              <a:off x="6154704"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2" name="Rectangle 21">
              <a:extLst>
                <a:ext uri="{FF2B5EF4-FFF2-40B4-BE49-F238E27FC236}">
                  <a16:creationId xmlns:a16="http://schemas.microsoft.com/office/drawing/2014/main" id="{9DB5159C-528F-4A6D-A7A4-E63C60D21FFA}"/>
                </a:ext>
              </a:extLst>
            </p:cNvPr>
            <p:cNvSpPr/>
            <p:nvPr/>
          </p:nvSpPr>
          <p:spPr>
            <a:xfrm>
              <a:off x="7591639"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3" name="Rectangle 22">
              <a:extLst>
                <a:ext uri="{FF2B5EF4-FFF2-40B4-BE49-F238E27FC236}">
                  <a16:creationId xmlns:a16="http://schemas.microsoft.com/office/drawing/2014/main" id="{5E52FB2D-99F9-4444-A3BA-0E82C7069FC9}"/>
                </a:ext>
              </a:extLst>
            </p:cNvPr>
            <p:cNvSpPr/>
            <p:nvPr/>
          </p:nvSpPr>
          <p:spPr>
            <a:xfrm>
              <a:off x="7591639"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4" name="Rectangle 23">
              <a:extLst>
                <a:ext uri="{FF2B5EF4-FFF2-40B4-BE49-F238E27FC236}">
                  <a16:creationId xmlns:a16="http://schemas.microsoft.com/office/drawing/2014/main" id="{3C50A693-6BAE-4C52-BEA0-1AA29BCB724A}"/>
                </a:ext>
              </a:extLst>
            </p:cNvPr>
            <p:cNvSpPr/>
            <p:nvPr/>
          </p:nvSpPr>
          <p:spPr>
            <a:xfrm>
              <a:off x="4047970" y="3298790"/>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6" name="Rectangle 25">
              <a:extLst>
                <a:ext uri="{FF2B5EF4-FFF2-40B4-BE49-F238E27FC236}">
                  <a16:creationId xmlns:a16="http://schemas.microsoft.com/office/drawing/2014/main" id="{7FD39A4D-C52C-4779-B739-17309B6A0CE6}"/>
                </a:ext>
              </a:extLst>
            </p:cNvPr>
            <p:cNvSpPr/>
            <p:nvPr/>
          </p:nvSpPr>
          <p:spPr>
            <a:xfrm>
              <a:off x="6154704" y="329879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7" name="Rectangle 26">
              <a:extLst>
                <a:ext uri="{FF2B5EF4-FFF2-40B4-BE49-F238E27FC236}">
                  <a16:creationId xmlns:a16="http://schemas.microsoft.com/office/drawing/2014/main" id="{9B624CC3-30EC-4D8F-B5BC-5274AA68BC99}"/>
                </a:ext>
              </a:extLst>
            </p:cNvPr>
            <p:cNvSpPr/>
            <p:nvPr/>
          </p:nvSpPr>
          <p:spPr>
            <a:xfrm>
              <a:off x="6154704" y="2888940"/>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8" name="Rectangle 27">
              <a:extLst>
                <a:ext uri="{FF2B5EF4-FFF2-40B4-BE49-F238E27FC236}">
                  <a16:creationId xmlns:a16="http://schemas.microsoft.com/office/drawing/2014/main" id="{E497FDFF-2A11-41B4-B0B8-4C0A6FF74F42}"/>
                </a:ext>
              </a:extLst>
            </p:cNvPr>
            <p:cNvSpPr/>
            <p:nvPr/>
          </p:nvSpPr>
          <p:spPr>
            <a:xfrm>
              <a:off x="7591639" y="329879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9" name="Rectangle 28">
              <a:extLst>
                <a:ext uri="{FF2B5EF4-FFF2-40B4-BE49-F238E27FC236}">
                  <a16:creationId xmlns:a16="http://schemas.microsoft.com/office/drawing/2014/main" id="{8E038B48-62C1-42DF-9CB7-EA2FB121D4CF}"/>
                </a:ext>
              </a:extLst>
            </p:cNvPr>
            <p:cNvSpPr/>
            <p:nvPr/>
          </p:nvSpPr>
          <p:spPr>
            <a:xfrm>
              <a:off x="7591639" y="288894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0" name="Rectangle 29">
              <a:extLst>
                <a:ext uri="{FF2B5EF4-FFF2-40B4-BE49-F238E27FC236}">
                  <a16:creationId xmlns:a16="http://schemas.microsoft.com/office/drawing/2014/main" id="{19C2B45F-6B54-4AD2-B205-81076D4D17E7}"/>
                </a:ext>
              </a:extLst>
            </p:cNvPr>
            <p:cNvSpPr/>
            <p:nvPr/>
          </p:nvSpPr>
          <p:spPr>
            <a:xfrm>
              <a:off x="7591639" y="2477879"/>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1" name="Rectangle 30">
              <a:extLst>
                <a:ext uri="{FF2B5EF4-FFF2-40B4-BE49-F238E27FC236}">
                  <a16:creationId xmlns:a16="http://schemas.microsoft.com/office/drawing/2014/main" id="{11AC5FE4-4F3F-4A6F-8250-9D02450F3409}"/>
                </a:ext>
              </a:extLst>
            </p:cNvPr>
            <p:cNvSpPr/>
            <p:nvPr/>
          </p:nvSpPr>
          <p:spPr>
            <a:xfrm>
              <a:off x="7591639" y="2076911"/>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2" name="Rectangle 31">
              <a:extLst>
                <a:ext uri="{FF2B5EF4-FFF2-40B4-BE49-F238E27FC236}">
                  <a16:creationId xmlns:a16="http://schemas.microsoft.com/office/drawing/2014/main" id="{CFF73446-A40B-4B93-9A40-107470224854}"/>
                </a:ext>
              </a:extLst>
            </p:cNvPr>
            <p:cNvSpPr/>
            <p:nvPr/>
          </p:nvSpPr>
          <p:spPr>
            <a:xfrm>
              <a:off x="6154704" y="2480933"/>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3" name="Rectangle 32">
              <a:extLst>
                <a:ext uri="{FF2B5EF4-FFF2-40B4-BE49-F238E27FC236}">
                  <a16:creationId xmlns:a16="http://schemas.microsoft.com/office/drawing/2014/main" id="{7F010409-9AB2-4477-89C7-DAEFBB0EF987}"/>
                </a:ext>
              </a:extLst>
            </p:cNvPr>
            <p:cNvSpPr/>
            <p:nvPr/>
          </p:nvSpPr>
          <p:spPr>
            <a:xfrm>
              <a:off x="7591639" y="1673082"/>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5" name="Rectangle 34">
              <a:extLst>
                <a:ext uri="{FF2B5EF4-FFF2-40B4-BE49-F238E27FC236}">
                  <a16:creationId xmlns:a16="http://schemas.microsoft.com/office/drawing/2014/main" id="{EF8CDA0B-4381-4584-BC86-86F1122CE772}"/>
                </a:ext>
              </a:extLst>
            </p:cNvPr>
            <p:cNvSpPr/>
            <p:nvPr/>
          </p:nvSpPr>
          <p:spPr>
            <a:xfrm>
              <a:off x="5114777" y="4074107"/>
              <a:ext cx="870012" cy="3906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10000"/>
                      <a:lumOff val="90000"/>
                    </a:schemeClr>
                  </a:solidFill>
                </a:rPr>
                <a:t>……</a:t>
              </a:r>
            </a:p>
          </p:txBody>
        </p:sp>
        <p:sp>
          <p:nvSpPr>
            <p:cNvPr id="44" name="Rectangle 43">
              <a:extLst>
                <a:ext uri="{FF2B5EF4-FFF2-40B4-BE49-F238E27FC236}">
                  <a16:creationId xmlns:a16="http://schemas.microsoft.com/office/drawing/2014/main" id="{1FBF1998-3157-4C9E-8022-452024F10ABD}"/>
                </a:ext>
              </a:extLst>
            </p:cNvPr>
            <p:cNvSpPr/>
            <p:nvPr/>
          </p:nvSpPr>
          <p:spPr>
            <a:xfrm>
              <a:off x="2592128" y="1596715"/>
              <a:ext cx="6063599" cy="3032293"/>
            </a:xfrm>
            <a:prstGeom prst="rect">
              <a:avLst/>
            </a:prstGeom>
            <a:noFill/>
            <a:ln w="19050">
              <a:solidFill>
                <a:schemeClr val="tx2">
                  <a:lumMod val="10000"/>
                  <a:lumOff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AC52B7D6-8CD4-4B38-B933-74D6FD0583DC}"/>
                </a:ext>
              </a:extLst>
            </p:cNvPr>
            <p:cNvSpPr txBox="1"/>
            <p:nvPr/>
          </p:nvSpPr>
          <p:spPr>
            <a:xfrm>
              <a:off x="2683238" y="1663839"/>
              <a:ext cx="1819729" cy="307777"/>
            </a:xfrm>
            <a:prstGeom prst="rect">
              <a:avLst/>
            </a:prstGeom>
            <a:noFill/>
          </p:spPr>
          <p:txBody>
            <a:bodyPr wrap="none" rtlCol="0">
              <a:spAutoFit/>
            </a:bodyPr>
            <a:lstStyle/>
            <a:p>
              <a:r>
                <a:rPr lang="en-US" sz="1400" dirty="0">
                  <a:solidFill>
                    <a:schemeClr val="tx2">
                      <a:lumMod val="10000"/>
                      <a:lumOff val="90000"/>
                    </a:schemeClr>
                  </a:solidFill>
                </a:rPr>
                <a:t>Strangler Application</a:t>
              </a:r>
            </a:p>
          </p:txBody>
        </p:sp>
      </p:grpSp>
    </p:spTree>
    <p:extLst>
      <p:ext uri="{BB962C8B-B14F-4D97-AF65-F5344CB8AC3E}">
        <p14:creationId xmlns:p14="http://schemas.microsoft.com/office/powerpoint/2010/main" val="330730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92628-F06E-4349-F193-006D6CE9D6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0C8196-FD2F-A927-A626-2CDE6F175A11}"/>
              </a:ext>
            </a:extLst>
          </p:cNvPr>
          <p:cNvSpPr>
            <a:spLocks noGrp="1"/>
          </p:cNvSpPr>
          <p:nvPr>
            <p:ph sz="half" idx="10"/>
          </p:nvPr>
        </p:nvSpPr>
        <p:spPr/>
        <p:txBody>
          <a:bodyPr/>
          <a:lstStyle/>
          <a:p>
            <a:r>
              <a:rPr lang="en-IN" dirty="0"/>
              <a:t>Strangler Pattern</a:t>
            </a:r>
          </a:p>
        </p:txBody>
      </p:sp>
      <p:sp>
        <p:nvSpPr>
          <p:cNvPr id="2" name="TextBox 1">
            <a:extLst>
              <a:ext uri="{FF2B5EF4-FFF2-40B4-BE49-F238E27FC236}">
                <a16:creationId xmlns:a16="http://schemas.microsoft.com/office/drawing/2014/main" id="{0239778A-1B3C-3C36-BA67-31651E645C80}"/>
              </a:ext>
            </a:extLst>
          </p:cNvPr>
          <p:cNvSpPr txBox="1"/>
          <p:nvPr/>
        </p:nvSpPr>
        <p:spPr>
          <a:xfrm>
            <a:off x="696685" y="1502229"/>
            <a:ext cx="11321143" cy="5355312"/>
          </a:xfrm>
          <a:prstGeom prst="rect">
            <a:avLst/>
          </a:prstGeom>
          <a:noFill/>
        </p:spPr>
        <p:txBody>
          <a:bodyPr wrap="square" rtlCol="0">
            <a:spAutoFit/>
          </a:bodyPr>
          <a:lstStyle/>
          <a:p>
            <a:r>
              <a:rPr lang="en-US" dirty="0">
                <a:solidFill>
                  <a:schemeClr val="bg1"/>
                </a:solidFill>
              </a:rPr>
              <a:t>Pilot mode – One approach.</a:t>
            </a:r>
          </a:p>
          <a:p>
            <a:endParaRPr lang="en-US" dirty="0">
              <a:solidFill>
                <a:schemeClr val="bg1"/>
              </a:solidFill>
            </a:endParaRPr>
          </a:p>
          <a:p>
            <a:r>
              <a:rPr lang="en-US" dirty="0">
                <a:solidFill>
                  <a:schemeClr val="bg1"/>
                </a:solidFill>
              </a:rPr>
              <a:t>I built a microservice using strangler pattern, but still I roll it out in pilot mode. For instance, if I have 500K users in my application. I will say 497K users will use legacy application. And 3K will use modernized microservice.</a:t>
            </a:r>
          </a:p>
          <a:p>
            <a:endParaRPr lang="en-US" dirty="0">
              <a:solidFill>
                <a:schemeClr val="bg1"/>
              </a:solidFill>
            </a:endParaRPr>
          </a:p>
          <a:p>
            <a:r>
              <a:rPr lang="en-US" dirty="0">
                <a:solidFill>
                  <a:schemeClr val="bg1"/>
                </a:solidFill>
              </a:rPr>
              <a:t>3K.</a:t>
            </a:r>
          </a:p>
          <a:p>
            <a:endParaRPr lang="en-US" dirty="0">
              <a:solidFill>
                <a:schemeClr val="bg1"/>
              </a:solidFill>
            </a:endParaRPr>
          </a:p>
          <a:p>
            <a:r>
              <a:rPr lang="en-US" dirty="0">
                <a:solidFill>
                  <a:schemeClr val="bg1"/>
                </a:solidFill>
              </a:rPr>
              <a:t>First phase is, lets say 20 users.</a:t>
            </a:r>
          </a:p>
          <a:p>
            <a:r>
              <a:rPr lang="en-US" dirty="0">
                <a:solidFill>
                  <a:schemeClr val="bg1"/>
                </a:solidFill>
              </a:rPr>
              <a:t>Gradually increase it day by day and in one week, reach out to 3K. And it two to three weeks, you roll it out to all.</a:t>
            </a:r>
          </a:p>
          <a:p>
            <a:endParaRPr lang="en-US" dirty="0">
              <a:solidFill>
                <a:schemeClr val="bg1"/>
              </a:solidFill>
            </a:endParaRPr>
          </a:p>
          <a:p>
            <a:r>
              <a:rPr lang="en-US" dirty="0">
                <a:solidFill>
                  <a:schemeClr val="bg1"/>
                </a:solidFill>
              </a:rPr>
              <a:t>API gateway, use a switch to route to new service or existing service. Use </a:t>
            </a:r>
            <a:r>
              <a:rPr lang="en-US" dirty="0" err="1">
                <a:solidFill>
                  <a:schemeClr val="bg1"/>
                </a:solidFill>
              </a:rPr>
              <a:t>pilotflag</a:t>
            </a:r>
            <a:r>
              <a:rPr lang="en-US" dirty="0">
                <a:solidFill>
                  <a:schemeClr val="bg1"/>
                </a:solidFill>
              </a:rPr>
              <a:t>. Control it in Database or IAM or entitlement system.</a:t>
            </a:r>
          </a:p>
          <a:p>
            <a:endParaRPr lang="en-US" dirty="0">
              <a:solidFill>
                <a:schemeClr val="bg1"/>
              </a:solidFill>
            </a:endParaRPr>
          </a:p>
          <a:p>
            <a:r>
              <a:rPr lang="en-US" dirty="0">
                <a:solidFill>
                  <a:schemeClr val="bg1"/>
                </a:solidFill>
              </a:rPr>
              <a:t>100 functionalities – Monolith.</a:t>
            </a:r>
          </a:p>
          <a:p>
            <a:r>
              <a:rPr lang="en-US" dirty="0">
                <a:solidFill>
                  <a:schemeClr val="bg1"/>
                </a:solidFill>
              </a:rPr>
              <a:t>You developed 10 microservices to fulfill these 100 functionalities.</a:t>
            </a:r>
          </a:p>
          <a:p>
            <a:r>
              <a:rPr lang="en-US" dirty="0">
                <a:solidFill>
                  <a:schemeClr val="bg1"/>
                </a:solidFill>
              </a:rPr>
              <a:t>You can roll out all these 10 to just 20 users.</a:t>
            </a:r>
          </a:p>
          <a:p>
            <a:endParaRPr lang="en-US"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812813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13EF-81AC-8017-2B07-333532564A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EECB27-1B36-C3F8-B269-5D14D3BCDD81}"/>
              </a:ext>
            </a:extLst>
          </p:cNvPr>
          <p:cNvSpPr>
            <a:spLocks noGrp="1"/>
          </p:cNvSpPr>
          <p:nvPr>
            <p:ph sz="half" idx="10"/>
          </p:nvPr>
        </p:nvSpPr>
        <p:spPr/>
        <p:txBody>
          <a:bodyPr/>
          <a:lstStyle/>
          <a:p>
            <a:r>
              <a:rPr lang="en-IN" dirty="0"/>
              <a:t>Strangler Pattern</a:t>
            </a:r>
          </a:p>
        </p:txBody>
      </p:sp>
      <p:sp>
        <p:nvSpPr>
          <p:cNvPr id="4" name="Rounded Rectangle 3">
            <a:extLst>
              <a:ext uri="{FF2B5EF4-FFF2-40B4-BE49-F238E27FC236}">
                <a16:creationId xmlns:a16="http://schemas.microsoft.com/office/drawing/2014/main" id="{AFF2BA14-A399-96C8-106D-D7C5F8F7B975}"/>
              </a:ext>
            </a:extLst>
          </p:cNvPr>
          <p:cNvSpPr/>
          <p:nvPr/>
        </p:nvSpPr>
        <p:spPr>
          <a:xfrm>
            <a:off x="2645229" y="2068286"/>
            <a:ext cx="1872342" cy="189411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GW</a:t>
            </a:r>
          </a:p>
        </p:txBody>
      </p:sp>
      <p:sp>
        <p:nvSpPr>
          <p:cNvPr id="5" name="Rounded Rectangle 4">
            <a:extLst>
              <a:ext uri="{FF2B5EF4-FFF2-40B4-BE49-F238E27FC236}">
                <a16:creationId xmlns:a16="http://schemas.microsoft.com/office/drawing/2014/main" id="{10106F4C-EBC0-15F1-937F-C5A3C34FE2EE}"/>
              </a:ext>
            </a:extLst>
          </p:cNvPr>
          <p:cNvSpPr/>
          <p:nvPr/>
        </p:nvSpPr>
        <p:spPr>
          <a:xfrm>
            <a:off x="5421085" y="1534886"/>
            <a:ext cx="2732313" cy="189411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Ms1 (new)</a:t>
            </a:r>
          </a:p>
        </p:txBody>
      </p:sp>
      <p:sp>
        <p:nvSpPr>
          <p:cNvPr id="6" name="Rounded Rectangle 5">
            <a:extLst>
              <a:ext uri="{FF2B5EF4-FFF2-40B4-BE49-F238E27FC236}">
                <a16:creationId xmlns:a16="http://schemas.microsoft.com/office/drawing/2014/main" id="{DD65EE7A-3F7E-D32B-63C4-BD06FC81FD1A}"/>
              </a:ext>
            </a:extLst>
          </p:cNvPr>
          <p:cNvSpPr/>
          <p:nvPr/>
        </p:nvSpPr>
        <p:spPr>
          <a:xfrm>
            <a:off x="5508170" y="3733800"/>
            <a:ext cx="2645229" cy="189411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Monolith(legacy)</a:t>
            </a:r>
          </a:p>
        </p:txBody>
      </p:sp>
      <p:cxnSp>
        <p:nvCxnSpPr>
          <p:cNvPr id="8" name="Straight Arrow Connector 7">
            <a:extLst>
              <a:ext uri="{FF2B5EF4-FFF2-40B4-BE49-F238E27FC236}">
                <a16:creationId xmlns:a16="http://schemas.microsoft.com/office/drawing/2014/main" id="{2477DAE8-4A15-A6BC-24E2-555DDFAC141A}"/>
              </a:ext>
            </a:extLst>
          </p:cNvPr>
          <p:cNvCxnSpPr>
            <a:cxnSpLocks/>
            <a:stCxn id="4" idx="3"/>
            <a:endCxn id="5" idx="1"/>
          </p:cNvCxnSpPr>
          <p:nvPr/>
        </p:nvCxnSpPr>
        <p:spPr>
          <a:xfrm flipV="1">
            <a:off x="4517571" y="2481943"/>
            <a:ext cx="903514" cy="53340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34EA0A5-261D-6F47-E09B-FFE76138B15B}"/>
              </a:ext>
            </a:extLst>
          </p:cNvPr>
          <p:cNvCxnSpPr>
            <a:cxnSpLocks/>
            <a:endCxn id="6" idx="1"/>
          </p:cNvCxnSpPr>
          <p:nvPr/>
        </p:nvCxnSpPr>
        <p:spPr>
          <a:xfrm>
            <a:off x="4517571" y="3320143"/>
            <a:ext cx="990599" cy="1360714"/>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1347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4F3B8D-4A39-785D-9782-2B26BC507848}"/>
              </a:ext>
            </a:extLst>
          </p:cNvPr>
          <p:cNvSpPr>
            <a:spLocks noGrp="1"/>
          </p:cNvSpPr>
          <p:nvPr>
            <p:ph sz="half" idx="1"/>
          </p:nvPr>
        </p:nvSpPr>
        <p:spPr/>
        <p:txBody>
          <a:bodyPr>
            <a:normAutofit lnSpcReduction="10000"/>
          </a:bodyPr>
          <a:lstStyle/>
          <a:p>
            <a:pPr algn="just"/>
            <a:r>
              <a:rPr lang="en-US" dirty="0"/>
              <a:t>Creates a specialized backend service for each type of client (e.g., mobile, web, desktop). </a:t>
            </a:r>
          </a:p>
          <a:p>
            <a:pPr algn="just"/>
            <a:r>
              <a:rPr lang="en-US" dirty="0"/>
              <a:t>Instead of having a single API Gateway, each client gets its own dedicated backend, which provides an optimized API tailored to the client’s specific needs.</a:t>
            </a:r>
          </a:p>
          <a:p>
            <a:pPr algn="just"/>
            <a:r>
              <a:rPr lang="en-US" dirty="0"/>
              <a:t>Minimizes over-fetching or under-fetching of data by customizing the backend logic for each client type.</a:t>
            </a:r>
          </a:p>
          <a:p>
            <a:pPr algn="just"/>
            <a:r>
              <a:rPr lang="en-US" dirty="0"/>
              <a:t>Useful when you need to optimize the API for specific devices, such as mobile apps with limited bandwidth or web apps with more complex UI but have different data requirements, response formats, or processing logic.</a:t>
            </a:r>
          </a:p>
        </p:txBody>
      </p:sp>
      <p:sp>
        <p:nvSpPr>
          <p:cNvPr id="3" name="Content Placeholder 2">
            <a:extLst>
              <a:ext uri="{FF2B5EF4-FFF2-40B4-BE49-F238E27FC236}">
                <a16:creationId xmlns:a16="http://schemas.microsoft.com/office/drawing/2014/main" id="{F23264A0-CFA8-7DF9-8DC8-5301634E29A8}"/>
              </a:ext>
            </a:extLst>
          </p:cNvPr>
          <p:cNvSpPr>
            <a:spLocks noGrp="1"/>
          </p:cNvSpPr>
          <p:nvPr>
            <p:ph sz="half" idx="10"/>
          </p:nvPr>
        </p:nvSpPr>
        <p:spPr/>
        <p:txBody>
          <a:bodyPr/>
          <a:lstStyle/>
          <a:p>
            <a:r>
              <a:rPr lang="en-US" dirty="0"/>
              <a:t>Backend for Frontend (BFF) </a:t>
            </a:r>
          </a:p>
        </p:txBody>
      </p:sp>
    </p:spTree>
    <p:extLst>
      <p:ext uri="{BB962C8B-B14F-4D97-AF65-F5344CB8AC3E}">
        <p14:creationId xmlns:p14="http://schemas.microsoft.com/office/powerpoint/2010/main" val="3879036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8305D39-3B06-1622-EDA8-8595969D9510}"/>
              </a:ext>
            </a:extLst>
          </p:cNvPr>
          <p:cNvSpPr>
            <a:spLocks noGrp="1"/>
          </p:cNvSpPr>
          <p:nvPr>
            <p:ph sz="half" idx="10"/>
          </p:nvPr>
        </p:nvSpPr>
        <p:spPr/>
        <p:txBody>
          <a:bodyPr/>
          <a:lstStyle/>
          <a:p>
            <a:r>
              <a:rPr lang="en-US" dirty="0">
                <a:solidFill>
                  <a:schemeClr val="bg1"/>
                </a:solidFill>
              </a:rPr>
              <a:t>Backend for Frontend (BFF)</a:t>
            </a:r>
          </a:p>
        </p:txBody>
      </p:sp>
      <p:pic>
        <p:nvPicPr>
          <p:cNvPr id="4" name="Google Shape;208;p13">
            <a:extLst>
              <a:ext uri="{FF2B5EF4-FFF2-40B4-BE49-F238E27FC236}">
                <a16:creationId xmlns:a16="http://schemas.microsoft.com/office/drawing/2014/main" id="{F8015F47-DC95-DCFF-96D6-BE2EACC19722}"/>
              </a:ext>
            </a:extLst>
          </p:cNvPr>
          <p:cNvPicPr preferRelativeResize="0"/>
          <p:nvPr/>
        </p:nvPicPr>
        <p:blipFill rotWithShape="1">
          <a:blip r:embed="rId2">
            <a:alphaModFix/>
          </a:blip>
          <a:srcRect t="11291"/>
          <a:stretch/>
        </p:blipFill>
        <p:spPr>
          <a:xfrm>
            <a:off x="1160443" y="1222310"/>
            <a:ext cx="8972602" cy="4301412"/>
          </a:xfrm>
          <a:prstGeom prst="rect">
            <a:avLst/>
          </a:prstGeom>
          <a:noFill/>
          <a:ln>
            <a:noFill/>
          </a:ln>
        </p:spPr>
      </p:pic>
    </p:spTree>
    <p:extLst>
      <p:ext uri="{BB962C8B-B14F-4D97-AF65-F5344CB8AC3E}">
        <p14:creationId xmlns:p14="http://schemas.microsoft.com/office/powerpoint/2010/main" val="3456190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03EB6E2-5C96-0645-3711-4BC38CD58055}"/>
              </a:ext>
            </a:extLst>
          </p:cNvPr>
          <p:cNvGraphicFramePr>
            <a:graphicFrameLocks noGrp="1"/>
          </p:cNvGraphicFramePr>
          <p:nvPr>
            <p:ph sz="half" idx="1"/>
          </p:nvPr>
        </p:nvGraphicFramePr>
        <p:xfrm>
          <a:off x="600364" y="1222232"/>
          <a:ext cx="11014987" cy="4864532"/>
        </p:xfrm>
        <a:graphic>
          <a:graphicData uri="http://schemas.openxmlformats.org/drawingml/2006/table">
            <a:tbl>
              <a:tblPr>
                <a:tableStyleId>{ED083AE6-46FA-4A59-8FB0-9F97EB10719F}</a:tableStyleId>
              </a:tblPr>
              <a:tblGrid>
                <a:gridCol w="2447636">
                  <a:extLst>
                    <a:ext uri="{9D8B030D-6E8A-4147-A177-3AD203B41FA5}">
                      <a16:colId xmlns:a16="http://schemas.microsoft.com/office/drawing/2014/main" val="1822910715"/>
                    </a:ext>
                  </a:extLst>
                </a:gridCol>
                <a:gridCol w="4729018">
                  <a:extLst>
                    <a:ext uri="{9D8B030D-6E8A-4147-A177-3AD203B41FA5}">
                      <a16:colId xmlns:a16="http://schemas.microsoft.com/office/drawing/2014/main" val="2807936038"/>
                    </a:ext>
                  </a:extLst>
                </a:gridCol>
                <a:gridCol w="3838333">
                  <a:extLst>
                    <a:ext uri="{9D8B030D-6E8A-4147-A177-3AD203B41FA5}">
                      <a16:colId xmlns:a16="http://schemas.microsoft.com/office/drawing/2014/main" val="1133789566"/>
                    </a:ext>
                  </a:extLst>
                </a:gridCol>
              </a:tblGrid>
              <a:tr h="347484">
                <a:tc>
                  <a:txBody>
                    <a:bodyPr/>
                    <a:lstStyle/>
                    <a:p>
                      <a:r>
                        <a:rPr lang="en-US" sz="1700" b="1">
                          <a:solidFill>
                            <a:schemeClr val="bg1"/>
                          </a:solidFill>
                        </a:rPr>
                        <a:t>Aspect</a:t>
                      </a:r>
                      <a:endParaRPr lang="en-US" sz="1700">
                        <a:solidFill>
                          <a:schemeClr val="bg1"/>
                        </a:solidFill>
                      </a:endParaRPr>
                    </a:p>
                  </a:txBody>
                  <a:tcPr marL="87086" marR="87086" marT="43543" marB="43543" anchor="ctr">
                    <a:solidFill>
                      <a:schemeClr val="accent1"/>
                    </a:solidFill>
                  </a:tcPr>
                </a:tc>
                <a:tc>
                  <a:txBody>
                    <a:bodyPr/>
                    <a:lstStyle/>
                    <a:p>
                      <a:r>
                        <a:rPr lang="en-US" sz="1700" b="1">
                          <a:solidFill>
                            <a:schemeClr val="bg1"/>
                          </a:solidFill>
                        </a:rPr>
                        <a:t>API Gateway</a:t>
                      </a:r>
                      <a:endParaRPr lang="en-US" sz="1700">
                        <a:solidFill>
                          <a:schemeClr val="bg1"/>
                        </a:solidFill>
                      </a:endParaRPr>
                    </a:p>
                  </a:txBody>
                  <a:tcPr marL="87086" marR="87086" marT="43543" marB="43543" anchor="ctr">
                    <a:solidFill>
                      <a:schemeClr val="accent1"/>
                    </a:solidFill>
                  </a:tcPr>
                </a:tc>
                <a:tc>
                  <a:txBody>
                    <a:bodyPr/>
                    <a:lstStyle/>
                    <a:p>
                      <a:r>
                        <a:rPr lang="en-US" sz="1700" b="1" dirty="0">
                          <a:solidFill>
                            <a:schemeClr val="bg1"/>
                          </a:solidFill>
                        </a:rPr>
                        <a:t>Backend for Frontend (BFF)</a:t>
                      </a:r>
                      <a:endParaRPr lang="en-US" sz="1700" dirty="0">
                        <a:solidFill>
                          <a:schemeClr val="bg1"/>
                        </a:solidFill>
                      </a:endParaRPr>
                    </a:p>
                  </a:txBody>
                  <a:tcPr marL="87086" marR="87086" marT="43543" marB="43543" anchor="ctr">
                    <a:solidFill>
                      <a:schemeClr val="accent1"/>
                    </a:solidFill>
                  </a:tcPr>
                </a:tc>
                <a:extLst>
                  <a:ext uri="{0D108BD9-81ED-4DB2-BD59-A6C34878D82A}">
                    <a16:rowId xmlns:a16="http://schemas.microsoft.com/office/drawing/2014/main" val="256927013"/>
                  </a:ext>
                </a:extLst>
              </a:tr>
              <a:tr h="608064">
                <a:tc>
                  <a:txBody>
                    <a:bodyPr/>
                    <a:lstStyle/>
                    <a:p>
                      <a:r>
                        <a:rPr lang="en-US" sz="1700" b="1" dirty="0">
                          <a:solidFill>
                            <a:schemeClr val="bg1"/>
                          </a:solidFill>
                        </a:rPr>
                        <a:t>Purpose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Single entry point for all clients and services.</a:t>
                      </a:r>
                    </a:p>
                  </a:txBody>
                  <a:tcPr marL="87086" marR="87086" marT="43543" marB="43543" anchor="ctr"/>
                </a:tc>
                <a:tc>
                  <a:txBody>
                    <a:bodyPr/>
                    <a:lstStyle/>
                    <a:p>
                      <a:r>
                        <a:rPr lang="en-US" sz="1700" dirty="0">
                          <a:solidFill>
                            <a:schemeClr val="bg1"/>
                          </a:solidFill>
                        </a:rPr>
                        <a:t>Separate backends tailored to each client (e.g., mobile, web).</a:t>
                      </a:r>
                    </a:p>
                  </a:txBody>
                  <a:tcPr marL="87086" marR="87086" marT="43543" marB="43543" anchor="ctr"/>
                </a:tc>
                <a:extLst>
                  <a:ext uri="{0D108BD9-81ED-4DB2-BD59-A6C34878D82A}">
                    <a16:rowId xmlns:a16="http://schemas.microsoft.com/office/drawing/2014/main" val="214734882"/>
                  </a:ext>
                </a:extLst>
              </a:tr>
              <a:tr h="608064">
                <a:tc>
                  <a:txBody>
                    <a:bodyPr/>
                    <a:lstStyle/>
                    <a:p>
                      <a:r>
                        <a:rPr lang="en-US" sz="1700" b="1" dirty="0">
                          <a:solidFill>
                            <a:schemeClr val="bg1"/>
                          </a:solidFill>
                        </a:rPr>
                        <a:t>Client Optimization</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One-size-fits-all for all clients.</a:t>
                      </a:r>
                    </a:p>
                  </a:txBody>
                  <a:tcPr marL="87086" marR="87086" marT="43543" marB="43543" anchor="ctr"/>
                </a:tc>
                <a:tc>
                  <a:txBody>
                    <a:bodyPr/>
                    <a:lstStyle/>
                    <a:p>
                      <a:r>
                        <a:rPr lang="en-US" sz="1700">
                          <a:solidFill>
                            <a:schemeClr val="bg1"/>
                          </a:solidFill>
                        </a:rPr>
                        <a:t>Optimized for each client type (e.g., mobile, web, desktop).</a:t>
                      </a:r>
                    </a:p>
                  </a:txBody>
                  <a:tcPr marL="87086" marR="87086" marT="43543" marB="43543" anchor="ctr"/>
                </a:tc>
                <a:extLst>
                  <a:ext uri="{0D108BD9-81ED-4DB2-BD59-A6C34878D82A}">
                    <a16:rowId xmlns:a16="http://schemas.microsoft.com/office/drawing/2014/main" val="818396983"/>
                  </a:ext>
                </a:extLst>
              </a:tr>
              <a:tr h="608064">
                <a:tc>
                  <a:txBody>
                    <a:bodyPr/>
                    <a:lstStyle/>
                    <a:p>
                      <a:r>
                        <a:rPr lang="en-US" sz="1700" b="1">
                          <a:solidFill>
                            <a:schemeClr val="bg1"/>
                          </a:solidFill>
                        </a:rPr>
                        <a:t>Cross-Cutting Concerns</a:t>
                      </a:r>
                      <a:endParaRPr lang="en-US" sz="170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Centralized (security, logging, rate-limiting, etc.).</a:t>
                      </a:r>
                    </a:p>
                  </a:txBody>
                  <a:tcPr marL="87086" marR="87086" marT="43543" marB="43543" anchor="ctr"/>
                </a:tc>
                <a:tc>
                  <a:txBody>
                    <a:bodyPr/>
                    <a:lstStyle/>
                    <a:p>
                      <a:r>
                        <a:rPr lang="en-US" sz="1700" dirty="0">
                          <a:solidFill>
                            <a:schemeClr val="bg1"/>
                          </a:solidFill>
                        </a:rPr>
                        <a:t>Handled individually in each BFF.</a:t>
                      </a:r>
                    </a:p>
                  </a:txBody>
                  <a:tcPr marL="87086" marR="87086" marT="43543" marB="43543" anchor="ctr"/>
                </a:tc>
                <a:extLst>
                  <a:ext uri="{0D108BD9-81ED-4DB2-BD59-A6C34878D82A}">
                    <a16:rowId xmlns:a16="http://schemas.microsoft.com/office/drawing/2014/main" val="2754736017"/>
                  </a:ext>
                </a:extLst>
              </a:tr>
              <a:tr h="608064">
                <a:tc>
                  <a:txBody>
                    <a:bodyPr/>
                    <a:lstStyle/>
                    <a:p>
                      <a:r>
                        <a:rPr lang="en-US" sz="1700" b="1" dirty="0">
                          <a:solidFill>
                            <a:schemeClr val="bg1"/>
                          </a:solidFill>
                        </a:rPr>
                        <a:t>Complexity</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dirty="0">
                          <a:solidFill>
                            <a:schemeClr val="bg1"/>
                          </a:solidFill>
                        </a:rPr>
                        <a:t>Simpler for the client, but may become a monolith.</a:t>
                      </a:r>
                    </a:p>
                  </a:txBody>
                  <a:tcPr marL="87086" marR="87086" marT="43543" marB="43543" anchor="ctr"/>
                </a:tc>
                <a:tc>
                  <a:txBody>
                    <a:bodyPr/>
                    <a:lstStyle/>
                    <a:p>
                      <a:r>
                        <a:rPr lang="en-US" sz="1700" dirty="0">
                          <a:solidFill>
                            <a:schemeClr val="bg1"/>
                          </a:solidFill>
                        </a:rPr>
                        <a:t>More complex due to multiple BFFs, but more modular.</a:t>
                      </a:r>
                    </a:p>
                  </a:txBody>
                  <a:tcPr marL="87086" marR="87086" marT="43543" marB="43543" anchor="ctr"/>
                </a:tc>
                <a:extLst>
                  <a:ext uri="{0D108BD9-81ED-4DB2-BD59-A6C34878D82A}">
                    <a16:rowId xmlns:a16="http://schemas.microsoft.com/office/drawing/2014/main" val="4049090266"/>
                  </a:ext>
                </a:extLst>
              </a:tr>
              <a:tr h="608064">
                <a:tc>
                  <a:txBody>
                    <a:bodyPr/>
                    <a:lstStyle/>
                    <a:p>
                      <a:r>
                        <a:rPr lang="en-US" sz="1700" b="1" dirty="0">
                          <a:solidFill>
                            <a:schemeClr val="bg1"/>
                          </a:solidFill>
                        </a:rPr>
                        <a:t>Performance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Can introduce latency due to additional processing.</a:t>
                      </a:r>
                    </a:p>
                  </a:txBody>
                  <a:tcPr marL="87086" marR="87086" marT="43543" marB="43543" anchor="ctr"/>
                </a:tc>
                <a:tc>
                  <a:txBody>
                    <a:bodyPr/>
                    <a:lstStyle/>
                    <a:p>
                      <a:r>
                        <a:rPr lang="en-US" sz="1700">
                          <a:solidFill>
                            <a:schemeClr val="bg1"/>
                          </a:solidFill>
                        </a:rPr>
                        <a:t>More efficient for clients (tailored APIs reduce overhead).</a:t>
                      </a:r>
                    </a:p>
                  </a:txBody>
                  <a:tcPr marL="87086" marR="87086" marT="43543" marB="43543" anchor="ctr"/>
                </a:tc>
                <a:extLst>
                  <a:ext uri="{0D108BD9-81ED-4DB2-BD59-A6C34878D82A}">
                    <a16:rowId xmlns:a16="http://schemas.microsoft.com/office/drawing/2014/main" val="1627053022"/>
                  </a:ext>
                </a:extLst>
              </a:tr>
              <a:tr h="868664">
                <a:tc>
                  <a:txBody>
                    <a:bodyPr/>
                    <a:lstStyle/>
                    <a:p>
                      <a:r>
                        <a:rPr lang="en-US" sz="1700" b="1">
                          <a:solidFill>
                            <a:schemeClr val="bg1"/>
                          </a:solidFill>
                        </a:rPr>
                        <a:t>Maintainability</a:t>
                      </a:r>
                      <a:endParaRPr lang="en-US" sz="1700">
                        <a:solidFill>
                          <a:schemeClr val="bg1"/>
                        </a:solidFill>
                      </a:endParaRPr>
                    </a:p>
                  </a:txBody>
                  <a:tcPr marL="87086" marR="87086" marT="43543" marB="43543" anchor="ctr">
                    <a:solidFill>
                      <a:schemeClr val="accent1">
                        <a:lumMod val="50000"/>
                      </a:schemeClr>
                    </a:solidFill>
                  </a:tcPr>
                </a:tc>
                <a:tc>
                  <a:txBody>
                    <a:bodyPr/>
                    <a:lstStyle/>
                    <a:p>
                      <a:r>
                        <a:rPr lang="en-US" sz="1700" dirty="0">
                          <a:solidFill>
                            <a:schemeClr val="bg1"/>
                          </a:solidFill>
                        </a:rPr>
                        <a:t>Easier to manage as there is a single entry point.</a:t>
                      </a:r>
                    </a:p>
                  </a:txBody>
                  <a:tcPr marL="87086" marR="87086" marT="43543" marB="43543" anchor="ctr"/>
                </a:tc>
                <a:tc>
                  <a:txBody>
                    <a:bodyPr/>
                    <a:lstStyle/>
                    <a:p>
                      <a:r>
                        <a:rPr lang="en-US" sz="1700" dirty="0">
                          <a:solidFill>
                            <a:schemeClr val="bg1"/>
                          </a:solidFill>
                        </a:rPr>
                        <a:t>More components to manage and maintain (one BFF per client).</a:t>
                      </a:r>
                    </a:p>
                  </a:txBody>
                  <a:tcPr marL="87086" marR="87086" marT="43543" marB="43543" anchor="ctr"/>
                </a:tc>
                <a:extLst>
                  <a:ext uri="{0D108BD9-81ED-4DB2-BD59-A6C34878D82A}">
                    <a16:rowId xmlns:a16="http://schemas.microsoft.com/office/drawing/2014/main" val="968815549"/>
                  </a:ext>
                </a:extLst>
              </a:tr>
              <a:tr h="608064">
                <a:tc>
                  <a:txBody>
                    <a:bodyPr/>
                    <a:lstStyle/>
                    <a:p>
                      <a:r>
                        <a:rPr lang="en-US" sz="1700" b="1" dirty="0">
                          <a:solidFill>
                            <a:schemeClr val="bg1"/>
                          </a:solidFill>
                        </a:rPr>
                        <a:t>Use Case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Best for systems where clients have similar needs.</a:t>
                      </a:r>
                    </a:p>
                  </a:txBody>
                  <a:tcPr marL="87086" marR="87086" marT="43543" marB="43543" anchor="ctr"/>
                </a:tc>
                <a:tc>
                  <a:txBody>
                    <a:bodyPr/>
                    <a:lstStyle/>
                    <a:p>
                      <a:r>
                        <a:rPr lang="en-US" sz="1700" dirty="0">
                          <a:solidFill>
                            <a:schemeClr val="bg1"/>
                          </a:solidFill>
                        </a:rPr>
                        <a:t>Best for systems with diverse client needs and data handling.</a:t>
                      </a:r>
                    </a:p>
                  </a:txBody>
                  <a:tcPr marL="87086" marR="87086" marT="43543" marB="43543" anchor="ctr"/>
                </a:tc>
                <a:extLst>
                  <a:ext uri="{0D108BD9-81ED-4DB2-BD59-A6C34878D82A}">
                    <a16:rowId xmlns:a16="http://schemas.microsoft.com/office/drawing/2014/main" val="4247884255"/>
                  </a:ext>
                </a:extLst>
              </a:tr>
            </a:tbl>
          </a:graphicData>
        </a:graphic>
      </p:graphicFrame>
      <p:sp>
        <p:nvSpPr>
          <p:cNvPr id="3" name="Content Placeholder 2">
            <a:extLst>
              <a:ext uri="{FF2B5EF4-FFF2-40B4-BE49-F238E27FC236}">
                <a16:creationId xmlns:a16="http://schemas.microsoft.com/office/drawing/2014/main" id="{604DDAB7-F0C8-203D-08FD-BF97B6F5D228}"/>
              </a:ext>
            </a:extLst>
          </p:cNvPr>
          <p:cNvSpPr>
            <a:spLocks noGrp="1"/>
          </p:cNvSpPr>
          <p:nvPr>
            <p:ph sz="half" idx="10"/>
          </p:nvPr>
        </p:nvSpPr>
        <p:spPr/>
        <p:txBody>
          <a:bodyPr/>
          <a:lstStyle/>
          <a:p>
            <a:r>
              <a:rPr lang="en-US" dirty="0"/>
              <a:t>API Gateway vs. Backend for Frontend (BFF)</a:t>
            </a:r>
          </a:p>
        </p:txBody>
      </p:sp>
    </p:spTree>
    <p:extLst>
      <p:ext uri="{BB962C8B-B14F-4D97-AF65-F5344CB8AC3E}">
        <p14:creationId xmlns:p14="http://schemas.microsoft.com/office/powerpoint/2010/main" val="3721536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4"/>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Database Per Service</a:t>
            </a:r>
            <a:endParaRPr dirty="0"/>
          </a:p>
        </p:txBody>
      </p:sp>
      <p:sp>
        <p:nvSpPr>
          <p:cNvPr id="131" name="Google Shape;131;p4"/>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dirty="0"/>
              <a:t>One database per microservice must be designed; it must be private to that service only. It should be accessed by the microservice API only. </a:t>
            </a:r>
            <a:endParaRPr dirty="0"/>
          </a:p>
          <a:p>
            <a:pPr marL="228600" lvl="0" indent="-228600" algn="just" rtl="0">
              <a:lnSpc>
                <a:spcPct val="100000"/>
              </a:lnSpc>
              <a:spcBef>
                <a:spcPts val="1000"/>
              </a:spcBef>
              <a:spcAft>
                <a:spcPts val="0"/>
              </a:spcAft>
              <a:buClrTx/>
              <a:buSzPts val="2800"/>
              <a:buChar char="•"/>
            </a:pPr>
            <a:r>
              <a:rPr lang="en-US" dirty="0"/>
              <a:t>It cannot be accessed by other services directly.</a:t>
            </a:r>
            <a:endParaRPr dirty="0"/>
          </a:p>
        </p:txBody>
      </p:sp>
      <p:grpSp>
        <p:nvGrpSpPr>
          <p:cNvPr id="133" name="Google Shape;133;p4"/>
          <p:cNvGrpSpPr/>
          <p:nvPr/>
        </p:nvGrpSpPr>
        <p:grpSpPr>
          <a:xfrm>
            <a:off x="1256639" y="3786858"/>
            <a:ext cx="1879499" cy="922926"/>
            <a:chOff x="8658687" y="2283627"/>
            <a:chExt cx="1879499" cy="922926"/>
          </a:xfrm>
        </p:grpSpPr>
        <p:sp>
          <p:nvSpPr>
            <p:cNvPr id="134" name="Google Shape;134;p4"/>
            <p:cNvSpPr/>
            <p:nvPr/>
          </p:nvSpPr>
          <p:spPr>
            <a:xfrm>
              <a:off x="8658687" y="2283627"/>
              <a:ext cx="1700724" cy="831874"/>
            </a:xfrm>
            <a:prstGeom prst="rect">
              <a:avLst/>
            </a:prstGeom>
            <a:solidFill>
              <a:srgbClr val="146BD8"/>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Catalog Microservice</a:t>
              </a:r>
              <a:endParaRPr/>
            </a:p>
          </p:txBody>
        </p:sp>
        <p:sp>
          <p:nvSpPr>
            <p:cNvPr id="135" name="Google Shape;135;p4"/>
            <p:cNvSpPr/>
            <p:nvPr/>
          </p:nvSpPr>
          <p:spPr>
            <a:xfrm>
              <a:off x="10197416" y="2851152"/>
              <a:ext cx="340770" cy="355401"/>
            </a:xfrm>
            <a:prstGeom prst="can">
              <a:avLst>
                <a:gd name="adj" fmla="val 25000"/>
              </a:avLst>
            </a:prstGeom>
            <a:solidFill>
              <a:schemeClr val="accent1"/>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36" name="Google Shape;136;p4"/>
          <p:cNvGrpSpPr/>
          <p:nvPr/>
        </p:nvGrpSpPr>
        <p:grpSpPr>
          <a:xfrm>
            <a:off x="4807705" y="3786858"/>
            <a:ext cx="1879501" cy="926306"/>
            <a:chOff x="8658685" y="3322089"/>
            <a:chExt cx="1879501" cy="926306"/>
          </a:xfrm>
        </p:grpSpPr>
        <p:sp>
          <p:nvSpPr>
            <p:cNvPr id="137" name="Google Shape;137;p4"/>
            <p:cNvSpPr/>
            <p:nvPr/>
          </p:nvSpPr>
          <p:spPr>
            <a:xfrm>
              <a:off x="8658685" y="3322089"/>
              <a:ext cx="1700724" cy="831874"/>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Authentication Microservice</a:t>
              </a:r>
              <a:endParaRPr/>
            </a:p>
          </p:txBody>
        </p:sp>
        <p:sp>
          <p:nvSpPr>
            <p:cNvPr id="138" name="Google Shape;138;p4"/>
            <p:cNvSpPr/>
            <p:nvPr/>
          </p:nvSpPr>
          <p:spPr>
            <a:xfrm>
              <a:off x="10197416" y="3892994"/>
              <a:ext cx="340770" cy="355401"/>
            </a:xfrm>
            <a:prstGeom prst="can">
              <a:avLst>
                <a:gd name="adj" fmla="val 25000"/>
              </a:avLst>
            </a:prstGeom>
            <a:solidFill>
              <a:srgbClr val="7030A0"/>
            </a:solidFill>
            <a:ln w="12700" cap="flat" cmpd="sng">
              <a:solidFill>
                <a:srgbClr val="BA8B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39" name="Google Shape;139;p4"/>
          <p:cNvGrpSpPr/>
          <p:nvPr/>
        </p:nvGrpSpPr>
        <p:grpSpPr>
          <a:xfrm>
            <a:off x="8358771" y="3786858"/>
            <a:ext cx="1880165" cy="934113"/>
            <a:chOff x="8658021" y="4403800"/>
            <a:chExt cx="1880165" cy="934113"/>
          </a:xfrm>
        </p:grpSpPr>
        <p:sp>
          <p:nvSpPr>
            <p:cNvPr id="140" name="Google Shape;140;p4"/>
            <p:cNvSpPr/>
            <p:nvPr/>
          </p:nvSpPr>
          <p:spPr>
            <a:xfrm>
              <a:off x="8658021" y="4403800"/>
              <a:ext cx="1700724" cy="831874"/>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Order Microservice</a:t>
              </a:r>
              <a:endParaRPr/>
            </a:p>
          </p:txBody>
        </p:sp>
        <p:sp>
          <p:nvSpPr>
            <p:cNvPr id="141" name="Google Shape;141;p4"/>
            <p:cNvSpPr/>
            <p:nvPr/>
          </p:nvSpPr>
          <p:spPr>
            <a:xfrm>
              <a:off x="10197416" y="4982512"/>
              <a:ext cx="340770" cy="355401"/>
            </a:xfrm>
            <a:prstGeom prst="can">
              <a:avLst>
                <a:gd name="adj" fmla="val 25000"/>
              </a:avLst>
            </a:prstGeom>
            <a:solidFill>
              <a:srgbClr val="002060"/>
            </a:solidFill>
            <a:ln w="12700" cap="flat" cmpd="sng">
              <a:solidFill>
                <a:srgbClr val="8DA9D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fade">
                                      <p:cBhvr>
                                        <p:cTn id="7" dur="500"/>
                                        <p:tgtEl>
                                          <p:spTgt spid="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Effect transition="in" filter="fade">
                                      <p:cBhvr>
                                        <p:cTn id="12" dur="500"/>
                                        <p:tgtEl>
                                          <p:spTgt spid="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fade">
                                      <p:cBhvr>
                                        <p:cTn id="17" dur="500"/>
                                        <p:tgtEl>
                                          <p:spTgt spid="133"/>
                                        </p:tgtEl>
                                      </p:cBhvr>
                                    </p:animEffect>
                                  </p:childTnLst>
                                </p:cTn>
                              </p:par>
                              <p:par>
                                <p:cTn id="18" presetID="10" presetClass="entr" presetSubtype="0" fill="hold" nodeType="withEffect">
                                  <p:stCondLst>
                                    <p:cond delay="0"/>
                                  </p:stCondLst>
                                  <p:childTnLst>
                                    <p:set>
                                      <p:cBhvr>
                                        <p:cTn id="19" dur="1" fill="hold">
                                          <p:stCondLst>
                                            <p:cond delay="0"/>
                                          </p:stCondLst>
                                        </p:cTn>
                                        <p:tgtEl>
                                          <p:spTgt spid="136"/>
                                        </p:tgtEl>
                                        <p:attrNameLst>
                                          <p:attrName>style.visibility</p:attrName>
                                        </p:attrNameLst>
                                      </p:cBhvr>
                                      <p:to>
                                        <p:strVal val="visible"/>
                                      </p:to>
                                    </p:set>
                                    <p:animEffect transition="in" filter="fade">
                                      <p:cBhvr>
                                        <p:cTn id="20" dur="500"/>
                                        <p:tgtEl>
                                          <p:spTgt spid="136"/>
                                        </p:tgtEl>
                                      </p:cBhvr>
                                    </p:animEffect>
                                  </p:childTnLst>
                                </p:cTn>
                              </p:par>
                              <p:par>
                                <p:cTn id="21" presetID="10" presetClass="entr" presetSubtype="0" fill="hold" nodeType="withEffect">
                                  <p:stCondLst>
                                    <p:cond delay="0"/>
                                  </p:stCondLst>
                                  <p:childTnLst>
                                    <p:set>
                                      <p:cBhvr>
                                        <p:cTn id="22" dur="1" fill="hold">
                                          <p:stCondLst>
                                            <p:cond delay="0"/>
                                          </p:stCondLst>
                                        </p:cTn>
                                        <p:tgtEl>
                                          <p:spTgt spid="139"/>
                                        </p:tgtEl>
                                        <p:attrNameLst>
                                          <p:attrName>style.visibility</p:attrName>
                                        </p:attrNameLst>
                                      </p:cBhvr>
                                      <p:to>
                                        <p:strVal val="visible"/>
                                      </p:to>
                                    </p:set>
                                    <p:animEffect transition="in" filter="fade">
                                      <p:cBhvr>
                                        <p:cTn id="23"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DF7B6DE-F98D-693D-C7D1-3F5129DB5976}"/>
            </a:ext>
          </a:extLst>
        </p:cNvPr>
        <p:cNvGrpSpPr/>
        <p:nvPr/>
      </p:nvGrpSpPr>
      <p:grpSpPr>
        <a:xfrm>
          <a:off x="0" y="0"/>
          <a:ext cx="0" cy="0"/>
          <a:chOff x="0" y="0"/>
          <a:chExt cx="0" cy="0"/>
        </a:xfrm>
      </p:grpSpPr>
      <p:sp>
        <p:nvSpPr>
          <p:cNvPr id="132" name="Google Shape;132;p4">
            <a:extLst>
              <a:ext uri="{FF2B5EF4-FFF2-40B4-BE49-F238E27FC236}">
                <a16:creationId xmlns:a16="http://schemas.microsoft.com/office/drawing/2014/main" id="{F1895743-9D84-45AE-89A3-9B9142F88CF2}"/>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Database Per Service</a:t>
            </a:r>
            <a:endParaRPr dirty="0"/>
          </a:p>
        </p:txBody>
      </p:sp>
      <p:sp>
        <p:nvSpPr>
          <p:cNvPr id="131" name="Google Shape;131;p4">
            <a:extLst>
              <a:ext uri="{FF2B5EF4-FFF2-40B4-BE49-F238E27FC236}">
                <a16:creationId xmlns:a16="http://schemas.microsoft.com/office/drawing/2014/main" id="{0777121C-E09B-F574-AC83-28F66D32BC27}"/>
              </a:ext>
            </a:extLst>
          </p:cNvPr>
          <p:cNvSpPr txBox="1">
            <a:spLocks noGrp="1"/>
          </p:cNvSpPr>
          <p:nvPr>
            <p:ph sz="half" idx="1"/>
          </p:nvPr>
        </p:nvSpPr>
        <p:spPr>
          <a:xfrm>
            <a:off x="493295" y="1268098"/>
            <a:ext cx="3066334" cy="2424007"/>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dirty="0"/>
              <a:t>Client onboarding.</a:t>
            </a:r>
          </a:p>
          <a:p>
            <a:pPr marL="228600" lvl="0" indent="-228600" algn="just" rtl="0">
              <a:lnSpc>
                <a:spcPct val="100000"/>
              </a:lnSpc>
              <a:spcBef>
                <a:spcPts val="0"/>
              </a:spcBef>
              <a:spcAft>
                <a:spcPts val="0"/>
              </a:spcAft>
              <a:buClrTx/>
              <a:buSzPts val="2800"/>
              <a:buChar char="•"/>
            </a:pPr>
            <a:r>
              <a:rPr lang="en-US" dirty="0"/>
              <a:t>Account origination</a:t>
            </a:r>
          </a:p>
          <a:p>
            <a:pPr marL="228600" lvl="0" indent="-228600" algn="just" rtl="0">
              <a:lnSpc>
                <a:spcPct val="100000"/>
              </a:lnSpc>
              <a:spcBef>
                <a:spcPts val="0"/>
              </a:spcBef>
              <a:spcAft>
                <a:spcPts val="0"/>
              </a:spcAft>
              <a:buClrTx/>
              <a:buSzPts val="2800"/>
              <a:buChar char="•"/>
            </a:pPr>
            <a:r>
              <a:rPr lang="en-US" dirty="0"/>
              <a:t>Transfers</a:t>
            </a:r>
          </a:p>
          <a:p>
            <a:pPr marL="228600" lvl="0" indent="-228600" algn="just" rtl="0">
              <a:lnSpc>
                <a:spcPct val="100000"/>
              </a:lnSpc>
              <a:spcBef>
                <a:spcPts val="0"/>
              </a:spcBef>
              <a:spcAft>
                <a:spcPts val="0"/>
              </a:spcAft>
              <a:buClrTx/>
              <a:buSzPts val="2800"/>
              <a:buChar char="•"/>
            </a:pPr>
            <a:r>
              <a:rPr lang="en-US" dirty="0"/>
              <a:t>Bill payments</a:t>
            </a:r>
          </a:p>
          <a:p>
            <a:pPr marL="228600" lvl="0" indent="-228600" algn="just" rtl="0">
              <a:lnSpc>
                <a:spcPct val="100000"/>
              </a:lnSpc>
              <a:spcBef>
                <a:spcPts val="0"/>
              </a:spcBef>
              <a:spcAft>
                <a:spcPts val="0"/>
              </a:spcAft>
              <a:buClrTx/>
              <a:buSzPts val="2800"/>
              <a:buChar char="•"/>
            </a:pPr>
            <a:r>
              <a:rPr lang="en-US" dirty="0"/>
              <a:t>Statements</a:t>
            </a:r>
          </a:p>
          <a:p>
            <a:pPr marL="228600" lvl="0" indent="-228600" algn="just" rtl="0">
              <a:lnSpc>
                <a:spcPct val="100000"/>
              </a:lnSpc>
              <a:spcBef>
                <a:spcPts val="0"/>
              </a:spcBef>
              <a:spcAft>
                <a:spcPts val="0"/>
              </a:spcAft>
              <a:buClrTx/>
              <a:buSzPts val="2800"/>
              <a:buChar char="•"/>
            </a:pPr>
            <a:r>
              <a:rPr lang="en-US" dirty="0"/>
              <a:t>Instant transfers</a:t>
            </a:r>
          </a:p>
          <a:p>
            <a:pPr marL="228600" lvl="0" indent="-228600" algn="just" rtl="0">
              <a:lnSpc>
                <a:spcPct val="100000"/>
              </a:lnSpc>
              <a:spcBef>
                <a:spcPts val="0"/>
              </a:spcBef>
              <a:spcAft>
                <a:spcPts val="0"/>
              </a:spcAft>
              <a:buClrTx/>
              <a:buSzPts val="2800"/>
              <a:buChar char="•"/>
            </a:pPr>
            <a:endParaRPr dirty="0"/>
          </a:p>
        </p:txBody>
      </p:sp>
      <p:sp>
        <p:nvSpPr>
          <p:cNvPr id="2" name="Google Shape;131;p4">
            <a:extLst>
              <a:ext uri="{FF2B5EF4-FFF2-40B4-BE49-F238E27FC236}">
                <a16:creationId xmlns:a16="http://schemas.microsoft.com/office/drawing/2014/main" id="{3FA10448-B307-01DF-3161-97794C3BAB64}"/>
              </a:ext>
            </a:extLst>
          </p:cNvPr>
          <p:cNvSpPr txBox="1">
            <a:spLocks/>
          </p:cNvSpPr>
          <p:nvPr/>
        </p:nvSpPr>
        <p:spPr>
          <a:xfrm>
            <a:off x="4891123" y="1268098"/>
            <a:ext cx="6375592" cy="3771988"/>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100000"/>
              </a:lnSpc>
              <a:spcBef>
                <a:spcPts val="1000"/>
              </a:spcBef>
              <a:buClr>
                <a:schemeClr val="tx2">
                  <a:lumMod val="10000"/>
                  <a:lumOff val="90000"/>
                </a:schemeClr>
              </a:buClr>
              <a:buFont typeface="Arial" panose="020B0604020202020204" pitchFamily="34" charset="0"/>
              <a:buChar char="•"/>
              <a:defRPr sz="2800" kern="1200">
                <a:solidFill>
                  <a:schemeClr val="tx2">
                    <a:lumMod val="10000"/>
                    <a:lumOff val="90000"/>
                  </a:schemeClr>
                </a:solidFill>
                <a:latin typeface="Roboto Light" panose="02000000000000000000" pitchFamily="2" charset="0"/>
                <a:ea typeface="Roboto Light" panose="02000000000000000000" pitchFamily="2" charset="0"/>
                <a:cs typeface="+mn-cs"/>
              </a:defRPr>
            </a:lvl1pPr>
            <a:lvl2pPr marL="685800" indent="-228600" algn="l" defTabSz="914400" rtl="0" eaLnBrk="1" latinLnBrk="0" hangingPunct="1">
              <a:lnSpc>
                <a:spcPct val="90000"/>
              </a:lnSpc>
              <a:spcBef>
                <a:spcPts val="500"/>
              </a:spcBef>
              <a:buClr>
                <a:schemeClr val="tx2">
                  <a:lumMod val="10000"/>
                  <a:lumOff val="90000"/>
                </a:schemeClr>
              </a:buClr>
              <a:buFont typeface="Arial" panose="020B0604020202020204" pitchFamily="34" charset="0"/>
              <a:buChar char="•"/>
              <a:defRPr sz="2400" kern="1200">
                <a:solidFill>
                  <a:schemeClr val="tx2">
                    <a:lumMod val="10000"/>
                    <a:lumOff val="90000"/>
                  </a:schemeClr>
                </a:solidFill>
                <a:latin typeface="+mn-lt"/>
                <a:ea typeface="+mn-ea"/>
                <a:cs typeface="+mn-cs"/>
              </a:defRPr>
            </a:lvl2pPr>
            <a:lvl3pPr marL="1143000" indent="-228600" algn="l" defTabSz="914400" rtl="0" eaLnBrk="1" latinLnBrk="0" hangingPunct="1">
              <a:lnSpc>
                <a:spcPct val="90000"/>
              </a:lnSpc>
              <a:spcBef>
                <a:spcPts val="500"/>
              </a:spcBef>
              <a:buClr>
                <a:schemeClr val="tx2">
                  <a:lumMod val="10000"/>
                  <a:lumOff val="90000"/>
                </a:schemeClr>
              </a:buClr>
              <a:buFont typeface="Arial" panose="020B0604020202020204" pitchFamily="34" charset="0"/>
              <a:buChar char="•"/>
              <a:defRPr sz="2000" kern="1200">
                <a:solidFill>
                  <a:schemeClr val="tx2">
                    <a:lumMod val="10000"/>
                    <a:lumOff val="9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buClrTx/>
              <a:buSzPts val="2800"/>
            </a:pPr>
            <a:r>
              <a:rPr lang="en-US" sz="2000" dirty="0"/>
              <a:t>Deposit account origination</a:t>
            </a:r>
          </a:p>
          <a:p>
            <a:pPr algn="just">
              <a:spcBef>
                <a:spcPts val="0"/>
              </a:spcBef>
              <a:buClrTx/>
              <a:buSzPts val="2800"/>
            </a:pPr>
            <a:r>
              <a:rPr lang="en-US" sz="2000" dirty="0"/>
              <a:t>Loan account origination</a:t>
            </a:r>
          </a:p>
          <a:p>
            <a:pPr algn="just">
              <a:spcBef>
                <a:spcPts val="0"/>
              </a:spcBef>
              <a:buClrTx/>
              <a:buSzPts val="2800"/>
            </a:pPr>
            <a:r>
              <a:rPr lang="en-US" sz="2000" dirty="0"/>
              <a:t>Internal transfers</a:t>
            </a:r>
          </a:p>
          <a:p>
            <a:pPr algn="just">
              <a:spcBef>
                <a:spcPts val="0"/>
              </a:spcBef>
              <a:buClrTx/>
              <a:buSzPts val="2800"/>
            </a:pPr>
            <a:r>
              <a:rPr lang="en-US" sz="2000" dirty="0"/>
              <a:t>External transfers</a:t>
            </a:r>
          </a:p>
          <a:p>
            <a:pPr algn="just">
              <a:spcBef>
                <a:spcPts val="0"/>
              </a:spcBef>
              <a:buClrTx/>
              <a:buSzPts val="2800"/>
            </a:pPr>
            <a:r>
              <a:rPr lang="en-US" sz="2000" dirty="0"/>
              <a:t>Instant transfers</a:t>
            </a:r>
          </a:p>
          <a:p>
            <a:pPr algn="just">
              <a:spcBef>
                <a:spcPts val="0"/>
              </a:spcBef>
              <a:buClrTx/>
              <a:buSzPts val="2800"/>
            </a:pPr>
            <a:r>
              <a:rPr lang="en-US" sz="2000" dirty="0"/>
              <a:t>Bill payments</a:t>
            </a:r>
          </a:p>
          <a:p>
            <a:pPr algn="just">
              <a:spcBef>
                <a:spcPts val="0"/>
              </a:spcBef>
              <a:buClrTx/>
              <a:buSzPts val="2800"/>
            </a:pPr>
            <a:r>
              <a:rPr lang="en-US" sz="2000" dirty="0"/>
              <a:t>Statements</a:t>
            </a:r>
          </a:p>
          <a:p>
            <a:pPr algn="just">
              <a:spcBef>
                <a:spcPts val="0"/>
              </a:spcBef>
              <a:buClrTx/>
              <a:buSzPts val="2800"/>
            </a:pPr>
            <a:r>
              <a:rPr lang="en-US" sz="2000" dirty="0"/>
              <a:t>Client onboarding</a:t>
            </a:r>
          </a:p>
        </p:txBody>
      </p:sp>
    </p:spTree>
    <p:extLst>
      <p:ext uri="{BB962C8B-B14F-4D97-AF65-F5344CB8AC3E}">
        <p14:creationId xmlns:p14="http://schemas.microsoft.com/office/powerpoint/2010/main" val="9551855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fade">
                                      <p:cBhvr>
                                        <p:cTn id="7" dur="500"/>
                                        <p:tgtEl>
                                          <p:spTgt spid="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Effect transition="in" filter="fade">
                                      <p:cBhvr>
                                        <p:cTn id="12" dur="500"/>
                                        <p:tgtEl>
                                          <p:spTgt spid="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1">
                                            <p:txEl>
                                              <p:pRg st="2" end="2"/>
                                            </p:txEl>
                                          </p:spTgt>
                                        </p:tgtEl>
                                        <p:attrNameLst>
                                          <p:attrName>style.visibility</p:attrName>
                                        </p:attrNameLst>
                                      </p:cBhvr>
                                      <p:to>
                                        <p:strVal val="visible"/>
                                      </p:to>
                                    </p:set>
                                    <p:animEffect transition="in" filter="fade">
                                      <p:cBhvr>
                                        <p:cTn id="17" dur="500"/>
                                        <p:tgtEl>
                                          <p:spTgt spid="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1">
                                            <p:txEl>
                                              <p:pRg st="3" end="3"/>
                                            </p:txEl>
                                          </p:spTgt>
                                        </p:tgtEl>
                                        <p:attrNameLst>
                                          <p:attrName>style.visibility</p:attrName>
                                        </p:attrNameLst>
                                      </p:cBhvr>
                                      <p:to>
                                        <p:strVal val="visible"/>
                                      </p:to>
                                    </p:set>
                                    <p:animEffect transition="in" filter="fade">
                                      <p:cBhvr>
                                        <p:cTn id="22" dur="500"/>
                                        <p:tgtEl>
                                          <p:spTgt spid="1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1">
                                            <p:txEl>
                                              <p:pRg st="4" end="4"/>
                                            </p:txEl>
                                          </p:spTgt>
                                        </p:tgtEl>
                                        <p:attrNameLst>
                                          <p:attrName>style.visibility</p:attrName>
                                        </p:attrNameLst>
                                      </p:cBhvr>
                                      <p:to>
                                        <p:strVal val="visible"/>
                                      </p:to>
                                    </p:set>
                                    <p:animEffect transition="in" filter="fade">
                                      <p:cBhvr>
                                        <p:cTn id="27" dur="500"/>
                                        <p:tgtEl>
                                          <p:spTgt spid="1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1">
                                            <p:txEl>
                                              <p:pRg st="5" end="5"/>
                                            </p:txEl>
                                          </p:spTgt>
                                        </p:tgtEl>
                                        <p:attrNameLst>
                                          <p:attrName>style.visibility</p:attrName>
                                        </p:attrNameLst>
                                      </p:cBhvr>
                                      <p:to>
                                        <p:strVal val="visible"/>
                                      </p:to>
                                    </p:set>
                                    <p:animEffect transition="in" filter="fade">
                                      <p:cBhvr>
                                        <p:cTn id="32" dur="500"/>
                                        <p:tgtEl>
                                          <p:spTgt spid="1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fade">
                                      <p:cBhvr>
                                        <p:cTn id="37" dur="500"/>
                                        <p:tgtEl>
                                          <p:spTgt spid="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1" end="1"/>
                                            </p:txEl>
                                          </p:spTgt>
                                        </p:tgtEl>
                                        <p:attrNameLst>
                                          <p:attrName>style.visibility</p:attrName>
                                        </p:attrNameLst>
                                      </p:cBhvr>
                                      <p:to>
                                        <p:strVal val="visible"/>
                                      </p:to>
                                    </p:set>
                                    <p:animEffect transition="in" filter="fade">
                                      <p:cBhvr>
                                        <p:cTn id="42" dur="500"/>
                                        <p:tgtEl>
                                          <p:spTgt spid="2">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2" end="2"/>
                                            </p:txEl>
                                          </p:spTgt>
                                        </p:tgtEl>
                                        <p:attrNameLst>
                                          <p:attrName>style.visibility</p:attrName>
                                        </p:attrNameLst>
                                      </p:cBhvr>
                                      <p:to>
                                        <p:strVal val="visible"/>
                                      </p:to>
                                    </p:set>
                                    <p:animEffect transition="in" filter="fade">
                                      <p:cBhvr>
                                        <p:cTn id="47" dur="500"/>
                                        <p:tgtEl>
                                          <p:spTgt spid="2">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3" end="3"/>
                                            </p:txEl>
                                          </p:spTgt>
                                        </p:tgtEl>
                                        <p:attrNameLst>
                                          <p:attrName>style.visibility</p:attrName>
                                        </p:attrNameLst>
                                      </p:cBhvr>
                                      <p:to>
                                        <p:strVal val="visible"/>
                                      </p:to>
                                    </p:set>
                                    <p:animEffect transition="in" filter="fade">
                                      <p:cBhvr>
                                        <p:cTn id="52" dur="500"/>
                                        <p:tgtEl>
                                          <p:spTgt spid="2">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4" end="4"/>
                                            </p:txEl>
                                          </p:spTgt>
                                        </p:tgtEl>
                                        <p:attrNameLst>
                                          <p:attrName>style.visibility</p:attrName>
                                        </p:attrNameLst>
                                      </p:cBhvr>
                                      <p:to>
                                        <p:strVal val="visible"/>
                                      </p:to>
                                    </p:set>
                                    <p:animEffect transition="in" filter="fade">
                                      <p:cBhvr>
                                        <p:cTn id="57" dur="500"/>
                                        <p:tgtEl>
                                          <p:spTgt spid="2">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5" end="5"/>
                                            </p:txEl>
                                          </p:spTgt>
                                        </p:tgtEl>
                                        <p:attrNameLst>
                                          <p:attrName>style.visibility</p:attrName>
                                        </p:attrNameLst>
                                      </p:cBhvr>
                                      <p:to>
                                        <p:strVal val="visible"/>
                                      </p:to>
                                    </p:set>
                                    <p:animEffect transition="in" filter="fade">
                                      <p:cBhvr>
                                        <p:cTn id="62" dur="500"/>
                                        <p:tgtEl>
                                          <p:spTgt spid="2">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6" end="6"/>
                                            </p:txEl>
                                          </p:spTgt>
                                        </p:tgtEl>
                                        <p:attrNameLst>
                                          <p:attrName>style.visibility</p:attrName>
                                        </p:attrNameLst>
                                      </p:cBhvr>
                                      <p:to>
                                        <p:strVal val="visible"/>
                                      </p:to>
                                    </p:set>
                                    <p:animEffect transition="in" filter="fade">
                                      <p:cBhvr>
                                        <p:cTn id="67" dur="500"/>
                                        <p:tgtEl>
                                          <p:spTgt spid="2">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7" end="7"/>
                                            </p:txEl>
                                          </p:spTgt>
                                        </p:tgtEl>
                                        <p:attrNameLst>
                                          <p:attrName>style.visibility</p:attrName>
                                        </p:attrNameLst>
                                      </p:cBhvr>
                                      <p:to>
                                        <p:strVal val="visible"/>
                                      </p:to>
                                    </p:set>
                                    <p:animEffect transition="in" filter="fade">
                                      <p:cBhvr>
                                        <p:cTn id="7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6"/>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Command Query Responsibility Segregation (CQRS)</a:t>
            </a:r>
            <a:endParaRPr dirty="0"/>
          </a:p>
        </p:txBody>
      </p:sp>
      <p:sp>
        <p:nvSpPr>
          <p:cNvPr id="160" name="Google Shape;160;p6"/>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Once we implement database-per-service, there is a requirement to query, which requires joint data from multiple services.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CQRS suggests splitting the application into two parts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685800" lvl="1" indent="-228600" algn="just" rtl="0">
              <a:lnSpc>
                <a:spcPct val="100000"/>
              </a:lnSpc>
              <a:spcBef>
                <a:spcPts val="5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Command side - Handles the Create, Update, and Delete requests.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685800" lvl="1" indent="-228600" algn="just" rtl="0">
              <a:lnSpc>
                <a:spcPct val="100000"/>
              </a:lnSpc>
              <a:spcBef>
                <a:spcPts val="5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Query side - Handles the query part by using the materialized views.</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cxnSp>
        <p:nvCxnSpPr>
          <p:cNvPr id="162" name="Google Shape;162;p6"/>
          <p:cNvCxnSpPr/>
          <p:nvPr/>
        </p:nvCxnSpPr>
        <p:spPr>
          <a:xfrm>
            <a:off x="6054323" y="4059909"/>
            <a:ext cx="0" cy="1735571"/>
          </a:xfrm>
          <a:prstGeom prst="straightConnector1">
            <a:avLst/>
          </a:prstGeom>
          <a:noFill/>
          <a:ln w="19050" cap="flat" cmpd="sng">
            <a:solidFill>
              <a:srgbClr val="BFBFBF"/>
            </a:solidFill>
            <a:prstDash val="solid"/>
            <a:miter lim="800000"/>
            <a:headEnd type="none" w="sm" len="sm"/>
            <a:tailEnd type="none" w="sm" len="sm"/>
          </a:ln>
        </p:spPr>
      </p:cxnSp>
      <p:grpSp>
        <p:nvGrpSpPr>
          <p:cNvPr id="163" name="Google Shape;163;p6"/>
          <p:cNvGrpSpPr/>
          <p:nvPr/>
        </p:nvGrpSpPr>
        <p:grpSpPr>
          <a:xfrm>
            <a:off x="902662" y="3927778"/>
            <a:ext cx="4223421" cy="2135565"/>
            <a:chOff x="902662" y="4154421"/>
            <a:chExt cx="4223421" cy="2135565"/>
          </a:xfrm>
        </p:grpSpPr>
        <p:sp>
          <p:nvSpPr>
            <p:cNvPr id="164" name="Google Shape;164;p6"/>
            <p:cNvSpPr txBox="1"/>
            <p:nvPr/>
          </p:nvSpPr>
          <p:spPr>
            <a:xfrm>
              <a:off x="1483098" y="5982209"/>
              <a:ext cx="278646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chemeClr val="tx2">
                      <a:lumMod val="10000"/>
                      <a:lumOff val="90000"/>
                    </a:schemeClr>
                  </a:solidFill>
                  <a:latin typeface="Quattrocento Sans"/>
                  <a:ea typeface="Quattrocento Sans"/>
                  <a:cs typeface="Quattrocento Sans"/>
                  <a:sym typeface="Quattrocento Sans"/>
                </a:rPr>
                <a:t>Standard, non-CQRS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sp>
          <p:nvSpPr>
            <p:cNvPr id="165" name="Google Shape;165;p6"/>
            <p:cNvSpPr/>
            <p:nvPr/>
          </p:nvSpPr>
          <p:spPr>
            <a:xfrm>
              <a:off x="902662" y="4154421"/>
              <a:ext cx="1303303" cy="17326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166" name="Google Shape;166;p6"/>
            <p:cNvSpPr/>
            <p:nvPr/>
          </p:nvSpPr>
          <p:spPr>
            <a:xfrm>
              <a:off x="2704111" y="4154421"/>
              <a:ext cx="1106487" cy="1732673"/>
            </a:xfrm>
            <a:prstGeom prst="rect">
              <a:avLst/>
            </a:prstGeom>
            <a:solidFill>
              <a:srgbClr val="A365D1"/>
            </a:solidFill>
            <a:ln w="12700" cap="flat" cmpd="sng">
              <a:solidFill>
                <a:srgbClr val="A365D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Database</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167" name="Google Shape;167;p6"/>
            <p:cNvSpPr/>
            <p:nvPr/>
          </p:nvSpPr>
          <p:spPr>
            <a:xfrm>
              <a:off x="4308744" y="4625336"/>
              <a:ext cx="817339" cy="86113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3A3838"/>
                  </a:solidFill>
                  <a:latin typeface="Calibri"/>
                  <a:ea typeface="Calibri"/>
                  <a:cs typeface="Calibri"/>
                  <a:sym typeface="Calibri"/>
                </a:rPr>
                <a:t>Database</a:t>
              </a:r>
              <a:endParaRPr/>
            </a:p>
          </p:txBody>
        </p:sp>
        <p:cxnSp>
          <p:nvCxnSpPr>
            <p:cNvPr id="168" name="Google Shape;168;p6"/>
            <p:cNvCxnSpPr>
              <a:stCxn id="165" idx="3"/>
              <a:endCxn id="166" idx="1"/>
            </p:cNvCxnSpPr>
            <p:nvPr/>
          </p:nvCxnSpPr>
          <p:spPr>
            <a:xfrm>
              <a:off x="2205965" y="5020759"/>
              <a:ext cx="498000" cy="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69" name="Google Shape;169;p6"/>
            <p:cNvCxnSpPr/>
            <p:nvPr/>
          </p:nvCxnSpPr>
          <p:spPr>
            <a:xfrm>
              <a:off x="3815895" y="5020758"/>
              <a:ext cx="498146" cy="1"/>
            </a:xfrm>
            <a:prstGeom prst="straightConnector1">
              <a:avLst/>
            </a:prstGeom>
            <a:noFill/>
            <a:ln w="28575" cap="flat" cmpd="sng">
              <a:solidFill>
                <a:schemeClr val="accent1"/>
              </a:solidFill>
              <a:prstDash val="solid"/>
              <a:miter lim="800000"/>
              <a:headEnd type="none" w="sm" len="sm"/>
              <a:tailEnd type="triangle" w="med" len="med"/>
            </a:ln>
          </p:spPr>
        </p:cxnSp>
      </p:grpSp>
      <p:grpSp>
        <p:nvGrpSpPr>
          <p:cNvPr id="170" name="Google Shape;170;p6"/>
          <p:cNvGrpSpPr/>
          <p:nvPr/>
        </p:nvGrpSpPr>
        <p:grpSpPr>
          <a:xfrm>
            <a:off x="6552469" y="3868445"/>
            <a:ext cx="4609971" cy="2223549"/>
            <a:chOff x="6550341" y="4177948"/>
            <a:chExt cx="4609971" cy="2223549"/>
          </a:xfrm>
        </p:grpSpPr>
        <p:grpSp>
          <p:nvGrpSpPr>
            <p:cNvPr id="171" name="Google Shape;171;p6"/>
            <p:cNvGrpSpPr/>
            <p:nvPr/>
          </p:nvGrpSpPr>
          <p:grpSpPr>
            <a:xfrm>
              <a:off x="6550341" y="4177948"/>
              <a:ext cx="4609971" cy="1844175"/>
              <a:chOff x="6550341" y="4177948"/>
              <a:chExt cx="4609971" cy="1844175"/>
            </a:xfrm>
          </p:grpSpPr>
          <p:sp>
            <p:nvSpPr>
              <p:cNvPr id="172" name="Google Shape;172;p6"/>
              <p:cNvSpPr/>
              <p:nvPr/>
            </p:nvSpPr>
            <p:spPr>
              <a:xfrm>
                <a:off x="6550341" y="4177948"/>
                <a:ext cx="1303303" cy="18441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173" name="Google Shape;173;p6"/>
              <p:cNvSpPr/>
              <p:nvPr/>
            </p:nvSpPr>
            <p:spPr>
              <a:xfrm>
                <a:off x="8529342" y="4233072"/>
                <a:ext cx="1106487" cy="842811"/>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Service</a:t>
                </a:r>
                <a:endParaRPr/>
              </a:p>
            </p:txBody>
          </p:sp>
          <p:sp>
            <p:nvSpPr>
              <p:cNvPr id="174" name="Google Shape;174;p6"/>
              <p:cNvSpPr/>
              <p:nvPr/>
            </p:nvSpPr>
            <p:spPr>
              <a:xfrm>
                <a:off x="10342973" y="4764800"/>
                <a:ext cx="817339" cy="86113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3A3838"/>
                    </a:solidFill>
                    <a:latin typeface="Calibri"/>
                    <a:ea typeface="Calibri"/>
                    <a:cs typeface="Calibri"/>
                    <a:sym typeface="Calibri"/>
                  </a:rPr>
                  <a:t>Database</a:t>
                </a:r>
                <a:endParaRPr/>
              </a:p>
            </p:txBody>
          </p:sp>
          <p:cxnSp>
            <p:nvCxnSpPr>
              <p:cNvPr id="175" name="Google Shape;175;p6"/>
              <p:cNvCxnSpPr>
                <a:stCxn id="172" idx="3"/>
                <a:endCxn id="173" idx="1"/>
              </p:cNvCxnSpPr>
              <p:nvPr/>
            </p:nvCxnSpPr>
            <p:spPr>
              <a:xfrm rot="10800000" flipH="1">
                <a:off x="7853644" y="4654536"/>
                <a:ext cx="675600" cy="445500"/>
              </a:xfrm>
              <a:prstGeom prst="straightConnector1">
                <a:avLst/>
              </a:prstGeom>
              <a:noFill/>
              <a:ln w="28575" cap="flat" cmpd="sng">
                <a:solidFill>
                  <a:schemeClr val="accent1"/>
                </a:solidFill>
                <a:prstDash val="solid"/>
                <a:miter lim="800000"/>
                <a:headEnd type="none" w="sm" len="sm"/>
                <a:tailEnd type="triangle" w="med" len="med"/>
              </a:ln>
            </p:spPr>
          </p:cxnSp>
          <p:sp>
            <p:nvSpPr>
              <p:cNvPr id="176" name="Google Shape;176;p6"/>
              <p:cNvSpPr/>
              <p:nvPr/>
            </p:nvSpPr>
            <p:spPr>
              <a:xfrm>
                <a:off x="8544757" y="525777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Query</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Service</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177" name="Google Shape;177;p6"/>
              <p:cNvCxnSpPr>
                <a:stCxn id="172" idx="3"/>
                <a:endCxn id="176" idx="1"/>
              </p:cNvCxnSpPr>
              <p:nvPr/>
            </p:nvCxnSpPr>
            <p:spPr>
              <a:xfrm>
                <a:off x="7853644" y="5100036"/>
                <a:ext cx="691200" cy="5223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8" name="Google Shape;178;p6"/>
              <p:cNvCxnSpPr>
                <a:stCxn id="173" idx="3"/>
                <a:endCxn id="174" idx="2"/>
              </p:cNvCxnSpPr>
              <p:nvPr/>
            </p:nvCxnSpPr>
            <p:spPr>
              <a:xfrm>
                <a:off x="9635829" y="4654478"/>
                <a:ext cx="707100" cy="5409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9" name="Google Shape;179;p6"/>
              <p:cNvCxnSpPr>
                <a:stCxn id="176" idx="3"/>
                <a:endCxn id="174" idx="2"/>
              </p:cNvCxnSpPr>
              <p:nvPr/>
            </p:nvCxnSpPr>
            <p:spPr>
              <a:xfrm rot="10800000" flipH="1">
                <a:off x="9651244" y="5195293"/>
                <a:ext cx="691800" cy="426900"/>
              </a:xfrm>
              <a:prstGeom prst="straightConnector1">
                <a:avLst/>
              </a:prstGeom>
              <a:noFill/>
              <a:ln w="28575" cap="flat" cmpd="sng">
                <a:solidFill>
                  <a:schemeClr val="accent1"/>
                </a:solidFill>
                <a:prstDash val="solid"/>
                <a:miter lim="800000"/>
                <a:headEnd type="none" w="sm" len="sm"/>
                <a:tailEnd type="triangle" w="med" len="med"/>
              </a:ln>
            </p:spPr>
          </p:cxnSp>
        </p:grpSp>
        <p:sp>
          <p:nvSpPr>
            <p:cNvPr id="180" name="Google Shape;180;p6"/>
            <p:cNvSpPr txBox="1"/>
            <p:nvPr/>
          </p:nvSpPr>
          <p:spPr>
            <a:xfrm>
              <a:off x="7565782" y="6093720"/>
              <a:ext cx="16115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dirty="0">
                  <a:solidFill>
                    <a:schemeClr val="tx2">
                      <a:lumMod val="10000"/>
                      <a:lumOff val="90000"/>
                    </a:schemeClr>
                  </a:solidFill>
                  <a:latin typeface="Quattrocento Sans"/>
                  <a:ea typeface="Quattrocento Sans"/>
                  <a:cs typeface="Quattrocento Sans"/>
                  <a:sym typeface="Quattrocento Sans"/>
                </a:rPr>
                <a:t>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xEl>
                                              <p:pRg st="0" end="0"/>
                                            </p:txEl>
                                          </p:spTgt>
                                        </p:tgtEl>
                                        <p:attrNameLst>
                                          <p:attrName>style.visibility</p:attrName>
                                        </p:attrNameLst>
                                      </p:cBhvr>
                                      <p:to>
                                        <p:strVal val="visible"/>
                                      </p:to>
                                    </p:set>
                                    <p:animEffect transition="in" filter="fade">
                                      <p:cBhvr>
                                        <p:cTn id="7" dur="500"/>
                                        <p:tgtEl>
                                          <p:spTgt spid="1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0">
                                            <p:txEl>
                                              <p:pRg st="1" end="1"/>
                                            </p:txEl>
                                          </p:spTgt>
                                        </p:tgtEl>
                                        <p:attrNameLst>
                                          <p:attrName>style.visibility</p:attrName>
                                        </p:attrNameLst>
                                      </p:cBhvr>
                                      <p:to>
                                        <p:strVal val="visible"/>
                                      </p:to>
                                    </p:set>
                                    <p:animEffect transition="in" filter="fade">
                                      <p:cBhvr>
                                        <p:cTn id="12" dur="500"/>
                                        <p:tgtEl>
                                          <p:spTgt spid="1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0">
                                            <p:txEl>
                                              <p:pRg st="2" end="2"/>
                                            </p:txEl>
                                          </p:spTgt>
                                        </p:tgtEl>
                                        <p:attrNameLst>
                                          <p:attrName>style.visibility</p:attrName>
                                        </p:attrNameLst>
                                      </p:cBhvr>
                                      <p:to>
                                        <p:strVal val="visible"/>
                                      </p:to>
                                    </p:set>
                                    <p:animEffect transition="in" filter="fade">
                                      <p:cBhvr>
                                        <p:cTn id="17" dur="500"/>
                                        <p:tgtEl>
                                          <p:spTgt spid="1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0">
                                            <p:txEl>
                                              <p:pRg st="3" end="3"/>
                                            </p:txEl>
                                          </p:spTgt>
                                        </p:tgtEl>
                                        <p:attrNameLst>
                                          <p:attrName>style.visibility</p:attrName>
                                        </p:attrNameLst>
                                      </p:cBhvr>
                                      <p:to>
                                        <p:strVal val="visible"/>
                                      </p:to>
                                    </p:set>
                                    <p:animEffect transition="in" filter="fade">
                                      <p:cBhvr>
                                        <p:cTn id="22" dur="500"/>
                                        <p:tgtEl>
                                          <p:spTgt spid="1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3"/>
                                        </p:tgtEl>
                                        <p:attrNameLst>
                                          <p:attrName>style.visibility</p:attrName>
                                        </p:attrNameLst>
                                      </p:cBhvr>
                                      <p:to>
                                        <p:strVal val="visible"/>
                                      </p:to>
                                    </p:set>
                                    <p:animEffect transition="in" filter="fade">
                                      <p:cBhvr>
                                        <p:cTn id="27" dur="500"/>
                                        <p:tgtEl>
                                          <p:spTgt spid="16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2"/>
                                        </p:tgtEl>
                                        <p:attrNameLst>
                                          <p:attrName>style.visibility</p:attrName>
                                        </p:attrNameLst>
                                      </p:cBhvr>
                                      <p:to>
                                        <p:strVal val="visible"/>
                                      </p:to>
                                    </p:set>
                                    <p:animEffect transition="in" filter="fade">
                                      <p:cBhvr>
                                        <p:cTn id="32" dur="500"/>
                                        <p:tgtEl>
                                          <p:spTgt spid="16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0"/>
                                        </p:tgtEl>
                                        <p:attrNameLst>
                                          <p:attrName>style.visibility</p:attrName>
                                        </p:attrNameLst>
                                      </p:cBhvr>
                                      <p:to>
                                        <p:strVal val="visible"/>
                                      </p:to>
                                    </p:set>
                                    <p:animEffect transition="in" filter="fade">
                                      <p:cBhvr>
                                        <p:cTn id="37"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DADA2B44-C091-1AAE-F5CE-F6726CAD1D96}"/>
            </a:ext>
          </a:extLst>
        </p:cNvPr>
        <p:cNvGrpSpPr/>
        <p:nvPr/>
      </p:nvGrpSpPr>
      <p:grpSpPr>
        <a:xfrm>
          <a:off x="0" y="0"/>
          <a:ext cx="0" cy="0"/>
          <a:chOff x="0" y="0"/>
          <a:chExt cx="0" cy="0"/>
        </a:xfrm>
      </p:grpSpPr>
      <p:sp>
        <p:nvSpPr>
          <p:cNvPr id="161" name="Google Shape;161;p6">
            <a:extLst>
              <a:ext uri="{FF2B5EF4-FFF2-40B4-BE49-F238E27FC236}">
                <a16:creationId xmlns:a16="http://schemas.microsoft.com/office/drawing/2014/main" id="{C133044E-4C3E-A6E3-88E7-5E9E34CFCD61}"/>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Command Query Responsibility Segregation (CQRS)</a:t>
            </a:r>
            <a:endParaRPr dirty="0"/>
          </a:p>
        </p:txBody>
      </p:sp>
      <p:grpSp>
        <p:nvGrpSpPr>
          <p:cNvPr id="170" name="Google Shape;170;p6">
            <a:extLst>
              <a:ext uri="{FF2B5EF4-FFF2-40B4-BE49-F238E27FC236}">
                <a16:creationId xmlns:a16="http://schemas.microsoft.com/office/drawing/2014/main" id="{7204C82B-6F81-E84A-BC27-8DAA5EFCC32C}"/>
              </a:ext>
            </a:extLst>
          </p:cNvPr>
          <p:cNvGrpSpPr/>
          <p:nvPr/>
        </p:nvGrpSpPr>
        <p:grpSpPr>
          <a:xfrm>
            <a:off x="663297" y="1473588"/>
            <a:ext cx="4609971" cy="2223549"/>
            <a:chOff x="6550341" y="4177948"/>
            <a:chExt cx="4609971" cy="2223549"/>
          </a:xfrm>
        </p:grpSpPr>
        <p:grpSp>
          <p:nvGrpSpPr>
            <p:cNvPr id="171" name="Google Shape;171;p6">
              <a:extLst>
                <a:ext uri="{FF2B5EF4-FFF2-40B4-BE49-F238E27FC236}">
                  <a16:creationId xmlns:a16="http://schemas.microsoft.com/office/drawing/2014/main" id="{07E5B924-2B3A-DEF8-6C2D-2FEFDD41CD42}"/>
                </a:ext>
              </a:extLst>
            </p:cNvPr>
            <p:cNvGrpSpPr/>
            <p:nvPr/>
          </p:nvGrpSpPr>
          <p:grpSpPr>
            <a:xfrm>
              <a:off x="6550341" y="4177948"/>
              <a:ext cx="4609971" cy="1844175"/>
              <a:chOff x="6550341" y="4177948"/>
              <a:chExt cx="4609971" cy="1844175"/>
            </a:xfrm>
          </p:grpSpPr>
          <p:sp>
            <p:nvSpPr>
              <p:cNvPr id="172" name="Google Shape;172;p6">
                <a:extLst>
                  <a:ext uri="{FF2B5EF4-FFF2-40B4-BE49-F238E27FC236}">
                    <a16:creationId xmlns:a16="http://schemas.microsoft.com/office/drawing/2014/main" id="{8C4902F9-28C3-CAE1-8DA6-14F6AF4617C4}"/>
                  </a:ext>
                </a:extLst>
              </p:cNvPr>
              <p:cNvSpPr/>
              <p:nvPr/>
            </p:nvSpPr>
            <p:spPr>
              <a:xfrm>
                <a:off x="6550341" y="4177948"/>
                <a:ext cx="1303303" cy="18441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173" name="Google Shape;173;p6">
                <a:extLst>
                  <a:ext uri="{FF2B5EF4-FFF2-40B4-BE49-F238E27FC236}">
                    <a16:creationId xmlns:a16="http://schemas.microsoft.com/office/drawing/2014/main" id="{4ABE7F4D-146F-68DF-BB76-DEA28402622A}"/>
                  </a:ext>
                </a:extLst>
              </p:cNvPr>
              <p:cNvSpPr/>
              <p:nvPr/>
            </p:nvSpPr>
            <p:spPr>
              <a:xfrm>
                <a:off x="8529342" y="4233072"/>
                <a:ext cx="1106487" cy="842811"/>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Service</a:t>
                </a:r>
                <a:endParaRPr/>
              </a:p>
            </p:txBody>
          </p:sp>
          <p:sp>
            <p:nvSpPr>
              <p:cNvPr id="174" name="Google Shape;174;p6">
                <a:extLst>
                  <a:ext uri="{FF2B5EF4-FFF2-40B4-BE49-F238E27FC236}">
                    <a16:creationId xmlns:a16="http://schemas.microsoft.com/office/drawing/2014/main" id="{BC582717-AF19-1EF1-0019-DC00086C63EE}"/>
                  </a:ext>
                </a:extLst>
              </p:cNvPr>
              <p:cNvSpPr/>
              <p:nvPr/>
            </p:nvSpPr>
            <p:spPr>
              <a:xfrm>
                <a:off x="10342973" y="4764800"/>
                <a:ext cx="817339" cy="86113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A3838"/>
                    </a:solidFill>
                    <a:latin typeface="Calibri"/>
                    <a:ea typeface="Calibri"/>
                    <a:cs typeface="Calibri"/>
                    <a:sym typeface="Calibri"/>
                  </a:rPr>
                  <a:t>Database (same tables)</a:t>
                </a:r>
                <a:endParaRPr dirty="0"/>
              </a:p>
            </p:txBody>
          </p:sp>
          <p:cxnSp>
            <p:nvCxnSpPr>
              <p:cNvPr id="175" name="Google Shape;175;p6">
                <a:extLst>
                  <a:ext uri="{FF2B5EF4-FFF2-40B4-BE49-F238E27FC236}">
                    <a16:creationId xmlns:a16="http://schemas.microsoft.com/office/drawing/2014/main" id="{882E9569-43F8-E5E4-C636-2FBE29D91815}"/>
                  </a:ext>
                </a:extLst>
              </p:cNvPr>
              <p:cNvCxnSpPr>
                <a:stCxn id="172" idx="3"/>
                <a:endCxn id="173" idx="1"/>
              </p:cNvCxnSpPr>
              <p:nvPr/>
            </p:nvCxnSpPr>
            <p:spPr>
              <a:xfrm rot="10800000" flipH="1">
                <a:off x="7853644" y="4654536"/>
                <a:ext cx="675600" cy="445500"/>
              </a:xfrm>
              <a:prstGeom prst="straightConnector1">
                <a:avLst/>
              </a:prstGeom>
              <a:noFill/>
              <a:ln w="28575" cap="flat" cmpd="sng">
                <a:solidFill>
                  <a:schemeClr val="accent1"/>
                </a:solidFill>
                <a:prstDash val="solid"/>
                <a:miter lim="800000"/>
                <a:headEnd type="none" w="sm" len="sm"/>
                <a:tailEnd type="triangle" w="med" len="med"/>
              </a:ln>
            </p:spPr>
          </p:cxnSp>
          <p:sp>
            <p:nvSpPr>
              <p:cNvPr id="176" name="Google Shape;176;p6">
                <a:extLst>
                  <a:ext uri="{FF2B5EF4-FFF2-40B4-BE49-F238E27FC236}">
                    <a16:creationId xmlns:a16="http://schemas.microsoft.com/office/drawing/2014/main" id="{E0B12CD3-F0B2-C942-36F3-0999384AAD3C}"/>
                  </a:ext>
                </a:extLst>
              </p:cNvPr>
              <p:cNvSpPr/>
              <p:nvPr/>
            </p:nvSpPr>
            <p:spPr>
              <a:xfrm>
                <a:off x="8544757" y="525777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Query</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cxnSp>
            <p:nvCxnSpPr>
              <p:cNvPr id="177" name="Google Shape;177;p6">
                <a:extLst>
                  <a:ext uri="{FF2B5EF4-FFF2-40B4-BE49-F238E27FC236}">
                    <a16:creationId xmlns:a16="http://schemas.microsoft.com/office/drawing/2014/main" id="{D9B177A7-FAD8-3208-A490-6A31370D1486}"/>
                  </a:ext>
                </a:extLst>
              </p:cNvPr>
              <p:cNvCxnSpPr>
                <a:stCxn id="172" idx="3"/>
                <a:endCxn id="176" idx="1"/>
              </p:cNvCxnSpPr>
              <p:nvPr/>
            </p:nvCxnSpPr>
            <p:spPr>
              <a:xfrm>
                <a:off x="7853644" y="5100036"/>
                <a:ext cx="691200" cy="5223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8" name="Google Shape;178;p6">
                <a:extLst>
                  <a:ext uri="{FF2B5EF4-FFF2-40B4-BE49-F238E27FC236}">
                    <a16:creationId xmlns:a16="http://schemas.microsoft.com/office/drawing/2014/main" id="{20967662-9A26-BEF8-C53A-17293F5C124B}"/>
                  </a:ext>
                </a:extLst>
              </p:cNvPr>
              <p:cNvCxnSpPr>
                <a:stCxn id="173" idx="3"/>
                <a:endCxn id="174" idx="2"/>
              </p:cNvCxnSpPr>
              <p:nvPr/>
            </p:nvCxnSpPr>
            <p:spPr>
              <a:xfrm>
                <a:off x="9635829" y="4654478"/>
                <a:ext cx="707100" cy="5409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9" name="Google Shape;179;p6">
                <a:extLst>
                  <a:ext uri="{FF2B5EF4-FFF2-40B4-BE49-F238E27FC236}">
                    <a16:creationId xmlns:a16="http://schemas.microsoft.com/office/drawing/2014/main" id="{7F48A327-2DE9-851A-8BDB-445CDB1C7075}"/>
                  </a:ext>
                </a:extLst>
              </p:cNvPr>
              <p:cNvCxnSpPr>
                <a:stCxn id="176" idx="3"/>
                <a:endCxn id="174" idx="2"/>
              </p:cNvCxnSpPr>
              <p:nvPr/>
            </p:nvCxnSpPr>
            <p:spPr>
              <a:xfrm rot="10800000" flipH="1">
                <a:off x="9651244" y="5195293"/>
                <a:ext cx="691800" cy="426900"/>
              </a:xfrm>
              <a:prstGeom prst="straightConnector1">
                <a:avLst/>
              </a:prstGeom>
              <a:noFill/>
              <a:ln w="28575" cap="flat" cmpd="sng">
                <a:solidFill>
                  <a:schemeClr val="accent1"/>
                </a:solidFill>
                <a:prstDash val="solid"/>
                <a:miter lim="800000"/>
                <a:headEnd type="none" w="sm" len="sm"/>
                <a:tailEnd type="triangle" w="med" len="med"/>
              </a:ln>
            </p:spPr>
          </p:cxnSp>
        </p:grpSp>
        <p:sp>
          <p:nvSpPr>
            <p:cNvPr id="180" name="Google Shape;180;p6">
              <a:extLst>
                <a:ext uri="{FF2B5EF4-FFF2-40B4-BE49-F238E27FC236}">
                  <a16:creationId xmlns:a16="http://schemas.microsoft.com/office/drawing/2014/main" id="{CC4BBF3E-CA0B-4BBF-7B62-B5FD6F26A3F8}"/>
                </a:ext>
              </a:extLst>
            </p:cNvPr>
            <p:cNvSpPr txBox="1"/>
            <p:nvPr/>
          </p:nvSpPr>
          <p:spPr>
            <a:xfrm>
              <a:off x="7565782" y="6093720"/>
              <a:ext cx="16115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dirty="0">
                  <a:solidFill>
                    <a:schemeClr val="tx2">
                      <a:lumMod val="10000"/>
                      <a:lumOff val="90000"/>
                    </a:schemeClr>
                  </a:solidFill>
                  <a:latin typeface="Quattrocento Sans"/>
                  <a:ea typeface="Quattrocento Sans"/>
                  <a:cs typeface="Quattrocento Sans"/>
                  <a:sym typeface="Quattrocento Sans"/>
                </a:rPr>
                <a:t>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grpSp>
      <p:grpSp>
        <p:nvGrpSpPr>
          <p:cNvPr id="4" name="Google Shape;170;p6">
            <a:extLst>
              <a:ext uri="{FF2B5EF4-FFF2-40B4-BE49-F238E27FC236}">
                <a16:creationId xmlns:a16="http://schemas.microsoft.com/office/drawing/2014/main" id="{8BA0ACE3-F5D1-4112-6818-EB650F972D1F}"/>
              </a:ext>
            </a:extLst>
          </p:cNvPr>
          <p:cNvGrpSpPr/>
          <p:nvPr/>
        </p:nvGrpSpPr>
        <p:grpSpPr>
          <a:xfrm>
            <a:off x="6122816" y="1376586"/>
            <a:ext cx="4902993" cy="2320551"/>
            <a:chOff x="6550341" y="4080946"/>
            <a:chExt cx="4902993" cy="2320551"/>
          </a:xfrm>
        </p:grpSpPr>
        <p:grpSp>
          <p:nvGrpSpPr>
            <p:cNvPr id="5" name="Google Shape;171;p6">
              <a:extLst>
                <a:ext uri="{FF2B5EF4-FFF2-40B4-BE49-F238E27FC236}">
                  <a16:creationId xmlns:a16="http://schemas.microsoft.com/office/drawing/2014/main" id="{548501FA-6E64-4C48-1CA6-5D8D1863DD68}"/>
                </a:ext>
              </a:extLst>
            </p:cNvPr>
            <p:cNvGrpSpPr/>
            <p:nvPr/>
          </p:nvGrpSpPr>
          <p:grpSpPr>
            <a:xfrm>
              <a:off x="6550341" y="4080946"/>
              <a:ext cx="4902993" cy="2052414"/>
              <a:chOff x="6550341" y="4080946"/>
              <a:chExt cx="4902993" cy="2052414"/>
            </a:xfrm>
          </p:grpSpPr>
          <p:sp>
            <p:nvSpPr>
              <p:cNvPr id="7" name="Google Shape;172;p6">
                <a:extLst>
                  <a:ext uri="{FF2B5EF4-FFF2-40B4-BE49-F238E27FC236}">
                    <a16:creationId xmlns:a16="http://schemas.microsoft.com/office/drawing/2014/main" id="{85F12FA0-1E0C-9AB1-3D4E-1AF88CB1D188}"/>
                  </a:ext>
                </a:extLst>
              </p:cNvPr>
              <p:cNvSpPr/>
              <p:nvPr/>
            </p:nvSpPr>
            <p:spPr>
              <a:xfrm>
                <a:off x="6550341" y="4177948"/>
                <a:ext cx="1303303" cy="18441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8" name="Google Shape;173;p6">
                <a:extLst>
                  <a:ext uri="{FF2B5EF4-FFF2-40B4-BE49-F238E27FC236}">
                    <a16:creationId xmlns:a16="http://schemas.microsoft.com/office/drawing/2014/main" id="{75667AC0-9D14-3EED-1C6F-99AB44739530}"/>
                  </a:ext>
                </a:extLst>
              </p:cNvPr>
              <p:cNvSpPr/>
              <p:nvPr/>
            </p:nvSpPr>
            <p:spPr>
              <a:xfrm>
                <a:off x="8529342" y="4233072"/>
                <a:ext cx="1106487" cy="842811"/>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Service</a:t>
                </a:r>
                <a:endParaRPr/>
              </a:p>
            </p:txBody>
          </p:sp>
          <p:sp>
            <p:nvSpPr>
              <p:cNvPr id="9" name="Google Shape;174;p6">
                <a:extLst>
                  <a:ext uri="{FF2B5EF4-FFF2-40B4-BE49-F238E27FC236}">
                    <a16:creationId xmlns:a16="http://schemas.microsoft.com/office/drawing/2014/main" id="{4CFF936B-00B5-4465-D1B6-3CC7BD5836D0}"/>
                  </a:ext>
                </a:extLst>
              </p:cNvPr>
              <p:cNvSpPr/>
              <p:nvPr/>
            </p:nvSpPr>
            <p:spPr>
              <a:xfrm>
                <a:off x="10462199" y="4080946"/>
                <a:ext cx="991135" cy="205241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A3838"/>
                    </a:solidFill>
                    <a:latin typeface="Calibri"/>
                    <a:ea typeface="Calibri"/>
                    <a:cs typeface="Calibri"/>
                    <a:sym typeface="Calibri"/>
                  </a:rPr>
                  <a:t>Database (CUD tables)</a:t>
                </a:r>
              </a:p>
              <a:p>
                <a:pPr marL="0" marR="0" lvl="0" indent="0" algn="ctr" rtl="0">
                  <a:spcBef>
                    <a:spcPts val="0"/>
                  </a:spcBef>
                  <a:spcAft>
                    <a:spcPts val="0"/>
                  </a:spcAft>
                  <a:buNone/>
                </a:pPr>
                <a:endParaRPr lang="en-US" sz="1200" dirty="0">
                  <a:solidFill>
                    <a:srgbClr val="3A3838"/>
                  </a:solidFill>
                  <a:latin typeface="Calibri"/>
                  <a:cs typeface="Calibri"/>
                  <a:sym typeface="Calibri"/>
                </a:endParaRPr>
              </a:p>
              <a:p>
                <a:pPr marL="0" marR="0" lvl="0" indent="0" algn="ctr" rtl="0">
                  <a:spcBef>
                    <a:spcPts val="0"/>
                  </a:spcBef>
                  <a:spcAft>
                    <a:spcPts val="0"/>
                  </a:spcAft>
                  <a:buNone/>
                </a:pPr>
                <a:r>
                  <a:rPr lang="en-US" sz="1200" dirty="0">
                    <a:solidFill>
                      <a:srgbClr val="3A3838"/>
                    </a:solidFill>
                    <a:latin typeface="Calibri"/>
                    <a:cs typeface="Calibri"/>
                    <a:sym typeface="Calibri"/>
                  </a:rPr>
                  <a:t>Materialized Views</a:t>
                </a:r>
                <a:endParaRPr dirty="0"/>
              </a:p>
            </p:txBody>
          </p:sp>
          <p:cxnSp>
            <p:nvCxnSpPr>
              <p:cNvPr id="10" name="Google Shape;175;p6">
                <a:extLst>
                  <a:ext uri="{FF2B5EF4-FFF2-40B4-BE49-F238E27FC236}">
                    <a16:creationId xmlns:a16="http://schemas.microsoft.com/office/drawing/2014/main" id="{68531023-3DC5-3641-AFB5-53CA015E2282}"/>
                  </a:ext>
                </a:extLst>
              </p:cNvPr>
              <p:cNvCxnSpPr>
                <a:stCxn id="7" idx="3"/>
                <a:endCxn id="8" idx="1"/>
              </p:cNvCxnSpPr>
              <p:nvPr/>
            </p:nvCxnSpPr>
            <p:spPr>
              <a:xfrm rot="10800000" flipH="1">
                <a:off x="7853644" y="4654536"/>
                <a:ext cx="675600" cy="445500"/>
              </a:xfrm>
              <a:prstGeom prst="straightConnector1">
                <a:avLst/>
              </a:prstGeom>
              <a:noFill/>
              <a:ln w="28575" cap="flat" cmpd="sng">
                <a:solidFill>
                  <a:schemeClr val="accent1"/>
                </a:solidFill>
                <a:prstDash val="solid"/>
                <a:miter lim="800000"/>
                <a:headEnd type="none" w="sm" len="sm"/>
                <a:tailEnd type="triangle" w="med" len="med"/>
              </a:ln>
            </p:spPr>
          </p:cxnSp>
          <p:sp>
            <p:nvSpPr>
              <p:cNvPr id="11" name="Google Shape;176;p6">
                <a:extLst>
                  <a:ext uri="{FF2B5EF4-FFF2-40B4-BE49-F238E27FC236}">
                    <a16:creationId xmlns:a16="http://schemas.microsoft.com/office/drawing/2014/main" id="{632A4381-7B46-3190-B29B-9C92184718D4}"/>
                  </a:ext>
                </a:extLst>
              </p:cNvPr>
              <p:cNvSpPr/>
              <p:nvPr/>
            </p:nvSpPr>
            <p:spPr>
              <a:xfrm>
                <a:off x="8544757" y="525777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Query</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cxnSp>
            <p:nvCxnSpPr>
              <p:cNvPr id="12" name="Google Shape;177;p6">
                <a:extLst>
                  <a:ext uri="{FF2B5EF4-FFF2-40B4-BE49-F238E27FC236}">
                    <a16:creationId xmlns:a16="http://schemas.microsoft.com/office/drawing/2014/main" id="{BF128CE5-C84A-58A8-BACA-06AA219F69B3}"/>
                  </a:ext>
                </a:extLst>
              </p:cNvPr>
              <p:cNvCxnSpPr>
                <a:stCxn id="7" idx="3"/>
                <a:endCxn id="11" idx="1"/>
              </p:cNvCxnSpPr>
              <p:nvPr/>
            </p:nvCxnSpPr>
            <p:spPr>
              <a:xfrm>
                <a:off x="7853644" y="5100036"/>
                <a:ext cx="691200" cy="5223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3" name="Google Shape;178;p6">
                <a:extLst>
                  <a:ext uri="{FF2B5EF4-FFF2-40B4-BE49-F238E27FC236}">
                    <a16:creationId xmlns:a16="http://schemas.microsoft.com/office/drawing/2014/main" id="{ADD20320-AF10-B8FF-8C60-2EB1E5D8883A}"/>
                  </a:ext>
                </a:extLst>
              </p:cNvPr>
              <p:cNvCxnSpPr>
                <a:cxnSpLocks/>
                <a:stCxn id="8" idx="3"/>
                <a:endCxn id="9" idx="2"/>
              </p:cNvCxnSpPr>
              <p:nvPr/>
            </p:nvCxnSpPr>
            <p:spPr>
              <a:xfrm>
                <a:off x="9635829" y="4654478"/>
                <a:ext cx="826370" cy="452675"/>
              </a:xfrm>
              <a:prstGeom prst="straightConnector1">
                <a:avLst/>
              </a:prstGeom>
              <a:noFill/>
              <a:ln w="28575" cap="flat" cmpd="sng">
                <a:solidFill>
                  <a:schemeClr val="accent1"/>
                </a:solidFill>
                <a:prstDash val="solid"/>
                <a:miter lim="800000"/>
                <a:headEnd type="none" w="sm" len="sm"/>
                <a:tailEnd type="triangle" w="med" len="med"/>
              </a:ln>
            </p:spPr>
          </p:cxnSp>
          <p:cxnSp>
            <p:nvCxnSpPr>
              <p:cNvPr id="14" name="Google Shape;179;p6">
                <a:extLst>
                  <a:ext uri="{FF2B5EF4-FFF2-40B4-BE49-F238E27FC236}">
                    <a16:creationId xmlns:a16="http://schemas.microsoft.com/office/drawing/2014/main" id="{4CA3CAA3-6BA0-11E3-0B0E-B16BBF93C921}"/>
                  </a:ext>
                </a:extLst>
              </p:cNvPr>
              <p:cNvCxnSpPr>
                <a:cxnSpLocks/>
                <a:stCxn id="11" idx="3"/>
              </p:cNvCxnSpPr>
              <p:nvPr/>
            </p:nvCxnSpPr>
            <p:spPr>
              <a:xfrm flipV="1">
                <a:off x="9651244" y="5528559"/>
                <a:ext cx="826370" cy="93634"/>
              </a:xfrm>
              <a:prstGeom prst="straightConnector1">
                <a:avLst/>
              </a:prstGeom>
              <a:noFill/>
              <a:ln w="28575" cap="flat" cmpd="sng">
                <a:solidFill>
                  <a:schemeClr val="accent1"/>
                </a:solidFill>
                <a:prstDash val="solid"/>
                <a:miter lim="800000"/>
                <a:headEnd type="none" w="sm" len="sm"/>
                <a:tailEnd type="triangle" w="med" len="med"/>
              </a:ln>
            </p:spPr>
          </p:cxnSp>
        </p:grpSp>
        <p:sp>
          <p:nvSpPr>
            <p:cNvPr id="6" name="Google Shape;180;p6">
              <a:extLst>
                <a:ext uri="{FF2B5EF4-FFF2-40B4-BE49-F238E27FC236}">
                  <a16:creationId xmlns:a16="http://schemas.microsoft.com/office/drawing/2014/main" id="{1AA66ABD-B892-9099-DFFD-21EDD7123727}"/>
                </a:ext>
              </a:extLst>
            </p:cNvPr>
            <p:cNvSpPr txBox="1"/>
            <p:nvPr/>
          </p:nvSpPr>
          <p:spPr>
            <a:xfrm>
              <a:off x="7565782" y="6093720"/>
              <a:ext cx="16115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dirty="0">
                  <a:solidFill>
                    <a:schemeClr val="tx2">
                      <a:lumMod val="10000"/>
                      <a:lumOff val="90000"/>
                    </a:schemeClr>
                  </a:solidFill>
                  <a:latin typeface="Quattrocento Sans"/>
                  <a:ea typeface="Quattrocento Sans"/>
                  <a:cs typeface="Quattrocento Sans"/>
                  <a:sym typeface="Quattrocento Sans"/>
                </a:rPr>
                <a:t>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grpSp>
      <p:sp>
        <p:nvSpPr>
          <p:cNvPr id="24" name="Google Shape;176;p6">
            <a:extLst>
              <a:ext uri="{FF2B5EF4-FFF2-40B4-BE49-F238E27FC236}">
                <a16:creationId xmlns:a16="http://schemas.microsoft.com/office/drawing/2014/main" id="{8451F192-CFD1-9B20-F9D8-B7ACBF60CB91}"/>
              </a:ext>
            </a:extLst>
          </p:cNvPr>
          <p:cNvSpPr/>
          <p:nvPr/>
        </p:nvSpPr>
        <p:spPr>
          <a:xfrm>
            <a:off x="5939005" y="388053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cs typeface="Calibri"/>
                <a:sym typeface="Calibri"/>
              </a:rPr>
              <a:t>Transfer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CUD</a:t>
            </a: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26" name="Google Shape;176;p6">
            <a:extLst>
              <a:ext uri="{FF2B5EF4-FFF2-40B4-BE49-F238E27FC236}">
                <a16:creationId xmlns:a16="http://schemas.microsoft.com/office/drawing/2014/main" id="{E37D7C1B-DD2E-6E80-7AEF-1A8431AB7DA7}"/>
              </a:ext>
            </a:extLst>
          </p:cNvPr>
          <p:cNvSpPr/>
          <p:nvPr/>
        </p:nvSpPr>
        <p:spPr>
          <a:xfrm>
            <a:off x="5939004" y="5001848"/>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lang="en-US"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lang="en-US"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Statement</a:t>
            </a: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R</a:t>
            </a: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27" name="Google Shape;174;p6">
            <a:extLst>
              <a:ext uri="{FF2B5EF4-FFF2-40B4-BE49-F238E27FC236}">
                <a16:creationId xmlns:a16="http://schemas.microsoft.com/office/drawing/2014/main" id="{0F0895EF-8D66-4282-5EB2-E5E6E9991E32}"/>
              </a:ext>
            </a:extLst>
          </p:cNvPr>
          <p:cNvSpPr/>
          <p:nvPr/>
        </p:nvSpPr>
        <p:spPr>
          <a:xfrm>
            <a:off x="7530869" y="3825190"/>
            <a:ext cx="910766" cy="958846"/>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A3838"/>
                </a:solidFill>
                <a:latin typeface="Calibri"/>
                <a:ea typeface="Calibri"/>
                <a:cs typeface="Calibri"/>
                <a:sym typeface="Calibri"/>
              </a:rPr>
              <a:t>Mat view order</a:t>
            </a:r>
            <a:endParaRPr dirty="0"/>
          </a:p>
        </p:txBody>
      </p:sp>
      <p:sp>
        <p:nvSpPr>
          <p:cNvPr id="28" name="Google Shape;174;p6">
            <a:extLst>
              <a:ext uri="{FF2B5EF4-FFF2-40B4-BE49-F238E27FC236}">
                <a16:creationId xmlns:a16="http://schemas.microsoft.com/office/drawing/2014/main" id="{944EAED7-EE41-7468-B207-1B851E1D184E}"/>
              </a:ext>
            </a:extLst>
          </p:cNvPr>
          <p:cNvSpPr/>
          <p:nvPr/>
        </p:nvSpPr>
        <p:spPr>
          <a:xfrm>
            <a:off x="7530869" y="4912089"/>
            <a:ext cx="910766" cy="958846"/>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A3838"/>
                </a:solidFill>
                <a:latin typeface="Calibri"/>
                <a:ea typeface="Calibri"/>
                <a:cs typeface="Calibri"/>
                <a:sym typeface="Calibri"/>
              </a:rPr>
              <a:t>Mat view product</a:t>
            </a:r>
            <a:endParaRPr dirty="0"/>
          </a:p>
        </p:txBody>
      </p:sp>
      <p:sp>
        <p:nvSpPr>
          <p:cNvPr id="29" name="Google Shape;176;p6">
            <a:extLst>
              <a:ext uri="{FF2B5EF4-FFF2-40B4-BE49-F238E27FC236}">
                <a16:creationId xmlns:a16="http://schemas.microsoft.com/office/drawing/2014/main" id="{6159E997-EC7C-A7CE-3B69-64A5E6538F6C}"/>
              </a:ext>
            </a:extLst>
          </p:cNvPr>
          <p:cNvSpPr/>
          <p:nvPr/>
        </p:nvSpPr>
        <p:spPr>
          <a:xfrm>
            <a:off x="4347139" y="4304613"/>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cs typeface="Calibri"/>
                <a:sym typeface="Calibri"/>
              </a:rPr>
              <a:t>Composite</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30" name="TextBox 29">
            <a:extLst>
              <a:ext uri="{FF2B5EF4-FFF2-40B4-BE49-F238E27FC236}">
                <a16:creationId xmlns:a16="http://schemas.microsoft.com/office/drawing/2014/main" id="{F6A09159-2E75-C6F3-1F66-89862CD755D8}"/>
              </a:ext>
            </a:extLst>
          </p:cNvPr>
          <p:cNvSpPr txBox="1"/>
          <p:nvPr/>
        </p:nvSpPr>
        <p:spPr>
          <a:xfrm>
            <a:off x="783771" y="4304613"/>
            <a:ext cx="3058886" cy="646331"/>
          </a:xfrm>
          <a:prstGeom prst="rect">
            <a:avLst/>
          </a:prstGeom>
          <a:noFill/>
        </p:spPr>
        <p:txBody>
          <a:bodyPr wrap="square" rtlCol="0">
            <a:spAutoFit/>
          </a:bodyPr>
          <a:lstStyle/>
          <a:p>
            <a:r>
              <a:rPr lang="en-US" dirty="0">
                <a:solidFill>
                  <a:schemeClr val="bg1"/>
                </a:solidFill>
              </a:rPr>
              <a:t>Scale only the read only service</a:t>
            </a:r>
          </a:p>
        </p:txBody>
      </p:sp>
    </p:spTree>
    <p:extLst>
      <p:ext uri="{BB962C8B-B14F-4D97-AF65-F5344CB8AC3E}">
        <p14:creationId xmlns:p14="http://schemas.microsoft.com/office/powerpoint/2010/main" val="921016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SzPts val="2800"/>
              <a:buChar char="•"/>
            </a:pPr>
            <a:r>
              <a:rPr lang="en-US" b="1" dirty="0"/>
              <a:t>Problem:</a:t>
            </a:r>
            <a:r>
              <a:rPr lang="en-US" dirty="0"/>
              <a:t> When each service has its own database and a business transaction spans multiple services, how do we ensure data consistency across services? </a:t>
            </a:r>
            <a:endParaRPr dirty="0"/>
          </a:p>
          <a:p>
            <a:pPr marL="228600" lvl="0" indent="-228600" algn="just" rtl="0">
              <a:lnSpc>
                <a:spcPct val="100000"/>
              </a:lnSpc>
              <a:spcBef>
                <a:spcPts val="1000"/>
              </a:spcBef>
              <a:spcAft>
                <a:spcPts val="0"/>
              </a:spcAft>
              <a:buSzPts val="2800"/>
              <a:buChar char="•"/>
            </a:pPr>
            <a:r>
              <a:rPr lang="en-US" b="1" dirty="0"/>
              <a:t>Solution:</a:t>
            </a:r>
            <a:r>
              <a:rPr lang="en-US" dirty="0"/>
              <a:t> Saga pattern is the solution. </a:t>
            </a:r>
            <a:endParaRPr dirty="0"/>
          </a:p>
          <a:p>
            <a:pPr marL="228600" lvl="0" indent="-228600" algn="just" rtl="0">
              <a:lnSpc>
                <a:spcPct val="100000"/>
              </a:lnSpc>
              <a:spcBef>
                <a:spcPts val="1000"/>
              </a:spcBef>
              <a:spcAft>
                <a:spcPts val="0"/>
              </a:spcAft>
              <a:buSzPts val="2800"/>
              <a:buChar char="•"/>
            </a:pPr>
            <a:r>
              <a:rPr lang="en-US" dirty="0"/>
              <a:t>A Saga is a sequence of local transactions where each local transaction updates the database and publishes a message or event to trigger the next local transaction. If a local transaction fails then the saga executes a series of </a:t>
            </a:r>
            <a:r>
              <a:rPr lang="en-US" b="1" dirty="0"/>
              <a:t>compensating transactions</a:t>
            </a:r>
            <a:r>
              <a:rPr lang="en-US" dirty="0"/>
              <a:t> that undo the changes made by the preceding local transactions. </a:t>
            </a:r>
            <a:endParaRPr dirty="0"/>
          </a:p>
        </p:txBody>
      </p:sp>
      <p:sp>
        <p:nvSpPr>
          <p:cNvPr id="187" name="Google Shape;187;p7"/>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Saga Pattern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Effect transition="in" filter="fade">
                                      <p:cBhvr>
                                        <p:cTn id="7" dur="500"/>
                                        <p:tgtEl>
                                          <p:spTgt spid="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Effect transition="in" filter="fade">
                                      <p:cBhvr>
                                        <p:cTn id="12" dur="500"/>
                                        <p:tgtEl>
                                          <p:spTgt spid="1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Effect transition="in" filter="fade">
                                      <p:cBhvr>
                                        <p:cTn id="17" dur="500"/>
                                        <p:tgtEl>
                                          <p:spTgt spid="1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8"/>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grpSp>
        <p:nvGrpSpPr>
          <p:cNvPr id="194" name="Google Shape;194;p8"/>
          <p:cNvGrpSpPr/>
          <p:nvPr/>
        </p:nvGrpSpPr>
        <p:grpSpPr>
          <a:xfrm>
            <a:off x="320258" y="2669758"/>
            <a:ext cx="6052411" cy="2317687"/>
            <a:chOff x="367897" y="2803623"/>
            <a:chExt cx="6052411" cy="2317687"/>
          </a:xfrm>
        </p:grpSpPr>
        <p:sp>
          <p:nvSpPr>
            <p:cNvPr id="195" name="Google Shape;195;p8"/>
            <p:cNvSpPr/>
            <p:nvPr/>
          </p:nvSpPr>
          <p:spPr>
            <a:xfrm>
              <a:off x="2841276" y="4751978"/>
              <a:ext cx="111402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bg1"/>
                  </a:solidFill>
                  <a:latin typeface="Calibri"/>
                  <a:ea typeface="Calibri"/>
                  <a:cs typeface="Calibri"/>
                  <a:sym typeface="Calibri"/>
                </a:rPr>
                <a:t>Saga Flow</a:t>
              </a:r>
              <a:endParaRPr dirty="0">
                <a:solidFill>
                  <a:schemeClr val="bg1"/>
                </a:solidFill>
              </a:endParaRPr>
            </a:p>
          </p:txBody>
        </p:sp>
        <p:sp>
          <p:nvSpPr>
            <p:cNvPr id="196" name="Google Shape;196;p8"/>
            <p:cNvSpPr/>
            <p:nvPr/>
          </p:nvSpPr>
          <p:spPr>
            <a:xfrm>
              <a:off x="1211252" y="2805048"/>
              <a:ext cx="1122117" cy="820615"/>
            </a:xfrm>
            <a:prstGeom prst="hexagon">
              <a:avLst>
                <a:gd name="adj" fmla="val 25000"/>
                <a:gd name="vf" fmla="val 115470"/>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chemeClr val="bg1"/>
                  </a:solidFill>
                  <a:effectLst/>
                  <a:uLnTx/>
                  <a:uFillTx/>
                  <a:latin typeface="Calibri"/>
                  <a:ea typeface="Calibri"/>
                  <a:cs typeface="Calibri"/>
                  <a:sym typeface="Calibri"/>
                </a:rPr>
                <a:t>Payment</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Calibri"/>
                  <a:cs typeface="Calibri"/>
                  <a:sym typeface="Calibri"/>
                </a:rPr>
                <a:t>(Confirm Payment)</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p:txBody>
        </p:sp>
        <p:sp>
          <p:nvSpPr>
            <p:cNvPr id="197" name="Google Shape;197;p8"/>
            <p:cNvSpPr/>
            <p:nvPr/>
          </p:nvSpPr>
          <p:spPr>
            <a:xfrm>
              <a:off x="2832140" y="2803623"/>
              <a:ext cx="1122117" cy="820615"/>
            </a:xfrm>
            <a:prstGeom prst="hexagon">
              <a:avLst>
                <a:gd name="adj" fmla="val 25000"/>
                <a:gd name="vf" fmla="val 115470"/>
              </a:avLst>
            </a:prstGeom>
            <a:solidFill>
              <a:srgbClr val="F4814E"/>
            </a:solidFill>
            <a:ln w="127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Order</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Calibri"/>
                  <a:cs typeface="Calibri"/>
                  <a:sym typeface="Calibri"/>
                </a:rPr>
                <a:t>(Create Order)</a:t>
              </a:r>
              <a:endPar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endParaRPr>
            </a:p>
          </p:txBody>
        </p:sp>
        <p:sp>
          <p:nvSpPr>
            <p:cNvPr id="198" name="Google Shape;198;p8"/>
            <p:cNvSpPr/>
            <p:nvPr/>
          </p:nvSpPr>
          <p:spPr>
            <a:xfrm>
              <a:off x="4452812" y="2803623"/>
              <a:ext cx="1122117" cy="820615"/>
            </a:xfrm>
            <a:prstGeom prst="hexagon">
              <a:avLst>
                <a:gd name="adj" fmla="val 25000"/>
                <a:gd name="vf" fmla="val 115470"/>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Stock</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Calibri"/>
                  <a:cs typeface="Calibri"/>
                  <a:sym typeface="Calibri"/>
                </a:rPr>
                <a:t>(Reserve Stock</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p:txBody>
        </p:sp>
        <p:cxnSp>
          <p:nvCxnSpPr>
            <p:cNvPr id="199" name="Google Shape;199;p8"/>
            <p:cNvCxnSpPr/>
            <p:nvPr/>
          </p:nvCxnSpPr>
          <p:spPr>
            <a:xfrm>
              <a:off x="710044" y="3212876"/>
              <a:ext cx="500643" cy="2109"/>
            </a:xfrm>
            <a:prstGeom prst="straightConnector1">
              <a:avLst/>
            </a:prstGeom>
            <a:noFill/>
            <a:ln w="28575" cap="flat" cmpd="sng">
              <a:solidFill>
                <a:srgbClr val="595959"/>
              </a:solidFill>
              <a:prstDash val="solid"/>
              <a:miter lim="800000"/>
              <a:headEnd type="none" w="sm" len="sm"/>
              <a:tailEnd type="triangle" w="med" len="med"/>
            </a:ln>
          </p:spPr>
        </p:cxnSp>
        <p:sp>
          <p:nvSpPr>
            <p:cNvPr id="200" name="Google Shape;200;p8"/>
            <p:cNvSpPr/>
            <p:nvPr/>
          </p:nvSpPr>
          <p:spPr>
            <a:xfrm>
              <a:off x="367897" y="3024594"/>
              <a:ext cx="359507" cy="376563"/>
            </a:xfrm>
            <a:prstGeom prst="ellipse">
              <a:avLst/>
            </a:prstGeom>
            <a:solidFill>
              <a:srgbClr val="DDEAF6"/>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bg1"/>
                </a:solidFill>
                <a:latin typeface="Calibri"/>
                <a:ea typeface="Calibri"/>
                <a:cs typeface="Calibri"/>
                <a:sym typeface="Calibri"/>
              </a:endParaRPr>
            </a:p>
          </p:txBody>
        </p:sp>
        <p:cxnSp>
          <p:nvCxnSpPr>
            <p:cNvPr id="201" name="Google Shape;201;p8"/>
            <p:cNvCxnSpPr/>
            <p:nvPr/>
          </p:nvCxnSpPr>
          <p:spPr>
            <a:xfrm>
              <a:off x="2340633" y="3217005"/>
              <a:ext cx="500643" cy="2109"/>
            </a:xfrm>
            <a:prstGeom prst="straightConnector1">
              <a:avLst/>
            </a:prstGeom>
            <a:noFill/>
            <a:ln w="28575" cap="flat" cmpd="sng">
              <a:solidFill>
                <a:srgbClr val="595959"/>
              </a:solidFill>
              <a:prstDash val="solid"/>
              <a:miter lim="800000"/>
              <a:headEnd type="none" w="sm" len="sm"/>
              <a:tailEnd type="triangle" w="med" len="med"/>
            </a:ln>
          </p:spPr>
        </p:cxnSp>
        <p:cxnSp>
          <p:nvCxnSpPr>
            <p:cNvPr id="202" name="Google Shape;202;p8"/>
            <p:cNvCxnSpPr/>
            <p:nvPr/>
          </p:nvCxnSpPr>
          <p:spPr>
            <a:xfrm>
              <a:off x="3953499" y="3213246"/>
              <a:ext cx="500643" cy="2109"/>
            </a:xfrm>
            <a:prstGeom prst="straightConnector1">
              <a:avLst/>
            </a:prstGeom>
            <a:noFill/>
            <a:ln w="28575" cap="flat" cmpd="sng">
              <a:solidFill>
                <a:srgbClr val="595959"/>
              </a:solidFill>
              <a:prstDash val="solid"/>
              <a:miter lim="800000"/>
              <a:headEnd type="none" w="sm" len="sm"/>
              <a:tailEnd type="triangle" w="med" len="med"/>
            </a:ln>
          </p:spPr>
        </p:cxnSp>
        <p:cxnSp>
          <p:nvCxnSpPr>
            <p:cNvPr id="203" name="Google Shape;203;p8"/>
            <p:cNvCxnSpPr/>
            <p:nvPr/>
          </p:nvCxnSpPr>
          <p:spPr>
            <a:xfrm>
              <a:off x="5565790" y="3218059"/>
              <a:ext cx="500643" cy="2109"/>
            </a:xfrm>
            <a:prstGeom prst="straightConnector1">
              <a:avLst/>
            </a:prstGeom>
            <a:noFill/>
            <a:ln w="28575" cap="flat" cmpd="sng">
              <a:solidFill>
                <a:srgbClr val="595959"/>
              </a:solidFill>
              <a:prstDash val="solid"/>
              <a:miter lim="800000"/>
              <a:headEnd type="none" w="sm" len="sm"/>
              <a:tailEnd type="triangle" w="med" len="med"/>
            </a:ln>
          </p:spPr>
        </p:cxnSp>
        <p:sp>
          <p:nvSpPr>
            <p:cNvPr id="204" name="Google Shape;204;p8"/>
            <p:cNvSpPr/>
            <p:nvPr/>
          </p:nvSpPr>
          <p:spPr>
            <a:xfrm>
              <a:off x="6060801" y="3031886"/>
              <a:ext cx="359507" cy="376563"/>
            </a:xfrm>
            <a:prstGeom prst="ellipse">
              <a:avLst/>
            </a:prstGeom>
            <a:solidFill>
              <a:srgbClr val="DDEAF6"/>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bg1"/>
                </a:solidFill>
                <a:latin typeface="Calibri"/>
                <a:ea typeface="Calibri"/>
                <a:cs typeface="Calibri"/>
                <a:sym typeface="Calibri"/>
              </a:endParaRPr>
            </a:p>
          </p:txBody>
        </p:sp>
        <p:sp>
          <p:nvSpPr>
            <p:cNvPr id="205" name="Google Shape;205;p8"/>
            <p:cNvSpPr/>
            <p:nvPr/>
          </p:nvSpPr>
          <p:spPr>
            <a:xfrm>
              <a:off x="1288068" y="4028489"/>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Cancel</a:t>
              </a:r>
              <a:endParaRPr lang="en-US" sz="1400" dirty="0">
                <a:solidFill>
                  <a:schemeClr val="bg1"/>
                </a:solidFill>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Payment</a:t>
              </a:r>
              <a:endParaRPr lang="en-US" sz="1400" dirty="0">
                <a:solidFill>
                  <a:schemeClr val="bg1"/>
                </a:solidFill>
              </a:endParaRPr>
            </a:p>
          </p:txBody>
        </p:sp>
        <p:sp>
          <p:nvSpPr>
            <p:cNvPr id="206" name="Google Shape;206;p8"/>
            <p:cNvSpPr/>
            <p:nvPr/>
          </p:nvSpPr>
          <p:spPr>
            <a:xfrm>
              <a:off x="2908956" y="4026010"/>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Cancel</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Order</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p:txBody>
        </p:sp>
        <p:sp>
          <p:nvSpPr>
            <p:cNvPr id="207" name="Google Shape;207;p8"/>
            <p:cNvSpPr/>
            <p:nvPr/>
          </p:nvSpPr>
          <p:spPr>
            <a:xfrm>
              <a:off x="4529628" y="4026009"/>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Release</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Stock</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p:txBody>
        </p:sp>
        <p:cxnSp>
          <p:nvCxnSpPr>
            <p:cNvPr id="208" name="Google Shape;208;p8"/>
            <p:cNvCxnSpPr>
              <a:endCxn id="207" idx="0"/>
            </p:cNvCxnSpPr>
            <p:nvPr/>
          </p:nvCxnSpPr>
          <p:spPr>
            <a:xfrm>
              <a:off x="5013870" y="3624309"/>
              <a:ext cx="0" cy="401700"/>
            </a:xfrm>
            <a:prstGeom prst="straightConnector1">
              <a:avLst/>
            </a:prstGeom>
            <a:noFill/>
            <a:ln w="28575" cap="flat" cmpd="sng">
              <a:solidFill>
                <a:srgbClr val="595959"/>
              </a:solidFill>
              <a:prstDash val="solid"/>
              <a:miter lim="800000"/>
              <a:headEnd type="none" w="sm" len="sm"/>
              <a:tailEnd type="triangle" w="med" len="med"/>
            </a:ln>
          </p:spPr>
        </p:cxnSp>
        <p:cxnSp>
          <p:nvCxnSpPr>
            <p:cNvPr id="209" name="Google Shape;209;p8"/>
            <p:cNvCxnSpPr/>
            <p:nvPr/>
          </p:nvCxnSpPr>
          <p:spPr>
            <a:xfrm>
              <a:off x="3393198" y="3624238"/>
              <a:ext cx="0" cy="401771"/>
            </a:xfrm>
            <a:prstGeom prst="straightConnector1">
              <a:avLst/>
            </a:prstGeom>
            <a:noFill/>
            <a:ln w="28575" cap="flat" cmpd="sng">
              <a:solidFill>
                <a:srgbClr val="595959"/>
              </a:solidFill>
              <a:prstDash val="solid"/>
              <a:miter lim="800000"/>
              <a:headEnd type="none" w="sm" len="sm"/>
              <a:tailEnd type="triangle" w="med" len="med"/>
            </a:ln>
          </p:spPr>
        </p:cxnSp>
        <p:cxnSp>
          <p:nvCxnSpPr>
            <p:cNvPr id="210" name="Google Shape;210;p8"/>
            <p:cNvCxnSpPr/>
            <p:nvPr/>
          </p:nvCxnSpPr>
          <p:spPr>
            <a:xfrm>
              <a:off x="1772310" y="3624238"/>
              <a:ext cx="0" cy="401771"/>
            </a:xfrm>
            <a:prstGeom prst="straightConnector1">
              <a:avLst/>
            </a:prstGeom>
            <a:noFill/>
            <a:ln w="28575" cap="flat" cmpd="sng">
              <a:solidFill>
                <a:srgbClr val="595959"/>
              </a:solidFill>
              <a:prstDash val="solid"/>
              <a:miter lim="800000"/>
              <a:headEnd type="none" w="sm" len="sm"/>
              <a:tailEnd type="triangle" w="med" len="med"/>
            </a:ln>
          </p:spPr>
        </p:cxnSp>
        <p:cxnSp>
          <p:nvCxnSpPr>
            <p:cNvPr id="211" name="Google Shape;211;p8"/>
            <p:cNvCxnSpPr/>
            <p:nvPr/>
          </p:nvCxnSpPr>
          <p:spPr>
            <a:xfrm rot="10800000">
              <a:off x="3876436" y="4281153"/>
              <a:ext cx="653192" cy="0"/>
            </a:xfrm>
            <a:prstGeom prst="straightConnector1">
              <a:avLst/>
            </a:prstGeom>
            <a:noFill/>
            <a:ln w="28575" cap="flat" cmpd="sng">
              <a:solidFill>
                <a:srgbClr val="595959"/>
              </a:solidFill>
              <a:prstDash val="solid"/>
              <a:miter lim="800000"/>
              <a:headEnd type="none" w="sm" len="sm"/>
              <a:tailEnd type="triangle" w="med" len="med"/>
            </a:ln>
          </p:spPr>
        </p:cxnSp>
        <p:cxnSp>
          <p:nvCxnSpPr>
            <p:cNvPr id="212" name="Google Shape;212;p8"/>
            <p:cNvCxnSpPr/>
            <p:nvPr/>
          </p:nvCxnSpPr>
          <p:spPr>
            <a:xfrm rot="10800000">
              <a:off x="2255764" y="4281153"/>
              <a:ext cx="653192" cy="0"/>
            </a:xfrm>
            <a:prstGeom prst="straightConnector1">
              <a:avLst/>
            </a:prstGeom>
            <a:noFill/>
            <a:ln w="28575" cap="flat" cmpd="sng">
              <a:solidFill>
                <a:srgbClr val="595959"/>
              </a:solidFill>
              <a:prstDash val="solid"/>
              <a:miter lim="800000"/>
              <a:headEnd type="none" w="sm" len="sm"/>
              <a:tailEnd type="triangle" w="med" len="med"/>
            </a:ln>
          </p:spPr>
        </p:cxnSp>
      </p:grpSp>
      <p:grpSp>
        <p:nvGrpSpPr>
          <p:cNvPr id="213" name="Google Shape;213;p8"/>
          <p:cNvGrpSpPr/>
          <p:nvPr/>
        </p:nvGrpSpPr>
        <p:grpSpPr>
          <a:xfrm>
            <a:off x="7052673" y="2434362"/>
            <a:ext cx="4468358" cy="2546758"/>
            <a:chOff x="6670697" y="2323213"/>
            <a:chExt cx="4468358" cy="2546758"/>
          </a:xfrm>
        </p:grpSpPr>
        <p:sp>
          <p:nvSpPr>
            <p:cNvPr id="214" name="Google Shape;214;p8"/>
            <p:cNvSpPr/>
            <p:nvPr/>
          </p:nvSpPr>
          <p:spPr>
            <a:xfrm>
              <a:off x="7385908" y="4500639"/>
              <a:ext cx="276203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bg1"/>
                  </a:solidFill>
                  <a:latin typeface="Calibri"/>
                  <a:ea typeface="Calibri"/>
                  <a:cs typeface="Calibri"/>
                  <a:sym typeface="Calibri"/>
                </a:rPr>
                <a:t>Saga Execution Coordinator</a:t>
              </a:r>
              <a:endParaRPr dirty="0">
                <a:solidFill>
                  <a:schemeClr val="bg1"/>
                </a:solidFill>
              </a:endParaRPr>
            </a:p>
          </p:txBody>
        </p:sp>
        <p:sp>
          <p:nvSpPr>
            <p:cNvPr id="215" name="Google Shape;215;p8"/>
            <p:cNvSpPr/>
            <p:nvPr/>
          </p:nvSpPr>
          <p:spPr>
            <a:xfrm>
              <a:off x="6670697" y="2548478"/>
              <a:ext cx="968484" cy="17326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bg1"/>
                  </a:solidFill>
                  <a:latin typeface="Calibri"/>
                  <a:ea typeface="Calibri"/>
                  <a:cs typeface="Calibri"/>
                  <a:sym typeface="Calibri"/>
                </a:rPr>
                <a:t>Saga Log</a:t>
              </a:r>
              <a:endParaRPr>
                <a:solidFill>
                  <a:schemeClr val="bg1"/>
                </a:solidFill>
              </a:endParaRPr>
            </a:p>
            <a:p>
              <a:pPr marL="0" marR="0" lvl="0" indent="0" algn="ctr" rtl="0">
                <a:spcBef>
                  <a:spcPts val="0"/>
                </a:spcBef>
                <a:spcAft>
                  <a:spcPts val="0"/>
                </a:spcAft>
                <a:buNone/>
              </a:pPr>
              <a:endParaRPr sz="1400">
                <a:solidFill>
                  <a:schemeClr val="bg1"/>
                </a:solidFill>
                <a:latin typeface="Calibri"/>
                <a:ea typeface="Calibri"/>
                <a:cs typeface="Calibri"/>
                <a:sym typeface="Calibri"/>
              </a:endParaRPr>
            </a:p>
            <a:p>
              <a:pPr marL="0" marR="0" lvl="0" indent="0" algn="ctr" rtl="0">
                <a:spcBef>
                  <a:spcPts val="0"/>
                </a:spcBef>
                <a:spcAft>
                  <a:spcPts val="0"/>
                </a:spcAft>
                <a:buNone/>
              </a:pPr>
              <a:r>
                <a:rPr lang="en-US" sz="1200">
                  <a:solidFill>
                    <a:schemeClr val="bg1"/>
                  </a:solidFill>
                  <a:latin typeface="Calibri"/>
                  <a:ea typeface="Calibri"/>
                  <a:cs typeface="Calibri"/>
                  <a:sym typeface="Calibri"/>
                </a:rPr>
                <a:t>Start Order</a:t>
              </a:r>
              <a:endParaRPr>
                <a:solidFill>
                  <a:schemeClr val="bg1"/>
                </a:solidFill>
              </a:endParaRPr>
            </a:p>
            <a:p>
              <a:pPr marL="0" marR="0" lvl="0" indent="0" algn="ctr" rtl="0">
                <a:spcBef>
                  <a:spcPts val="0"/>
                </a:spcBef>
                <a:spcAft>
                  <a:spcPts val="0"/>
                </a:spcAft>
                <a:buNone/>
              </a:pPr>
              <a:endParaRPr sz="1400">
                <a:solidFill>
                  <a:schemeClr val="bg1"/>
                </a:solidFill>
                <a:latin typeface="Calibri"/>
                <a:ea typeface="Calibri"/>
                <a:cs typeface="Calibri"/>
                <a:sym typeface="Calibri"/>
              </a:endParaRPr>
            </a:p>
            <a:p>
              <a:pPr marL="0" marR="0" lvl="0" indent="0" algn="ctr" rtl="0">
                <a:spcBef>
                  <a:spcPts val="0"/>
                </a:spcBef>
                <a:spcAft>
                  <a:spcPts val="0"/>
                </a:spcAft>
                <a:buNone/>
              </a:pPr>
              <a:endParaRPr sz="1400">
                <a:solidFill>
                  <a:schemeClr val="bg1"/>
                </a:solidFill>
                <a:latin typeface="Calibri"/>
                <a:ea typeface="Calibri"/>
                <a:cs typeface="Calibri"/>
                <a:sym typeface="Calibri"/>
              </a:endParaRPr>
            </a:p>
            <a:p>
              <a:pPr marL="0" marR="0" lvl="0" indent="0" algn="ctr" rtl="0">
                <a:spcBef>
                  <a:spcPts val="0"/>
                </a:spcBef>
                <a:spcAft>
                  <a:spcPts val="0"/>
                </a:spcAft>
                <a:buNone/>
              </a:pPr>
              <a:endParaRPr sz="1400">
                <a:solidFill>
                  <a:schemeClr val="bg1"/>
                </a:solidFill>
                <a:latin typeface="Calibri"/>
                <a:ea typeface="Calibri"/>
                <a:cs typeface="Calibri"/>
                <a:sym typeface="Calibri"/>
              </a:endParaRPr>
            </a:p>
            <a:p>
              <a:pPr marL="0" marR="0" lvl="0" indent="0" algn="ctr" rtl="0">
                <a:spcBef>
                  <a:spcPts val="0"/>
                </a:spcBef>
                <a:spcAft>
                  <a:spcPts val="0"/>
                </a:spcAft>
                <a:buNone/>
              </a:pPr>
              <a:endParaRPr sz="1100">
                <a:solidFill>
                  <a:schemeClr val="bg1"/>
                </a:solidFill>
                <a:latin typeface="Calibri"/>
                <a:ea typeface="Calibri"/>
                <a:cs typeface="Calibri"/>
                <a:sym typeface="Calibri"/>
              </a:endParaRPr>
            </a:p>
            <a:p>
              <a:pPr marL="0" marR="0" lvl="0" indent="0" algn="ctr" rtl="0">
                <a:spcBef>
                  <a:spcPts val="0"/>
                </a:spcBef>
                <a:spcAft>
                  <a:spcPts val="0"/>
                </a:spcAft>
                <a:buNone/>
              </a:pPr>
              <a:r>
                <a:rPr lang="en-US" sz="1100">
                  <a:solidFill>
                    <a:schemeClr val="bg1"/>
                  </a:solidFill>
                  <a:latin typeface="Calibri"/>
                  <a:ea typeface="Calibri"/>
                  <a:cs typeface="Calibri"/>
                  <a:sym typeface="Calibri"/>
                </a:rPr>
                <a:t>End Payment</a:t>
              </a:r>
              <a:endParaRPr>
                <a:solidFill>
                  <a:schemeClr val="bg1"/>
                </a:solidFill>
              </a:endParaRPr>
            </a:p>
          </p:txBody>
        </p:sp>
        <p:cxnSp>
          <p:nvCxnSpPr>
            <p:cNvPr id="216" name="Google Shape;216;p8"/>
            <p:cNvCxnSpPr/>
            <p:nvPr/>
          </p:nvCxnSpPr>
          <p:spPr>
            <a:xfrm>
              <a:off x="6733217" y="4024927"/>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7" name="Google Shape;217;p8"/>
            <p:cNvCxnSpPr/>
            <p:nvPr/>
          </p:nvCxnSpPr>
          <p:spPr>
            <a:xfrm>
              <a:off x="6729312" y="3810001"/>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8" name="Google Shape;218;p8"/>
            <p:cNvCxnSpPr/>
            <p:nvPr/>
          </p:nvCxnSpPr>
          <p:spPr>
            <a:xfrm>
              <a:off x="6717593" y="3548190"/>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9" name="Google Shape;219;p8"/>
            <p:cNvCxnSpPr/>
            <p:nvPr/>
          </p:nvCxnSpPr>
          <p:spPr>
            <a:xfrm>
              <a:off x="6729318" y="3294190"/>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20" name="Google Shape;220;p8"/>
            <p:cNvCxnSpPr/>
            <p:nvPr/>
          </p:nvCxnSpPr>
          <p:spPr>
            <a:xfrm>
              <a:off x="6733228" y="2985483"/>
              <a:ext cx="968483" cy="0"/>
            </a:xfrm>
            <a:prstGeom prst="straightConnector1">
              <a:avLst/>
            </a:prstGeom>
            <a:noFill/>
            <a:ln w="19050" cap="flat" cmpd="sng">
              <a:solidFill>
                <a:srgbClr val="F2F2F2"/>
              </a:solidFill>
              <a:prstDash val="solid"/>
              <a:miter lim="800000"/>
              <a:headEnd type="none" w="sm" len="sm"/>
              <a:tailEnd type="none" w="sm" len="sm"/>
            </a:ln>
          </p:spPr>
        </p:cxnSp>
        <p:sp>
          <p:nvSpPr>
            <p:cNvPr id="221" name="Google Shape;221;p8"/>
            <p:cNvSpPr/>
            <p:nvPr/>
          </p:nvSpPr>
          <p:spPr>
            <a:xfrm>
              <a:off x="8314559" y="2513971"/>
              <a:ext cx="1106487" cy="1732675"/>
            </a:xfrm>
            <a:prstGeom prst="rect">
              <a:avLst/>
            </a:prstGeom>
            <a:solidFill>
              <a:srgbClr val="8296B0"/>
            </a:solidFill>
            <a:ln w="12700" cap="flat" cmpd="sng">
              <a:solidFill>
                <a:srgbClr val="ACB8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Saga Execution </a:t>
              </a:r>
              <a:endParaRPr dirty="0">
                <a:solidFill>
                  <a:schemeClr val="bg1"/>
                </a:solidFill>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Coordinator</a:t>
              </a:r>
              <a:endParaRPr dirty="0">
                <a:solidFill>
                  <a:schemeClr val="bg1"/>
                </a:solidFill>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(SEC)</a:t>
              </a:r>
              <a:endParaRPr dirty="0">
                <a:solidFill>
                  <a:schemeClr val="bg1"/>
                </a:solidFill>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p:txBody>
        </p:sp>
        <p:sp>
          <p:nvSpPr>
            <p:cNvPr id="222" name="Google Shape;222;p8"/>
            <p:cNvSpPr/>
            <p:nvPr/>
          </p:nvSpPr>
          <p:spPr>
            <a:xfrm>
              <a:off x="10170571" y="2323213"/>
              <a:ext cx="968484" cy="510289"/>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Confirm</a:t>
              </a:r>
              <a:endParaRPr lang="en-US" sz="1400" dirty="0">
                <a:solidFill>
                  <a:schemeClr val="bg1"/>
                </a:solidFill>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Payment</a:t>
              </a:r>
              <a:endParaRPr lang="en-US" sz="1400" dirty="0">
                <a:solidFill>
                  <a:schemeClr val="bg1"/>
                </a:solidFill>
              </a:endParaRPr>
            </a:p>
          </p:txBody>
        </p:sp>
        <p:sp>
          <p:nvSpPr>
            <p:cNvPr id="223" name="Google Shape;223;p8"/>
            <p:cNvSpPr/>
            <p:nvPr/>
          </p:nvSpPr>
          <p:spPr>
            <a:xfrm>
              <a:off x="10170571" y="3173855"/>
              <a:ext cx="968484" cy="510289"/>
            </a:xfrm>
            <a:prstGeom prst="rect">
              <a:avLst/>
            </a:prstGeom>
            <a:solidFill>
              <a:srgbClr val="FF9933"/>
            </a:solidFill>
            <a:ln w="127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Create Order</a:t>
              </a:r>
              <a:endParaRPr dirty="0">
                <a:solidFill>
                  <a:schemeClr val="bg1"/>
                </a:solidFill>
              </a:endParaRPr>
            </a:p>
          </p:txBody>
        </p:sp>
        <p:sp>
          <p:nvSpPr>
            <p:cNvPr id="224" name="Google Shape;224;p8"/>
            <p:cNvSpPr/>
            <p:nvPr/>
          </p:nvSpPr>
          <p:spPr>
            <a:xfrm>
              <a:off x="10170571" y="3991501"/>
              <a:ext cx="968484" cy="510289"/>
            </a:xfrm>
            <a:prstGeom prst="rect">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Reserve Stock</a:t>
              </a:r>
              <a:endParaRPr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25" name="Google Shape;225;p8"/>
            <p:cNvCxnSpPr/>
            <p:nvPr/>
          </p:nvCxnSpPr>
          <p:spPr>
            <a:xfrm>
              <a:off x="10654813" y="2842369"/>
              <a:ext cx="0" cy="301856"/>
            </a:xfrm>
            <a:prstGeom prst="straightConnector1">
              <a:avLst/>
            </a:prstGeom>
            <a:noFill/>
            <a:ln w="28575" cap="flat" cmpd="sng">
              <a:solidFill>
                <a:srgbClr val="595959"/>
              </a:solidFill>
              <a:prstDash val="solid"/>
              <a:miter lim="800000"/>
              <a:headEnd type="none" w="sm" len="sm"/>
              <a:tailEnd type="triangle" w="med" len="med"/>
            </a:ln>
          </p:spPr>
        </p:cxnSp>
        <p:cxnSp>
          <p:nvCxnSpPr>
            <p:cNvPr id="226" name="Google Shape;226;p8"/>
            <p:cNvCxnSpPr/>
            <p:nvPr/>
          </p:nvCxnSpPr>
          <p:spPr>
            <a:xfrm>
              <a:off x="10654813" y="3678644"/>
              <a:ext cx="0" cy="332042"/>
            </a:xfrm>
            <a:prstGeom prst="straightConnector1">
              <a:avLst/>
            </a:prstGeom>
            <a:noFill/>
            <a:ln w="28575" cap="flat" cmpd="sng">
              <a:solidFill>
                <a:srgbClr val="595959"/>
              </a:solidFill>
              <a:prstDash val="solid"/>
              <a:miter lim="800000"/>
              <a:headEnd type="none" w="sm" len="sm"/>
              <a:tailEnd type="triangle" w="med" len="med"/>
            </a:ln>
          </p:spPr>
        </p:cxnSp>
        <p:cxnSp>
          <p:nvCxnSpPr>
            <p:cNvPr id="227" name="Google Shape;227;p8"/>
            <p:cNvCxnSpPr>
              <a:endCxn id="221" idx="3"/>
            </p:cNvCxnSpPr>
            <p:nvPr/>
          </p:nvCxnSpPr>
          <p:spPr>
            <a:xfrm flipH="1">
              <a:off x="9421046" y="2558609"/>
              <a:ext cx="749100" cy="821700"/>
            </a:xfrm>
            <a:prstGeom prst="straightConnector1">
              <a:avLst/>
            </a:prstGeom>
            <a:noFill/>
            <a:ln w="28575" cap="flat" cmpd="sng">
              <a:solidFill>
                <a:srgbClr val="595959"/>
              </a:solidFill>
              <a:prstDash val="solid"/>
              <a:miter lim="800000"/>
              <a:headEnd type="none" w="sm" len="sm"/>
              <a:tailEnd type="triangle" w="med" len="med"/>
            </a:ln>
          </p:spPr>
        </p:cxnSp>
        <p:cxnSp>
          <p:nvCxnSpPr>
            <p:cNvPr id="228" name="Google Shape;228;p8"/>
            <p:cNvCxnSpPr>
              <a:endCxn id="221" idx="3"/>
            </p:cNvCxnSpPr>
            <p:nvPr/>
          </p:nvCxnSpPr>
          <p:spPr>
            <a:xfrm rot="10800000">
              <a:off x="9421046" y="3380309"/>
              <a:ext cx="726900" cy="900900"/>
            </a:xfrm>
            <a:prstGeom prst="straightConnector1">
              <a:avLst/>
            </a:prstGeom>
            <a:noFill/>
            <a:ln w="28575" cap="flat" cmpd="sng">
              <a:solidFill>
                <a:srgbClr val="595959"/>
              </a:solidFill>
              <a:prstDash val="solid"/>
              <a:miter lim="800000"/>
              <a:headEnd type="none" w="sm" len="sm"/>
              <a:tailEnd type="triangle" w="med" len="med"/>
            </a:ln>
          </p:spPr>
        </p:cxnSp>
        <p:sp>
          <p:nvSpPr>
            <p:cNvPr id="229" name="Google Shape;229;p8"/>
            <p:cNvSpPr txBox="1"/>
            <p:nvPr/>
          </p:nvSpPr>
          <p:spPr>
            <a:xfrm>
              <a:off x="9416338" y="2715626"/>
              <a:ext cx="45878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bg1"/>
                  </a:solidFill>
                  <a:latin typeface="Calibri"/>
                  <a:ea typeface="Calibri"/>
                  <a:cs typeface="Calibri"/>
                  <a:sym typeface="Calibri"/>
                </a:rPr>
                <a:t>Start</a:t>
              </a:r>
              <a:endParaRPr>
                <a:solidFill>
                  <a:schemeClr val="bg1"/>
                </a:solidFill>
              </a:endParaRPr>
            </a:p>
          </p:txBody>
        </p:sp>
        <p:sp>
          <p:nvSpPr>
            <p:cNvPr id="230" name="Google Shape;230;p8"/>
            <p:cNvSpPr txBox="1"/>
            <p:nvPr/>
          </p:nvSpPr>
          <p:spPr>
            <a:xfrm>
              <a:off x="9469670" y="3959158"/>
              <a:ext cx="40107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bg1"/>
                  </a:solidFill>
                  <a:latin typeface="Calibri"/>
                  <a:ea typeface="Calibri"/>
                  <a:cs typeface="Calibri"/>
                  <a:sym typeface="Calibri"/>
                </a:rPr>
                <a:t>End</a:t>
              </a:r>
              <a:endParaRPr>
                <a:solidFill>
                  <a:schemeClr val="bg1"/>
                </a:solidFill>
              </a:endParaRPr>
            </a:p>
          </p:txBody>
        </p:sp>
        <p:cxnSp>
          <p:nvCxnSpPr>
            <p:cNvPr id="231" name="Google Shape;231;p8"/>
            <p:cNvCxnSpPr/>
            <p:nvPr/>
          </p:nvCxnSpPr>
          <p:spPr>
            <a:xfrm rot="10800000">
              <a:off x="7645737" y="3401157"/>
              <a:ext cx="653192" cy="0"/>
            </a:xfrm>
            <a:prstGeom prst="straightConnector1">
              <a:avLst/>
            </a:prstGeom>
            <a:noFill/>
            <a:ln w="28575" cap="flat" cmpd="sng">
              <a:solidFill>
                <a:srgbClr val="595959"/>
              </a:solidFill>
              <a:prstDash val="solid"/>
              <a:miter lim="800000"/>
              <a:headEnd type="none" w="sm" len="sm"/>
              <a:tailEnd type="triangle" w="med" len="med"/>
            </a:ln>
          </p:spPr>
        </p:cxnSp>
      </p:grpSp>
      <p:cxnSp>
        <p:nvCxnSpPr>
          <p:cNvPr id="232" name="Google Shape;232;p8"/>
          <p:cNvCxnSpPr/>
          <p:nvPr/>
        </p:nvCxnSpPr>
        <p:spPr>
          <a:xfrm rot="10800000">
            <a:off x="9859461" y="3504491"/>
            <a:ext cx="700901" cy="27843"/>
          </a:xfrm>
          <a:prstGeom prst="straightConnector1">
            <a:avLst/>
          </a:prstGeom>
          <a:noFill/>
          <a:ln w="28575" cap="flat" cmpd="sng">
            <a:solidFill>
              <a:srgbClr val="595959"/>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5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3"/>
                                        </p:tgtEl>
                                        <p:attrNameLst>
                                          <p:attrName>style.visibility</p:attrName>
                                        </p:attrNameLst>
                                      </p:cBhvr>
                                      <p:to>
                                        <p:strVal val="visible"/>
                                      </p:to>
                                    </p:set>
                                    <p:animEffect transition="in" filter="fade">
                                      <p:cBhvr>
                                        <p:cTn id="12" dur="5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9"/>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SzPts val="2800"/>
              <a:buChar char="•"/>
            </a:pPr>
            <a:r>
              <a:rPr lang="en-US" dirty="0"/>
              <a:t>The Saga Execution Coordinator (SEC) maintains a Saga log that contains the sequence of events of a particular flow. </a:t>
            </a:r>
            <a:endParaRPr dirty="0"/>
          </a:p>
          <a:p>
            <a:pPr marL="228600" lvl="0" indent="-228600" algn="just" rtl="0">
              <a:lnSpc>
                <a:spcPct val="100000"/>
              </a:lnSpc>
              <a:spcBef>
                <a:spcPts val="1000"/>
              </a:spcBef>
              <a:spcAft>
                <a:spcPts val="0"/>
              </a:spcAft>
              <a:buSzPts val="2800"/>
              <a:buChar char="•"/>
            </a:pPr>
            <a:r>
              <a:rPr lang="en-US" dirty="0"/>
              <a:t>If a failure occurs within any of the components, the SEC queries the logs and helps identify which components are impacted and in which sequence the compensating transactions must be executed. </a:t>
            </a:r>
            <a:endParaRPr dirty="0"/>
          </a:p>
          <a:p>
            <a:pPr marL="228600" lvl="0" indent="-228600" algn="just" rtl="0">
              <a:lnSpc>
                <a:spcPct val="100000"/>
              </a:lnSpc>
              <a:spcBef>
                <a:spcPts val="1000"/>
              </a:spcBef>
              <a:spcAft>
                <a:spcPts val="0"/>
              </a:spcAft>
              <a:buSzPts val="2800"/>
              <a:buChar char="•"/>
            </a:pPr>
            <a:r>
              <a:rPr lang="en-US" dirty="0"/>
              <a:t>If the SEC component itself fails, it can read the SEC logs when coming back, to identify which of the components are successfully rolled back, identify which ones were pending, and start calling them in reverse chronological order.</a:t>
            </a:r>
            <a:endParaRPr dirty="0"/>
          </a:p>
        </p:txBody>
      </p:sp>
      <p:sp>
        <p:nvSpPr>
          <p:cNvPr id="238" name="Google Shape;238;p9"/>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t>Saga Execution Coordinator</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animEffect transition="in" filter="fade">
                                      <p:cBhvr>
                                        <p:cTn id="7" dur="500"/>
                                        <p:tgtEl>
                                          <p:spTgt spid="2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xEl>
                                              <p:pRg st="1" end="1"/>
                                            </p:txEl>
                                          </p:spTgt>
                                        </p:tgtEl>
                                        <p:attrNameLst>
                                          <p:attrName>style.visibility</p:attrName>
                                        </p:attrNameLst>
                                      </p:cBhvr>
                                      <p:to>
                                        <p:strVal val="visible"/>
                                      </p:to>
                                    </p:set>
                                    <p:animEffect transition="in" filter="fade">
                                      <p:cBhvr>
                                        <p:cTn id="12" dur="500"/>
                                        <p:tgtEl>
                                          <p:spTgt spid="2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xEl>
                                              <p:pRg st="2" end="2"/>
                                            </p:txEl>
                                          </p:spTgt>
                                        </p:tgtEl>
                                        <p:attrNameLst>
                                          <p:attrName>style.visibility</p:attrName>
                                        </p:attrNameLst>
                                      </p:cBhvr>
                                      <p:to>
                                        <p:strVal val="visible"/>
                                      </p:to>
                                    </p:set>
                                    <p:animEffect transition="in" filter="fade">
                                      <p:cBhvr>
                                        <p:cTn id="17" dur="500"/>
                                        <p:tgtEl>
                                          <p:spTgt spid="2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5" name="Google Shape;245;p10"/>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sp>
        <p:nvSpPr>
          <p:cNvPr id="244" name="Google Shape;244;p10"/>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rgbClr val="002060"/>
              </a:buClr>
              <a:buSzPts val="2800"/>
              <a:buFont typeface="Arial"/>
              <a:buChar char="•"/>
            </a:pPr>
            <a:r>
              <a:rPr lang="en-US" dirty="0">
                <a:solidFill>
                  <a:schemeClr val="bg1"/>
                </a:solidFill>
              </a:rPr>
              <a:t>Choreography – each local transaction publishes domain events to the message broker that trigger local transactions in other services.</a:t>
            </a:r>
            <a:endParaRPr dirty="0">
              <a:solidFill>
                <a:schemeClr val="bg1"/>
              </a:solidFill>
            </a:endParaRPr>
          </a:p>
          <a:p>
            <a:pPr marL="228600" lvl="0" indent="-50800" algn="l" rtl="0">
              <a:lnSpc>
                <a:spcPct val="100000"/>
              </a:lnSpc>
              <a:spcBef>
                <a:spcPts val="1000"/>
              </a:spcBef>
              <a:spcAft>
                <a:spcPts val="0"/>
              </a:spcAft>
              <a:buClr>
                <a:srgbClr val="002060"/>
              </a:buClr>
              <a:buSzPts val="2800"/>
              <a:buFont typeface="Arial"/>
              <a:buNone/>
            </a:pPr>
            <a:endParaRPr dirty="0">
              <a:solidFill>
                <a:schemeClr val="bg1"/>
              </a:solidFill>
            </a:endParaRPr>
          </a:p>
          <a:p>
            <a:pPr marL="228600" lvl="0" indent="-50800" algn="l" rtl="0">
              <a:lnSpc>
                <a:spcPct val="100000"/>
              </a:lnSpc>
              <a:spcBef>
                <a:spcPts val="1000"/>
              </a:spcBef>
              <a:spcAft>
                <a:spcPts val="0"/>
              </a:spcAft>
              <a:buClr>
                <a:srgbClr val="002060"/>
              </a:buClr>
              <a:buSzPts val="2800"/>
              <a:buFont typeface="Arial"/>
              <a:buNone/>
            </a:pPr>
            <a:endParaRPr dirty="0">
              <a:solidFill>
                <a:schemeClr val="bg1"/>
              </a:solidFill>
            </a:endParaRPr>
          </a:p>
          <a:p>
            <a:pPr marL="0" lvl="0" indent="0" algn="l" rtl="0">
              <a:lnSpc>
                <a:spcPct val="100000"/>
              </a:lnSpc>
              <a:spcBef>
                <a:spcPts val="1000"/>
              </a:spcBef>
              <a:spcAft>
                <a:spcPts val="0"/>
              </a:spcAft>
              <a:buClr>
                <a:srgbClr val="002060"/>
              </a:buClr>
              <a:buSzPts val="2800"/>
              <a:buNone/>
            </a:pPr>
            <a:endParaRPr dirty="0">
              <a:solidFill>
                <a:schemeClr val="bg1"/>
              </a:solidFill>
            </a:endParaRPr>
          </a:p>
          <a:p>
            <a:pPr marL="0" lvl="0" indent="0" algn="l" rtl="0">
              <a:lnSpc>
                <a:spcPct val="100000"/>
              </a:lnSpc>
              <a:spcBef>
                <a:spcPts val="1000"/>
              </a:spcBef>
              <a:spcAft>
                <a:spcPts val="0"/>
              </a:spcAft>
              <a:buClr>
                <a:srgbClr val="002060"/>
              </a:buClr>
              <a:buSzPts val="2800"/>
              <a:buNone/>
            </a:pPr>
            <a:endParaRPr dirty="0">
              <a:solidFill>
                <a:schemeClr val="bg1"/>
              </a:solidFill>
            </a:endParaRPr>
          </a:p>
          <a:p>
            <a:pPr marL="0" lvl="0" indent="0" algn="l" rtl="0">
              <a:lnSpc>
                <a:spcPct val="100000"/>
              </a:lnSpc>
              <a:spcBef>
                <a:spcPts val="1000"/>
              </a:spcBef>
              <a:spcAft>
                <a:spcPts val="0"/>
              </a:spcAft>
              <a:buClr>
                <a:srgbClr val="002060"/>
              </a:buClr>
              <a:buSzPts val="2800"/>
              <a:buNone/>
            </a:pPr>
            <a:endParaRPr dirty="0">
              <a:solidFill>
                <a:schemeClr val="bg1"/>
              </a:solidFill>
            </a:endParaRPr>
          </a:p>
          <a:p>
            <a:pPr marL="228600" lvl="0" indent="-228600" algn="l" rtl="0">
              <a:lnSpc>
                <a:spcPct val="100000"/>
              </a:lnSpc>
              <a:spcBef>
                <a:spcPts val="1000"/>
              </a:spcBef>
              <a:spcAft>
                <a:spcPts val="0"/>
              </a:spcAft>
              <a:buClr>
                <a:srgbClr val="002060"/>
              </a:buClr>
              <a:buSzPts val="2800"/>
              <a:buFont typeface="Arial"/>
              <a:buChar char="•"/>
            </a:pPr>
            <a:r>
              <a:rPr lang="en-US" dirty="0">
                <a:solidFill>
                  <a:schemeClr val="bg1"/>
                </a:solidFill>
              </a:rPr>
              <a:t>Orchestration – an orchestrator (object) tells the participants what local transaction to execute.</a:t>
            </a:r>
            <a:endParaRPr dirty="0">
              <a:solidFill>
                <a:schemeClr val="bg1"/>
              </a:solidFill>
            </a:endParaRPr>
          </a:p>
        </p:txBody>
      </p:sp>
      <p:pic>
        <p:nvPicPr>
          <p:cNvPr id="246" name="Google Shape;246;p10"/>
          <p:cNvPicPr preferRelativeResize="0"/>
          <p:nvPr/>
        </p:nvPicPr>
        <p:blipFill rotWithShape="1">
          <a:blip r:embed="rId3">
            <a:alphaModFix/>
          </a:blip>
          <a:srcRect/>
          <a:stretch/>
        </p:blipFill>
        <p:spPr>
          <a:xfrm>
            <a:off x="940615" y="2644370"/>
            <a:ext cx="3623569" cy="2361348"/>
          </a:xfrm>
          <a:prstGeom prst="rect">
            <a:avLst/>
          </a:prstGeom>
          <a:noFill/>
          <a:ln>
            <a:noFill/>
          </a:ln>
        </p:spPr>
      </p:pic>
      <p:pic>
        <p:nvPicPr>
          <p:cNvPr id="247" name="Google Shape;247;p10"/>
          <p:cNvPicPr preferRelativeResize="0"/>
          <p:nvPr/>
        </p:nvPicPr>
        <p:blipFill rotWithShape="1">
          <a:blip r:embed="rId4">
            <a:alphaModFix/>
          </a:blip>
          <a:srcRect/>
          <a:stretch/>
        </p:blipFill>
        <p:spPr>
          <a:xfrm>
            <a:off x="6820796" y="2860431"/>
            <a:ext cx="4359098" cy="20342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animEffect transition="in" filter="fade">
                                      <p:cBhvr>
                                        <p:cTn id="7" dur="500"/>
                                        <p:tgtEl>
                                          <p:spTgt spid="2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4">
                                            <p:txEl>
                                              <p:pRg st="1" end="1"/>
                                            </p:txEl>
                                          </p:spTgt>
                                        </p:tgtEl>
                                        <p:attrNameLst>
                                          <p:attrName>style.visibility</p:attrName>
                                        </p:attrNameLst>
                                      </p:cBhvr>
                                      <p:to>
                                        <p:strVal val="visible"/>
                                      </p:to>
                                    </p:set>
                                    <p:animEffect transition="in" filter="fade">
                                      <p:cBhvr>
                                        <p:cTn id="12" dur="500"/>
                                        <p:tgtEl>
                                          <p:spTgt spid="2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4">
                                            <p:txEl>
                                              <p:pRg st="2" end="2"/>
                                            </p:txEl>
                                          </p:spTgt>
                                        </p:tgtEl>
                                        <p:attrNameLst>
                                          <p:attrName>style.visibility</p:attrName>
                                        </p:attrNameLst>
                                      </p:cBhvr>
                                      <p:to>
                                        <p:strVal val="visible"/>
                                      </p:to>
                                    </p:set>
                                    <p:animEffect transition="in" filter="fade">
                                      <p:cBhvr>
                                        <p:cTn id="17" dur="500"/>
                                        <p:tgtEl>
                                          <p:spTgt spid="2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4">
                                            <p:txEl>
                                              <p:pRg st="3" end="3"/>
                                            </p:txEl>
                                          </p:spTgt>
                                        </p:tgtEl>
                                        <p:attrNameLst>
                                          <p:attrName>style.visibility</p:attrName>
                                        </p:attrNameLst>
                                      </p:cBhvr>
                                      <p:to>
                                        <p:strVal val="visible"/>
                                      </p:to>
                                    </p:set>
                                    <p:animEffect transition="in" filter="fade">
                                      <p:cBhvr>
                                        <p:cTn id="22" dur="500"/>
                                        <p:tgtEl>
                                          <p:spTgt spid="2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4">
                                            <p:txEl>
                                              <p:pRg st="4" end="4"/>
                                            </p:txEl>
                                          </p:spTgt>
                                        </p:tgtEl>
                                        <p:attrNameLst>
                                          <p:attrName>style.visibility</p:attrName>
                                        </p:attrNameLst>
                                      </p:cBhvr>
                                      <p:to>
                                        <p:strVal val="visible"/>
                                      </p:to>
                                    </p:set>
                                    <p:animEffect transition="in" filter="fade">
                                      <p:cBhvr>
                                        <p:cTn id="27" dur="500"/>
                                        <p:tgtEl>
                                          <p:spTgt spid="2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4">
                                            <p:txEl>
                                              <p:pRg st="5" end="5"/>
                                            </p:txEl>
                                          </p:spTgt>
                                        </p:tgtEl>
                                        <p:attrNameLst>
                                          <p:attrName>style.visibility</p:attrName>
                                        </p:attrNameLst>
                                      </p:cBhvr>
                                      <p:to>
                                        <p:strVal val="visible"/>
                                      </p:to>
                                    </p:set>
                                    <p:animEffect transition="in" filter="fade">
                                      <p:cBhvr>
                                        <p:cTn id="32" dur="500"/>
                                        <p:tgtEl>
                                          <p:spTgt spid="24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4">
                                            <p:txEl>
                                              <p:pRg st="6" end="6"/>
                                            </p:txEl>
                                          </p:spTgt>
                                        </p:tgtEl>
                                        <p:attrNameLst>
                                          <p:attrName>style.visibility</p:attrName>
                                        </p:attrNameLst>
                                      </p:cBhvr>
                                      <p:to>
                                        <p:strVal val="visible"/>
                                      </p:to>
                                    </p:set>
                                    <p:animEffect transition="in" filter="fade">
                                      <p:cBhvr>
                                        <p:cTn id="37" dur="500"/>
                                        <p:tgtEl>
                                          <p:spTgt spid="24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6"/>
                                        </p:tgtEl>
                                        <p:attrNameLst>
                                          <p:attrName>style.visibility</p:attrName>
                                        </p:attrNameLst>
                                      </p:cBhvr>
                                      <p:to>
                                        <p:strVal val="visible"/>
                                      </p:to>
                                    </p:set>
                                    <p:animEffect transition="in" filter="fade">
                                      <p:cBhvr>
                                        <p:cTn id="42" dur="500"/>
                                        <p:tgtEl>
                                          <p:spTgt spid="2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7"/>
                                        </p:tgtEl>
                                        <p:attrNameLst>
                                          <p:attrName>style.visibility</p:attrName>
                                        </p:attrNameLst>
                                      </p:cBhvr>
                                      <p:to>
                                        <p:strVal val="visible"/>
                                      </p:to>
                                    </p:set>
                                    <p:animEffect transition="in" filter="fade">
                                      <p:cBhvr>
                                        <p:cTn id="47" dur="5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252"/>
        <p:cNvGrpSpPr/>
        <p:nvPr/>
      </p:nvGrpSpPr>
      <p:grpSpPr>
        <a:xfrm>
          <a:off x="0" y="0"/>
          <a:ext cx="0" cy="0"/>
          <a:chOff x="0" y="0"/>
          <a:chExt cx="0" cy="0"/>
        </a:xfrm>
      </p:grpSpPr>
      <p:sp>
        <p:nvSpPr>
          <p:cNvPr id="254" name="Google Shape;254;p11"/>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pic>
        <p:nvPicPr>
          <p:cNvPr id="253" name="Google Shape;253;p11"/>
          <p:cNvPicPr preferRelativeResize="0">
            <a:picLocks noGrp="1"/>
          </p:cNvPicPr>
          <p:nvPr>
            <p:ph sz="half" idx="1"/>
          </p:nvPr>
        </p:nvPicPr>
        <p:blipFill rotWithShape="1">
          <a:blip r:embed="rId3">
            <a:alphaModFix/>
          </a:blip>
          <a:stretch/>
        </p:blipFill>
        <p:spPr>
          <a:xfrm>
            <a:off x="5259753" y="3208252"/>
            <a:ext cx="5380397" cy="2802181"/>
          </a:xfrm>
          <a:prstGeom prst="rect">
            <a:avLst/>
          </a:prstGeom>
          <a:noFill/>
          <a:ln>
            <a:noFill/>
          </a:ln>
        </p:spPr>
      </p:pic>
      <p:pic>
        <p:nvPicPr>
          <p:cNvPr id="255" name="Google Shape;255;p11"/>
          <p:cNvPicPr preferRelativeResize="0"/>
          <p:nvPr/>
        </p:nvPicPr>
        <p:blipFill rotWithShape="1">
          <a:blip r:embed="rId4">
            <a:alphaModFix/>
          </a:blip>
          <a:srcRect/>
          <a:stretch/>
        </p:blipFill>
        <p:spPr>
          <a:xfrm>
            <a:off x="662816" y="1262039"/>
            <a:ext cx="5104938" cy="16218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500"/>
                                        <p:tgtEl>
                                          <p:spTgt spid="2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
                                        </p:tgtEl>
                                        <p:attrNameLst>
                                          <p:attrName>style.visibility</p:attrName>
                                        </p:attrNameLst>
                                      </p:cBhvr>
                                      <p:to>
                                        <p:strVal val="visible"/>
                                      </p:to>
                                    </p:set>
                                    <p:animEffect transition="in" filter="fade">
                                      <p:cBhvr>
                                        <p:cTn id="12" dur="50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252">
          <a:extLst>
            <a:ext uri="{FF2B5EF4-FFF2-40B4-BE49-F238E27FC236}">
              <a16:creationId xmlns:a16="http://schemas.microsoft.com/office/drawing/2014/main" id="{9F2272F1-3D98-1ECA-5D50-8D18FCC5D341}"/>
            </a:ext>
          </a:extLst>
        </p:cNvPr>
        <p:cNvGrpSpPr/>
        <p:nvPr/>
      </p:nvGrpSpPr>
      <p:grpSpPr>
        <a:xfrm>
          <a:off x="0" y="0"/>
          <a:ext cx="0" cy="0"/>
          <a:chOff x="0" y="0"/>
          <a:chExt cx="0" cy="0"/>
        </a:xfrm>
      </p:grpSpPr>
      <p:sp>
        <p:nvSpPr>
          <p:cNvPr id="254" name="Google Shape;254;p11">
            <a:extLst>
              <a:ext uri="{FF2B5EF4-FFF2-40B4-BE49-F238E27FC236}">
                <a16:creationId xmlns:a16="http://schemas.microsoft.com/office/drawing/2014/main" id="{90CB915E-58D4-5EB4-686B-B0D107FE9282}"/>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sp>
        <p:nvSpPr>
          <p:cNvPr id="4" name="Rectangle 3">
            <a:extLst>
              <a:ext uri="{FF2B5EF4-FFF2-40B4-BE49-F238E27FC236}">
                <a16:creationId xmlns:a16="http://schemas.microsoft.com/office/drawing/2014/main" id="{CF137CD3-0F90-F354-117B-2343C1951666}"/>
              </a:ext>
            </a:extLst>
          </p:cNvPr>
          <p:cNvSpPr/>
          <p:nvPr/>
        </p:nvSpPr>
        <p:spPr>
          <a:xfrm>
            <a:off x="1153886" y="1730828"/>
            <a:ext cx="1883229" cy="210094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M1</a:t>
            </a:r>
          </a:p>
        </p:txBody>
      </p:sp>
      <p:sp>
        <p:nvSpPr>
          <p:cNvPr id="5" name="Rectangle 4">
            <a:extLst>
              <a:ext uri="{FF2B5EF4-FFF2-40B4-BE49-F238E27FC236}">
                <a16:creationId xmlns:a16="http://schemas.microsoft.com/office/drawing/2014/main" id="{D55BA1C0-BA31-A65C-789A-B8F6F485CE22}"/>
              </a:ext>
            </a:extLst>
          </p:cNvPr>
          <p:cNvSpPr/>
          <p:nvPr/>
        </p:nvSpPr>
        <p:spPr>
          <a:xfrm>
            <a:off x="7369629" y="1730828"/>
            <a:ext cx="1883229" cy="210094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a:t>
            </a:r>
          </a:p>
        </p:txBody>
      </p:sp>
      <p:sp>
        <p:nvSpPr>
          <p:cNvPr id="6" name="Rectangle 5">
            <a:extLst>
              <a:ext uri="{FF2B5EF4-FFF2-40B4-BE49-F238E27FC236}">
                <a16:creationId xmlns:a16="http://schemas.microsoft.com/office/drawing/2014/main" id="{8C337E19-09F7-85B6-55E8-D10937A4C023}"/>
              </a:ext>
            </a:extLst>
          </p:cNvPr>
          <p:cNvSpPr/>
          <p:nvPr/>
        </p:nvSpPr>
        <p:spPr>
          <a:xfrm>
            <a:off x="4713514" y="1589314"/>
            <a:ext cx="1055915" cy="248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Event</a:t>
            </a:r>
          </a:p>
        </p:txBody>
      </p:sp>
      <p:cxnSp>
        <p:nvCxnSpPr>
          <p:cNvPr id="8" name="Straight Arrow Connector 7">
            <a:extLst>
              <a:ext uri="{FF2B5EF4-FFF2-40B4-BE49-F238E27FC236}">
                <a16:creationId xmlns:a16="http://schemas.microsoft.com/office/drawing/2014/main" id="{BB5B337A-B8B9-C680-BD6E-5DA5682A5C65}"/>
              </a:ext>
            </a:extLst>
          </p:cNvPr>
          <p:cNvCxnSpPr>
            <a:cxnSpLocks/>
            <a:stCxn id="4" idx="3"/>
            <a:endCxn id="6" idx="1"/>
          </p:cNvCxnSpPr>
          <p:nvPr/>
        </p:nvCxnSpPr>
        <p:spPr>
          <a:xfrm>
            <a:off x="3037115" y="2781300"/>
            <a:ext cx="1676399" cy="48986"/>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04C5998-F91F-55F1-CBDA-F1E449330175}"/>
              </a:ext>
            </a:extLst>
          </p:cNvPr>
          <p:cNvCxnSpPr>
            <a:cxnSpLocks/>
            <a:stCxn id="6" idx="3"/>
            <a:endCxn id="5" idx="1"/>
          </p:cNvCxnSpPr>
          <p:nvPr/>
        </p:nvCxnSpPr>
        <p:spPr>
          <a:xfrm flipV="1">
            <a:off x="5769429" y="2781300"/>
            <a:ext cx="1600200" cy="48986"/>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0894A48-3A04-4AF6-A700-C9CC50B283BD}"/>
              </a:ext>
            </a:extLst>
          </p:cNvPr>
          <p:cNvSpPr/>
          <p:nvPr/>
        </p:nvSpPr>
        <p:spPr>
          <a:xfrm>
            <a:off x="1262742" y="4343398"/>
            <a:ext cx="1883229" cy="210094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M1</a:t>
            </a:r>
          </a:p>
        </p:txBody>
      </p:sp>
      <p:sp>
        <p:nvSpPr>
          <p:cNvPr id="14" name="Rectangle 13">
            <a:extLst>
              <a:ext uri="{FF2B5EF4-FFF2-40B4-BE49-F238E27FC236}">
                <a16:creationId xmlns:a16="http://schemas.microsoft.com/office/drawing/2014/main" id="{C7BDB0B3-0D4E-92BB-D4DC-5C3E95E464DB}"/>
              </a:ext>
            </a:extLst>
          </p:cNvPr>
          <p:cNvSpPr/>
          <p:nvPr/>
        </p:nvSpPr>
        <p:spPr>
          <a:xfrm>
            <a:off x="4171094" y="4325733"/>
            <a:ext cx="1883229" cy="210094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a:t>
            </a:r>
          </a:p>
        </p:txBody>
      </p:sp>
      <p:cxnSp>
        <p:nvCxnSpPr>
          <p:cNvPr id="16" name="Straight Arrow Connector 15">
            <a:extLst>
              <a:ext uri="{FF2B5EF4-FFF2-40B4-BE49-F238E27FC236}">
                <a16:creationId xmlns:a16="http://schemas.microsoft.com/office/drawing/2014/main" id="{F5B6A1EE-64B3-FEFF-1735-AF5BA4CEADCF}"/>
              </a:ext>
            </a:extLst>
          </p:cNvPr>
          <p:cNvCxnSpPr>
            <a:cxnSpLocks/>
            <a:stCxn id="13" idx="3"/>
            <a:endCxn id="14" idx="1"/>
          </p:cNvCxnSpPr>
          <p:nvPr/>
        </p:nvCxnSpPr>
        <p:spPr>
          <a:xfrm flipV="1">
            <a:off x="3145971" y="5376205"/>
            <a:ext cx="1025123" cy="17665"/>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4081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52">
          <a:extLst>
            <a:ext uri="{FF2B5EF4-FFF2-40B4-BE49-F238E27FC236}">
              <a16:creationId xmlns:a16="http://schemas.microsoft.com/office/drawing/2014/main" id="{FBA23D22-E12F-6148-F0E6-ABB66098164D}"/>
            </a:ext>
          </a:extLst>
        </p:cNvPr>
        <p:cNvGrpSpPr/>
        <p:nvPr/>
      </p:nvGrpSpPr>
      <p:grpSpPr>
        <a:xfrm>
          <a:off x="0" y="0"/>
          <a:ext cx="0" cy="0"/>
          <a:chOff x="0" y="0"/>
          <a:chExt cx="0" cy="0"/>
        </a:xfrm>
      </p:grpSpPr>
      <p:sp>
        <p:nvSpPr>
          <p:cNvPr id="254" name="Google Shape;254;p11">
            <a:extLst>
              <a:ext uri="{FF2B5EF4-FFF2-40B4-BE49-F238E27FC236}">
                <a16:creationId xmlns:a16="http://schemas.microsoft.com/office/drawing/2014/main" id="{B2DBB8D2-2BD4-6359-D729-43E42B9A2323}"/>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sp>
        <p:nvSpPr>
          <p:cNvPr id="14" name="Rectangle 13">
            <a:extLst>
              <a:ext uri="{FF2B5EF4-FFF2-40B4-BE49-F238E27FC236}">
                <a16:creationId xmlns:a16="http://schemas.microsoft.com/office/drawing/2014/main" id="{CBC9ECE7-D7F5-F969-2540-D99A37B529C1}"/>
              </a:ext>
            </a:extLst>
          </p:cNvPr>
          <p:cNvSpPr/>
          <p:nvPr/>
        </p:nvSpPr>
        <p:spPr>
          <a:xfrm>
            <a:off x="3702075" y="2105047"/>
            <a:ext cx="6225696" cy="290238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Start payment – </a:t>
            </a:r>
            <a:r>
              <a:rPr lang="en-US" dirty="0" err="1">
                <a:solidFill>
                  <a:schemeClr val="tx1"/>
                </a:solidFill>
              </a:rPr>
              <a:t>ps.payment</a:t>
            </a:r>
            <a:r>
              <a:rPr lang="en-US" dirty="0">
                <a:solidFill>
                  <a:schemeClr val="tx1"/>
                </a:solidFill>
              </a:rPr>
              <a:t>()</a:t>
            </a:r>
          </a:p>
          <a:p>
            <a:pPr algn="ctr"/>
            <a:r>
              <a:rPr lang="en-US" dirty="0">
                <a:solidFill>
                  <a:schemeClr val="tx1"/>
                </a:solidFill>
              </a:rPr>
              <a:t>Cancel payment – </a:t>
            </a:r>
            <a:r>
              <a:rPr lang="en-US" dirty="0" err="1">
                <a:solidFill>
                  <a:schemeClr val="tx1"/>
                </a:solidFill>
              </a:rPr>
              <a:t>ps.cancelpayment</a:t>
            </a:r>
            <a:r>
              <a:rPr lang="en-US" dirty="0">
                <a:solidFill>
                  <a:schemeClr val="tx1"/>
                </a:solidFill>
              </a:rPr>
              <a:t>()</a:t>
            </a:r>
          </a:p>
          <a:p>
            <a:pPr algn="ctr"/>
            <a:r>
              <a:rPr lang="en-US" dirty="0">
                <a:solidFill>
                  <a:schemeClr val="tx1"/>
                </a:solidFill>
              </a:rPr>
              <a:t>Cancel order – </a:t>
            </a:r>
            <a:r>
              <a:rPr lang="en-US" dirty="0" err="1">
                <a:solidFill>
                  <a:schemeClr val="tx1"/>
                </a:solidFill>
              </a:rPr>
              <a:t>os.cancelorder</a:t>
            </a:r>
            <a:r>
              <a:rPr lang="en-US" dirty="0">
                <a:solidFill>
                  <a:schemeClr val="tx1"/>
                </a:solidFill>
              </a:rPr>
              <a:t>()</a:t>
            </a:r>
          </a:p>
          <a:p>
            <a:pPr algn="ctr"/>
            <a:endParaRPr lang="en-US" dirty="0">
              <a:solidFill>
                <a:schemeClr val="tx1"/>
              </a:solidFill>
            </a:endParaRPr>
          </a:p>
          <a:p>
            <a:pPr algn="ctr"/>
            <a:r>
              <a:rPr lang="en-US" dirty="0">
                <a:solidFill>
                  <a:schemeClr val="tx1"/>
                </a:solidFill>
              </a:rPr>
              <a:t>Maintain the ledger or log of all the events and how to rollback.</a:t>
            </a:r>
          </a:p>
          <a:p>
            <a:pPr algn="ctr"/>
            <a:r>
              <a:rPr lang="en-IN" sz="2800" b="1" dirty="0" err="1">
                <a:solidFill>
                  <a:schemeClr val="tx1">
                    <a:lumMod val="95000"/>
                    <a:lumOff val="5000"/>
                  </a:schemeClr>
                </a:solidFill>
              </a:rPr>
              <a:t>SagaCoordinator</a:t>
            </a:r>
            <a:endParaRPr lang="en-US" b="1" dirty="0">
              <a:solidFill>
                <a:schemeClr val="tx1">
                  <a:lumMod val="95000"/>
                  <a:lumOff val="5000"/>
                </a:schemeClr>
              </a:solidFill>
            </a:endParaRPr>
          </a:p>
          <a:p>
            <a:pPr algn="ctr"/>
            <a:endParaRPr lang="en-US" dirty="0">
              <a:solidFill>
                <a:schemeClr val="tx1"/>
              </a:solidFill>
            </a:endParaRPr>
          </a:p>
        </p:txBody>
      </p:sp>
    </p:spTree>
    <p:extLst>
      <p:ext uri="{BB962C8B-B14F-4D97-AF65-F5344CB8AC3E}">
        <p14:creationId xmlns:p14="http://schemas.microsoft.com/office/powerpoint/2010/main" val="269088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75448C-6D7B-40A2-A0F5-3BA0DDC8EC98}"/>
              </a:ext>
            </a:extLst>
          </p:cNvPr>
          <p:cNvSpPr>
            <a:spLocks noGrp="1"/>
          </p:cNvSpPr>
          <p:nvPr>
            <p:ph sz="half" idx="1"/>
          </p:nvPr>
        </p:nvSpPr>
        <p:spPr/>
        <p:txBody>
          <a:bodyPr>
            <a:normAutofit/>
          </a:bodyPr>
          <a:lstStyle/>
          <a:p>
            <a:pPr algn="just">
              <a:lnSpc>
                <a:spcPct val="100000"/>
              </a:lnSpc>
            </a:pPr>
            <a:r>
              <a:rPr lang="en-US" sz="2400" dirty="0"/>
              <a:t>A circuit breaker is an electronic component like fuse that opens a circuit so that no current can flow through it. As a result, it prevents the damage caused by excess current from an overload or short circuit.</a:t>
            </a:r>
          </a:p>
          <a:p>
            <a:pPr algn="just">
              <a:lnSpc>
                <a:spcPct val="100000"/>
              </a:lnSpc>
            </a:pPr>
            <a:endParaRPr lang="en-US" sz="2400" dirty="0"/>
          </a:p>
          <a:p>
            <a:pPr marL="0" indent="0" algn="just">
              <a:lnSpc>
                <a:spcPct val="100000"/>
              </a:lnSpc>
              <a:buNone/>
            </a:pPr>
            <a:endParaRPr lang="en-US" sz="2400" dirty="0"/>
          </a:p>
          <a:p>
            <a:pPr algn="just">
              <a:lnSpc>
                <a:spcPct val="100000"/>
              </a:lnSpc>
            </a:pPr>
            <a:r>
              <a:rPr lang="en-US" sz="2400" dirty="0"/>
              <a:t>To prevent an application from trying to invoke a remote service or access a shared resource if this operation is highly likely to fail.</a:t>
            </a:r>
          </a:p>
          <a:p>
            <a:pPr algn="just">
              <a:lnSpc>
                <a:spcPct val="100000"/>
              </a:lnSpc>
            </a:pPr>
            <a:r>
              <a:rPr lang="en-US" sz="2400" dirty="0"/>
              <a:t>The circuit-breaker tracks the number of times an API call has failed. Once it crosses a threshold number of failures in a row, it doesn't even try to call the API for subsequent requests.</a:t>
            </a:r>
          </a:p>
        </p:txBody>
      </p:sp>
      <p:sp>
        <p:nvSpPr>
          <p:cNvPr id="3" name="Content Placeholder 2">
            <a:extLst>
              <a:ext uri="{FF2B5EF4-FFF2-40B4-BE49-F238E27FC236}">
                <a16:creationId xmlns:a16="http://schemas.microsoft.com/office/drawing/2014/main" id="{1B48F5C5-9974-4C5C-BEBA-E09CF119F694}"/>
              </a:ext>
            </a:extLst>
          </p:cNvPr>
          <p:cNvSpPr>
            <a:spLocks noGrp="1"/>
          </p:cNvSpPr>
          <p:nvPr>
            <p:ph sz="half" idx="10"/>
          </p:nvPr>
        </p:nvSpPr>
        <p:spPr/>
        <p:txBody>
          <a:bodyPr>
            <a:normAutofit fontScale="85000" lnSpcReduction="20000"/>
          </a:bodyPr>
          <a:lstStyle/>
          <a:p>
            <a:r>
              <a:rPr lang="en-IN" sz="4400" b="0" kern="1200" dirty="0"/>
              <a:t>Circuit Breaker Pattern</a:t>
            </a:r>
          </a:p>
        </p:txBody>
      </p:sp>
      <p:pic>
        <p:nvPicPr>
          <p:cNvPr id="5" name="Picture 4">
            <a:extLst>
              <a:ext uri="{FF2B5EF4-FFF2-40B4-BE49-F238E27FC236}">
                <a16:creationId xmlns:a16="http://schemas.microsoft.com/office/drawing/2014/main" id="{6565074A-5104-4A4F-872F-C0D632D54F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0355" y="2505103"/>
            <a:ext cx="2007935" cy="923897"/>
          </a:xfrm>
          <a:prstGeom prst="rect">
            <a:avLst/>
          </a:prstGeom>
        </p:spPr>
      </p:pic>
    </p:spTree>
    <p:extLst>
      <p:ext uri="{BB962C8B-B14F-4D97-AF65-F5344CB8AC3E}">
        <p14:creationId xmlns:p14="http://schemas.microsoft.com/office/powerpoint/2010/main" val="173167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90CC3B3C-24B0-8F52-5739-5DC5520E55DB}"/>
            </a:ext>
          </a:extLst>
        </p:cNvPr>
        <p:cNvGrpSpPr/>
        <p:nvPr/>
      </p:nvGrpSpPr>
      <p:grpSpPr>
        <a:xfrm>
          <a:off x="0" y="0"/>
          <a:ext cx="0" cy="0"/>
          <a:chOff x="0" y="0"/>
          <a:chExt cx="0" cy="0"/>
        </a:xfrm>
      </p:grpSpPr>
      <p:sp>
        <p:nvSpPr>
          <p:cNvPr id="237" name="Google Shape;237;p9">
            <a:extLst>
              <a:ext uri="{FF2B5EF4-FFF2-40B4-BE49-F238E27FC236}">
                <a16:creationId xmlns:a16="http://schemas.microsoft.com/office/drawing/2014/main" id="{33808593-78F5-7C7E-069E-2FB44A05E85D}"/>
              </a:ext>
            </a:extLst>
          </p:cNvPr>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lvl="0" algn="just">
              <a:spcBef>
                <a:spcPts val="0"/>
              </a:spcBef>
              <a:buSzPts val="2800"/>
            </a:pPr>
            <a:r>
              <a:rPr lang="en-IN" dirty="0"/>
              <a:t>Event Sourcing is a pattern where </a:t>
            </a:r>
            <a:r>
              <a:rPr lang="en-IN" b="1" dirty="0"/>
              <a:t>state changes are captured as a series of events</a:t>
            </a:r>
            <a:r>
              <a:rPr lang="en-IN" dirty="0"/>
              <a:t>, rather than storing the current state directly.</a:t>
            </a:r>
            <a:br>
              <a:rPr lang="en-IN" dirty="0"/>
            </a:br>
            <a:r>
              <a:rPr lang="en-IN" dirty="0"/>
              <a:t>Each event represents a meaningful change in the system.</a:t>
            </a:r>
          </a:p>
          <a:p>
            <a:pPr lvl="0" algn="just">
              <a:spcBef>
                <a:spcPts val="0"/>
              </a:spcBef>
              <a:buSzPts val="2800"/>
            </a:pPr>
            <a:endParaRPr lang="en-IN" dirty="0"/>
          </a:p>
          <a:p>
            <a:pPr lvl="0" algn="just">
              <a:spcBef>
                <a:spcPts val="0"/>
              </a:spcBef>
              <a:buSzPts val="2800"/>
            </a:pPr>
            <a:r>
              <a:rPr lang="en-IN" dirty="0"/>
              <a:t>The current state is </a:t>
            </a:r>
            <a:r>
              <a:rPr lang="en-IN" b="1" dirty="0"/>
              <a:t>reconstructed by replaying all past events</a:t>
            </a:r>
            <a:r>
              <a:rPr lang="en-IN" dirty="0"/>
              <a:t>.</a:t>
            </a:r>
          </a:p>
          <a:p>
            <a:pPr lvl="0" algn="just">
              <a:spcBef>
                <a:spcPts val="0"/>
              </a:spcBef>
              <a:buSzPts val="2800"/>
            </a:pPr>
            <a:endParaRPr lang="en-IN" dirty="0"/>
          </a:p>
          <a:p>
            <a:pPr lvl="0" algn="just">
              <a:spcBef>
                <a:spcPts val="0"/>
              </a:spcBef>
              <a:buSzPts val="2800"/>
            </a:pPr>
            <a:r>
              <a:rPr lang="en-IN" dirty="0"/>
              <a:t>Why Use Event </a:t>
            </a:r>
            <a:r>
              <a:rPr lang="en-IN"/>
              <a:t>Sourcing?</a:t>
            </a:r>
            <a:endParaRPr lang="en-IN" dirty="0"/>
          </a:p>
          <a:p>
            <a:pPr lvl="1" algn="just">
              <a:spcBef>
                <a:spcPts val="0"/>
              </a:spcBef>
              <a:buSzPts val="2800"/>
            </a:pPr>
            <a:r>
              <a:rPr lang="en-IN" dirty="0"/>
              <a:t>Full audit trail — know exactly what happened</a:t>
            </a:r>
          </a:p>
          <a:p>
            <a:pPr lvl="1" algn="just">
              <a:spcBef>
                <a:spcPts val="0"/>
              </a:spcBef>
              <a:buSzPts val="2800"/>
            </a:pPr>
            <a:r>
              <a:rPr lang="en-IN" dirty="0"/>
              <a:t>Easy rollback &amp; time-travel debugging</a:t>
            </a:r>
          </a:p>
          <a:p>
            <a:pPr lvl="1" algn="just">
              <a:spcBef>
                <a:spcPts val="0"/>
              </a:spcBef>
              <a:buSzPts val="2800"/>
            </a:pPr>
            <a:r>
              <a:rPr lang="en-IN" dirty="0"/>
              <a:t>Enables CQRS and event-driven design</a:t>
            </a:r>
          </a:p>
          <a:p>
            <a:pPr lvl="1" algn="just">
              <a:spcBef>
                <a:spcPts val="0"/>
              </a:spcBef>
              <a:buSzPts val="2800"/>
            </a:pPr>
            <a:r>
              <a:rPr lang="en-IN" dirty="0"/>
              <a:t>Flexible projections for read models</a:t>
            </a:r>
          </a:p>
          <a:p>
            <a:pPr lvl="0" algn="just">
              <a:spcBef>
                <a:spcPts val="0"/>
              </a:spcBef>
              <a:buSzPts val="2800"/>
            </a:pPr>
            <a:endParaRPr dirty="0"/>
          </a:p>
        </p:txBody>
      </p:sp>
      <p:sp>
        <p:nvSpPr>
          <p:cNvPr id="238" name="Google Shape;238;p9">
            <a:extLst>
              <a:ext uri="{FF2B5EF4-FFF2-40B4-BE49-F238E27FC236}">
                <a16:creationId xmlns:a16="http://schemas.microsoft.com/office/drawing/2014/main" id="{99772E8A-5DA5-8C60-C2A1-E028D1254DF0}"/>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lvl="0">
              <a:spcBef>
                <a:spcPts val="0"/>
              </a:spcBef>
              <a:buClr>
                <a:srgbClr val="0070C0"/>
              </a:buClr>
              <a:buSzPts val="3600"/>
            </a:pPr>
            <a:r>
              <a:rPr lang="en-US" dirty="0"/>
              <a:t>Event Sourcing</a:t>
            </a:r>
            <a:endParaRPr dirty="0"/>
          </a:p>
        </p:txBody>
      </p:sp>
    </p:spTree>
    <p:extLst>
      <p:ext uri="{BB962C8B-B14F-4D97-AF65-F5344CB8AC3E}">
        <p14:creationId xmlns:p14="http://schemas.microsoft.com/office/powerpoint/2010/main" val="135752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animEffect transition="in" filter="fade">
                                      <p:cBhvr>
                                        <p:cTn id="7" dur="500"/>
                                        <p:tgtEl>
                                          <p:spTgt spid="2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xEl>
                                              <p:pRg st="2" end="2"/>
                                            </p:txEl>
                                          </p:spTgt>
                                        </p:tgtEl>
                                        <p:attrNameLst>
                                          <p:attrName>style.visibility</p:attrName>
                                        </p:attrNameLst>
                                      </p:cBhvr>
                                      <p:to>
                                        <p:strVal val="visible"/>
                                      </p:to>
                                    </p:set>
                                    <p:animEffect transition="in" filter="fade">
                                      <p:cBhvr>
                                        <p:cTn id="12" dur="500"/>
                                        <p:tgtEl>
                                          <p:spTgt spid="23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xEl>
                                              <p:pRg st="4" end="4"/>
                                            </p:txEl>
                                          </p:spTgt>
                                        </p:tgtEl>
                                        <p:attrNameLst>
                                          <p:attrName>style.visibility</p:attrName>
                                        </p:attrNameLst>
                                      </p:cBhvr>
                                      <p:to>
                                        <p:strVal val="visible"/>
                                      </p:to>
                                    </p:set>
                                    <p:animEffect transition="in" filter="fade">
                                      <p:cBhvr>
                                        <p:cTn id="17" dur="500"/>
                                        <p:tgtEl>
                                          <p:spTgt spid="23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7">
                                            <p:txEl>
                                              <p:pRg st="5" end="5"/>
                                            </p:txEl>
                                          </p:spTgt>
                                        </p:tgtEl>
                                        <p:attrNameLst>
                                          <p:attrName>style.visibility</p:attrName>
                                        </p:attrNameLst>
                                      </p:cBhvr>
                                      <p:to>
                                        <p:strVal val="visible"/>
                                      </p:to>
                                    </p:set>
                                    <p:animEffect transition="in" filter="fade">
                                      <p:cBhvr>
                                        <p:cTn id="22" dur="500"/>
                                        <p:tgtEl>
                                          <p:spTgt spid="23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7">
                                            <p:txEl>
                                              <p:pRg st="6" end="6"/>
                                            </p:txEl>
                                          </p:spTgt>
                                        </p:tgtEl>
                                        <p:attrNameLst>
                                          <p:attrName>style.visibility</p:attrName>
                                        </p:attrNameLst>
                                      </p:cBhvr>
                                      <p:to>
                                        <p:strVal val="visible"/>
                                      </p:to>
                                    </p:set>
                                    <p:animEffect transition="in" filter="fade">
                                      <p:cBhvr>
                                        <p:cTn id="27" dur="500"/>
                                        <p:tgtEl>
                                          <p:spTgt spid="23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7">
                                            <p:txEl>
                                              <p:pRg st="7" end="7"/>
                                            </p:txEl>
                                          </p:spTgt>
                                        </p:tgtEl>
                                        <p:attrNameLst>
                                          <p:attrName>style.visibility</p:attrName>
                                        </p:attrNameLst>
                                      </p:cBhvr>
                                      <p:to>
                                        <p:strVal val="visible"/>
                                      </p:to>
                                    </p:set>
                                    <p:animEffect transition="in" filter="fade">
                                      <p:cBhvr>
                                        <p:cTn id="32" dur="500"/>
                                        <p:tgtEl>
                                          <p:spTgt spid="23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7">
                                            <p:txEl>
                                              <p:pRg st="8" end="8"/>
                                            </p:txEl>
                                          </p:spTgt>
                                        </p:tgtEl>
                                        <p:attrNameLst>
                                          <p:attrName>style.visibility</p:attrName>
                                        </p:attrNameLst>
                                      </p:cBhvr>
                                      <p:to>
                                        <p:strVal val="visible"/>
                                      </p:to>
                                    </p:set>
                                    <p:animEffect transition="in" filter="fade">
                                      <p:cBhvr>
                                        <p:cTn id="37" dur="500"/>
                                        <p:tgtEl>
                                          <p:spTgt spid="23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0C5A7BC1-5465-10E6-ED98-194E7B81259C}"/>
            </a:ext>
          </a:extLst>
        </p:cNvPr>
        <p:cNvGrpSpPr/>
        <p:nvPr/>
      </p:nvGrpSpPr>
      <p:grpSpPr>
        <a:xfrm>
          <a:off x="0" y="0"/>
          <a:ext cx="0" cy="0"/>
          <a:chOff x="0" y="0"/>
          <a:chExt cx="0" cy="0"/>
        </a:xfrm>
      </p:grpSpPr>
      <p:sp>
        <p:nvSpPr>
          <p:cNvPr id="237" name="Google Shape;237;p9">
            <a:extLst>
              <a:ext uri="{FF2B5EF4-FFF2-40B4-BE49-F238E27FC236}">
                <a16:creationId xmlns:a16="http://schemas.microsoft.com/office/drawing/2014/main" id="{8CCA9113-7661-3358-65F3-EBD4D49D055C}"/>
              </a:ext>
            </a:extLst>
          </p:cNvPr>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lvl="0" algn="just">
              <a:spcBef>
                <a:spcPts val="0"/>
              </a:spcBef>
              <a:buSzPts val="2800"/>
            </a:pPr>
            <a:r>
              <a:rPr lang="en-IN" dirty="0"/>
              <a:t>Open an account . When I open, I have to put some money. $25</a:t>
            </a:r>
          </a:p>
          <a:p>
            <a:pPr lvl="0" algn="just">
              <a:spcBef>
                <a:spcPts val="0"/>
              </a:spcBef>
              <a:buSzPts val="2800"/>
            </a:pPr>
            <a:r>
              <a:rPr lang="en-IN" dirty="0"/>
              <a:t>Then after 2 days, I credit some money. $50</a:t>
            </a:r>
          </a:p>
          <a:p>
            <a:pPr lvl="0" algn="just">
              <a:spcBef>
                <a:spcPts val="0"/>
              </a:spcBef>
              <a:buSzPts val="2800"/>
            </a:pPr>
            <a:r>
              <a:rPr lang="en-IN" dirty="0"/>
              <a:t>Then after 2 days, I debit some money. $25</a:t>
            </a:r>
          </a:p>
          <a:p>
            <a:pPr lvl="0" algn="just">
              <a:spcBef>
                <a:spcPts val="0"/>
              </a:spcBef>
              <a:buSzPts val="2800"/>
            </a:pPr>
            <a:endParaRPr lang="en-IN" dirty="0"/>
          </a:p>
          <a:p>
            <a:pPr lvl="0" algn="just">
              <a:spcBef>
                <a:spcPts val="0"/>
              </a:spcBef>
              <a:buSzPts val="2800"/>
            </a:pPr>
            <a:r>
              <a:rPr lang="en-IN" dirty="0" err="1"/>
              <a:t>Fardaus</a:t>
            </a:r>
            <a:r>
              <a:rPr lang="en-IN" dirty="0"/>
              <a:t> -- $50</a:t>
            </a:r>
          </a:p>
          <a:p>
            <a:pPr lvl="0" algn="just">
              <a:spcBef>
                <a:spcPts val="0"/>
              </a:spcBef>
              <a:buSzPts val="2800"/>
            </a:pPr>
            <a:endParaRPr lang="en-IN" dirty="0"/>
          </a:p>
          <a:p>
            <a:pPr lvl="0" algn="just">
              <a:spcBef>
                <a:spcPts val="0"/>
              </a:spcBef>
              <a:buSzPts val="2800"/>
            </a:pPr>
            <a:r>
              <a:rPr lang="en-IN" dirty="0"/>
              <a:t>$25 +</a:t>
            </a:r>
          </a:p>
          <a:p>
            <a:pPr lvl="0" algn="just">
              <a:spcBef>
                <a:spcPts val="0"/>
              </a:spcBef>
              <a:buSzPts val="2800"/>
            </a:pPr>
            <a:r>
              <a:rPr lang="en-IN" dirty="0"/>
              <a:t>$50 +</a:t>
            </a:r>
          </a:p>
          <a:p>
            <a:pPr lvl="0" algn="just">
              <a:spcBef>
                <a:spcPts val="0"/>
              </a:spcBef>
              <a:buSzPts val="2800"/>
            </a:pPr>
            <a:r>
              <a:rPr lang="en-IN" dirty="0"/>
              <a:t>$25 -</a:t>
            </a:r>
          </a:p>
          <a:p>
            <a:pPr lvl="0" algn="just">
              <a:spcBef>
                <a:spcPts val="0"/>
              </a:spcBef>
              <a:buSzPts val="2800"/>
            </a:pPr>
            <a:endParaRPr dirty="0"/>
          </a:p>
        </p:txBody>
      </p:sp>
      <p:sp>
        <p:nvSpPr>
          <p:cNvPr id="238" name="Google Shape;238;p9">
            <a:extLst>
              <a:ext uri="{FF2B5EF4-FFF2-40B4-BE49-F238E27FC236}">
                <a16:creationId xmlns:a16="http://schemas.microsoft.com/office/drawing/2014/main" id="{3EAEA1E7-5BFB-FEE2-7BB0-574639E9FA08}"/>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lvl="0">
              <a:spcBef>
                <a:spcPts val="0"/>
              </a:spcBef>
              <a:buClr>
                <a:srgbClr val="0070C0"/>
              </a:buClr>
              <a:buSzPts val="3600"/>
            </a:pPr>
            <a:r>
              <a:rPr lang="en-US" dirty="0"/>
              <a:t>Event Sourcing</a:t>
            </a:r>
            <a:endParaRPr dirty="0"/>
          </a:p>
        </p:txBody>
      </p:sp>
    </p:spTree>
    <p:extLst>
      <p:ext uri="{BB962C8B-B14F-4D97-AF65-F5344CB8AC3E}">
        <p14:creationId xmlns:p14="http://schemas.microsoft.com/office/powerpoint/2010/main" val="278222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animEffect transition="in" filter="fade">
                                      <p:cBhvr>
                                        <p:cTn id="7" dur="500"/>
                                        <p:tgtEl>
                                          <p:spTgt spid="2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xEl>
                                              <p:pRg st="1" end="1"/>
                                            </p:txEl>
                                          </p:spTgt>
                                        </p:tgtEl>
                                        <p:attrNameLst>
                                          <p:attrName>style.visibility</p:attrName>
                                        </p:attrNameLst>
                                      </p:cBhvr>
                                      <p:to>
                                        <p:strVal val="visible"/>
                                      </p:to>
                                    </p:set>
                                    <p:animEffect transition="in" filter="fade">
                                      <p:cBhvr>
                                        <p:cTn id="12" dur="500"/>
                                        <p:tgtEl>
                                          <p:spTgt spid="2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xEl>
                                              <p:pRg st="2" end="2"/>
                                            </p:txEl>
                                          </p:spTgt>
                                        </p:tgtEl>
                                        <p:attrNameLst>
                                          <p:attrName>style.visibility</p:attrName>
                                        </p:attrNameLst>
                                      </p:cBhvr>
                                      <p:to>
                                        <p:strVal val="visible"/>
                                      </p:to>
                                    </p:set>
                                    <p:animEffect transition="in" filter="fade">
                                      <p:cBhvr>
                                        <p:cTn id="17" dur="500"/>
                                        <p:tgtEl>
                                          <p:spTgt spid="23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7">
                                            <p:txEl>
                                              <p:pRg st="4" end="4"/>
                                            </p:txEl>
                                          </p:spTgt>
                                        </p:tgtEl>
                                        <p:attrNameLst>
                                          <p:attrName>style.visibility</p:attrName>
                                        </p:attrNameLst>
                                      </p:cBhvr>
                                      <p:to>
                                        <p:strVal val="visible"/>
                                      </p:to>
                                    </p:set>
                                    <p:animEffect transition="in" filter="fade">
                                      <p:cBhvr>
                                        <p:cTn id="22" dur="500"/>
                                        <p:tgtEl>
                                          <p:spTgt spid="23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7">
                                            <p:txEl>
                                              <p:pRg st="6" end="6"/>
                                            </p:txEl>
                                          </p:spTgt>
                                        </p:tgtEl>
                                        <p:attrNameLst>
                                          <p:attrName>style.visibility</p:attrName>
                                        </p:attrNameLst>
                                      </p:cBhvr>
                                      <p:to>
                                        <p:strVal val="visible"/>
                                      </p:to>
                                    </p:set>
                                    <p:animEffect transition="in" filter="fade">
                                      <p:cBhvr>
                                        <p:cTn id="27" dur="500"/>
                                        <p:tgtEl>
                                          <p:spTgt spid="23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7">
                                            <p:txEl>
                                              <p:pRg st="7" end="7"/>
                                            </p:txEl>
                                          </p:spTgt>
                                        </p:tgtEl>
                                        <p:attrNameLst>
                                          <p:attrName>style.visibility</p:attrName>
                                        </p:attrNameLst>
                                      </p:cBhvr>
                                      <p:to>
                                        <p:strVal val="visible"/>
                                      </p:to>
                                    </p:set>
                                    <p:animEffect transition="in" filter="fade">
                                      <p:cBhvr>
                                        <p:cTn id="32" dur="500"/>
                                        <p:tgtEl>
                                          <p:spTgt spid="23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7">
                                            <p:txEl>
                                              <p:pRg st="8" end="8"/>
                                            </p:txEl>
                                          </p:spTgt>
                                        </p:tgtEl>
                                        <p:attrNameLst>
                                          <p:attrName>style.visibility</p:attrName>
                                        </p:attrNameLst>
                                      </p:cBhvr>
                                      <p:to>
                                        <p:strVal val="visible"/>
                                      </p:to>
                                    </p:set>
                                    <p:animEffect transition="in" filter="fade">
                                      <p:cBhvr>
                                        <p:cTn id="37" dur="500"/>
                                        <p:tgtEl>
                                          <p:spTgt spid="23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2F10-DC31-C6A9-D729-1BA81CCD88B2}"/>
              </a:ext>
            </a:extLst>
          </p:cNvPr>
          <p:cNvSpPr>
            <a:spLocks noGrp="1"/>
          </p:cNvSpPr>
          <p:nvPr>
            <p:ph type="title"/>
          </p:nvPr>
        </p:nvSpPr>
        <p:spPr>
          <a:xfrm>
            <a:off x="539374" y="2690336"/>
            <a:ext cx="11113251" cy="932563"/>
          </a:xfrm>
        </p:spPr>
        <p:txBody>
          <a:bodyPr/>
          <a:lstStyle/>
          <a:p>
            <a:r>
              <a:rPr lang="en-US" sz="5400" dirty="0">
                <a:ea typeface="Roboto" panose="02000000000000000000" pitchFamily="2" charset="0"/>
                <a:cs typeface="+mn-cs"/>
              </a:rPr>
              <a:t>Introduction to Spring Cloud Gateway</a:t>
            </a:r>
          </a:p>
        </p:txBody>
      </p:sp>
    </p:spTree>
    <p:extLst>
      <p:ext uri="{BB962C8B-B14F-4D97-AF65-F5344CB8AC3E}">
        <p14:creationId xmlns:p14="http://schemas.microsoft.com/office/powerpoint/2010/main" val="2732299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326039"/>
            <a:ext cx="11698705" cy="4741818"/>
          </a:xfrm>
        </p:spPr>
        <p:txBody>
          <a:bodyPr>
            <a:normAutofit/>
          </a:bodyPr>
          <a:lstStyle/>
          <a:p>
            <a:pPr marR="1084580" fontAlgn="base">
              <a:buClr>
                <a:schemeClr val="tx2">
                  <a:lumMod val="10000"/>
                  <a:lumOff val="90000"/>
                </a:schemeClr>
              </a:buClr>
              <a:buSzPts val="2800"/>
              <a:defRPr/>
            </a:pPr>
            <a:r>
              <a:rPr lang="en-US" sz="2400" dirty="0">
                <a:sym typeface="Calibri"/>
              </a:rPr>
              <a:t>Spring Cloud Gateway is a gateway service built on Spring Framework.</a:t>
            </a:r>
          </a:p>
          <a:p>
            <a:pPr marR="1084580" fontAlgn="base">
              <a:buClr>
                <a:schemeClr val="tx2">
                  <a:lumMod val="10000"/>
                  <a:lumOff val="90000"/>
                </a:schemeClr>
              </a:buClr>
              <a:buSzPts val="2800"/>
              <a:defRPr/>
            </a:pPr>
            <a:r>
              <a:rPr lang="en-US" sz="2400" dirty="0">
                <a:sym typeface="Calibri"/>
              </a:rPr>
              <a:t>It acts as a reverse proxy to route client requests to backend </a:t>
            </a:r>
            <a:r>
              <a:rPr lang="en-US" sz="2400" dirty="0" err="1">
                <a:sym typeface="Calibri"/>
              </a:rPr>
              <a:t>microservices</a:t>
            </a:r>
            <a:r>
              <a:rPr lang="en-US" sz="2400" dirty="0">
                <a:sym typeface="Calibri"/>
              </a:rPr>
              <a:t>.</a:t>
            </a:r>
          </a:p>
          <a:p>
            <a:pPr marR="1084580" fontAlgn="base">
              <a:buClr>
                <a:schemeClr val="tx2">
                  <a:lumMod val="10000"/>
                  <a:lumOff val="90000"/>
                </a:schemeClr>
              </a:buClr>
              <a:buSzPts val="2800"/>
              <a:defRPr/>
            </a:pPr>
            <a:r>
              <a:rPr lang="en-US" sz="2400" dirty="0">
                <a:sym typeface="Calibri"/>
              </a:rPr>
              <a:t>Specifically Built for Cloud-Native API Gateway Patterns.</a:t>
            </a:r>
          </a:p>
          <a:p>
            <a:pPr marR="1084580" fontAlgn="base">
              <a:buClr>
                <a:schemeClr val="tx2">
                  <a:lumMod val="10000"/>
                  <a:lumOff val="90000"/>
                </a:schemeClr>
              </a:buClr>
              <a:buSzPts val="2800"/>
              <a:defRPr/>
            </a:pPr>
            <a:r>
              <a:rPr lang="en-US" sz="2400" dirty="0">
                <a:sym typeface="Calibri"/>
              </a:rPr>
              <a:t>Supports routing, filtering, and security out of the box.</a:t>
            </a:r>
            <a:endParaRPr lang="en-US"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p:txBody>
          <a:bodyPr/>
          <a:lstStyle/>
          <a:p>
            <a:r>
              <a:rPr lang="en-US" dirty="0">
                <a:ea typeface="Roboto" panose="02000000000000000000" pitchFamily="2" charset="0"/>
              </a:rPr>
              <a:t>What is Spring Cloud Gateway?</a:t>
            </a:r>
            <a:endParaRPr lang="en-IN" dirty="0"/>
          </a:p>
        </p:txBody>
      </p:sp>
    </p:spTree>
    <p:extLst>
      <p:ext uri="{BB962C8B-B14F-4D97-AF65-F5344CB8AC3E}">
        <p14:creationId xmlns:p14="http://schemas.microsoft.com/office/powerpoint/2010/main" val="3000737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2F10-DC31-C6A9-D729-1BA81CCD88B2}"/>
              </a:ext>
            </a:extLst>
          </p:cNvPr>
          <p:cNvSpPr>
            <a:spLocks noGrp="1"/>
          </p:cNvSpPr>
          <p:nvPr>
            <p:ph type="title"/>
          </p:nvPr>
        </p:nvSpPr>
        <p:spPr>
          <a:xfrm>
            <a:off x="539374" y="2690336"/>
            <a:ext cx="11113251" cy="1680460"/>
          </a:xfrm>
        </p:spPr>
        <p:txBody>
          <a:bodyPr/>
          <a:lstStyle/>
          <a:p>
            <a:r>
              <a:rPr lang="en-US" sz="5400" dirty="0">
                <a:ea typeface="Roboto" panose="02000000000000000000" pitchFamily="2" charset="0"/>
                <a:cs typeface="+mn-cs"/>
              </a:rPr>
              <a:t>Key Features of Spring Cloud Gateway</a:t>
            </a:r>
          </a:p>
        </p:txBody>
      </p:sp>
    </p:spTree>
    <p:extLst>
      <p:ext uri="{BB962C8B-B14F-4D97-AF65-F5344CB8AC3E}">
        <p14:creationId xmlns:p14="http://schemas.microsoft.com/office/powerpoint/2010/main" val="347653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326039"/>
            <a:ext cx="11698705" cy="4741818"/>
          </a:xfrm>
        </p:spPr>
        <p:txBody>
          <a:bodyPr>
            <a:normAutofit/>
          </a:bodyPr>
          <a:lstStyle/>
          <a:p>
            <a:pPr marR="1084580" fontAlgn="base">
              <a:buClr>
                <a:schemeClr val="tx2">
                  <a:lumMod val="10000"/>
                  <a:lumOff val="90000"/>
                </a:schemeClr>
              </a:buClr>
              <a:buSzPts val="2800"/>
              <a:defRPr/>
            </a:pPr>
            <a:r>
              <a:rPr lang="en-US" sz="2400" b="1" dirty="0">
                <a:sym typeface="Calibri"/>
              </a:rPr>
              <a:t>Dynamic Routing</a:t>
            </a:r>
            <a:r>
              <a:rPr lang="en-US" sz="2400" dirty="0">
                <a:sym typeface="Calibri"/>
              </a:rPr>
              <a:t>: Routes incoming requests by URI, headers, etc.</a:t>
            </a:r>
          </a:p>
          <a:p>
            <a:pPr marR="1084580" fontAlgn="base">
              <a:buClr>
                <a:schemeClr val="tx2">
                  <a:lumMod val="10000"/>
                  <a:lumOff val="90000"/>
                </a:schemeClr>
              </a:buClr>
              <a:buSzPts val="2800"/>
              <a:defRPr/>
            </a:pPr>
            <a:r>
              <a:rPr lang="en-US" sz="2400" b="1" dirty="0">
                <a:sym typeface="Calibri"/>
              </a:rPr>
              <a:t>Filters</a:t>
            </a:r>
            <a:r>
              <a:rPr lang="en-US" sz="2400" dirty="0">
                <a:sym typeface="Calibri"/>
              </a:rPr>
              <a:t>: Modify incoming requests and responses (</a:t>
            </a:r>
            <a:r>
              <a:rPr lang="en-US" sz="2400" dirty="0" err="1">
                <a:sym typeface="Calibri"/>
              </a:rPr>
              <a:t>auth</a:t>
            </a:r>
            <a:r>
              <a:rPr lang="en-US" sz="2400" dirty="0">
                <a:sym typeface="Calibri"/>
              </a:rPr>
              <a:t>, logging).</a:t>
            </a:r>
          </a:p>
          <a:p>
            <a:pPr marR="1084580" fontAlgn="base">
              <a:buClr>
                <a:schemeClr val="tx2">
                  <a:lumMod val="10000"/>
                  <a:lumOff val="90000"/>
                </a:schemeClr>
              </a:buClr>
              <a:buSzPts val="2800"/>
              <a:defRPr/>
            </a:pPr>
            <a:r>
              <a:rPr lang="en-US" sz="2400" b="1" dirty="0">
                <a:sym typeface="Calibri"/>
              </a:rPr>
              <a:t>Load Balancing</a:t>
            </a:r>
            <a:r>
              <a:rPr lang="en-US" sz="2400" dirty="0">
                <a:sym typeface="Calibri"/>
              </a:rPr>
              <a:t>: Integrates with service discovery tools like Eureka.</a:t>
            </a:r>
          </a:p>
          <a:p>
            <a:pPr marR="1084580" fontAlgn="base">
              <a:buClr>
                <a:schemeClr val="tx2">
                  <a:lumMod val="10000"/>
                  <a:lumOff val="90000"/>
                </a:schemeClr>
              </a:buClr>
              <a:buSzPts val="2800"/>
              <a:defRPr/>
            </a:pPr>
            <a:r>
              <a:rPr lang="en-US" sz="2400" b="1" dirty="0">
                <a:sym typeface="Calibri"/>
              </a:rPr>
              <a:t>Circuit Breaker</a:t>
            </a:r>
            <a:r>
              <a:rPr lang="en-US" sz="2400" dirty="0">
                <a:sym typeface="Calibri"/>
              </a:rPr>
              <a:t>: Provides fault tolerance for service failures.</a:t>
            </a:r>
          </a:p>
          <a:p>
            <a:pPr marR="1084580" fontAlgn="base">
              <a:buClr>
                <a:schemeClr val="tx2">
                  <a:lumMod val="10000"/>
                  <a:lumOff val="90000"/>
                </a:schemeClr>
              </a:buClr>
              <a:buSzPts val="2800"/>
              <a:defRPr/>
            </a:pPr>
            <a:r>
              <a:rPr lang="en-US" sz="2400" b="1" dirty="0">
                <a:sym typeface="Calibri"/>
              </a:rPr>
              <a:t>Rate Limiting</a:t>
            </a:r>
            <a:r>
              <a:rPr lang="en-US" sz="2400" dirty="0">
                <a:sym typeface="Calibri"/>
              </a:rPr>
              <a:t>: Controls request rates to protect backend services.</a:t>
            </a:r>
            <a:endParaRPr lang="en-US"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p:txBody>
          <a:bodyPr/>
          <a:lstStyle/>
          <a:p>
            <a:r>
              <a:rPr lang="en-US" dirty="0">
                <a:ea typeface="Roboto" panose="02000000000000000000" pitchFamily="2" charset="0"/>
              </a:rPr>
              <a:t>Key Features of Spring Cloud Gateway</a:t>
            </a:r>
            <a:endParaRPr lang="en-IN" dirty="0"/>
          </a:p>
        </p:txBody>
      </p:sp>
    </p:spTree>
    <p:extLst>
      <p:ext uri="{BB962C8B-B14F-4D97-AF65-F5344CB8AC3E}">
        <p14:creationId xmlns:p14="http://schemas.microsoft.com/office/powerpoint/2010/main" val="202596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0"/>
          </p:nvPr>
        </p:nvSpPr>
        <p:spPr/>
        <p:txBody>
          <a:bodyPr/>
          <a:lstStyle/>
          <a:p>
            <a:r>
              <a:rPr lang="en-IN" dirty="0">
                <a:solidFill>
                  <a:schemeClr val="bg1"/>
                </a:solidFill>
              </a:rPr>
              <a:t>Gateway-Based Microservices Architecture</a:t>
            </a:r>
          </a:p>
        </p:txBody>
      </p:sp>
      <p:pic>
        <p:nvPicPr>
          <p:cNvPr id="5" name="Picture 4"/>
          <p:cNvPicPr>
            <a:picLocks noChangeAspect="1"/>
          </p:cNvPicPr>
          <p:nvPr/>
        </p:nvPicPr>
        <p:blipFill>
          <a:blip r:embed="rId2"/>
          <a:stretch>
            <a:fillRect/>
          </a:stretch>
        </p:blipFill>
        <p:spPr>
          <a:xfrm>
            <a:off x="743934" y="1936471"/>
            <a:ext cx="10620777" cy="2902229"/>
          </a:xfrm>
          <a:prstGeom prst="rect">
            <a:avLst/>
          </a:prstGeom>
        </p:spPr>
      </p:pic>
    </p:spTree>
    <p:extLst>
      <p:ext uri="{BB962C8B-B14F-4D97-AF65-F5344CB8AC3E}">
        <p14:creationId xmlns:p14="http://schemas.microsoft.com/office/powerpoint/2010/main" val="2784797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3051-4BBE-D84D-8A0E-4AC38E4595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923E00-E0E4-49C6-2B2F-21547E77BDD0}"/>
              </a:ext>
            </a:extLst>
          </p:cNvPr>
          <p:cNvSpPr>
            <a:spLocks noGrp="1"/>
          </p:cNvSpPr>
          <p:nvPr>
            <p:ph sz="half" idx="10"/>
          </p:nvPr>
        </p:nvSpPr>
        <p:spPr/>
        <p:txBody>
          <a:bodyPr/>
          <a:lstStyle/>
          <a:p>
            <a:r>
              <a:rPr lang="en-IN" dirty="0">
                <a:solidFill>
                  <a:schemeClr val="bg1"/>
                </a:solidFill>
              </a:rPr>
              <a:t>Gateway-Based Microservices Architecture</a:t>
            </a:r>
          </a:p>
        </p:txBody>
      </p:sp>
      <p:sp>
        <p:nvSpPr>
          <p:cNvPr id="3" name="Rectangle 2">
            <a:extLst>
              <a:ext uri="{FF2B5EF4-FFF2-40B4-BE49-F238E27FC236}">
                <a16:creationId xmlns:a16="http://schemas.microsoft.com/office/drawing/2014/main" id="{2BC80DDB-618B-7A9C-42A7-C3EAEC77A476}"/>
              </a:ext>
            </a:extLst>
          </p:cNvPr>
          <p:cNvSpPr/>
          <p:nvPr/>
        </p:nvSpPr>
        <p:spPr>
          <a:xfrm>
            <a:off x="1066800" y="2623457"/>
            <a:ext cx="2286000" cy="207917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lumMod val="95000"/>
                    <a:lumOff val="5000"/>
                  </a:schemeClr>
                </a:solidFill>
              </a:rPr>
              <a:t>GW(8080)</a:t>
            </a:r>
          </a:p>
        </p:txBody>
      </p:sp>
      <p:sp>
        <p:nvSpPr>
          <p:cNvPr id="4" name="Rectangle 3">
            <a:extLst>
              <a:ext uri="{FF2B5EF4-FFF2-40B4-BE49-F238E27FC236}">
                <a16:creationId xmlns:a16="http://schemas.microsoft.com/office/drawing/2014/main" id="{92F48440-5B5C-F27B-B6DA-504432603BEE}"/>
              </a:ext>
            </a:extLst>
          </p:cNvPr>
          <p:cNvSpPr/>
          <p:nvPr/>
        </p:nvSpPr>
        <p:spPr>
          <a:xfrm>
            <a:off x="4800599" y="1469571"/>
            <a:ext cx="2286001" cy="2079172"/>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lumMod val="95000"/>
                    <a:lumOff val="5000"/>
                  </a:schemeClr>
                </a:solidFill>
              </a:rPr>
              <a:t>Orders </a:t>
            </a:r>
            <a:r>
              <a:rPr lang="en-US" sz="3200">
                <a:solidFill>
                  <a:schemeClr val="tx1">
                    <a:lumMod val="95000"/>
                    <a:lumOff val="5000"/>
                  </a:schemeClr>
                </a:solidFill>
              </a:rPr>
              <a:t>(8081, 8082)</a:t>
            </a:r>
            <a:endParaRPr lang="en-US" sz="3200" dirty="0">
              <a:solidFill>
                <a:schemeClr val="tx1">
                  <a:lumMod val="95000"/>
                  <a:lumOff val="5000"/>
                </a:schemeClr>
              </a:solidFill>
            </a:endParaRPr>
          </a:p>
        </p:txBody>
      </p:sp>
      <p:sp>
        <p:nvSpPr>
          <p:cNvPr id="6" name="Rectangle 5">
            <a:extLst>
              <a:ext uri="{FF2B5EF4-FFF2-40B4-BE49-F238E27FC236}">
                <a16:creationId xmlns:a16="http://schemas.microsoft.com/office/drawing/2014/main" id="{7613FE7D-D34E-470A-AC3E-1146EE6C11BF}"/>
              </a:ext>
            </a:extLst>
          </p:cNvPr>
          <p:cNvSpPr/>
          <p:nvPr/>
        </p:nvSpPr>
        <p:spPr>
          <a:xfrm>
            <a:off x="4952999" y="3820885"/>
            <a:ext cx="2286001" cy="2079172"/>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Products (8082)</a:t>
            </a:r>
          </a:p>
        </p:txBody>
      </p:sp>
      <p:cxnSp>
        <p:nvCxnSpPr>
          <p:cNvPr id="8" name="Straight Arrow Connector 7">
            <a:extLst>
              <a:ext uri="{FF2B5EF4-FFF2-40B4-BE49-F238E27FC236}">
                <a16:creationId xmlns:a16="http://schemas.microsoft.com/office/drawing/2014/main" id="{4A8A05C1-CCC2-868F-DB44-3B132EE75B82}"/>
              </a:ext>
            </a:extLst>
          </p:cNvPr>
          <p:cNvCxnSpPr>
            <a:stCxn id="3" idx="3"/>
            <a:endCxn id="4" idx="1"/>
          </p:cNvCxnSpPr>
          <p:nvPr/>
        </p:nvCxnSpPr>
        <p:spPr>
          <a:xfrm flipV="1">
            <a:off x="3352800" y="2509157"/>
            <a:ext cx="1447799" cy="1153886"/>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A4E03B4-90C0-6E03-45ED-38747904D725}"/>
              </a:ext>
            </a:extLst>
          </p:cNvPr>
          <p:cNvCxnSpPr>
            <a:cxnSpLocks/>
            <a:endCxn id="6" idx="1"/>
          </p:cNvCxnSpPr>
          <p:nvPr/>
        </p:nvCxnSpPr>
        <p:spPr>
          <a:xfrm>
            <a:off x="3429000" y="3935185"/>
            <a:ext cx="1523999" cy="925286"/>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69CFD8-43EA-BD75-28E2-D9D6B5AF356A}"/>
              </a:ext>
            </a:extLst>
          </p:cNvPr>
          <p:cNvCxnSpPr>
            <a:cxnSpLocks/>
          </p:cNvCxnSpPr>
          <p:nvPr/>
        </p:nvCxnSpPr>
        <p:spPr>
          <a:xfrm>
            <a:off x="631371" y="1738993"/>
            <a:ext cx="4169228"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quot;No&quot; Symbol 17">
            <a:extLst>
              <a:ext uri="{FF2B5EF4-FFF2-40B4-BE49-F238E27FC236}">
                <a16:creationId xmlns:a16="http://schemas.microsoft.com/office/drawing/2014/main" id="{FB5AC6B2-1736-F364-4664-D943C8739444}"/>
              </a:ext>
            </a:extLst>
          </p:cNvPr>
          <p:cNvSpPr/>
          <p:nvPr/>
        </p:nvSpPr>
        <p:spPr>
          <a:xfrm>
            <a:off x="2601683" y="1197483"/>
            <a:ext cx="685800" cy="653143"/>
          </a:xfrm>
          <a:prstGeom prst="noSmoking">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E2743972-AE4C-45A1-68B0-22CCA899EE84}"/>
              </a:ext>
            </a:extLst>
          </p:cNvPr>
          <p:cNvSpPr txBox="1"/>
          <p:nvPr/>
        </p:nvSpPr>
        <p:spPr>
          <a:xfrm>
            <a:off x="8044543" y="2754086"/>
            <a:ext cx="1915886" cy="1200329"/>
          </a:xfrm>
          <a:prstGeom prst="rect">
            <a:avLst/>
          </a:prstGeom>
          <a:noFill/>
        </p:spPr>
        <p:txBody>
          <a:bodyPr wrap="square" rtlCol="0">
            <a:spAutoFit/>
          </a:bodyPr>
          <a:lstStyle/>
          <a:p>
            <a:r>
              <a:rPr lang="en-US" sz="3600" dirty="0">
                <a:solidFill>
                  <a:schemeClr val="bg1"/>
                </a:solidFill>
              </a:rPr>
              <a:t>DMZ</a:t>
            </a:r>
          </a:p>
          <a:p>
            <a:r>
              <a:rPr lang="en-US" sz="3600" dirty="0">
                <a:solidFill>
                  <a:schemeClr val="bg1"/>
                </a:solidFill>
              </a:rPr>
              <a:t>RED</a:t>
            </a:r>
          </a:p>
        </p:txBody>
      </p:sp>
    </p:spTree>
    <p:extLst>
      <p:ext uri="{BB962C8B-B14F-4D97-AF65-F5344CB8AC3E}">
        <p14:creationId xmlns:p14="http://schemas.microsoft.com/office/powerpoint/2010/main" val="1702452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2F10-DC31-C6A9-D729-1BA81CCD88B2}"/>
              </a:ext>
            </a:extLst>
          </p:cNvPr>
          <p:cNvSpPr>
            <a:spLocks noGrp="1"/>
          </p:cNvSpPr>
          <p:nvPr>
            <p:ph type="title"/>
          </p:nvPr>
        </p:nvSpPr>
        <p:spPr>
          <a:xfrm>
            <a:off x="539374" y="2690336"/>
            <a:ext cx="11113251" cy="1680460"/>
          </a:xfrm>
        </p:spPr>
        <p:txBody>
          <a:bodyPr/>
          <a:lstStyle/>
          <a:p>
            <a:r>
              <a:rPr lang="en-US" sz="5400" dirty="0">
                <a:ea typeface="Roboto" panose="02000000000000000000" pitchFamily="2" charset="0"/>
                <a:cs typeface="+mn-cs"/>
              </a:rPr>
              <a:t>Benefits &amp; Use Cases of Spring Cloud Gateway</a:t>
            </a:r>
          </a:p>
        </p:txBody>
      </p:sp>
    </p:spTree>
    <p:extLst>
      <p:ext uri="{BB962C8B-B14F-4D97-AF65-F5344CB8AC3E}">
        <p14:creationId xmlns:p14="http://schemas.microsoft.com/office/powerpoint/2010/main" val="2249369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326039"/>
            <a:ext cx="11698705" cy="4741818"/>
          </a:xfrm>
        </p:spPr>
        <p:txBody>
          <a:bodyPr>
            <a:normAutofit/>
          </a:bodyPr>
          <a:lstStyle/>
          <a:p>
            <a:pPr marR="1084580" fontAlgn="base">
              <a:buClr>
                <a:schemeClr val="tx2">
                  <a:lumMod val="10000"/>
                  <a:lumOff val="90000"/>
                </a:schemeClr>
              </a:buClr>
              <a:buSzPts val="2800"/>
              <a:defRPr/>
            </a:pPr>
            <a:r>
              <a:rPr lang="en-US" sz="2400" dirty="0">
                <a:sym typeface="Calibri"/>
              </a:rPr>
              <a:t>Centralized entry point for </a:t>
            </a:r>
            <a:r>
              <a:rPr lang="en-US" sz="2400" dirty="0" err="1">
                <a:sym typeface="Calibri"/>
              </a:rPr>
              <a:t>microservices</a:t>
            </a:r>
            <a:r>
              <a:rPr lang="en-US" sz="2400" dirty="0">
                <a:sym typeface="Calibri"/>
              </a:rPr>
              <a:t> APIs.</a:t>
            </a:r>
          </a:p>
          <a:p>
            <a:pPr marR="1084580" fontAlgn="base">
              <a:buClr>
                <a:schemeClr val="tx2">
                  <a:lumMod val="10000"/>
                  <a:lumOff val="90000"/>
                </a:schemeClr>
              </a:buClr>
              <a:buSzPts val="2800"/>
              <a:defRPr/>
            </a:pPr>
            <a:r>
              <a:rPr lang="en-US" sz="2400" dirty="0">
                <a:sym typeface="Calibri"/>
              </a:rPr>
              <a:t>Simplifies security management (e.g., OAuth2 integration).</a:t>
            </a:r>
          </a:p>
          <a:p>
            <a:pPr marR="1084580" fontAlgn="base">
              <a:buClr>
                <a:schemeClr val="tx2">
                  <a:lumMod val="10000"/>
                  <a:lumOff val="90000"/>
                </a:schemeClr>
              </a:buClr>
              <a:buSzPts val="2800"/>
              <a:defRPr/>
            </a:pPr>
            <a:r>
              <a:rPr lang="en-US" sz="2400" dirty="0">
                <a:sym typeface="Calibri"/>
              </a:rPr>
              <a:t>Improves monitoring and logging of API calls.</a:t>
            </a:r>
          </a:p>
          <a:p>
            <a:pPr marR="1084580" fontAlgn="base">
              <a:buClr>
                <a:schemeClr val="tx2">
                  <a:lumMod val="10000"/>
                  <a:lumOff val="90000"/>
                </a:schemeClr>
              </a:buClr>
              <a:buSzPts val="2800"/>
              <a:defRPr/>
            </a:pPr>
            <a:r>
              <a:rPr lang="en-US" sz="2400" dirty="0">
                <a:sym typeface="Calibri"/>
              </a:rPr>
              <a:t>Enables request transformation and validation.</a:t>
            </a:r>
          </a:p>
          <a:p>
            <a:pPr marR="1084580" fontAlgn="base">
              <a:buClr>
                <a:schemeClr val="tx2">
                  <a:lumMod val="10000"/>
                  <a:lumOff val="90000"/>
                </a:schemeClr>
              </a:buClr>
              <a:buSzPts val="2800"/>
              <a:defRPr/>
            </a:pPr>
            <a:r>
              <a:rPr lang="en-US" sz="2400" dirty="0">
                <a:sym typeface="Calibri"/>
              </a:rPr>
              <a:t>Ideal for cloud-native architectures needing flexible routing.</a:t>
            </a:r>
            <a:endParaRPr lang="en-US"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p:txBody>
          <a:bodyPr/>
          <a:lstStyle/>
          <a:p>
            <a:r>
              <a:rPr lang="en-US" dirty="0">
                <a:ea typeface="Roboto" panose="02000000000000000000" pitchFamily="2" charset="0"/>
              </a:rPr>
              <a:t>Benefits &amp; Use Cases of Spring Cloud Gateway</a:t>
            </a:r>
            <a:endParaRPr lang="en-IN" dirty="0"/>
          </a:p>
        </p:txBody>
      </p:sp>
    </p:spTree>
    <p:extLst>
      <p:ext uri="{BB962C8B-B14F-4D97-AF65-F5344CB8AC3E}">
        <p14:creationId xmlns:p14="http://schemas.microsoft.com/office/powerpoint/2010/main" val="2272971035"/>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ScholarHat Theme</Template>
  <TotalTime>1208</TotalTime>
  <Words>2544</Words>
  <Application>Microsoft Macintosh PowerPoint</Application>
  <PresentationFormat>Widescreen</PresentationFormat>
  <Paragraphs>417</Paragraphs>
  <Slides>33</Slides>
  <Notes>15</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-apple-system</vt:lpstr>
      <vt:lpstr>Arial</vt:lpstr>
      <vt:lpstr>Calibri</vt:lpstr>
      <vt:lpstr>Calibri Light</vt:lpstr>
      <vt:lpstr>Helvetica Neue</vt:lpstr>
      <vt:lpstr>Quattrocento Sans</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Spring Cloud Gateway</vt:lpstr>
      <vt:lpstr>PowerPoint Presentation</vt:lpstr>
      <vt:lpstr>Key Features of Spring Cloud Gateway</vt:lpstr>
      <vt:lpstr>PowerPoint Presentation</vt:lpstr>
      <vt:lpstr>PowerPoint Presentation</vt:lpstr>
      <vt:lpstr>PowerPoint Presentation</vt:lpstr>
      <vt:lpstr>Benefits &amp; Use Cases of Spring Cloud Gateway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Shailendra Chauhan</dc:creator>
  <cp:lastModifiedBy>Venkataramanan Amirthalingam</cp:lastModifiedBy>
  <cp:revision>1</cp:revision>
  <dcterms:created xsi:type="dcterms:W3CDTF">2015-04-26T09:42:59Z</dcterms:created>
  <dcterms:modified xsi:type="dcterms:W3CDTF">2025-07-19T16:51:43Z</dcterms:modified>
</cp:coreProperties>
</file>