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16"/>
  </p:notesMasterIdLst>
  <p:sldIdLst>
    <p:sldId id="653" r:id="rId2"/>
    <p:sldId id="2147469603" r:id="rId3"/>
    <p:sldId id="2147469611" r:id="rId4"/>
    <p:sldId id="2147469612" r:id="rId5"/>
    <p:sldId id="2147469607" r:id="rId6"/>
    <p:sldId id="2147469608" r:id="rId7"/>
    <p:sldId id="2147469613" r:id="rId8"/>
    <p:sldId id="2147469614" r:id="rId9"/>
    <p:sldId id="2147469602" r:id="rId10"/>
    <p:sldId id="2147469605" r:id="rId11"/>
    <p:sldId id="2147469606" r:id="rId12"/>
    <p:sldId id="2147469615" r:id="rId13"/>
    <p:sldId id="2147469610" r:id="rId14"/>
    <p:sldId id="652" r:id="rId15"/>
  </p:sldIdLst>
  <p:sldSz cx="12192000" cy="6858000"/>
  <p:notesSz cx="6858000" cy="9144000"/>
  <p:embeddedFontLs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Roboto Light" panose="02000000000000000000" pitchFamily="2" charset="0"/>
      <p:regular r:id="rId21"/>
      <p:italic r:id="rId22"/>
    </p:embeddedFont>
    <p:embeddedFont>
      <p:font typeface="Segoe UI" panose="020B0502040204020203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4" roundtripDataSignature="AMtx7mh4JH5ueQL7jJyfo3nn6sRP9btb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6D4"/>
    <a:srgbClr val="0022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95767D-2C7C-4CFC-B357-9378CB1079F7}" v="248" dt="2024-08-12T17:04:44.153"/>
  </p1510:revLst>
</p1510:revInfo>
</file>

<file path=ppt/tableStyles.xml><?xml version="1.0" encoding="utf-8"?>
<a:tblStyleLst xmlns:a="http://schemas.openxmlformats.org/drawingml/2006/main" def="{F135600F-F13D-4679-8B6B-FA6B3F42D87D}">
  <a:tblStyle styleId="{F135600F-F13D-4679-8B6B-FA6B3F42D8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85" autoAdjust="0"/>
    <p:restoredTop sz="77322" autoAdjust="0"/>
  </p:normalViewPr>
  <p:slideViewPr>
    <p:cSldViewPr snapToGrid="0">
      <p:cViewPr varScale="1">
        <p:scale>
          <a:sx n="113" d="100"/>
          <a:sy n="11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59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56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A195767D-2C7C-4CFC-B357-9378CB1079F7}"/>
    <pc:docChg chg="undo custSel addSld delSld modSld">
      <pc:chgData name="Shailendra Chauhan" userId="a7d3133f-e197-4b90-bf63-99a63a264234" providerId="ADAL" clId="{A195767D-2C7C-4CFC-B357-9378CB1079F7}" dt="2024-08-12T17:04:44.153" v="345" actId="20577"/>
      <pc:docMkLst>
        <pc:docMk/>
      </pc:docMkLst>
      <pc:sldChg chg="modSp mod modAnim chgLayout">
        <pc:chgData name="Shailendra Chauhan" userId="a7d3133f-e197-4b90-bf63-99a63a264234" providerId="ADAL" clId="{A195767D-2C7C-4CFC-B357-9378CB1079F7}" dt="2024-08-12T17:04:44.153" v="345" actId="20577"/>
        <pc:sldMkLst>
          <pc:docMk/>
          <pc:sldMk cId="1960985687" sldId="653"/>
        </pc:sldMkLst>
        <pc:spChg chg="mod ord">
          <ac:chgData name="Shailendra Chauhan" userId="a7d3133f-e197-4b90-bf63-99a63a264234" providerId="ADAL" clId="{A195767D-2C7C-4CFC-B357-9378CB1079F7}" dt="2024-08-12T16:56:32.639" v="270" actId="700"/>
          <ac:spMkLst>
            <pc:docMk/>
            <pc:sldMk cId="1960985687" sldId="653"/>
            <ac:spMk id="2" creationId="{A538CFD5-8B2F-4A84-B5F8-34CB657153F0}"/>
          </ac:spMkLst>
        </pc:spChg>
        <pc:spChg chg="mod ord">
          <ac:chgData name="Shailendra Chauhan" userId="a7d3133f-e197-4b90-bf63-99a63a264234" providerId="ADAL" clId="{A195767D-2C7C-4CFC-B357-9378CB1079F7}" dt="2024-08-12T17:04:44.153" v="345" actId="20577"/>
          <ac:spMkLst>
            <pc:docMk/>
            <pc:sldMk cId="1960985687" sldId="653"/>
            <ac:spMk id="3" creationId="{E4A10996-925C-4155-881D-D3C8FEE61440}"/>
          </ac:spMkLst>
        </pc:spChg>
        <pc:spChg chg="mod ord">
          <ac:chgData name="Shailendra Chauhan" userId="a7d3133f-e197-4b90-bf63-99a63a264234" providerId="ADAL" clId="{A195767D-2C7C-4CFC-B357-9378CB1079F7}" dt="2024-08-12T16:56:32.639" v="270" actId="700"/>
          <ac:spMkLst>
            <pc:docMk/>
            <pc:sldMk cId="1960985687" sldId="653"/>
            <ac:spMk id="4" creationId="{230785AF-6D2C-48C9-892C-CC3354923A32}"/>
          </ac:spMkLst>
        </pc:spChg>
      </pc:sldChg>
      <pc:sldChg chg="add del">
        <pc:chgData name="Shailendra Chauhan" userId="a7d3133f-e197-4b90-bf63-99a63a264234" providerId="ADAL" clId="{A195767D-2C7C-4CFC-B357-9378CB1079F7}" dt="2024-08-12T17:04:25.230" v="339" actId="47"/>
        <pc:sldMkLst>
          <pc:docMk/>
          <pc:sldMk cId="2510010962" sldId="2147469586"/>
        </pc:sldMkLst>
      </pc:sldChg>
      <pc:sldChg chg="del">
        <pc:chgData name="Shailendra Chauhan" userId="a7d3133f-e197-4b90-bf63-99a63a264234" providerId="ADAL" clId="{A195767D-2C7C-4CFC-B357-9378CB1079F7}" dt="2024-08-12T17:04:02.350" v="336" actId="2696"/>
        <pc:sldMkLst>
          <pc:docMk/>
          <pc:sldMk cId="4126527283" sldId="2147469586"/>
        </pc:sldMkLst>
      </pc:sldChg>
      <pc:sldChg chg="add del">
        <pc:chgData name="Shailendra Chauhan" userId="a7d3133f-e197-4b90-bf63-99a63a264234" providerId="ADAL" clId="{A195767D-2C7C-4CFC-B357-9378CB1079F7}" dt="2024-08-12T17:04:21.436" v="338" actId="47"/>
        <pc:sldMkLst>
          <pc:docMk/>
          <pc:sldMk cId="2427248284" sldId="2147469600"/>
        </pc:sldMkLst>
      </pc:sldChg>
      <pc:sldChg chg="del">
        <pc:chgData name="Shailendra Chauhan" userId="a7d3133f-e197-4b90-bf63-99a63a264234" providerId="ADAL" clId="{A195767D-2C7C-4CFC-B357-9378CB1079F7}" dt="2024-08-12T17:04:02.350" v="336" actId="2696"/>
        <pc:sldMkLst>
          <pc:docMk/>
          <pc:sldMk cId="3218382947" sldId="2147469600"/>
        </pc:sldMkLst>
      </pc:sldChg>
      <pc:sldChg chg="modSp del mod modAnim">
        <pc:chgData name="Shailendra Chauhan" userId="a7d3133f-e197-4b90-bf63-99a63a264234" providerId="ADAL" clId="{A195767D-2C7C-4CFC-B357-9378CB1079F7}" dt="2024-08-12T17:04:02.350" v="336" actId="2696"/>
        <pc:sldMkLst>
          <pc:docMk/>
          <pc:sldMk cId="2143944179" sldId="2147469602"/>
        </pc:sldMkLst>
        <pc:spChg chg="mod">
          <ac:chgData name="Shailendra Chauhan" userId="a7d3133f-e197-4b90-bf63-99a63a264234" providerId="ADAL" clId="{A195767D-2C7C-4CFC-B357-9378CB1079F7}" dt="2024-08-12T17:01:28.747" v="335" actId="20577"/>
          <ac:spMkLst>
            <pc:docMk/>
            <pc:sldMk cId="2143944179" sldId="2147469602"/>
            <ac:spMk id="2" creationId="{C612D4E4-63F9-4612-B82A-E23B4A811666}"/>
          </ac:spMkLst>
        </pc:spChg>
        <pc:spChg chg="mod">
          <ac:chgData name="Shailendra Chauhan" userId="a7d3133f-e197-4b90-bf63-99a63a264234" providerId="ADAL" clId="{A195767D-2C7C-4CFC-B357-9378CB1079F7}" dt="2024-08-12T16:56:43.925" v="271" actId="20577"/>
          <ac:spMkLst>
            <pc:docMk/>
            <pc:sldMk cId="2143944179" sldId="2147469602"/>
            <ac:spMk id="3" creationId="{70787279-70AD-44D5-8D6D-7217330FE10F}"/>
          </ac:spMkLst>
        </pc:spChg>
      </pc:sldChg>
      <pc:sldChg chg="add">
        <pc:chgData name="Shailendra Chauhan" userId="a7d3133f-e197-4b90-bf63-99a63a264234" providerId="ADAL" clId="{A195767D-2C7C-4CFC-B357-9378CB1079F7}" dt="2024-08-12T17:04:15.047" v="337"/>
        <pc:sldMkLst>
          <pc:docMk/>
          <pc:sldMk cId="2727957682" sldId="2147469602"/>
        </pc:sldMkLst>
      </pc:sldChg>
      <pc:sldChg chg="add del">
        <pc:chgData name="Shailendra Chauhan" userId="a7d3133f-e197-4b90-bf63-99a63a264234" providerId="ADAL" clId="{A195767D-2C7C-4CFC-B357-9378CB1079F7}" dt="2024-08-12T17:04:28.704" v="340" actId="47"/>
        <pc:sldMkLst>
          <pc:docMk/>
          <pc:sldMk cId="447325109" sldId="2147469604"/>
        </pc:sldMkLst>
      </pc:sldChg>
      <pc:sldChg chg="del">
        <pc:chgData name="Shailendra Chauhan" userId="a7d3133f-e197-4b90-bf63-99a63a264234" providerId="ADAL" clId="{A195767D-2C7C-4CFC-B357-9378CB1079F7}" dt="2024-08-12T17:04:02.350" v="336" actId="2696"/>
        <pc:sldMkLst>
          <pc:docMk/>
          <pc:sldMk cId="3545073316" sldId="2147469604"/>
        </pc:sldMkLst>
      </pc:sldChg>
      <pc:sldChg chg="del">
        <pc:chgData name="Shailendra Chauhan" userId="a7d3133f-e197-4b90-bf63-99a63a264234" providerId="ADAL" clId="{A195767D-2C7C-4CFC-B357-9378CB1079F7}" dt="2024-08-12T17:04:02.350" v="336" actId="2696"/>
        <pc:sldMkLst>
          <pc:docMk/>
          <pc:sldMk cId="1610267644" sldId="2147469605"/>
        </pc:sldMkLst>
      </pc:sldChg>
      <pc:sldChg chg="add">
        <pc:chgData name="Shailendra Chauhan" userId="a7d3133f-e197-4b90-bf63-99a63a264234" providerId="ADAL" clId="{A195767D-2C7C-4CFC-B357-9378CB1079F7}" dt="2024-08-12T17:04:15.047" v="337"/>
        <pc:sldMkLst>
          <pc:docMk/>
          <pc:sldMk cId="3311653888" sldId="2147469605"/>
        </pc:sldMkLst>
      </pc:sldChg>
      <pc:sldChg chg="add">
        <pc:chgData name="Shailendra Chauhan" userId="a7d3133f-e197-4b90-bf63-99a63a264234" providerId="ADAL" clId="{A195767D-2C7C-4CFC-B357-9378CB1079F7}" dt="2024-08-12T17:04:15.047" v="337"/>
        <pc:sldMkLst>
          <pc:docMk/>
          <pc:sldMk cId="150587074" sldId="2147469606"/>
        </pc:sldMkLst>
      </pc:sldChg>
      <pc:sldChg chg="del">
        <pc:chgData name="Shailendra Chauhan" userId="a7d3133f-e197-4b90-bf63-99a63a264234" providerId="ADAL" clId="{A195767D-2C7C-4CFC-B357-9378CB1079F7}" dt="2024-08-12T17:04:02.350" v="336" actId="2696"/>
        <pc:sldMkLst>
          <pc:docMk/>
          <pc:sldMk cId="2994284317" sldId="2147469606"/>
        </pc:sldMkLst>
      </pc:sldChg>
      <pc:sldChg chg="modSp mod modAnim">
        <pc:chgData name="Shailendra Chauhan" userId="a7d3133f-e197-4b90-bf63-99a63a264234" providerId="ADAL" clId="{A195767D-2C7C-4CFC-B357-9378CB1079F7}" dt="2024-08-12T16:44:20.186" v="102" actId="2710"/>
        <pc:sldMkLst>
          <pc:docMk/>
          <pc:sldMk cId="3894263409" sldId="2147469607"/>
        </pc:sldMkLst>
        <pc:spChg chg="mod">
          <ac:chgData name="Shailendra Chauhan" userId="a7d3133f-e197-4b90-bf63-99a63a264234" providerId="ADAL" clId="{A195767D-2C7C-4CFC-B357-9378CB1079F7}" dt="2024-08-12T16:44:20.186" v="102" actId="2710"/>
          <ac:spMkLst>
            <pc:docMk/>
            <pc:sldMk cId="3894263409" sldId="2147469607"/>
            <ac:spMk id="2" creationId="{C612D4E4-63F9-4612-B82A-E23B4A811666}"/>
          </ac:spMkLst>
        </pc:spChg>
        <pc:spChg chg="mod">
          <ac:chgData name="Shailendra Chauhan" userId="a7d3133f-e197-4b90-bf63-99a63a264234" providerId="ADAL" clId="{A195767D-2C7C-4CFC-B357-9378CB1079F7}" dt="2024-08-12T16:36:43.739" v="26" actId="20577"/>
          <ac:spMkLst>
            <pc:docMk/>
            <pc:sldMk cId="3894263409" sldId="2147469607"/>
            <ac:spMk id="3" creationId="{70787279-70AD-44D5-8D6D-7217330FE10F}"/>
          </ac:spMkLst>
        </pc:spChg>
      </pc:sldChg>
      <pc:sldChg chg="addSp modSp mod modAnim">
        <pc:chgData name="Shailendra Chauhan" userId="a7d3133f-e197-4b90-bf63-99a63a264234" providerId="ADAL" clId="{A195767D-2C7C-4CFC-B357-9378CB1079F7}" dt="2024-08-12T16:51:44.486" v="231" actId="20577"/>
        <pc:sldMkLst>
          <pc:docMk/>
          <pc:sldMk cId="1891242046" sldId="2147469608"/>
        </pc:sldMkLst>
        <pc:spChg chg="mod">
          <ac:chgData name="Shailendra Chauhan" userId="a7d3133f-e197-4b90-bf63-99a63a264234" providerId="ADAL" clId="{A195767D-2C7C-4CFC-B357-9378CB1079F7}" dt="2024-08-12T16:50:10.108" v="211" actId="12"/>
          <ac:spMkLst>
            <pc:docMk/>
            <pc:sldMk cId="1891242046" sldId="2147469608"/>
            <ac:spMk id="2" creationId="{C612D4E4-63F9-4612-B82A-E23B4A811666}"/>
          </ac:spMkLst>
        </pc:spChg>
        <pc:spChg chg="mod">
          <ac:chgData name="Shailendra Chauhan" userId="a7d3133f-e197-4b90-bf63-99a63a264234" providerId="ADAL" clId="{A195767D-2C7C-4CFC-B357-9378CB1079F7}" dt="2024-08-12T16:51:44.486" v="231" actId="20577"/>
          <ac:spMkLst>
            <pc:docMk/>
            <pc:sldMk cId="1891242046" sldId="2147469608"/>
            <ac:spMk id="3" creationId="{70787279-70AD-44D5-8D6D-7217330FE10F}"/>
          </ac:spMkLst>
        </pc:spChg>
        <pc:spChg chg="add">
          <ac:chgData name="Shailendra Chauhan" userId="a7d3133f-e197-4b90-bf63-99a63a264234" providerId="ADAL" clId="{A195767D-2C7C-4CFC-B357-9378CB1079F7}" dt="2024-08-12T16:49:38.605" v="203"/>
          <ac:spMkLst>
            <pc:docMk/>
            <pc:sldMk cId="1891242046" sldId="2147469608"/>
            <ac:spMk id="4" creationId="{57FBBF5B-7A30-50F8-6208-416D036AB30A}"/>
          </ac:spMkLst>
        </pc:spChg>
      </pc:sldChg>
      <pc:sldChg chg="del">
        <pc:chgData name="Shailendra Chauhan" userId="a7d3133f-e197-4b90-bf63-99a63a264234" providerId="ADAL" clId="{A195767D-2C7C-4CFC-B357-9378CB1079F7}" dt="2024-08-12T16:45:12.744" v="126" actId="2696"/>
        <pc:sldMkLst>
          <pc:docMk/>
          <pc:sldMk cId="1332671620" sldId="2147469609"/>
        </pc:sldMkLst>
      </pc:sldChg>
      <pc:sldChg chg="modSp mod">
        <pc:chgData name="Shailendra Chauhan" userId="a7d3133f-e197-4b90-bf63-99a63a264234" providerId="ADAL" clId="{A195767D-2C7C-4CFC-B357-9378CB1079F7}" dt="2024-08-12T16:52:56.903" v="255" actId="20577"/>
        <pc:sldMkLst>
          <pc:docMk/>
          <pc:sldMk cId="670654325" sldId="2147469610"/>
        </pc:sldMkLst>
        <pc:spChg chg="mod">
          <ac:chgData name="Shailendra Chauhan" userId="a7d3133f-e197-4b90-bf63-99a63a264234" providerId="ADAL" clId="{A195767D-2C7C-4CFC-B357-9378CB1079F7}" dt="2024-08-12T16:52:56.903" v="255" actId="20577"/>
          <ac:spMkLst>
            <pc:docMk/>
            <pc:sldMk cId="670654325" sldId="2147469610"/>
            <ac:spMk id="3" creationId="{DE8C1920-2BB0-CF19-E66D-E3E3BC4A9D1B}"/>
          </ac:spMkLst>
        </pc:spChg>
      </pc:sldChg>
      <pc:sldChg chg="modSp new mod modNotesTx">
        <pc:chgData name="Shailendra Chauhan" userId="a7d3133f-e197-4b90-bf63-99a63a264234" providerId="ADAL" clId="{A195767D-2C7C-4CFC-B357-9378CB1079F7}" dt="2024-08-12T16:36:24.398" v="25"/>
        <pc:sldMkLst>
          <pc:docMk/>
          <pc:sldMk cId="1995447581" sldId="2147469613"/>
        </pc:sldMkLst>
        <pc:spChg chg="mod">
          <ac:chgData name="Shailendra Chauhan" userId="a7d3133f-e197-4b90-bf63-99a63a264234" providerId="ADAL" clId="{A195767D-2C7C-4CFC-B357-9378CB1079F7}" dt="2024-08-12T16:36:24.398" v="25"/>
          <ac:spMkLst>
            <pc:docMk/>
            <pc:sldMk cId="1995447581" sldId="2147469613"/>
            <ac:spMk id="2" creationId="{39C35099-6B13-447F-47B9-25687ADF4970}"/>
          </ac:spMkLst>
        </pc:spChg>
        <pc:spChg chg="mod">
          <ac:chgData name="Shailendra Chauhan" userId="a7d3133f-e197-4b90-bf63-99a63a264234" providerId="ADAL" clId="{A195767D-2C7C-4CFC-B357-9378CB1079F7}" dt="2024-08-12T16:33:42.905" v="1"/>
          <ac:spMkLst>
            <pc:docMk/>
            <pc:sldMk cId="1995447581" sldId="2147469613"/>
            <ac:spMk id="3" creationId="{71D7BE5E-6572-C211-6AF4-E8280AF75E70}"/>
          </ac:spMkLst>
        </pc:spChg>
      </pc:sldChg>
      <pc:sldChg chg="addSp delSp modSp new mod">
        <pc:chgData name="Shailendra Chauhan" userId="a7d3133f-e197-4b90-bf63-99a63a264234" providerId="ADAL" clId="{A195767D-2C7C-4CFC-B357-9378CB1079F7}" dt="2024-08-12T16:35:33.231" v="21"/>
        <pc:sldMkLst>
          <pc:docMk/>
          <pc:sldMk cId="333120362" sldId="2147469614"/>
        </pc:sldMkLst>
        <pc:spChg chg="add del mod">
          <ac:chgData name="Shailendra Chauhan" userId="a7d3133f-e197-4b90-bf63-99a63a264234" providerId="ADAL" clId="{A195767D-2C7C-4CFC-B357-9378CB1079F7}" dt="2024-08-12T16:35:25.111" v="20" actId="123"/>
          <ac:spMkLst>
            <pc:docMk/>
            <pc:sldMk cId="333120362" sldId="2147469614"/>
            <ac:spMk id="2" creationId="{26EF3A1A-9A90-633E-D084-D6FC2E01B33A}"/>
          </ac:spMkLst>
        </pc:spChg>
        <pc:spChg chg="add del mod">
          <ac:chgData name="Shailendra Chauhan" userId="a7d3133f-e197-4b90-bf63-99a63a264234" providerId="ADAL" clId="{A195767D-2C7C-4CFC-B357-9378CB1079F7}" dt="2024-08-12T16:35:33.231" v="21"/>
          <ac:spMkLst>
            <pc:docMk/>
            <pc:sldMk cId="333120362" sldId="2147469614"/>
            <ac:spMk id="3" creationId="{C3F532B7-5E37-E5E0-81D0-6CF1C6DE29B4}"/>
          </ac:spMkLst>
        </pc:spChg>
        <pc:spChg chg="add mod">
          <ac:chgData name="Shailendra Chauhan" userId="a7d3133f-e197-4b90-bf63-99a63a264234" providerId="ADAL" clId="{A195767D-2C7C-4CFC-B357-9378CB1079F7}" dt="2024-08-12T16:35:14.959" v="16"/>
          <ac:spMkLst>
            <pc:docMk/>
            <pc:sldMk cId="333120362" sldId="2147469614"/>
            <ac:spMk id="4" creationId="{BF229EC2-DF20-84AF-784D-9D5FF1DCB584}"/>
          </ac:spMkLst>
        </pc:spChg>
        <pc:spChg chg="add mod">
          <ac:chgData name="Shailendra Chauhan" userId="a7d3133f-e197-4b90-bf63-99a63a264234" providerId="ADAL" clId="{A195767D-2C7C-4CFC-B357-9378CB1079F7}" dt="2024-08-12T16:35:16.921" v="18"/>
          <ac:spMkLst>
            <pc:docMk/>
            <pc:sldMk cId="333120362" sldId="2147469614"/>
            <ac:spMk id="5" creationId="{F07FD121-28CD-EA9C-4771-CC4DEEC8E6E0}"/>
          </ac:spMkLst>
        </pc:spChg>
      </pc:sldChg>
      <pc:sldChg chg="modSp new mod">
        <pc:chgData name="Shailendra Chauhan" userId="a7d3133f-e197-4b90-bf63-99a63a264234" providerId="ADAL" clId="{A195767D-2C7C-4CFC-B357-9378CB1079F7}" dt="2024-08-12T16:56:13.882" v="268" actId="404"/>
        <pc:sldMkLst>
          <pc:docMk/>
          <pc:sldMk cId="912257498" sldId="2147469615"/>
        </pc:sldMkLst>
        <pc:spChg chg="mod">
          <ac:chgData name="Shailendra Chauhan" userId="a7d3133f-e197-4b90-bf63-99a63a264234" providerId="ADAL" clId="{A195767D-2C7C-4CFC-B357-9378CB1079F7}" dt="2024-08-12T16:56:13.882" v="268" actId="404"/>
          <ac:spMkLst>
            <pc:docMk/>
            <pc:sldMk cId="912257498" sldId="2147469615"/>
            <ac:spMk id="2" creationId="{CA3DABD7-3B82-8E9A-4829-F8A8455BB43C}"/>
          </ac:spMkLst>
        </pc:spChg>
        <pc:spChg chg="mod">
          <ac:chgData name="Shailendra Chauhan" userId="a7d3133f-e197-4b90-bf63-99a63a264234" providerId="ADAL" clId="{A195767D-2C7C-4CFC-B357-9378CB1079F7}" dt="2024-08-12T16:54:57.310" v="259"/>
          <ac:spMkLst>
            <pc:docMk/>
            <pc:sldMk cId="912257498" sldId="2147469615"/>
            <ac:spMk id="3" creationId="{5A404B8A-0169-21B0-8A59-DEBCE98CA37D}"/>
          </ac:spMkLst>
        </pc:spChg>
      </pc:sldChg>
      <pc:sldChg chg="modSp new del mod">
        <pc:chgData name="Shailendra Chauhan" userId="a7d3133f-e197-4b90-bf63-99a63a264234" providerId="ADAL" clId="{A195767D-2C7C-4CFC-B357-9378CB1079F7}" dt="2024-08-12T16:44:24.988" v="103" actId="2696"/>
        <pc:sldMkLst>
          <pc:docMk/>
          <pc:sldMk cId="3412717265" sldId="2147469615"/>
        </pc:sldMkLst>
        <pc:spChg chg="mod">
          <ac:chgData name="Shailendra Chauhan" userId="a7d3133f-e197-4b90-bf63-99a63a264234" providerId="ADAL" clId="{A195767D-2C7C-4CFC-B357-9378CB1079F7}" dt="2024-08-12T16:41:15.872" v="62" actId="27636"/>
          <ac:spMkLst>
            <pc:docMk/>
            <pc:sldMk cId="3412717265" sldId="2147469615"/>
            <ac:spMk id="2" creationId="{4EDDD04C-3F0B-785D-2F02-18FE26E9F9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 Scenario: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Suppose you have a topic </a:t>
            </a:r>
            <a:r>
              <a:rPr lang="en-US" dirty="0" err="1"/>
              <a:t>order_topic</a:t>
            </a:r>
            <a:r>
              <a:rPr lang="en-US" dirty="0"/>
              <a:t> with a single partition.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Messages are produced to this topic with offsets like 0, 1, 2, 3,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consumer starts consuming messages and processes the message at offset 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processing, the consumer commits the offset 0. This tells Kafka that the consumer has processed all messages up to and including offset 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consumer restarts, it will begin consuming from offset 1 (the next uncommitted offset).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4213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100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5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0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12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14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1029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94801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61835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90545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44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2857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90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80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18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1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13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1319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09206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5677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83275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239933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318250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06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53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49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5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80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10996-925C-4155-881D-D3C8FEE614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buClrTx/>
            </a:pPr>
            <a:r>
              <a:rPr lang="en-IN" dirty="0"/>
              <a:t>Kafka Architecture</a:t>
            </a:r>
          </a:p>
          <a:p>
            <a:pPr>
              <a:buClrTx/>
            </a:pPr>
            <a:r>
              <a:rPr lang="en-IN" dirty="0"/>
              <a:t>Kaka APIs</a:t>
            </a:r>
          </a:p>
          <a:p>
            <a:pPr>
              <a:buClrTx/>
            </a:pPr>
            <a:r>
              <a:rPr lang="en-IN" dirty="0"/>
              <a:t>Offsets</a:t>
            </a:r>
          </a:p>
          <a:p>
            <a:pPr>
              <a:buClrTx/>
            </a:pPr>
            <a:r>
              <a:rPr lang="en-US" dirty="0"/>
              <a:t>Auto Commit vs. Manual Commit</a:t>
            </a:r>
          </a:p>
          <a:p>
            <a:pPr>
              <a:buClrTx/>
            </a:pPr>
            <a:r>
              <a:rPr lang="en-IN" dirty="0"/>
              <a:t>Zookeeper</a:t>
            </a:r>
          </a:p>
          <a:p>
            <a:pPr>
              <a:buClrTx/>
            </a:pPr>
            <a:r>
              <a:rPr lang="en-IN" dirty="0"/>
              <a:t>Producers and Consumers</a:t>
            </a:r>
            <a:endParaRPr lang="en-US" dirty="0"/>
          </a:p>
          <a:p>
            <a:pPr>
              <a:buClrTx/>
            </a:pPr>
            <a:r>
              <a:rPr lang="en-US" dirty="0"/>
              <a:t>Access Control Lists (ACLs)</a:t>
            </a:r>
          </a:p>
          <a:p>
            <a:pPr>
              <a:buClrTx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785AF-6D2C-48C9-892C-CC3354923A32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4100" dirty="0">
                <a:ea typeface="Roboto" panose="02000000000000000000" pitchFamily="2" charset="0"/>
              </a:rPr>
              <a:t>Kafka Producers and Consumers</a:t>
            </a:r>
          </a:p>
          <a:p>
            <a:pPr algn="ctr"/>
            <a:endParaRPr lang="en-IN" sz="2200" dirty="0">
              <a:solidFill>
                <a:schemeClr val="tx2">
                  <a:lumMod val="10000"/>
                  <a:lumOff val="90000"/>
                </a:schemeClr>
              </a:solidFill>
              <a:latin typeface="Roboto Light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8CFD5-8B2F-4A84-B5F8-34CB6571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9856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 dirty="0"/>
              <a:t>Kafka Architecture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73139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/>
              <a:t>Kafka has a straightforward but powerful architecture. </a:t>
            </a:r>
          </a:p>
          <a:p>
            <a:pPr lvl="0" algn="just"/>
            <a:r>
              <a:rPr lang="en-US" sz="2400" dirty="0"/>
              <a:t>Producer pushes the message to Kafka Broker on a given topic in Kafka. </a:t>
            </a:r>
          </a:p>
          <a:p>
            <a:pPr lvl="0" algn="just"/>
            <a:r>
              <a:rPr lang="en-US" sz="2400" dirty="0"/>
              <a:t>Kafka cluster contains one or more brokers that store message from Producer to a Kafka topic. </a:t>
            </a:r>
          </a:p>
          <a:p>
            <a:pPr lvl="0" algn="just"/>
            <a:r>
              <a:rPr lang="en-US" sz="2400" dirty="0"/>
              <a:t>After that, consumers or groups subscribe to the Kafka topic and receive a message from the Kafka broker. </a:t>
            </a:r>
          </a:p>
          <a:p>
            <a:pPr lvl="0" algn="just"/>
            <a:r>
              <a:rPr lang="en-US" sz="2400" dirty="0"/>
              <a:t>As Kafka is a distributed system with multiple components, the zookeeper helps manage and coordinate.</a:t>
            </a:r>
            <a:endParaRPr lang="en-US" sz="10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Kafka Architecture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061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9C1EEC-BE96-7606-2E2A-9C5CAA007C6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Kafka Architecture</a:t>
            </a:r>
            <a:endParaRPr lang="en-IN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69D3D95-3C2D-1960-7316-2ECECF01A603}"/>
              </a:ext>
            </a:extLst>
          </p:cNvPr>
          <p:cNvGrpSpPr/>
          <p:nvPr/>
        </p:nvGrpSpPr>
        <p:grpSpPr>
          <a:xfrm>
            <a:off x="1105169" y="1347020"/>
            <a:ext cx="9334698" cy="4817806"/>
            <a:chOff x="957686" y="1209368"/>
            <a:chExt cx="9334698" cy="481780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B7D5B1F-448E-13AF-BD35-8A99DEC3A0A9}"/>
                </a:ext>
              </a:extLst>
            </p:cNvPr>
            <p:cNvSpPr/>
            <p:nvPr/>
          </p:nvSpPr>
          <p:spPr>
            <a:xfrm>
              <a:off x="3834580" y="1209368"/>
              <a:ext cx="3618271" cy="481780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F7A2F9B-0A32-6D68-FAFC-750456026D2F}"/>
                </a:ext>
              </a:extLst>
            </p:cNvPr>
            <p:cNvSpPr/>
            <p:nvPr/>
          </p:nvSpPr>
          <p:spPr>
            <a:xfrm>
              <a:off x="4188541" y="1710813"/>
              <a:ext cx="2910348" cy="2895598"/>
            </a:xfrm>
            <a:prstGeom prst="rect">
              <a:avLst/>
            </a:prstGeom>
            <a:solidFill>
              <a:srgbClr val="00D6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DF1B1B7-8526-7C24-33C3-E2CEF900C682}"/>
                </a:ext>
              </a:extLst>
            </p:cNvPr>
            <p:cNvSpPr/>
            <p:nvPr/>
          </p:nvSpPr>
          <p:spPr>
            <a:xfrm>
              <a:off x="4188541" y="4886631"/>
              <a:ext cx="2910348" cy="860323"/>
            </a:xfrm>
            <a:prstGeom prst="rect">
              <a:avLst/>
            </a:prstGeom>
            <a:solidFill>
              <a:srgbClr val="00D6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accent1">
                      <a:lumMod val="50000"/>
                    </a:schemeClr>
                  </a:solidFill>
                </a:rPr>
                <a:t>Zookeeper</a:t>
              </a:r>
              <a:endParaRPr lang="en-IN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22678B5-CA43-3621-DED5-4EA1F4B415A8}"/>
                </a:ext>
              </a:extLst>
            </p:cNvPr>
            <p:cNvSpPr/>
            <p:nvPr/>
          </p:nvSpPr>
          <p:spPr>
            <a:xfrm>
              <a:off x="4522839" y="2026434"/>
              <a:ext cx="2241755" cy="11691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238732-83F0-BFE4-DD1C-66F6B5DE0A0B}"/>
                </a:ext>
              </a:extLst>
            </p:cNvPr>
            <p:cNvSpPr/>
            <p:nvPr/>
          </p:nvSpPr>
          <p:spPr>
            <a:xfrm>
              <a:off x="4701785" y="2412208"/>
              <a:ext cx="1883859" cy="6710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Topic A</a:t>
              </a:r>
            </a:p>
            <a:p>
              <a:pPr algn="ctr"/>
              <a:r>
                <a:rPr lang="en-US" dirty="0"/>
                <a:t>Partition 0</a:t>
              </a:r>
              <a:endParaRPr lang="en-IN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C890F1-FDBD-34E0-C033-94C565A20C2C}"/>
                </a:ext>
              </a:extLst>
            </p:cNvPr>
            <p:cNvSpPr txBox="1"/>
            <p:nvPr/>
          </p:nvSpPr>
          <p:spPr>
            <a:xfrm>
              <a:off x="5166682" y="2034655"/>
              <a:ext cx="10262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Broker 1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0AA8582-4ADF-6E1C-D24D-E017B1172FDD}"/>
                </a:ext>
              </a:extLst>
            </p:cNvPr>
            <p:cNvSpPr/>
            <p:nvPr/>
          </p:nvSpPr>
          <p:spPr>
            <a:xfrm>
              <a:off x="4522839" y="3290726"/>
              <a:ext cx="2241755" cy="11691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545B3DF-193F-2AA9-DF7A-0083417F91E4}"/>
                </a:ext>
              </a:extLst>
            </p:cNvPr>
            <p:cNvSpPr/>
            <p:nvPr/>
          </p:nvSpPr>
          <p:spPr>
            <a:xfrm>
              <a:off x="4701785" y="3675724"/>
              <a:ext cx="1883859" cy="6710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Topic N</a:t>
              </a:r>
            </a:p>
            <a:p>
              <a:pPr algn="ctr"/>
              <a:r>
                <a:rPr lang="en-US" dirty="0"/>
                <a:t>Partition-n</a:t>
              </a:r>
              <a:endParaRPr lang="en-IN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C92F9C-9BFC-987A-162D-984A497221C2}"/>
                </a:ext>
              </a:extLst>
            </p:cNvPr>
            <p:cNvSpPr txBox="1"/>
            <p:nvPr/>
          </p:nvSpPr>
          <p:spPr>
            <a:xfrm>
              <a:off x="5130592" y="3317158"/>
              <a:ext cx="1011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Broker 2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BEBDE5-56A5-3580-1585-DE53A983BCCA}"/>
                </a:ext>
              </a:extLst>
            </p:cNvPr>
            <p:cNvSpPr txBox="1"/>
            <p:nvPr/>
          </p:nvSpPr>
          <p:spPr>
            <a:xfrm>
              <a:off x="4878118" y="1683336"/>
              <a:ext cx="15167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Kafka Cluster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8CF3975-4E49-D33B-FFBC-3390FFF15E18}"/>
                </a:ext>
              </a:extLst>
            </p:cNvPr>
            <p:cNvSpPr txBox="1"/>
            <p:nvPr/>
          </p:nvSpPr>
          <p:spPr>
            <a:xfrm>
              <a:off x="4323502" y="1283370"/>
              <a:ext cx="27126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Apache Kafka Ecosystem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C8D0D00-02AC-0D51-BE66-F7FD98EAB8AD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5643715" y="4459847"/>
              <a:ext cx="0" cy="426784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847CFAA-5DE2-3FD0-E8FC-0C6F7FE238D6}"/>
                </a:ext>
              </a:extLst>
            </p:cNvPr>
            <p:cNvSpPr/>
            <p:nvPr/>
          </p:nvSpPr>
          <p:spPr>
            <a:xfrm>
              <a:off x="8408525" y="2964045"/>
              <a:ext cx="1883859" cy="68586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Consumer</a:t>
              </a:r>
              <a:endParaRPr lang="en-IN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D26326F-789F-AA8C-0763-3E5FFFC45B0F}"/>
                </a:ext>
              </a:extLst>
            </p:cNvPr>
            <p:cNvSpPr/>
            <p:nvPr/>
          </p:nvSpPr>
          <p:spPr>
            <a:xfrm>
              <a:off x="957686" y="2947792"/>
              <a:ext cx="1883859" cy="68586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Producer</a:t>
              </a:r>
              <a:endParaRPr lang="en-IN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C21F5AA-11DF-1E66-D795-EE1E2D0C20C0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2841545" y="3290726"/>
              <a:ext cx="993035" cy="0"/>
            </a:xfrm>
            <a:prstGeom prst="straightConnector1">
              <a:avLst/>
            </a:prstGeom>
            <a:ln w="571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6B45B50-F63D-606D-C18E-11AFD48D6457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flipV="1">
              <a:off x="7452850" y="3306979"/>
              <a:ext cx="955675" cy="10179"/>
            </a:xfrm>
            <a:prstGeom prst="straightConnector1">
              <a:avLst/>
            </a:prstGeom>
            <a:ln w="571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9D75D8A-6C4F-435E-F6E0-A7AEF307025C}"/>
                </a:ext>
              </a:extLst>
            </p:cNvPr>
            <p:cNvSpPr txBox="1"/>
            <p:nvPr/>
          </p:nvSpPr>
          <p:spPr>
            <a:xfrm>
              <a:off x="2949988" y="2921394"/>
              <a:ext cx="705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Write</a:t>
              </a:r>
              <a:endParaRPr lang="en-IN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D2E44C-931F-CB29-33D2-F36E80AB18A0}"/>
                </a:ext>
              </a:extLst>
            </p:cNvPr>
            <p:cNvSpPr txBox="1"/>
            <p:nvPr/>
          </p:nvSpPr>
          <p:spPr>
            <a:xfrm>
              <a:off x="2810954" y="3306392"/>
              <a:ext cx="1096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message</a:t>
              </a:r>
              <a:endParaRPr lang="en-IN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1C6CC94-021D-4EFE-367E-B7E899974956}"/>
                </a:ext>
              </a:extLst>
            </p:cNvPr>
            <p:cNvSpPr txBox="1"/>
            <p:nvPr/>
          </p:nvSpPr>
          <p:spPr>
            <a:xfrm>
              <a:off x="7387440" y="2898594"/>
              <a:ext cx="1111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consume</a:t>
              </a:r>
              <a:endParaRPr lang="en-IN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2922EFC-FFD5-1313-650A-AB6E32A16DDF}"/>
                </a:ext>
              </a:extLst>
            </p:cNvPr>
            <p:cNvSpPr txBox="1"/>
            <p:nvPr/>
          </p:nvSpPr>
          <p:spPr>
            <a:xfrm>
              <a:off x="7372347" y="3332610"/>
              <a:ext cx="1096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message</a:t>
              </a:r>
              <a:endParaRPr lang="en-IN" b="1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00C90CB-9A34-AE59-A7C6-25831E18FA8A}"/>
                </a:ext>
              </a:extLst>
            </p:cNvPr>
            <p:cNvCxnSpPr>
              <a:cxnSpLocks/>
            </p:cNvCxnSpPr>
            <p:nvPr/>
          </p:nvCxnSpPr>
          <p:spPr>
            <a:xfrm>
              <a:off x="2810954" y="3549445"/>
              <a:ext cx="1303367" cy="1822639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D0D50C2-CE76-F869-F5DB-69F9C1E8F6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9456" y="3675724"/>
              <a:ext cx="1369186" cy="169636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3C9E43-6B9D-D38E-C0B8-58A5E4213434}"/>
                </a:ext>
              </a:extLst>
            </p:cNvPr>
            <p:cNvSpPr txBox="1"/>
            <p:nvPr/>
          </p:nvSpPr>
          <p:spPr>
            <a:xfrm rot="3391026">
              <a:off x="2272550" y="4203072"/>
              <a:ext cx="14681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Get Kafka Broker Id</a:t>
              </a:r>
              <a:endParaRPr lang="en-IN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1AE3D7D-1F1B-3CBC-4828-95A0C766ADAE}"/>
                </a:ext>
              </a:extLst>
            </p:cNvPr>
            <p:cNvSpPr txBox="1"/>
            <p:nvPr/>
          </p:nvSpPr>
          <p:spPr>
            <a:xfrm rot="18515873">
              <a:off x="7446347" y="4427674"/>
              <a:ext cx="14681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Update Offset value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6149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 fontScale="85000" lnSpcReduction="10000"/>
          </a:bodyPr>
          <a:lstStyle/>
          <a:p>
            <a:pPr lvl="0" algn="just">
              <a:lnSpc>
                <a:spcPct val="110000"/>
              </a:lnSpc>
            </a:pPr>
            <a:r>
              <a:rPr lang="en-US" sz="2400" b="1" dirty="0"/>
              <a:t>Topics:</a:t>
            </a:r>
            <a:r>
              <a:rPr lang="en-US" sz="2400" dirty="0"/>
              <a:t> Categories where records are stored.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Partitions:</a:t>
            </a:r>
            <a:r>
              <a:rPr lang="en-US" sz="2400" dirty="0"/>
              <a:t> Sub-divisions of topics for parallel processing, with each record assigned an offset.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Replication:</a:t>
            </a:r>
            <a:r>
              <a:rPr lang="en-US" sz="2400" dirty="0"/>
              <a:t> Partitions are replicated across multiple brokers for fault tolerance.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Producers:</a:t>
            </a:r>
            <a:r>
              <a:rPr lang="en-US" sz="2400" dirty="0"/>
              <a:t> Applications that publish data to Kafka topics.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Consumers:</a:t>
            </a:r>
            <a:r>
              <a:rPr lang="en-US" sz="2400" dirty="0"/>
              <a:t> Applications that subscribe to topics and process records, often within consumer groups for load balancing.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Offset Management:</a:t>
            </a:r>
            <a:r>
              <a:rPr lang="en-US" sz="2400" dirty="0"/>
              <a:t> Consumers track their position in the stream to avoid reprocessing data.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Brokers:</a:t>
            </a:r>
            <a:r>
              <a:rPr lang="en-US" sz="2400" dirty="0"/>
              <a:t> Servers that host topics and partitions. A Kafka cluster consists of multiple brokers.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Leader and Followers:</a:t>
            </a:r>
            <a:r>
              <a:rPr lang="en-US" sz="2400" dirty="0"/>
              <a:t> Each partition has a leader broker that handles all reads and writes, while followers replicate the data.</a:t>
            </a:r>
          </a:p>
          <a:p>
            <a:pPr lvl="0" algn="just">
              <a:lnSpc>
                <a:spcPct val="110000"/>
              </a:lnSpc>
            </a:pPr>
            <a:r>
              <a:rPr lang="en-US" sz="2400" b="1" dirty="0"/>
              <a:t>Zookeeper:</a:t>
            </a:r>
            <a:r>
              <a:rPr lang="en-US" sz="2400" dirty="0"/>
              <a:t> Manages and coordinates brokers, tracks metadata, and handles leader election within the Kafka cluster.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Kafka Architecture</a:t>
            </a:r>
          </a:p>
        </p:txBody>
      </p:sp>
    </p:spTree>
    <p:extLst>
      <p:ext uri="{BB962C8B-B14F-4D97-AF65-F5344CB8AC3E}">
        <p14:creationId xmlns:p14="http://schemas.microsoft.com/office/powerpoint/2010/main" val="389426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Producer API:</a:t>
            </a:r>
            <a:r>
              <a:rPr lang="en-US" sz="2400" dirty="0"/>
              <a:t> Sends data to Kafka topics.</a:t>
            </a:r>
          </a:p>
          <a:p>
            <a:pPr algn="just"/>
            <a:r>
              <a:rPr lang="en-US" sz="2400" b="1" dirty="0"/>
              <a:t>Consumer API:</a:t>
            </a:r>
            <a:r>
              <a:rPr lang="en-US" sz="2400" dirty="0"/>
              <a:t> Reads and processes data from topics.</a:t>
            </a:r>
          </a:p>
          <a:p>
            <a:pPr algn="just"/>
            <a:r>
              <a:rPr lang="en-US" sz="2400" b="1" dirty="0"/>
              <a:t>Streams API:</a:t>
            </a:r>
            <a:r>
              <a:rPr lang="en-US" sz="2400" dirty="0"/>
              <a:t> Processes real-time data streams within Kafka.</a:t>
            </a:r>
          </a:p>
          <a:p>
            <a:pPr algn="just"/>
            <a:r>
              <a:rPr lang="en-US" sz="2400" b="1" dirty="0"/>
              <a:t>Connect API:</a:t>
            </a:r>
            <a:r>
              <a:rPr lang="en-US" sz="2400" dirty="0"/>
              <a:t> Integrates Kafka with external data systems.</a:t>
            </a:r>
          </a:p>
          <a:p>
            <a:pPr algn="just"/>
            <a:r>
              <a:rPr lang="en-US" sz="2400" b="1" dirty="0"/>
              <a:t>Admin API:</a:t>
            </a:r>
            <a:r>
              <a:rPr lang="en-US" sz="2400" dirty="0"/>
              <a:t> Manages topics, brokers, and configurations.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Kafka APIs</a:t>
            </a:r>
          </a:p>
        </p:txBody>
      </p:sp>
    </p:spTree>
    <p:extLst>
      <p:ext uri="{BB962C8B-B14F-4D97-AF65-F5344CB8AC3E}">
        <p14:creationId xmlns:p14="http://schemas.microsoft.com/office/powerpoint/2010/main" val="189124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C35099-6B13-447F-47B9-25687ADF49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A unique identifier that represents the position of a message within a Kafka partition. </a:t>
            </a:r>
          </a:p>
          <a:p>
            <a:pPr algn="just"/>
            <a:r>
              <a:rPr lang="en-US" sz="2400" dirty="0"/>
              <a:t>An integer value that increases sequentially as new messages are produced to the partition.</a:t>
            </a:r>
          </a:p>
          <a:p>
            <a:pPr algn="just"/>
            <a:r>
              <a:rPr lang="en-US" sz="2400" dirty="0"/>
              <a:t>Each partition in a Kafka topic has its own sequence of offsets. For example, the first message in a partition has an offset of 0, the second message has an offset of 1, and so on.</a:t>
            </a:r>
          </a:p>
          <a:p>
            <a:pPr algn="just"/>
            <a:r>
              <a:rPr lang="en-US" sz="2400" dirty="0"/>
              <a:t>Offsets are crucial for ensuring exactly-once or at-least-once delivery guarantees in Kafka. By correctly managing offsets, consumers can avoid reprocessing messages they've already handled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BE5E-6572-C211-6AF4-E8280AF75E7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Offsets</a:t>
            </a:r>
          </a:p>
        </p:txBody>
      </p:sp>
    </p:spTree>
    <p:extLst>
      <p:ext uri="{BB962C8B-B14F-4D97-AF65-F5344CB8AC3E}">
        <p14:creationId xmlns:p14="http://schemas.microsoft.com/office/powerpoint/2010/main" val="1995447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EF3A1A-9A90-633E-D084-D6FC2E01B3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US" dirty="0"/>
              <a:t>Auto Commit: If </a:t>
            </a:r>
            <a:r>
              <a:rPr lang="en-US" dirty="0" err="1"/>
              <a:t>autoCommit</a:t>
            </a:r>
            <a:r>
              <a:rPr lang="en-US" dirty="0"/>
              <a:t> is set to true (which is the default), the Kafka client library automatically commits the offset at regular intervals.</a:t>
            </a:r>
          </a:p>
          <a:p>
            <a:pPr algn="just"/>
            <a:r>
              <a:rPr lang="en-US" dirty="0"/>
              <a:t>Manual Commit: If </a:t>
            </a:r>
            <a:r>
              <a:rPr lang="en-US" dirty="0" err="1"/>
              <a:t>autoCommit</a:t>
            </a:r>
            <a:r>
              <a:rPr lang="en-US" dirty="0"/>
              <a:t> is set to false, the consumer is responsible for manually committing the offsets, usually after it has successfully processed a batch of messages.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532B7-5E37-E5E0-81D0-6CF1C6DE29B4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Auto Commit vs. Manual Commit</a:t>
            </a:r>
          </a:p>
        </p:txBody>
      </p:sp>
    </p:spTree>
    <p:extLst>
      <p:ext uri="{BB962C8B-B14F-4D97-AF65-F5344CB8AC3E}">
        <p14:creationId xmlns:p14="http://schemas.microsoft.com/office/powerpoint/2010/main" val="333120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dirty="0"/>
              <a:t>An essential tools for managing Kafka clusters:</a:t>
            </a:r>
          </a:p>
          <a:p>
            <a:pPr lvl="1" algn="just">
              <a:lnSpc>
                <a:spcPct val="100000"/>
              </a:lnSpc>
            </a:pPr>
            <a:r>
              <a:rPr lang="en-US" b="1" dirty="0"/>
              <a:t>Broker Coordination</a:t>
            </a:r>
            <a:r>
              <a:rPr lang="en-US" dirty="0"/>
              <a:t>: Tracks and coordinates Kafka brokers.</a:t>
            </a:r>
          </a:p>
          <a:p>
            <a:pPr lvl="1" algn="just">
              <a:lnSpc>
                <a:spcPct val="100000"/>
              </a:lnSpc>
            </a:pPr>
            <a:r>
              <a:rPr lang="en-US" b="1" dirty="0"/>
              <a:t>Leader Election</a:t>
            </a:r>
            <a:r>
              <a:rPr lang="en-US" dirty="0"/>
              <a:t>: Elects leaders for topic partitions.</a:t>
            </a:r>
          </a:p>
          <a:p>
            <a:pPr lvl="1" algn="just">
              <a:lnSpc>
                <a:spcPct val="100000"/>
              </a:lnSpc>
            </a:pPr>
            <a:r>
              <a:rPr lang="en-US" b="1" dirty="0"/>
              <a:t>Configuration Management</a:t>
            </a:r>
            <a:r>
              <a:rPr lang="en-US" dirty="0"/>
              <a:t>: Stores and manages topic and partition metadata.</a:t>
            </a:r>
          </a:p>
          <a:p>
            <a:pPr lvl="1" algn="just">
              <a:lnSpc>
                <a:spcPct val="100000"/>
              </a:lnSpc>
            </a:pPr>
            <a:r>
              <a:rPr lang="en-US" b="1" dirty="0"/>
              <a:t>Health Monitoring</a:t>
            </a:r>
            <a:r>
              <a:rPr lang="en-US" dirty="0"/>
              <a:t>: Monitors broker health and triggers leader elections if needed.</a:t>
            </a:r>
          </a:p>
          <a:p>
            <a:pPr algn="just"/>
            <a:r>
              <a:rPr lang="en-US" dirty="0"/>
              <a:t>Zookeeper ensures the smooth operation of Kafka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Zookeeper</a:t>
            </a:r>
          </a:p>
        </p:txBody>
      </p:sp>
    </p:spTree>
    <p:extLst>
      <p:ext uri="{BB962C8B-B14F-4D97-AF65-F5344CB8AC3E}">
        <p14:creationId xmlns:p14="http://schemas.microsoft.com/office/powerpoint/2010/main" val="272795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 b="1" dirty="0"/>
              <a:t>We can differentiate Kafka clients into consumers and producers.</a:t>
            </a:r>
          </a:p>
          <a:p>
            <a:pPr lvl="0" algn="just"/>
            <a:r>
              <a:rPr lang="en-US" sz="2400" dirty="0"/>
              <a:t>Producers are the publisher of messages to one or more Kafka topics. </a:t>
            </a:r>
          </a:p>
          <a:p>
            <a:pPr lvl="0" algn="just"/>
            <a:r>
              <a:rPr lang="en-US" sz="2400" dirty="0"/>
              <a:t>Sends data to Kafka brokers. </a:t>
            </a:r>
          </a:p>
          <a:p>
            <a:pPr lvl="0" algn="just"/>
            <a:r>
              <a:rPr lang="en-US" sz="2400" dirty="0"/>
              <a:t>Every time a producer publishes a message to a broker, the broker simply appends the message to a partition. </a:t>
            </a:r>
          </a:p>
          <a:p>
            <a:pPr lvl="0" algn="just"/>
            <a:r>
              <a:rPr lang="en-US" sz="2400" dirty="0"/>
              <a:t>Producer can also send messages to a partition of their choice.</a:t>
            </a:r>
            <a:endParaRPr lang="en-U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Producers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165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/>
              <a:t>The consumer acts as the receiver. </a:t>
            </a:r>
          </a:p>
          <a:p>
            <a:pPr lvl="0" algn="just"/>
            <a:r>
              <a:rPr lang="en-US" sz="2400" dirty="0"/>
              <a:t>Responsible for receiving or consuming a message. </a:t>
            </a:r>
          </a:p>
          <a:p>
            <a:pPr lvl="0" algn="just"/>
            <a:r>
              <a:rPr lang="en-US" sz="2400" dirty="0"/>
              <a:t>But it does not consume or receive a message directly from Kafka Producer. </a:t>
            </a:r>
          </a:p>
          <a:p>
            <a:pPr lvl="0" algn="just"/>
            <a:r>
              <a:rPr lang="en-US" sz="2400" dirty="0"/>
              <a:t>Producer pushes messages to the Kafka server or broker. </a:t>
            </a:r>
          </a:p>
          <a:p>
            <a:pPr lvl="0" algn="just"/>
            <a:r>
              <a:rPr lang="en-US" sz="2400" dirty="0"/>
              <a:t>The consumer can request a message from the Kafka broker. </a:t>
            </a:r>
          </a:p>
          <a:p>
            <a:pPr lvl="0" algn="just"/>
            <a:r>
              <a:rPr lang="en-US" sz="2400" dirty="0"/>
              <a:t>If the Kafka Consumer has enough permissions, it gets a message from the Kafka Broker.</a:t>
            </a:r>
            <a:endParaRPr lang="en-US" sz="1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Consumers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58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3DABD7-3B82-8E9A-4829-F8A8455BB4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A security mechanisms to manage and restrict access to Kafka resources, such as topics, consumer groups, and the Kafka cluster itself. </a:t>
            </a:r>
          </a:p>
          <a:p>
            <a:pPr algn="just"/>
            <a:r>
              <a:rPr lang="en-US" sz="2400" dirty="0"/>
              <a:t>Allows you to define permissions for different users or applications, specifying who can produce to, consume from, or perform administrative operations on Kafka topics and other resources.</a:t>
            </a:r>
          </a:p>
          <a:p>
            <a:pPr algn="just"/>
            <a:r>
              <a:rPr lang="en-US" sz="2400" dirty="0"/>
              <a:t>An ACL might allow a specific user to write to a topic named "orders" but restrict them from reading from it or performing any administrative tasks.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04B8A-0169-21B0-8A59-DEBCE98CA37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Access Control Lists (ACLs)</a:t>
            </a:r>
          </a:p>
        </p:txBody>
      </p:sp>
    </p:spTree>
    <p:extLst>
      <p:ext uri="{BB962C8B-B14F-4D97-AF65-F5344CB8AC3E}">
        <p14:creationId xmlns:p14="http://schemas.microsoft.com/office/powerpoint/2010/main" val="912257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59AD0-5E7B-F098-5742-42F978727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95" y="1989612"/>
            <a:ext cx="11113251" cy="849463"/>
          </a:xfrm>
        </p:spPr>
        <p:txBody>
          <a:bodyPr/>
          <a:lstStyle/>
          <a:p>
            <a:r>
              <a:rPr lang="en-US" sz="4800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C1920-2BB0-CF19-E66D-E3E3BC4A9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490" y="2948770"/>
            <a:ext cx="11122056" cy="2140312"/>
          </a:xfrm>
        </p:spPr>
        <p:txBody>
          <a:bodyPr>
            <a:normAutofit/>
          </a:bodyPr>
          <a:lstStyle/>
          <a:p>
            <a:r>
              <a:rPr lang="en-US" sz="4000" dirty="0"/>
              <a:t>Creating Consumers and Producers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670654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213765"/>
      </p:ext>
    </p:extLst>
  </p:cSld>
  <p:clrMapOvr>
    <a:masterClrMapping/>
  </p:clrMapOvr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24597</TotalTime>
  <Words>873</Words>
  <Application>Microsoft Office PowerPoint</Application>
  <PresentationFormat>Widescreen</PresentationFormat>
  <Paragraphs>91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 Light</vt:lpstr>
      <vt:lpstr>Roboto</vt:lpstr>
      <vt:lpstr>Arial</vt:lpstr>
      <vt:lpstr>Roboto Light</vt:lpstr>
      <vt:lpstr>Segoe UI</vt:lpstr>
      <vt:lpstr>Calibri</vt:lpstr>
      <vt:lpstr>ScholarHat Layout</vt:lpstr>
      <vt:lpstr>Agenda</vt:lpstr>
      <vt:lpstr>Kafka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Shailendra Chauhan</dc:creator>
  <cp:lastModifiedBy>Shailendra Chauhan</cp:lastModifiedBy>
  <cp:revision>941</cp:revision>
  <dcterms:created xsi:type="dcterms:W3CDTF">2015-04-26T09:42:00Z</dcterms:created>
  <dcterms:modified xsi:type="dcterms:W3CDTF">2024-08-12T17:04:47Z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1033-11.2.0.8934</vt:lpwstr>
  </property>
</Properties>
</file>