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notesMasterIdLst>
    <p:notesMasterId r:id="rId24"/>
  </p:notesMasterIdLst>
  <p:handoutMasterIdLst>
    <p:handoutMasterId r:id="rId25"/>
  </p:handoutMasterIdLst>
  <p:sldIdLst>
    <p:sldId id="534" r:id="rId2"/>
    <p:sldId id="504" r:id="rId3"/>
    <p:sldId id="505" r:id="rId4"/>
    <p:sldId id="499" r:id="rId5"/>
    <p:sldId id="500" r:id="rId6"/>
    <p:sldId id="510" r:id="rId7"/>
    <p:sldId id="511" r:id="rId8"/>
    <p:sldId id="512" r:id="rId9"/>
    <p:sldId id="503" r:id="rId10"/>
    <p:sldId id="513" r:id="rId11"/>
    <p:sldId id="531" r:id="rId12"/>
    <p:sldId id="508" r:id="rId13"/>
    <p:sldId id="530" r:id="rId14"/>
    <p:sldId id="523" r:id="rId15"/>
    <p:sldId id="524" r:id="rId16"/>
    <p:sldId id="520" r:id="rId17"/>
    <p:sldId id="526" r:id="rId18"/>
    <p:sldId id="506" r:id="rId19"/>
    <p:sldId id="535" r:id="rId20"/>
    <p:sldId id="532" r:id="rId21"/>
    <p:sldId id="529" r:id="rId22"/>
    <p:sldId id="52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F4814E"/>
    <a:srgbClr val="146BD8"/>
    <a:srgbClr val="F58F61"/>
    <a:srgbClr val="FFB061"/>
    <a:srgbClr val="FF9933"/>
    <a:srgbClr val="F2B044"/>
    <a:srgbClr val="BA8BDD"/>
    <a:srgbClr val="A365D1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7D1BF7-F57A-4993-BD22-5C872AD9E5C2}" v="11" dt="2025-06-01T17:07:14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9" autoAdjust="0"/>
    <p:restoredTop sz="83964" autoAdjust="0"/>
  </p:normalViewPr>
  <p:slideViewPr>
    <p:cSldViewPr snapToGrid="0">
      <p:cViewPr varScale="1">
        <p:scale>
          <a:sx n="122" d="100"/>
          <a:sy n="122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BA50DE5D-CDE3-46FD-AC15-973C317E74F0}"/>
    <pc:docChg chg="undo custSel addSld delSld modSld modMainMaster">
      <pc:chgData name="Shailendra Chauhan" userId="a7d3133f-e197-4b90-bf63-99a63a264234" providerId="ADAL" clId="{BA50DE5D-CDE3-46FD-AC15-973C317E74F0}" dt="2024-08-23T03:41:21.322" v="232" actId="27636"/>
      <pc:docMkLst>
        <pc:docMk/>
      </pc:docMkLst>
      <pc:sldChg chg="modSp">
        <pc:chgData name="Shailendra Chauhan" userId="a7d3133f-e197-4b90-bf63-99a63a264234" providerId="ADAL" clId="{BA50DE5D-CDE3-46FD-AC15-973C317E74F0}" dt="2024-08-14T04:37:46.583" v="8"/>
        <pc:sldMkLst>
          <pc:docMk/>
          <pc:sldMk cId="3313757085" sldId="499"/>
        </pc:sldMkLst>
      </pc:sldChg>
      <pc:sldChg chg="addSp delSp modSp mod modClrScheme chgLayout modNotesTx">
        <pc:chgData name="Shailendra Chauhan" userId="a7d3133f-e197-4b90-bf63-99a63a264234" providerId="ADAL" clId="{BA50DE5D-CDE3-46FD-AC15-973C317E74F0}" dt="2024-08-23T03:38:26.188" v="210" actId="208"/>
        <pc:sldMkLst>
          <pc:docMk/>
          <pc:sldMk cId="1845986038" sldId="500"/>
        </pc:sldMkLst>
      </pc:sldChg>
      <pc:sldChg chg="addSp delSp modSp mod modClrScheme chgLayout">
        <pc:chgData name="Shailendra Chauhan" userId="a7d3133f-e197-4b90-bf63-99a63a264234" providerId="ADAL" clId="{BA50DE5D-CDE3-46FD-AC15-973C317E74F0}" dt="2024-08-23T03:40:06.690" v="222" actId="208"/>
        <pc:sldMkLst>
          <pc:docMk/>
          <pc:sldMk cId="27883044" sldId="503"/>
        </pc:sldMkLst>
      </pc:sldChg>
      <pc:sldChg chg="modSp">
        <pc:chgData name="Shailendra Chauhan" userId="a7d3133f-e197-4b90-bf63-99a63a264234" providerId="ADAL" clId="{BA50DE5D-CDE3-46FD-AC15-973C317E74F0}" dt="2024-08-14T04:39:32.544" v="44" actId="2711"/>
        <pc:sldMkLst>
          <pc:docMk/>
          <pc:sldMk cId="23634620" sldId="504"/>
        </pc:sldMkLst>
      </pc:sldChg>
      <pc:sldChg chg="modSp mod modClrScheme chgLayout">
        <pc:chgData name="Shailendra Chauhan" userId="a7d3133f-e197-4b90-bf63-99a63a264234" providerId="ADAL" clId="{BA50DE5D-CDE3-46FD-AC15-973C317E74F0}" dt="2024-08-14T04:37:56.091" v="16" actId="27636"/>
        <pc:sldMkLst>
          <pc:docMk/>
          <pc:sldMk cId="1181478064" sldId="505"/>
        </pc:sldMkLst>
      </pc:sldChg>
      <pc:sldChg chg="modSp mod modClrScheme chgLayout">
        <pc:chgData name="Shailendra Chauhan" userId="a7d3133f-e197-4b90-bf63-99a63a264234" providerId="ADAL" clId="{BA50DE5D-CDE3-46FD-AC15-973C317E74F0}" dt="2024-08-23T03:41:21.322" v="232" actId="27636"/>
        <pc:sldMkLst>
          <pc:docMk/>
          <pc:sldMk cId="2201699612" sldId="506"/>
        </pc:sldMkLst>
      </pc:sldChg>
      <pc:sldChg chg="modSp del mod">
        <pc:chgData name="Shailendra Chauhan" userId="a7d3133f-e197-4b90-bf63-99a63a264234" providerId="ADAL" clId="{BA50DE5D-CDE3-46FD-AC15-973C317E74F0}" dt="2024-08-14T04:40:36.486" v="63" actId="2696"/>
        <pc:sldMkLst>
          <pc:docMk/>
          <pc:sldMk cId="2292986579" sldId="507"/>
        </pc:sldMkLst>
      </pc:sldChg>
      <pc:sldChg chg="addSp delSp modSp mod modClrScheme chgLayout">
        <pc:chgData name="Shailendra Chauhan" userId="a7d3133f-e197-4b90-bf63-99a63a264234" providerId="ADAL" clId="{BA50DE5D-CDE3-46FD-AC15-973C317E74F0}" dt="2024-08-16T04:30:33.684" v="193" actId="14100"/>
        <pc:sldMkLst>
          <pc:docMk/>
          <pc:sldMk cId="418086627" sldId="508"/>
        </pc:sldMkLst>
      </pc:sldChg>
      <pc:sldChg chg="modSp mod chgLayout">
        <pc:chgData name="Shailendra Chauhan" userId="a7d3133f-e197-4b90-bf63-99a63a264234" providerId="ADAL" clId="{BA50DE5D-CDE3-46FD-AC15-973C317E74F0}" dt="2024-08-14T04:38:08.571" v="18" actId="700"/>
        <pc:sldMkLst>
          <pc:docMk/>
          <pc:sldMk cId="541377258" sldId="510"/>
        </pc:sldMkLst>
      </pc:sldChg>
      <pc:sldChg chg="modSp">
        <pc:chgData name="Shailendra Chauhan" userId="a7d3133f-e197-4b90-bf63-99a63a264234" providerId="ADAL" clId="{BA50DE5D-CDE3-46FD-AC15-973C317E74F0}" dt="2024-08-14T04:37:46.583" v="8"/>
        <pc:sldMkLst>
          <pc:docMk/>
          <pc:sldMk cId="3872497485" sldId="511"/>
        </pc:sldMkLst>
      </pc:sldChg>
      <pc:sldChg chg="modSp">
        <pc:chgData name="Shailendra Chauhan" userId="a7d3133f-e197-4b90-bf63-99a63a264234" providerId="ADAL" clId="{BA50DE5D-CDE3-46FD-AC15-973C317E74F0}" dt="2024-08-14T04:37:46.583" v="8"/>
        <pc:sldMkLst>
          <pc:docMk/>
          <pc:sldMk cId="3997637222" sldId="512"/>
        </pc:sldMkLst>
      </pc:sldChg>
      <pc:sldChg chg="modSp">
        <pc:chgData name="Shailendra Chauhan" userId="a7d3133f-e197-4b90-bf63-99a63a264234" providerId="ADAL" clId="{BA50DE5D-CDE3-46FD-AC15-973C317E74F0}" dt="2024-08-14T04:37:46.583" v="8"/>
        <pc:sldMkLst>
          <pc:docMk/>
          <pc:sldMk cId="525369040" sldId="513"/>
        </pc:sldMkLst>
      </pc:sldChg>
      <pc:sldChg chg="modSp mod setBg modClrScheme chgLayout">
        <pc:chgData name="Shailendra Chauhan" userId="a7d3133f-e197-4b90-bf63-99a63a264234" providerId="ADAL" clId="{BA50DE5D-CDE3-46FD-AC15-973C317E74F0}" dt="2024-08-16T04:30:50.970" v="197" actId="700"/>
        <pc:sldMkLst>
          <pc:docMk/>
          <pc:sldMk cId="2559473400" sldId="520"/>
        </pc:sldMkLst>
      </pc:sldChg>
      <pc:sldChg chg="modSp mod modClrScheme chgLayout">
        <pc:chgData name="Shailendra Chauhan" userId="a7d3133f-e197-4b90-bf63-99a63a264234" providerId="ADAL" clId="{BA50DE5D-CDE3-46FD-AC15-973C317E74F0}" dt="2024-08-14T04:41:01.032" v="70" actId="700"/>
        <pc:sldMkLst>
          <pc:docMk/>
          <pc:sldMk cId="978551744" sldId="522"/>
        </pc:sldMkLst>
      </pc:sldChg>
      <pc:sldChg chg="modSp mod modClrScheme chgLayout">
        <pc:chgData name="Shailendra Chauhan" userId="a7d3133f-e197-4b90-bf63-99a63a264234" providerId="ADAL" clId="{BA50DE5D-CDE3-46FD-AC15-973C317E74F0}" dt="2024-08-16T04:30:43.452" v="195" actId="700"/>
        <pc:sldMkLst>
          <pc:docMk/>
          <pc:sldMk cId="599728049" sldId="523"/>
        </pc:sldMkLst>
      </pc:sldChg>
      <pc:sldChg chg="modSp mod modClrScheme chgLayout">
        <pc:chgData name="Shailendra Chauhan" userId="a7d3133f-e197-4b90-bf63-99a63a264234" providerId="ADAL" clId="{BA50DE5D-CDE3-46FD-AC15-973C317E74F0}" dt="2024-08-14T04:39:07.282" v="42" actId="700"/>
        <pc:sldMkLst>
          <pc:docMk/>
          <pc:sldMk cId="3792924463" sldId="524"/>
        </pc:sldMkLst>
      </pc:sldChg>
      <pc:sldChg chg="modSp mod modClrScheme modAnim chgLayout">
        <pc:chgData name="Shailendra Chauhan" userId="a7d3133f-e197-4b90-bf63-99a63a264234" providerId="ADAL" clId="{BA50DE5D-CDE3-46FD-AC15-973C317E74F0}" dt="2024-08-23T03:41:09.562" v="229" actId="27636"/>
        <pc:sldMkLst>
          <pc:docMk/>
          <pc:sldMk cId="1523870284" sldId="526"/>
        </pc:sldMkLst>
      </pc:sldChg>
      <pc:sldChg chg="modSp del mod modClrScheme chgLayout">
        <pc:chgData name="Shailendra Chauhan" userId="a7d3133f-e197-4b90-bf63-99a63a264234" providerId="ADAL" clId="{BA50DE5D-CDE3-46FD-AC15-973C317E74F0}" dt="2024-08-23T03:41:13.998" v="230" actId="2696"/>
        <pc:sldMkLst>
          <pc:docMk/>
          <pc:sldMk cId="597745285" sldId="528"/>
        </pc:sldMkLst>
      </pc:sldChg>
      <pc:sldChg chg="modSp mod modClrScheme chgLayout">
        <pc:chgData name="Shailendra Chauhan" userId="a7d3133f-e197-4b90-bf63-99a63a264234" providerId="ADAL" clId="{BA50DE5D-CDE3-46FD-AC15-973C317E74F0}" dt="2024-08-16T04:31:39.822" v="205" actId="207"/>
        <pc:sldMkLst>
          <pc:docMk/>
          <pc:sldMk cId="2616801358" sldId="529"/>
        </pc:sldMkLst>
      </pc:sldChg>
      <pc:sldChg chg="modSp mod">
        <pc:chgData name="Shailendra Chauhan" userId="a7d3133f-e197-4b90-bf63-99a63a264234" providerId="ADAL" clId="{BA50DE5D-CDE3-46FD-AC15-973C317E74F0}" dt="2024-08-14T04:38:55.501" v="40" actId="1035"/>
        <pc:sldMkLst>
          <pc:docMk/>
          <pc:sldMk cId="306067715" sldId="530"/>
        </pc:sldMkLst>
      </pc:sldChg>
      <pc:sldChg chg="modSp mod">
        <pc:chgData name="Shailendra Chauhan" userId="a7d3133f-e197-4b90-bf63-99a63a264234" providerId="ADAL" clId="{BA50DE5D-CDE3-46FD-AC15-973C317E74F0}" dt="2024-08-14T04:38:24.685" v="20" actId="1076"/>
        <pc:sldMkLst>
          <pc:docMk/>
          <pc:sldMk cId="2219752787" sldId="531"/>
        </pc:sldMkLst>
      </pc:sldChg>
      <pc:sldChg chg="modSp mod modClrScheme chgLayout">
        <pc:chgData name="Shailendra Chauhan" userId="a7d3133f-e197-4b90-bf63-99a63a264234" providerId="ADAL" clId="{BA50DE5D-CDE3-46FD-AC15-973C317E74F0}" dt="2024-08-16T04:31:16.674" v="201" actId="1076"/>
        <pc:sldMkLst>
          <pc:docMk/>
          <pc:sldMk cId="1667178148" sldId="532"/>
        </pc:sldMkLst>
      </pc:sldChg>
      <pc:sldChg chg="modSp mod">
        <pc:chgData name="Shailendra Chauhan" userId="a7d3133f-e197-4b90-bf63-99a63a264234" providerId="ADAL" clId="{BA50DE5D-CDE3-46FD-AC15-973C317E74F0}" dt="2024-08-14T04:37:46.619" v="9" actId="27636"/>
        <pc:sldMkLst>
          <pc:docMk/>
          <pc:sldMk cId="1273730658" sldId="534"/>
        </pc:sldMkLst>
      </pc:sldChg>
      <pc:sldChg chg="addSp delSp modSp new mod modClrScheme chgLayout">
        <pc:chgData name="Shailendra Chauhan" userId="a7d3133f-e197-4b90-bf63-99a63a264234" providerId="ADAL" clId="{BA50DE5D-CDE3-46FD-AC15-973C317E74F0}" dt="2024-08-14T04:40:33.236" v="62" actId="20577"/>
        <pc:sldMkLst>
          <pc:docMk/>
          <pc:sldMk cId="3329394365" sldId="535"/>
        </pc:sldMkLst>
      </pc:sldChg>
      <pc:sldMasterChg chg="delSldLayout modSldLayout">
        <pc:chgData name="Shailendra Chauhan" userId="a7d3133f-e197-4b90-bf63-99a63a264234" providerId="ADAL" clId="{BA50DE5D-CDE3-46FD-AC15-973C317E74F0}" dt="2024-08-14T04:40:36.486" v="63" actId="2696"/>
        <pc:sldMasterMkLst>
          <pc:docMk/>
          <pc:sldMasterMk cId="4202302446" sldId="2147483696"/>
        </pc:sldMasterMkLst>
        <pc:sldLayoutChg chg="delSp">
          <pc:chgData name="Shailendra Chauhan" userId="a7d3133f-e197-4b90-bf63-99a63a264234" providerId="ADAL" clId="{BA50DE5D-CDE3-46FD-AC15-973C317E74F0}" dt="2024-08-14T04:37:46.583" v="8"/>
          <pc:sldLayoutMkLst>
            <pc:docMk/>
            <pc:sldMasterMk cId="4202302446" sldId="2147483696"/>
            <pc:sldLayoutMk cId="2895442372" sldId="2147483722"/>
          </pc:sldLayoutMkLst>
        </pc:sldLayoutChg>
        <pc:sldLayoutChg chg="delSp del">
          <pc:chgData name="Shailendra Chauhan" userId="a7d3133f-e197-4b90-bf63-99a63a264234" providerId="ADAL" clId="{BA50DE5D-CDE3-46FD-AC15-973C317E74F0}" dt="2024-08-14T04:40:36.486" v="63" actId="2696"/>
          <pc:sldLayoutMkLst>
            <pc:docMk/>
            <pc:sldMasterMk cId="4202302446" sldId="2147483696"/>
            <pc:sldLayoutMk cId="1165043665" sldId="2147483723"/>
          </pc:sldLayoutMkLst>
        </pc:sldLayoutChg>
      </pc:sldMasterChg>
    </pc:docChg>
  </pc:docChgLst>
  <pc:docChgLst>
    <pc:chgData name="Shailendra Chauhan" userId="a7d3133f-e197-4b90-bf63-99a63a264234" providerId="ADAL" clId="{8C4399B3-6F3F-4CE1-8764-7E2109C7CD08}"/>
    <pc:docChg chg="modSld">
      <pc:chgData name="Shailendra Chauhan" userId="a7d3133f-e197-4b90-bf63-99a63a264234" providerId="ADAL" clId="{8C4399B3-6F3F-4CE1-8764-7E2109C7CD08}" dt="2025-05-05T10:25:27.808" v="1" actId="14100"/>
      <pc:docMkLst>
        <pc:docMk/>
      </pc:docMkLst>
      <pc:sldChg chg="modSp mod">
        <pc:chgData name="Shailendra Chauhan" userId="a7d3133f-e197-4b90-bf63-99a63a264234" providerId="ADAL" clId="{8C4399B3-6F3F-4CE1-8764-7E2109C7CD08}" dt="2025-04-26T02:15:34.920" v="0" actId="14100"/>
        <pc:sldMkLst>
          <pc:docMk/>
          <pc:sldMk cId="418086627" sldId="508"/>
        </pc:sldMkLst>
        <pc:picChg chg="mod">
          <ac:chgData name="Shailendra Chauhan" userId="a7d3133f-e197-4b90-bf63-99a63a264234" providerId="ADAL" clId="{8C4399B3-6F3F-4CE1-8764-7E2109C7CD08}" dt="2025-04-26T02:15:34.920" v="0" actId="14100"/>
          <ac:picMkLst>
            <pc:docMk/>
            <pc:sldMk cId="418086627" sldId="508"/>
            <ac:picMk id="3" creationId="{BA7B139F-6CC0-0388-14DB-748F3D69A4B3}"/>
          </ac:picMkLst>
        </pc:picChg>
      </pc:sldChg>
      <pc:sldChg chg="modSp mod">
        <pc:chgData name="Shailendra Chauhan" userId="a7d3133f-e197-4b90-bf63-99a63a264234" providerId="ADAL" clId="{8C4399B3-6F3F-4CE1-8764-7E2109C7CD08}" dt="2025-05-05T10:25:27.808" v="1" actId="14100"/>
        <pc:sldMkLst>
          <pc:docMk/>
          <pc:sldMk cId="306067715" sldId="530"/>
        </pc:sldMkLst>
        <pc:spChg chg="mod">
          <ac:chgData name="Shailendra Chauhan" userId="a7d3133f-e197-4b90-bf63-99a63a264234" providerId="ADAL" clId="{8C4399B3-6F3F-4CE1-8764-7E2109C7CD08}" dt="2025-05-05T10:25:27.808" v="1" actId="14100"/>
          <ac:spMkLst>
            <pc:docMk/>
            <pc:sldMk cId="306067715" sldId="530"/>
            <ac:spMk id="5" creationId="{C90310FC-8769-4CCF-9268-6DDD047D1DC1}"/>
          </ac:spMkLst>
        </pc:spChg>
      </pc:sldChg>
    </pc:docChg>
  </pc:docChgLst>
  <pc:docChgLst>
    <pc:chgData name="Shailendra Chauhan" userId="a7d3133f-e197-4b90-bf63-99a63a264234" providerId="ADAL" clId="{0B48C86D-6D8D-42B8-AEA5-7134CCA70AFF}"/>
    <pc:docChg chg="modSld">
      <pc:chgData name="Shailendra Chauhan" userId="a7d3133f-e197-4b90-bf63-99a63a264234" providerId="ADAL" clId="{0B48C86D-6D8D-42B8-AEA5-7134CCA70AFF}" dt="2024-11-24T12:24:50.918" v="0" actId="208"/>
      <pc:docMkLst>
        <pc:docMk/>
      </pc:docMkLst>
      <pc:sldChg chg="modSp">
        <pc:chgData name="Shailendra Chauhan" userId="a7d3133f-e197-4b90-bf63-99a63a264234" providerId="ADAL" clId="{0B48C86D-6D8D-42B8-AEA5-7134CCA70AFF}" dt="2024-11-24T12:24:50.918" v="0" actId="208"/>
        <pc:sldMkLst>
          <pc:docMk/>
          <pc:sldMk cId="3313757085" sldId="499"/>
        </pc:sldMkLst>
      </pc:sldChg>
    </pc:docChg>
  </pc:docChgLst>
  <pc:docChgLst>
    <pc:chgData name="Shailendra Chauhan" userId="a7d3133f-e197-4b90-bf63-99a63a264234" providerId="ADAL" clId="{A07D1BF7-F57A-4993-BD22-5C872AD9E5C2}"/>
    <pc:docChg chg="undo custSel modSld">
      <pc:chgData name="Shailendra Chauhan" userId="a7d3133f-e197-4b90-bf63-99a63a264234" providerId="ADAL" clId="{A07D1BF7-F57A-4993-BD22-5C872AD9E5C2}" dt="2025-06-01T17:08:28.056" v="15" actId="207"/>
      <pc:docMkLst>
        <pc:docMk/>
      </pc:docMkLst>
      <pc:sldChg chg="modSp mod">
        <pc:chgData name="Shailendra Chauhan" userId="a7d3133f-e197-4b90-bf63-99a63a264234" providerId="ADAL" clId="{A07D1BF7-F57A-4993-BD22-5C872AD9E5C2}" dt="2025-06-01T16:30:04.270" v="0" actId="1076"/>
        <pc:sldMkLst>
          <pc:docMk/>
          <pc:sldMk cId="3313757085" sldId="499"/>
        </pc:sldMkLst>
        <pc:graphicFrameChg chg="mod">
          <ac:chgData name="Shailendra Chauhan" userId="a7d3133f-e197-4b90-bf63-99a63a264234" providerId="ADAL" clId="{A07D1BF7-F57A-4993-BD22-5C872AD9E5C2}" dt="2025-06-01T16:30:04.270" v="0" actId="1076"/>
          <ac:graphicFrameMkLst>
            <pc:docMk/>
            <pc:sldMk cId="3313757085" sldId="499"/>
            <ac:graphicFrameMk id="4" creationId="{9A622A2A-F392-4945-A5C7-672133B1AE3D}"/>
          </ac:graphicFrameMkLst>
        </pc:graphicFrameChg>
      </pc:sldChg>
      <pc:sldChg chg="modSp mod">
        <pc:chgData name="Shailendra Chauhan" userId="a7d3133f-e197-4b90-bf63-99a63a264234" providerId="ADAL" clId="{A07D1BF7-F57A-4993-BD22-5C872AD9E5C2}" dt="2025-06-01T17:08:28.056" v="15" actId="207"/>
        <pc:sldMkLst>
          <pc:docMk/>
          <pc:sldMk cId="2559473400" sldId="520"/>
        </pc:sldMkLst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6" creationId="{87CD6794-AD2D-4A27-8DF9-77FA7BA7F4FA}"/>
          </ac:spMkLst>
        </pc:spChg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39" creationId="{DB2F34ED-433D-454B-8401-EBE56CAFFDD6}"/>
          </ac:spMkLst>
        </pc:spChg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40" creationId="{CF29F0E6-F60C-4C38-A0F1-DA6B3F786E59}"/>
          </ac:spMkLst>
        </pc:spChg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47" creationId="{5D5E79C5-9E9E-4558-8361-93F917DF7822}"/>
          </ac:spMkLst>
        </pc:spChg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50" creationId="{93B9FA38-0B92-4ABE-A27B-B0CD73FF5994}"/>
          </ac:spMkLst>
        </pc:spChg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58" creationId="{646049DD-30CC-434F-8F86-796A2153417C}"/>
          </ac:spMkLst>
        </pc:spChg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77" creationId="{F4D0DF39-38A3-4681-8941-80E716C632EA}"/>
          </ac:spMkLst>
        </pc:spChg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85" creationId="{0D59146A-5B30-4CB5-8915-8066A5222292}"/>
          </ac:spMkLst>
        </pc:spChg>
        <pc:spChg chg="mod">
          <ac:chgData name="Shailendra Chauhan" userId="a7d3133f-e197-4b90-bf63-99a63a264234" providerId="ADAL" clId="{A07D1BF7-F57A-4993-BD22-5C872AD9E5C2}" dt="2025-06-01T17:07:14.523" v="11" actId="1035"/>
          <ac:spMkLst>
            <pc:docMk/>
            <pc:sldMk cId="2559473400" sldId="520"/>
            <ac:spMk id="88" creationId="{AD3CD177-9D51-44BA-A31E-A7B92AA9C589}"/>
          </ac:spMkLst>
        </pc:spChg>
        <pc:spChg chg="mod ord">
          <ac:chgData name="Shailendra Chauhan" userId="a7d3133f-e197-4b90-bf63-99a63a264234" providerId="ADAL" clId="{A07D1BF7-F57A-4993-BD22-5C872AD9E5C2}" dt="2025-06-01T17:08:28.056" v="15" actId="207"/>
          <ac:spMkLst>
            <pc:docMk/>
            <pc:sldMk cId="2559473400" sldId="520"/>
            <ac:spMk id="91" creationId="{828496EC-343D-4E75-8E71-A6072B6D05A5}"/>
          </ac:spMkLst>
        </pc:spChg>
      </pc:sldChg>
    </pc:docChg>
  </pc:docChgLst>
  <pc:docChgLst>
    <pc:chgData name="Shailendra Chauhan" userId="a7d3133f-e197-4b90-bf63-99a63a264234" providerId="ADAL" clId="{AB9BA9CA-4957-49EC-8E19-0D9533E27BBB}"/>
    <pc:docChg chg="modSld">
      <pc:chgData name="Shailendra Chauhan" userId="a7d3133f-e197-4b90-bf63-99a63a264234" providerId="ADAL" clId="{AB9BA9CA-4957-49EC-8E19-0D9533E27BBB}" dt="2024-10-25T12:00:10.642" v="1" actId="1076"/>
      <pc:docMkLst>
        <pc:docMk/>
      </pc:docMkLst>
      <pc:sldChg chg="modSp mod">
        <pc:chgData name="Shailendra Chauhan" userId="a7d3133f-e197-4b90-bf63-99a63a264234" providerId="ADAL" clId="{AB9BA9CA-4957-49EC-8E19-0D9533E27BBB}" dt="2024-10-25T11:48:29.857" v="0" actId="208"/>
        <pc:sldMkLst>
          <pc:docMk/>
          <pc:sldMk cId="27883044" sldId="503"/>
        </pc:sldMkLst>
      </pc:sldChg>
      <pc:sldChg chg="modSp mod">
        <pc:chgData name="Shailendra Chauhan" userId="a7d3133f-e197-4b90-bf63-99a63a264234" providerId="ADAL" clId="{AB9BA9CA-4957-49EC-8E19-0D9533E27BBB}" dt="2024-10-25T12:00:10.642" v="1" actId="1076"/>
        <pc:sldMkLst>
          <pc:docMk/>
          <pc:sldMk cId="599728049" sldId="523"/>
        </pc:sldMkLst>
      </pc:sldChg>
    </pc:docChg>
  </pc:docChgLst>
  <pc:docChgLst>
    <pc:chgData name="Shailendra Chauhan" userId="a7d3133f-e197-4b90-bf63-99a63a264234" providerId="ADAL" clId="{A6273FCD-20B5-48AF-9FC3-0804643D453C}"/>
    <pc:docChg chg="custSel modSld">
      <pc:chgData name="Shailendra Chauhan" userId="a7d3133f-e197-4b90-bf63-99a63a264234" providerId="ADAL" clId="{A6273FCD-20B5-48AF-9FC3-0804643D453C}" dt="2025-01-26T17:19:24.193" v="11" actId="20577"/>
      <pc:docMkLst>
        <pc:docMk/>
      </pc:docMkLst>
      <pc:sldChg chg="addSp modSp mod">
        <pc:chgData name="Shailendra Chauhan" userId="a7d3133f-e197-4b90-bf63-99a63a264234" providerId="ADAL" clId="{A6273FCD-20B5-48AF-9FC3-0804643D453C}" dt="2025-01-26T17:19:24.193" v="11" actId="20577"/>
        <pc:sldMkLst>
          <pc:docMk/>
          <pc:sldMk cId="306067715" sldId="530"/>
        </pc:sldMkLst>
      </pc:sldChg>
    </pc:docChg>
  </pc:docChgLst>
  <pc:docChgLst>
    <pc:chgData name="Shailendra Chauhan" userId="a7d3133f-e197-4b90-bf63-99a63a264234" providerId="ADAL" clId="{027AE890-CC77-44C9-AEA4-2E38FD401F0C}"/>
    <pc:docChg chg="modSld">
      <pc:chgData name="Shailendra Chauhan" userId="a7d3133f-e197-4b90-bf63-99a63a264234" providerId="ADAL" clId="{027AE890-CC77-44C9-AEA4-2E38FD401F0C}" dt="2024-09-29T13:19:15.755" v="63" actId="1035"/>
      <pc:docMkLst>
        <pc:docMk/>
      </pc:docMkLst>
      <pc:sldChg chg="modSp mod">
        <pc:chgData name="Shailendra Chauhan" userId="a7d3133f-e197-4b90-bf63-99a63a264234" providerId="ADAL" clId="{027AE890-CC77-44C9-AEA4-2E38FD401F0C}" dt="2024-09-28T13:55:06.271" v="6" actId="404"/>
        <pc:sldMkLst>
          <pc:docMk/>
          <pc:sldMk cId="3313757085" sldId="499"/>
        </pc:sldMkLst>
      </pc:sldChg>
      <pc:sldChg chg="modSp mod">
        <pc:chgData name="Shailendra Chauhan" userId="a7d3133f-e197-4b90-bf63-99a63a264234" providerId="ADAL" clId="{027AE890-CC77-44C9-AEA4-2E38FD401F0C}" dt="2024-09-29T12:10:50.228" v="32" actId="20577"/>
        <pc:sldMkLst>
          <pc:docMk/>
          <pc:sldMk cId="1845986038" sldId="500"/>
        </pc:sldMkLst>
      </pc:sldChg>
      <pc:sldChg chg="modSp">
        <pc:chgData name="Shailendra Chauhan" userId="a7d3133f-e197-4b90-bf63-99a63a264234" providerId="ADAL" clId="{027AE890-CC77-44C9-AEA4-2E38FD401F0C}" dt="2024-09-29T12:26:12.438" v="53" actId="114"/>
        <pc:sldMkLst>
          <pc:docMk/>
          <pc:sldMk cId="306067715" sldId="530"/>
        </pc:sldMkLst>
      </pc:sldChg>
      <pc:sldChg chg="modSp mod">
        <pc:chgData name="Shailendra Chauhan" userId="a7d3133f-e197-4b90-bf63-99a63a264234" providerId="ADAL" clId="{027AE890-CC77-44C9-AEA4-2E38FD401F0C}" dt="2024-09-29T13:19:15.755" v="63" actId="1035"/>
        <pc:sldMkLst>
          <pc:docMk/>
          <pc:sldMk cId="1667178148" sldId="532"/>
        </pc:sldMkLst>
      </pc:sldChg>
    </pc:docChg>
  </pc:docChgLst>
  <pc:docChgLst>
    <pc:chgData name="Shailendra Chauhan" userId="a7d3133f-e197-4b90-bf63-99a63a264234" providerId="ADAL" clId="{E23E9633-6FC9-4BAD-9805-694E88464E3A}"/>
    <pc:docChg chg="modSld">
      <pc:chgData name="Shailendra Chauhan" userId="a7d3133f-e197-4b90-bf63-99a63a264234" providerId="ADAL" clId="{E23E9633-6FC9-4BAD-9805-694E88464E3A}" dt="2025-03-09T05:11:17.232" v="7" actId="20577"/>
      <pc:docMkLst>
        <pc:docMk/>
      </pc:docMkLst>
      <pc:sldChg chg="modSp mod">
        <pc:chgData name="Shailendra Chauhan" userId="a7d3133f-e197-4b90-bf63-99a63a264234" providerId="ADAL" clId="{E23E9633-6FC9-4BAD-9805-694E88464E3A}" dt="2025-03-09T05:11:17.232" v="7" actId="20577"/>
        <pc:sldMkLst>
          <pc:docMk/>
          <pc:sldMk cId="306067715" sldId="530"/>
        </pc:sldMkLst>
        <pc:spChg chg="mod">
          <ac:chgData name="Shailendra Chauhan" userId="a7d3133f-e197-4b90-bf63-99a63a264234" providerId="ADAL" clId="{E23E9633-6FC9-4BAD-9805-694E88464E3A}" dt="2025-03-09T05:11:17.232" v="7" actId="20577"/>
          <ac:spMkLst>
            <pc:docMk/>
            <pc:sldMk cId="306067715" sldId="530"/>
            <ac:spMk id="5" creationId="{C90310FC-8769-4CCF-9268-6DDD047D1DC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204A53-488C-4512-9494-2F3D26BCDF0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091C790-E5D7-420E-80D6-5733893D9717}">
      <dgm:prSet phldrT="[Text]" custT="1"/>
      <dgm:spPr/>
      <dgm:t>
        <a:bodyPr/>
        <a:lstStyle/>
        <a:p>
          <a:r>
            <a:rPr lang="en-IN" sz="2000" dirty="0"/>
            <a:t>Docker Networking</a:t>
          </a:r>
        </a:p>
      </dgm:t>
    </dgm:pt>
    <dgm:pt modelId="{D1314332-335B-447B-A3DE-1C6E998C1944}" type="parTrans" cxnId="{F00B9DE5-36CA-418D-A9BC-4D05BF47775A}">
      <dgm:prSet/>
      <dgm:spPr/>
      <dgm:t>
        <a:bodyPr/>
        <a:lstStyle/>
        <a:p>
          <a:endParaRPr lang="en-IN"/>
        </a:p>
      </dgm:t>
    </dgm:pt>
    <dgm:pt modelId="{8DB34967-A3F9-48C3-86DC-2A6919C9BC18}" type="sibTrans" cxnId="{F00B9DE5-36CA-418D-A9BC-4D05BF47775A}">
      <dgm:prSet/>
      <dgm:spPr/>
      <dgm:t>
        <a:bodyPr/>
        <a:lstStyle/>
        <a:p>
          <a:endParaRPr lang="en-IN"/>
        </a:p>
      </dgm:t>
    </dgm:pt>
    <dgm:pt modelId="{5D6C3765-D382-4A67-911D-68EB37ACEC3F}">
      <dgm:prSet phldrT="[Text]" custT="1"/>
      <dgm:spPr>
        <a:ln>
          <a:solidFill>
            <a:srgbClr val="92D050"/>
          </a:solidFill>
        </a:ln>
      </dgm:spPr>
      <dgm:t>
        <a:bodyPr/>
        <a:lstStyle/>
        <a:p>
          <a:r>
            <a:rPr lang="en-IN" sz="2000" dirty="0"/>
            <a:t>Bridge</a:t>
          </a:r>
        </a:p>
      </dgm:t>
    </dgm:pt>
    <dgm:pt modelId="{D63DDECA-E8A8-452C-B64C-72861959A7D1}" type="parTrans" cxnId="{A17A2A89-A606-42D8-93CA-D66396C2E3C9}">
      <dgm:prSet/>
      <dgm:spPr/>
      <dgm:t>
        <a:bodyPr/>
        <a:lstStyle/>
        <a:p>
          <a:endParaRPr lang="en-IN"/>
        </a:p>
      </dgm:t>
    </dgm:pt>
    <dgm:pt modelId="{793999BC-BCE5-4786-875B-6B3E2614A2AF}" type="sibTrans" cxnId="{A17A2A89-A606-42D8-93CA-D66396C2E3C9}">
      <dgm:prSet/>
      <dgm:spPr/>
      <dgm:t>
        <a:bodyPr/>
        <a:lstStyle/>
        <a:p>
          <a:endParaRPr lang="en-IN"/>
        </a:p>
      </dgm:t>
    </dgm:pt>
    <dgm:pt modelId="{7C773A57-47E2-41BA-8CCC-93C999892D10}">
      <dgm:prSet phldrT="[Text]" custT="1"/>
      <dgm:spPr>
        <a:ln>
          <a:solidFill>
            <a:srgbClr val="F4814E"/>
          </a:solidFill>
        </a:ln>
      </dgm:spPr>
      <dgm:t>
        <a:bodyPr/>
        <a:lstStyle/>
        <a:p>
          <a:r>
            <a:rPr lang="en-IN" sz="2000" dirty="0"/>
            <a:t>Overlay</a:t>
          </a:r>
          <a:endParaRPr lang="en-IN" sz="2400" dirty="0"/>
        </a:p>
      </dgm:t>
    </dgm:pt>
    <dgm:pt modelId="{E1395EE7-9A2F-44A3-9D08-A63B43D88731}" type="parTrans" cxnId="{FB391E40-5BA8-483B-86DC-3B1427F8B354}">
      <dgm:prSet/>
      <dgm:spPr/>
      <dgm:t>
        <a:bodyPr/>
        <a:lstStyle/>
        <a:p>
          <a:endParaRPr lang="en-IN"/>
        </a:p>
      </dgm:t>
    </dgm:pt>
    <dgm:pt modelId="{E1899EF9-0674-41C5-A858-314CCFDCE2D9}" type="sibTrans" cxnId="{FB391E40-5BA8-483B-86DC-3B1427F8B354}">
      <dgm:prSet/>
      <dgm:spPr/>
      <dgm:t>
        <a:bodyPr/>
        <a:lstStyle/>
        <a:p>
          <a:endParaRPr lang="en-IN"/>
        </a:p>
      </dgm:t>
    </dgm:pt>
    <dgm:pt modelId="{88BC68B0-EB70-4C29-9843-61E553AA316D}">
      <dgm:prSet phldrT="[Text]" custT="1"/>
      <dgm:spPr>
        <a:ln>
          <a:solidFill>
            <a:schemeClr val="tx1">
              <a:lumMod val="75000"/>
              <a:lumOff val="25000"/>
            </a:schemeClr>
          </a:solidFill>
        </a:ln>
      </dgm:spPr>
      <dgm:t>
        <a:bodyPr/>
        <a:lstStyle/>
        <a:p>
          <a:r>
            <a:rPr lang="en-IN" sz="2000" dirty="0"/>
            <a:t>None</a:t>
          </a:r>
          <a:endParaRPr lang="en-IN" sz="2400" dirty="0"/>
        </a:p>
      </dgm:t>
    </dgm:pt>
    <dgm:pt modelId="{A054BDD5-7398-4C6C-B886-60038A66CAB0}" type="parTrans" cxnId="{8BF4C44C-B382-47A1-8A93-45B52C2D0F95}">
      <dgm:prSet/>
      <dgm:spPr/>
      <dgm:t>
        <a:bodyPr/>
        <a:lstStyle/>
        <a:p>
          <a:endParaRPr lang="en-IN"/>
        </a:p>
      </dgm:t>
    </dgm:pt>
    <dgm:pt modelId="{02150D90-2F77-498B-B65C-3D5D168596F6}" type="sibTrans" cxnId="{8BF4C44C-B382-47A1-8A93-45B52C2D0F95}">
      <dgm:prSet/>
      <dgm:spPr/>
      <dgm:t>
        <a:bodyPr/>
        <a:lstStyle/>
        <a:p>
          <a:endParaRPr lang="en-IN"/>
        </a:p>
      </dgm:t>
    </dgm:pt>
    <dgm:pt modelId="{88DACEF3-D737-468C-B57C-39FCFF69D5E6}">
      <dgm:prSet phldrT="[Text]" custT="1"/>
      <dgm:spPr>
        <a:ln>
          <a:solidFill>
            <a:srgbClr val="00B0F0"/>
          </a:solidFill>
        </a:ln>
      </dgm:spPr>
      <dgm:t>
        <a:bodyPr/>
        <a:lstStyle/>
        <a:p>
          <a:r>
            <a:rPr lang="en-IN" sz="2000" dirty="0"/>
            <a:t>Host</a:t>
          </a:r>
          <a:endParaRPr lang="en-IN" sz="2400" dirty="0"/>
        </a:p>
      </dgm:t>
    </dgm:pt>
    <dgm:pt modelId="{6CC71276-52E5-4024-B8A5-1E1683D9591D}" type="parTrans" cxnId="{DEDCA198-1094-4EF0-B787-3810473CB82A}">
      <dgm:prSet/>
      <dgm:spPr/>
      <dgm:t>
        <a:bodyPr/>
        <a:lstStyle/>
        <a:p>
          <a:endParaRPr lang="en-IN"/>
        </a:p>
      </dgm:t>
    </dgm:pt>
    <dgm:pt modelId="{EE15274D-4ADD-4599-88CF-F0C5283DCAB7}" type="sibTrans" cxnId="{DEDCA198-1094-4EF0-B787-3810473CB82A}">
      <dgm:prSet/>
      <dgm:spPr/>
      <dgm:t>
        <a:bodyPr/>
        <a:lstStyle/>
        <a:p>
          <a:endParaRPr lang="en-IN"/>
        </a:p>
      </dgm:t>
    </dgm:pt>
    <dgm:pt modelId="{EEC1F22A-AA8D-49E2-B4B2-B61CF31F3A6F}">
      <dgm:prSet phldrT="[Text]" custT="1"/>
      <dgm:spPr>
        <a:ln>
          <a:solidFill>
            <a:schemeClr val="accent2">
              <a:lumMod val="20000"/>
              <a:lumOff val="80000"/>
            </a:schemeClr>
          </a:solidFill>
        </a:ln>
      </dgm:spPr>
      <dgm:t>
        <a:bodyPr/>
        <a:lstStyle/>
        <a:p>
          <a:r>
            <a:rPr lang="en-IN" sz="2000" dirty="0"/>
            <a:t>Single Host</a:t>
          </a:r>
        </a:p>
      </dgm:t>
    </dgm:pt>
    <dgm:pt modelId="{95EF6FE6-5F0A-475F-A69B-E84ABC3ABFED}" type="parTrans" cxnId="{7FA685A3-6DFB-429B-A158-957A0143A656}">
      <dgm:prSet/>
      <dgm:spPr/>
      <dgm:t>
        <a:bodyPr/>
        <a:lstStyle/>
        <a:p>
          <a:endParaRPr lang="en-IN"/>
        </a:p>
      </dgm:t>
    </dgm:pt>
    <dgm:pt modelId="{21EE4DE9-3CA1-4894-9148-C8CB6AEFAFA1}" type="sibTrans" cxnId="{7FA685A3-6DFB-429B-A158-957A0143A656}">
      <dgm:prSet/>
      <dgm:spPr/>
      <dgm:t>
        <a:bodyPr/>
        <a:lstStyle/>
        <a:p>
          <a:endParaRPr lang="en-IN"/>
        </a:p>
      </dgm:t>
    </dgm:pt>
    <dgm:pt modelId="{81565468-9B21-451C-94FF-7B3B24B08C39}">
      <dgm:prSet phldrT="[Text]" custT="1"/>
      <dgm:spPr>
        <a:ln>
          <a:solidFill>
            <a:srgbClr val="7030A0"/>
          </a:solidFill>
        </a:ln>
      </dgm:spPr>
      <dgm:t>
        <a:bodyPr/>
        <a:lstStyle/>
        <a:p>
          <a:r>
            <a:rPr lang="en-IN" sz="2000" dirty="0"/>
            <a:t>Multi Host</a:t>
          </a:r>
        </a:p>
      </dgm:t>
    </dgm:pt>
    <dgm:pt modelId="{DEC931FD-D9F7-4972-AB5E-625850F4143F}" type="parTrans" cxnId="{457ABA2E-42C5-45FE-AE4A-4A456EF3D34A}">
      <dgm:prSet/>
      <dgm:spPr/>
      <dgm:t>
        <a:bodyPr/>
        <a:lstStyle/>
        <a:p>
          <a:endParaRPr lang="en-IN"/>
        </a:p>
      </dgm:t>
    </dgm:pt>
    <dgm:pt modelId="{011B9C1F-4EF8-4A92-8414-4CE103DEA19E}" type="sibTrans" cxnId="{457ABA2E-42C5-45FE-AE4A-4A456EF3D34A}">
      <dgm:prSet/>
      <dgm:spPr/>
      <dgm:t>
        <a:bodyPr/>
        <a:lstStyle/>
        <a:p>
          <a:endParaRPr lang="en-IN"/>
        </a:p>
      </dgm:t>
    </dgm:pt>
    <dgm:pt modelId="{7A62AFC1-3919-46EB-BA1C-7E7D7954D903}" type="pres">
      <dgm:prSet presAssocID="{87204A53-488C-4512-9494-2F3D26BCDF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F4EC550-5307-49CB-949F-11264644D8BD}" type="pres">
      <dgm:prSet presAssocID="{1091C790-E5D7-420E-80D6-5733893D9717}" presName="hierRoot1" presStyleCnt="0"/>
      <dgm:spPr/>
    </dgm:pt>
    <dgm:pt modelId="{33333E59-00D3-4022-9731-8A7650914F1E}" type="pres">
      <dgm:prSet presAssocID="{1091C790-E5D7-420E-80D6-5733893D9717}" presName="composite" presStyleCnt="0"/>
      <dgm:spPr/>
    </dgm:pt>
    <dgm:pt modelId="{6C9EA2FA-3BD3-4C7C-9AE0-3AB343EC9331}" type="pres">
      <dgm:prSet presAssocID="{1091C790-E5D7-420E-80D6-5733893D9717}" presName="background" presStyleLbl="node0" presStyleIdx="0" presStyleCnt="1"/>
      <dgm:spPr/>
    </dgm:pt>
    <dgm:pt modelId="{42EB88E9-D2A9-45DF-8217-3FBAE5C94CB5}" type="pres">
      <dgm:prSet presAssocID="{1091C790-E5D7-420E-80D6-5733893D9717}" presName="text" presStyleLbl="fgAcc0" presStyleIdx="0" presStyleCnt="1" custScaleX="119994">
        <dgm:presLayoutVars>
          <dgm:chPref val="3"/>
        </dgm:presLayoutVars>
      </dgm:prSet>
      <dgm:spPr/>
    </dgm:pt>
    <dgm:pt modelId="{1C8AAD7C-5CDA-4425-87B8-0D0C3EED9CA4}" type="pres">
      <dgm:prSet presAssocID="{1091C790-E5D7-420E-80D6-5733893D9717}" presName="hierChild2" presStyleCnt="0"/>
      <dgm:spPr/>
    </dgm:pt>
    <dgm:pt modelId="{9C118D0A-0EA7-4505-B9AD-32B3964D6FBA}" type="pres">
      <dgm:prSet presAssocID="{95EF6FE6-5F0A-475F-A69B-E84ABC3ABFED}" presName="Name10" presStyleLbl="parChTrans1D2" presStyleIdx="0" presStyleCnt="2"/>
      <dgm:spPr/>
    </dgm:pt>
    <dgm:pt modelId="{E33E4ADA-0BE3-417A-B517-223540162CA6}" type="pres">
      <dgm:prSet presAssocID="{EEC1F22A-AA8D-49E2-B4B2-B61CF31F3A6F}" presName="hierRoot2" presStyleCnt="0"/>
      <dgm:spPr/>
    </dgm:pt>
    <dgm:pt modelId="{180ADBFC-CC7D-4D94-BA5D-659594614C45}" type="pres">
      <dgm:prSet presAssocID="{EEC1F22A-AA8D-49E2-B4B2-B61CF31F3A6F}" presName="composite2" presStyleCnt="0"/>
      <dgm:spPr/>
    </dgm:pt>
    <dgm:pt modelId="{C8A6381B-4D0E-4AD5-96DC-72BC9AF0C40B}" type="pres">
      <dgm:prSet presAssocID="{EEC1F22A-AA8D-49E2-B4B2-B61CF31F3A6F}" presName="background2" presStyleLbl="node2" presStyleIdx="0" presStyleCnt="2"/>
      <dgm:spPr/>
    </dgm:pt>
    <dgm:pt modelId="{39F8101A-EF14-44F1-981B-103F3C5AB35E}" type="pres">
      <dgm:prSet presAssocID="{EEC1F22A-AA8D-49E2-B4B2-B61CF31F3A6F}" presName="text2" presStyleLbl="fgAcc2" presStyleIdx="0" presStyleCnt="2" custScaleX="113229">
        <dgm:presLayoutVars>
          <dgm:chPref val="3"/>
        </dgm:presLayoutVars>
      </dgm:prSet>
      <dgm:spPr/>
    </dgm:pt>
    <dgm:pt modelId="{FEE952CC-2057-4929-93DB-1BC6A9DE729D}" type="pres">
      <dgm:prSet presAssocID="{EEC1F22A-AA8D-49E2-B4B2-B61CF31F3A6F}" presName="hierChild3" presStyleCnt="0"/>
      <dgm:spPr/>
    </dgm:pt>
    <dgm:pt modelId="{65E1C680-7F1A-4ADC-8DD1-BE82C23DC921}" type="pres">
      <dgm:prSet presAssocID="{D63DDECA-E8A8-452C-B64C-72861959A7D1}" presName="Name17" presStyleLbl="parChTrans1D3" presStyleIdx="0" presStyleCnt="4"/>
      <dgm:spPr/>
    </dgm:pt>
    <dgm:pt modelId="{374940C2-8815-4797-B0EE-D5209C599E27}" type="pres">
      <dgm:prSet presAssocID="{5D6C3765-D382-4A67-911D-68EB37ACEC3F}" presName="hierRoot3" presStyleCnt="0"/>
      <dgm:spPr/>
    </dgm:pt>
    <dgm:pt modelId="{D9F5A5C7-C3E1-4183-B81D-8CF434515196}" type="pres">
      <dgm:prSet presAssocID="{5D6C3765-D382-4A67-911D-68EB37ACEC3F}" presName="composite3" presStyleCnt="0"/>
      <dgm:spPr/>
    </dgm:pt>
    <dgm:pt modelId="{235E5703-A292-46C3-8334-D2055278F765}" type="pres">
      <dgm:prSet presAssocID="{5D6C3765-D382-4A67-911D-68EB37ACEC3F}" presName="background3" presStyleLbl="node3" presStyleIdx="0" presStyleCnt="4"/>
      <dgm:spPr/>
    </dgm:pt>
    <dgm:pt modelId="{54DB5025-F4A5-41B0-B270-44221B3D6921}" type="pres">
      <dgm:prSet presAssocID="{5D6C3765-D382-4A67-911D-68EB37ACEC3F}" presName="text3" presStyleLbl="fgAcc3" presStyleIdx="0" presStyleCnt="4">
        <dgm:presLayoutVars>
          <dgm:chPref val="3"/>
        </dgm:presLayoutVars>
      </dgm:prSet>
      <dgm:spPr/>
    </dgm:pt>
    <dgm:pt modelId="{D64D6834-7905-4A89-B6B6-FDBF582C5542}" type="pres">
      <dgm:prSet presAssocID="{5D6C3765-D382-4A67-911D-68EB37ACEC3F}" presName="hierChild4" presStyleCnt="0"/>
      <dgm:spPr/>
    </dgm:pt>
    <dgm:pt modelId="{C336EBF7-676B-453B-9BB4-3CCE1BC4CDC3}" type="pres">
      <dgm:prSet presAssocID="{6CC71276-52E5-4024-B8A5-1E1683D9591D}" presName="Name17" presStyleLbl="parChTrans1D3" presStyleIdx="1" presStyleCnt="4"/>
      <dgm:spPr/>
    </dgm:pt>
    <dgm:pt modelId="{F025306F-9603-44AA-9067-3060C7F19301}" type="pres">
      <dgm:prSet presAssocID="{88DACEF3-D737-468C-B57C-39FCFF69D5E6}" presName="hierRoot3" presStyleCnt="0"/>
      <dgm:spPr/>
    </dgm:pt>
    <dgm:pt modelId="{659C98FD-3C5E-4240-9713-BB38D19EBCD3}" type="pres">
      <dgm:prSet presAssocID="{88DACEF3-D737-468C-B57C-39FCFF69D5E6}" presName="composite3" presStyleCnt="0"/>
      <dgm:spPr/>
    </dgm:pt>
    <dgm:pt modelId="{C02DA9E0-C6A5-4723-B710-27A1682A75FF}" type="pres">
      <dgm:prSet presAssocID="{88DACEF3-D737-468C-B57C-39FCFF69D5E6}" presName="background3" presStyleLbl="node3" presStyleIdx="1" presStyleCnt="4"/>
      <dgm:spPr>
        <a:solidFill>
          <a:srgbClr val="00B0F0"/>
        </a:solidFill>
      </dgm:spPr>
    </dgm:pt>
    <dgm:pt modelId="{88602906-EFC8-4B33-A040-DAC61BD572FB}" type="pres">
      <dgm:prSet presAssocID="{88DACEF3-D737-468C-B57C-39FCFF69D5E6}" presName="text3" presStyleLbl="fgAcc3" presStyleIdx="1" presStyleCnt="4">
        <dgm:presLayoutVars>
          <dgm:chPref val="3"/>
        </dgm:presLayoutVars>
      </dgm:prSet>
      <dgm:spPr/>
    </dgm:pt>
    <dgm:pt modelId="{E3ADDAE7-A471-451E-B31A-CBA2AFAF9AFA}" type="pres">
      <dgm:prSet presAssocID="{88DACEF3-D737-468C-B57C-39FCFF69D5E6}" presName="hierChild4" presStyleCnt="0"/>
      <dgm:spPr/>
    </dgm:pt>
    <dgm:pt modelId="{F61F64D8-36CF-4BE6-BF10-D918CB67A709}" type="pres">
      <dgm:prSet presAssocID="{A054BDD5-7398-4C6C-B886-60038A66CAB0}" presName="Name17" presStyleLbl="parChTrans1D3" presStyleIdx="2" presStyleCnt="4"/>
      <dgm:spPr/>
    </dgm:pt>
    <dgm:pt modelId="{7EA42DA0-E0A1-4632-9933-EFB616F5DA99}" type="pres">
      <dgm:prSet presAssocID="{88BC68B0-EB70-4C29-9843-61E553AA316D}" presName="hierRoot3" presStyleCnt="0"/>
      <dgm:spPr/>
    </dgm:pt>
    <dgm:pt modelId="{A11AB48E-0372-4052-8E06-E017936D60C3}" type="pres">
      <dgm:prSet presAssocID="{88BC68B0-EB70-4C29-9843-61E553AA316D}" presName="composite3" presStyleCnt="0"/>
      <dgm:spPr/>
    </dgm:pt>
    <dgm:pt modelId="{70B48CB4-9682-407C-BAC3-BC543B51AB6E}" type="pres">
      <dgm:prSet presAssocID="{88BC68B0-EB70-4C29-9843-61E553AA316D}" presName="background3" presStyleLbl="node3" presStyleIdx="2" presStyleCnt="4"/>
      <dgm:spPr>
        <a:solidFill>
          <a:schemeClr val="tx1">
            <a:lumMod val="65000"/>
            <a:lumOff val="35000"/>
          </a:schemeClr>
        </a:solidFill>
      </dgm:spPr>
    </dgm:pt>
    <dgm:pt modelId="{A3657F8F-AFFF-4C8B-8158-F2E3DDCFE2B2}" type="pres">
      <dgm:prSet presAssocID="{88BC68B0-EB70-4C29-9843-61E553AA316D}" presName="text3" presStyleLbl="fgAcc3" presStyleIdx="2" presStyleCnt="4">
        <dgm:presLayoutVars>
          <dgm:chPref val="3"/>
        </dgm:presLayoutVars>
      </dgm:prSet>
      <dgm:spPr/>
    </dgm:pt>
    <dgm:pt modelId="{AF7EE885-66F5-4300-A607-9FD06AE1453C}" type="pres">
      <dgm:prSet presAssocID="{88BC68B0-EB70-4C29-9843-61E553AA316D}" presName="hierChild4" presStyleCnt="0"/>
      <dgm:spPr/>
    </dgm:pt>
    <dgm:pt modelId="{00170B43-0671-4147-8346-68C81E82E3D6}" type="pres">
      <dgm:prSet presAssocID="{DEC931FD-D9F7-4972-AB5E-625850F4143F}" presName="Name10" presStyleLbl="parChTrans1D2" presStyleIdx="1" presStyleCnt="2"/>
      <dgm:spPr/>
    </dgm:pt>
    <dgm:pt modelId="{71CE81DC-8CDE-40D0-BB9E-A7763B054570}" type="pres">
      <dgm:prSet presAssocID="{81565468-9B21-451C-94FF-7B3B24B08C39}" presName="hierRoot2" presStyleCnt="0"/>
      <dgm:spPr/>
    </dgm:pt>
    <dgm:pt modelId="{52BE9608-69AF-45D4-9D12-91F79B7F3A3F}" type="pres">
      <dgm:prSet presAssocID="{81565468-9B21-451C-94FF-7B3B24B08C39}" presName="composite2" presStyleCnt="0"/>
      <dgm:spPr/>
    </dgm:pt>
    <dgm:pt modelId="{ACD9824E-A18C-4C8B-88ED-93F2ACFE801D}" type="pres">
      <dgm:prSet presAssocID="{81565468-9B21-451C-94FF-7B3B24B08C39}" presName="background2" presStyleLbl="node2" presStyleIdx="1" presStyleCnt="2"/>
      <dgm:spPr>
        <a:solidFill>
          <a:srgbClr val="7030A0"/>
        </a:solidFill>
      </dgm:spPr>
    </dgm:pt>
    <dgm:pt modelId="{023CD7BB-8E68-4DEC-9084-7A92F9F4D9DA}" type="pres">
      <dgm:prSet presAssocID="{81565468-9B21-451C-94FF-7B3B24B08C39}" presName="text2" presStyleLbl="fgAcc2" presStyleIdx="1" presStyleCnt="2" custScaleX="107741">
        <dgm:presLayoutVars>
          <dgm:chPref val="3"/>
        </dgm:presLayoutVars>
      </dgm:prSet>
      <dgm:spPr/>
    </dgm:pt>
    <dgm:pt modelId="{CB42919F-BF97-404F-80B4-FACFD4BFE91F}" type="pres">
      <dgm:prSet presAssocID="{81565468-9B21-451C-94FF-7B3B24B08C39}" presName="hierChild3" presStyleCnt="0"/>
      <dgm:spPr/>
    </dgm:pt>
    <dgm:pt modelId="{05424601-6F0F-46EE-979F-96DCC4151E18}" type="pres">
      <dgm:prSet presAssocID="{E1395EE7-9A2F-44A3-9D08-A63B43D88731}" presName="Name17" presStyleLbl="parChTrans1D3" presStyleIdx="3" presStyleCnt="4"/>
      <dgm:spPr/>
    </dgm:pt>
    <dgm:pt modelId="{9C9EC1F4-87B2-49D1-8066-EEA4BD3FA8B6}" type="pres">
      <dgm:prSet presAssocID="{7C773A57-47E2-41BA-8CCC-93C999892D10}" presName="hierRoot3" presStyleCnt="0"/>
      <dgm:spPr/>
    </dgm:pt>
    <dgm:pt modelId="{E2CCA19C-2960-4842-A30B-E6D69C4D7787}" type="pres">
      <dgm:prSet presAssocID="{7C773A57-47E2-41BA-8CCC-93C999892D10}" presName="composite3" presStyleCnt="0"/>
      <dgm:spPr/>
    </dgm:pt>
    <dgm:pt modelId="{08F08D0B-ECAF-4CBE-8BE8-87D99A04839A}" type="pres">
      <dgm:prSet presAssocID="{7C773A57-47E2-41BA-8CCC-93C999892D10}" presName="background3" presStyleLbl="node3" presStyleIdx="3" presStyleCnt="4"/>
      <dgm:spPr>
        <a:solidFill>
          <a:srgbClr val="F4814E"/>
        </a:solidFill>
      </dgm:spPr>
    </dgm:pt>
    <dgm:pt modelId="{C85E5CAE-BE6F-4034-B1DA-362DF55E7D74}" type="pres">
      <dgm:prSet presAssocID="{7C773A57-47E2-41BA-8CCC-93C999892D10}" presName="text3" presStyleLbl="fgAcc3" presStyleIdx="3" presStyleCnt="4">
        <dgm:presLayoutVars>
          <dgm:chPref val="3"/>
        </dgm:presLayoutVars>
      </dgm:prSet>
      <dgm:spPr/>
    </dgm:pt>
    <dgm:pt modelId="{9BF1D089-85C0-4D6F-976B-8F693A3FCE1A}" type="pres">
      <dgm:prSet presAssocID="{7C773A57-47E2-41BA-8CCC-93C999892D10}" presName="hierChild4" presStyleCnt="0"/>
      <dgm:spPr/>
    </dgm:pt>
  </dgm:ptLst>
  <dgm:cxnLst>
    <dgm:cxn modelId="{F3CDF40D-45ED-4375-8875-EEE13A29C2CB}" type="presOf" srcId="{1091C790-E5D7-420E-80D6-5733893D9717}" destId="{42EB88E9-D2A9-45DF-8217-3FBAE5C94CB5}" srcOrd="0" destOrd="0" presId="urn:microsoft.com/office/officeart/2005/8/layout/hierarchy1"/>
    <dgm:cxn modelId="{3B671715-FE10-4834-9AD8-48D63FAC0C13}" type="presOf" srcId="{D63DDECA-E8A8-452C-B64C-72861959A7D1}" destId="{65E1C680-7F1A-4ADC-8DD1-BE82C23DC921}" srcOrd="0" destOrd="0" presId="urn:microsoft.com/office/officeart/2005/8/layout/hierarchy1"/>
    <dgm:cxn modelId="{457ABA2E-42C5-45FE-AE4A-4A456EF3D34A}" srcId="{1091C790-E5D7-420E-80D6-5733893D9717}" destId="{81565468-9B21-451C-94FF-7B3B24B08C39}" srcOrd="1" destOrd="0" parTransId="{DEC931FD-D9F7-4972-AB5E-625850F4143F}" sibTransId="{011B9C1F-4EF8-4A92-8414-4CE103DEA19E}"/>
    <dgm:cxn modelId="{FB4DC436-C529-49E1-A34B-248D73F0C243}" type="presOf" srcId="{88BC68B0-EB70-4C29-9843-61E553AA316D}" destId="{A3657F8F-AFFF-4C8B-8158-F2E3DDCFE2B2}" srcOrd="0" destOrd="0" presId="urn:microsoft.com/office/officeart/2005/8/layout/hierarchy1"/>
    <dgm:cxn modelId="{B4937B3F-26D6-4F68-AE43-957E9817AE9B}" type="presOf" srcId="{EEC1F22A-AA8D-49E2-B4B2-B61CF31F3A6F}" destId="{39F8101A-EF14-44F1-981B-103F3C5AB35E}" srcOrd="0" destOrd="0" presId="urn:microsoft.com/office/officeart/2005/8/layout/hierarchy1"/>
    <dgm:cxn modelId="{FB391E40-5BA8-483B-86DC-3B1427F8B354}" srcId="{81565468-9B21-451C-94FF-7B3B24B08C39}" destId="{7C773A57-47E2-41BA-8CCC-93C999892D10}" srcOrd="0" destOrd="0" parTransId="{E1395EE7-9A2F-44A3-9D08-A63B43D88731}" sibTransId="{E1899EF9-0674-41C5-A858-314CCFDCE2D9}"/>
    <dgm:cxn modelId="{06409946-F133-41D0-AAE8-274153AF5D4E}" type="presOf" srcId="{7C773A57-47E2-41BA-8CCC-93C999892D10}" destId="{C85E5CAE-BE6F-4034-B1DA-362DF55E7D74}" srcOrd="0" destOrd="0" presId="urn:microsoft.com/office/officeart/2005/8/layout/hierarchy1"/>
    <dgm:cxn modelId="{8BF4C44C-B382-47A1-8A93-45B52C2D0F95}" srcId="{EEC1F22A-AA8D-49E2-B4B2-B61CF31F3A6F}" destId="{88BC68B0-EB70-4C29-9843-61E553AA316D}" srcOrd="2" destOrd="0" parTransId="{A054BDD5-7398-4C6C-B886-60038A66CAB0}" sibTransId="{02150D90-2F77-498B-B65C-3D5D168596F6}"/>
    <dgm:cxn modelId="{A17A2A89-A606-42D8-93CA-D66396C2E3C9}" srcId="{EEC1F22A-AA8D-49E2-B4B2-B61CF31F3A6F}" destId="{5D6C3765-D382-4A67-911D-68EB37ACEC3F}" srcOrd="0" destOrd="0" parTransId="{D63DDECA-E8A8-452C-B64C-72861959A7D1}" sibTransId="{793999BC-BCE5-4786-875B-6B3E2614A2AF}"/>
    <dgm:cxn modelId="{9D325390-1B83-4B45-BA52-45A0D5512D7B}" type="presOf" srcId="{88DACEF3-D737-468C-B57C-39FCFF69D5E6}" destId="{88602906-EFC8-4B33-A040-DAC61BD572FB}" srcOrd="0" destOrd="0" presId="urn:microsoft.com/office/officeart/2005/8/layout/hierarchy1"/>
    <dgm:cxn modelId="{DEDCA198-1094-4EF0-B787-3810473CB82A}" srcId="{EEC1F22A-AA8D-49E2-B4B2-B61CF31F3A6F}" destId="{88DACEF3-D737-468C-B57C-39FCFF69D5E6}" srcOrd="1" destOrd="0" parTransId="{6CC71276-52E5-4024-B8A5-1E1683D9591D}" sibTransId="{EE15274D-4ADD-4599-88CF-F0C5283DCAB7}"/>
    <dgm:cxn modelId="{7FA685A3-6DFB-429B-A158-957A0143A656}" srcId="{1091C790-E5D7-420E-80D6-5733893D9717}" destId="{EEC1F22A-AA8D-49E2-B4B2-B61CF31F3A6F}" srcOrd="0" destOrd="0" parTransId="{95EF6FE6-5F0A-475F-A69B-E84ABC3ABFED}" sibTransId="{21EE4DE9-3CA1-4894-9148-C8CB6AEFAFA1}"/>
    <dgm:cxn modelId="{5DE026AB-D687-4F5A-824B-0831A2662809}" type="presOf" srcId="{6CC71276-52E5-4024-B8A5-1E1683D9591D}" destId="{C336EBF7-676B-453B-9BB4-3CCE1BC4CDC3}" srcOrd="0" destOrd="0" presId="urn:microsoft.com/office/officeart/2005/8/layout/hierarchy1"/>
    <dgm:cxn modelId="{3C0776B3-215B-4993-B2CC-FDFBD7313003}" type="presOf" srcId="{5D6C3765-D382-4A67-911D-68EB37ACEC3F}" destId="{54DB5025-F4A5-41B0-B270-44221B3D6921}" srcOrd="0" destOrd="0" presId="urn:microsoft.com/office/officeart/2005/8/layout/hierarchy1"/>
    <dgm:cxn modelId="{5910A6B8-EB19-4B55-A491-C4C55129141A}" type="presOf" srcId="{A054BDD5-7398-4C6C-B886-60038A66CAB0}" destId="{F61F64D8-36CF-4BE6-BF10-D918CB67A709}" srcOrd="0" destOrd="0" presId="urn:microsoft.com/office/officeart/2005/8/layout/hierarchy1"/>
    <dgm:cxn modelId="{83F4DFC3-825B-4089-B8B6-C084361574CF}" type="presOf" srcId="{81565468-9B21-451C-94FF-7B3B24B08C39}" destId="{023CD7BB-8E68-4DEC-9084-7A92F9F4D9DA}" srcOrd="0" destOrd="0" presId="urn:microsoft.com/office/officeart/2005/8/layout/hierarchy1"/>
    <dgm:cxn modelId="{BD8517C5-5198-4E45-9AC3-C3D6851ED8CC}" type="presOf" srcId="{87204A53-488C-4512-9494-2F3D26BCDF0E}" destId="{7A62AFC1-3919-46EB-BA1C-7E7D7954D903}" srcOrd="0" destOrd="0" presId="urn:microsoft.com/office/officeart/2005/8/layout/hierarchy1"/>
    <dgm:cxn modelId="{1611EAD3-9C82-42BF-A1F4-276755C85337}" type="presOf" srcId="{95EF6FE6-5F0A-475F-A69B-E84ABC3ABFED}" destId="{9C118D0A-0EA7-4505-B9AD-32B3964D6FBA}" srcOrd="0" destOrd="0" presId="urn:microsoft.com/office/officeart/2005/8/layout/hierarchy1"/>
    <dgm:cxn modelId="{94A5E9D7-35BF-495C-AC87-6DFAE5CE7556}" type="presOf" srcId="{DEC931FD-D9F7-4972-AB5E-625850F4143F}" destId="{00170B43-0671-4147-8346-68C81E82E3D6}" srcOrd="0" destOrd="0" presId="urn:microsoft.com/office/officeart/2005/8/layout/hierarchy1"/>
    <dgm:cxn modelId="{F00B9DE5-36CA-418D-A9BC-4D05BF47775A}" srcId="{87204A53-488C-4512-9494-2F3D26BCDF0E}" destId="{1091C790-E5D7-420E-80D6-5733893D9717}" srcOrd="0" destOrd="0" parTransId="{D1314332-335B-447B-A3DE-1C6E998C1944}" sibTransId="{8DB34967-A3F9-48C3-86DC-2A6919C9BC18}"/>
    <dgm:cxn modelId="{0B320DF1-9DE2-4BE0-A3AA-450679A84BF8}" type="presOf" srcId="{E1395EE7-9A2F-44A3-9D08-A63B43D88731}" destId="{05424601-6F0F-46EE-979F-96DCC4151E18}" srcOrd="0" destOrd="0" presId="urn:microsoft.com/office/officeart/2005/8/layout/hierarchy1"/>
    <dgm:cxn modelId="{AE86B25E-84B3-47E2-965F-89B3E287C3A6}" type="presParOf" srcId="{7A62AFC1-3919-46EB-BA1C-7E7D7954D903}" destId="{9F4EC550-5307-49CB-949F-11264644D8BD}" srcOrd="0" destOrd="0" presId="urn:microsoft.com/office/officeart/2005/8/layout/hierarchy1"/>
    <dgm:cxn modelId="{83E85E5A-5FA2-437B-A917-9D064871F264}" type="presParOf" srcId="{9F4EC550-5307-49CB-949F-11264644D8BD}" destId="{33333E59-00D3-4022-9731-8A7650914F1E}" srcOrd="0" destOrd="0" presId="urn:microsoft.com/office/officeart/2005/8/layout/hierarchy1"/>
    <dgm:cxn modelId="{DB5C314E-2803-45A1-835B-5012260B92BB}" type="presParOf" srcId="{33333E59-00D3-4022-9731-8A7650914F1E}" destId="{6C9EA2FA-3BD3-4C7C-9AE0-3AB343EC9331}" srcOrd="0" destOrd="0" presId="urn:microsoft.com/office/officeart/2005/8/layout/hierarchy1"/>
    <dgm:cxn modelId="{BD5B8B69-28C6-410D-AE23-78AC3F9BA8B5}" type="presParOf" srcId="{33333E59-00D3-4022-9731-8A7650914F1E}" destId="{42EB88E9-D2A9-45DF-8217-3FBAE5C94CB5}" srcOrd="1" destOrd="0" presId="urn:microsoft.com/office/officeart/2005/8/layout/hierarchy1"/>
    <dgm:cxn modelId="{5B3E1793-F114-4D49-B816-8AA549187412}" type="presParOf" srcId="{9F4EC550-5307-49CB-949F-11264644D8BD}" destId="{1C8AAD7C-5CDA-4425-87B8-0D0C3EED9CA4}" srcOrd="1" destOrd="0" presId="urn:microsoft.com/office/officeart/2005/8/layout/hierarchy1"/>
    <dgm:cxn modelId="{99C0E384-0B5A-4535-AA87-704000587EF3}" type="presParOf" srcId="{1C8AAD7C-5CDA-4425-87B8-0D0C3EED9CA4}" destId="{9C118D0A-0EA7-4505-B9AD-32B3964D6FBA}" srcOrd="0" destOrd="0" presId="urn:microsoft.com/office/officeart/2005/8/layout/hierarchy1"/>
    <dgm:cxn modelId="{F96B78D0-4306-4A89-A442-A6285E570EB2}" type="presParOf" srcId="{1C8AAD7C-5CDA-4425-87B8-0D0C3EED9CA4}" destId="{E33E4ADA-0BE3-417A-B517-223540162CA6}" srcOrd="1" destOrd="0" presId="urn:microsoft.com/office/officeart/2005/8/layout/hierarchy1"/>
    <dgm:cxn modelId="{3A1084A7-2A39-4582-A83F-209C32FA3929}" type="presParOf" srcId="{E33E4ADA-0BE3-417A-B517-223540162CA6}" destId="{180ADBFC-CC7D-4D94-BA5D-659594614C45}" srcOrd="0" destOrd="0" presId="urn:microsoft.com/office/officeart/2005/8/layout/hierarchy1"/>
    <dgm:cxn modelId="{5F0BF379-E94C-4708-B791-828278C705D5}" type="presParOf" srcId="{180ADBFC-CC7D-4D94-BA5D-659594614C45}" destId="{C8A6381B-4D0E-4AD5-96DC-72BC9AF0C40B}" srcOrd="0" destOrd="0" presId="urn:microsoft.com/office/officeart/2005/8/layout/hierarchy1"/>
    <dgm:cxn modelId="{30C97E32-870B-4D92-9F60-D6F60907C26F}" type="presParOf" srcId="{180ADBFC-CC7D-4D94-BA5D-659594614C45}" destId="{39F8101A-EF14-44F1-981B-103F3C5AB35E}" srcOrd="1" destOrd="0" presId="urn:microsoft.com/office/officeart/2005/8/layout/hierarchy1"/>
    <dgm:cxn modelId="{A66383AE-1C84-4AF2-9262-1C225FEA1C94}" type="presParOf" srcId="{E33E4ADA-0BE3-417A-B517-223540162CA6}" destId="{FEE952CC-2057-4929-93DB-1BC6A9DE729D}" srcOrd="1" destOrd="0" presId="urn:microsoft.com/office/officeart/2005/8/layout/hierarchy1"/>
    <dgm:cxn modelId="{95157733-AB3F-42FE-877B-AFEEE3AE1F91}" type="presParOf" srcId="{FEE952CC-2057-4929-93DB-1BC6A9DE729D}" destId="{65E1C680-7F1A-4ADC-8DD1-BE82C23DC921}" srcOrd="0" destOrd="0" presId="urn:microsoft.com/office/officeart/2005/8/layout/hierarchy1"/>
    <dgm:cxn modelId="{BFB40B1C-EA0D-4463-8111-7A933430E251}" type="presParOf" srcId="{FEE952CC-2057-4929-93DB-1BC6A9DE729D}" destId="{374940C2-8815-4797-B0EE-D5209C599E27}" srcOrd="1" destOrd="0" presId="urn:microsoft.com/office/officeart/2005/8/layout/hierarchy1"/>
    <dgm:cxn modelId="{B68E37A3-A207-479D-8C4C-8C5E653C7E0C}" type="presParOf" srcId="{374940C2-8815-4797-B0EE-D5209C599E27}" destId="{D9F5A5C7-C3E1-4183-B81D-8CF434515196}" srcOrd="0" destOrd="0" presId="urn:microsoft.com/office/officeart/2005/8/layout/hierarchy1"/>
    <dgm:cxn modelId="{9DBAF2E0-D09E-4BBA-A25A-8AF3CDA59B0E}" type="presParOf" srcId="{D9F5A5C7-C3E1-4183-B81D-8CF434515196}" destId="{235E5703-A292-46C3-8334-D2055278F765}" srcOrd="0" destOrd="0" presId="urn:microsoft.com/office/officeart/2005/8/layout/hierarchy1"/>
    <dgm:cxn modelId="{82B1FF8A-F55A-4145-A13D-94EA39701D1C}" type="presParOf" srcId="{D9F5A5C7-C3E1-4183-B81D-8CF434515196}" destId="{54DB5025-F4A5-41B0-B270-44221B3D6921}" srcOrd="1" destOrd="0" presId="urn:microsoft.com/office/officeart/2005/8/layout/hierarchy1"/>
    <dgm:cxn modelId="{55EEF654-A81C-4E95-94BE-52B37D8A05E9}" type="presParOf" srcId="{374940C2-8815-4797-B0EE-D5209C599E27}" destId="{D64D6834-7905-4A89-B6B6-FDBF582C5542}" srcOrd="1" destOrd="0" presId="urn:microsoft.com/office/officeart/2005/8/layout/hierarchy1"/>
    <dgm:cxn modelId="{CDF47D0C-FD81-4EB6-B97B-3FCD8C70A012}" type="presParOf" srcId="{FEE952CC-2057-4929-93DB-1BC6A9DE729D}" destId="{C336EBF7-676B-453B-9BB4-3CCE1BC4CDC3}" srcOrd="2" destOrd="0" presId="urn:microsoft.com/office/officeart/2005/8/layout/hierarchy1"/>
    <dgm:cxn modelId="{BD99A827-6766-47D0-B207-CB16979EE5D5}" type="presParOf" srcId="{FEE952CC-2057-4929-93DB-1BC6A9DE729D}" destId="{F025306F-9603-44AA-9067-3060C7F19301}" srcOrd="3" destOrd="0" presId="urn:microsoft.com/office/officeart/2005/8/layout/hierarchy1"/>
    <dgm:cxn modelId="{33987545-EE45-460D-B9A7-E2C4A2A8A9E3}" type="presParOf" srcId="{F025306F-9603-44AA-9067-3060C7F19301}" destId="{659C98FD-3C5E-4240-9713-BB38D19EBCD3}" srcOrd="0" destOrd="0" presId="urn:microsoft.com/office/officeart/2005/8/layout/hierarchy1"/>
    <dgm:cxn modelId="{20E29FEF-FE42-44D0-AB9C-DB3CFE39F2A0}" type="presParOf" srcId="{659C98FD-3C5E-4240-9713-BB38D19EBCD3}" destId="{C02DA9E0-C6A5-4723-B710-27A1682A75FF}" srcOrd="0" destOrd="0" presId="urn:microsoft.com/office/officeart/2005/8/layout/hierarchy1"/>
    <dgm:cxn modelId="{3C954D3A-D1BB-4BEE-B8DB-182EBD14FBCD}" type="presParOf" srcId="{659C98FD-3C5E-4240-9713-BB38D19EBCD3}" destId="{88602906-EFC8-4B33-A040-DAC61BD572FB}" srcOrd="1" destOrd="0" presId="urn:microsoft.com/office/officeart/2005/8/layout/hierarchy1"/>
    <dgm:cxn modelId="{18430DAF-497F-4948-8BFE-2B4150CE4AEA}" type="presParOf" srcId="{F025306F-9603-44AA-9067-3060C7F19301}" destId="{E3ADDAE7-A471-451E-B31A-CBA2AFAF9AFA}" srcOrd="1" destOrd="0" presId="urn:microsoft.com/office/officeart/2005/8/layout/hierarchy1"/>
    <dgm:cxn modelId="{2D243775-1E74-4A31-97AE-6992C42FB7FD}" type="presParOf" srcId="{FEE952CC-2057-4929-93DB-1BC6A9DE729D}" destId="{F61F64D8-36CF-4BE6-BF10-D918CB67A709}" srcOrd="4" destOrd="0" presId="urn:microsoft.com/office/officeart/2005/8/layout/hierarchy1"/>
    <dgm:cxn modelId="{8737015D-7E58-44CB-861F-8081D86FC613}" type="presParOf" srcId="{FEE952CC-2057-4929-93DB-1BC6A9DE729D}" destId="{7EA42DA0-E0A1-4632-9933-EFB616F5DA99}" srcOrd="5" destOrd="0" presId="urn:microsoft.com/office/officeart/2005/8/layout/hierarchy1"/>
    <dgm:cxn modelId="{B3B3C3C7-2D75-4114-B849-6B158BF47E6C}" type="presParOf" srcId="{7EA42DA0-E0A1-4632-9933-EFB616F5DA99}" destId="{A11AB48E-0372-4052-8E06-E017936D60C3}" srcOrd="0" destOrd="0" presId="urn:microsoft.com/office/officeart/2005/8/layout/hierarchy1"/>
    <dgm:cxn modelId="{3AC5AD39-2459-4BC1-8649-8D878C1E9366}" type="presParOf" srcId="{A11AB48E-0372-4052-8E06-E017936D60C3}" destId="{70B48CB4-9682-407C-BAC3-BC543B51AB6E}" srcOrd="0" destOrd="0" presId="urn:microsoft.com/office/officeart/2005/8/layout/hierarchy1"/>
    <dgm:cxn modelId="{E5562F6E-0906-4A90-B503-22F8D9E498DD}" type="presParOf" srcId="{A11AB48E-0372-4052-8E06-E017936D60C3}" destId="{A3657F8F-AFFF-4C8B-8158-F2E3DDCFE2B2}" srcOrd="1" destOrd="0" presId="urn:microsoft.com/office/officeart/2005/8/layout/hierarchy1"/>
    <dgm:cxn modelId="{76A426AA-3329-4207-B51F-8295ED877157}" type="presParOf" srcId="{7EA42DA0-E0A1-4632-9933-EFB616F5DA99}" destId="{AF7EE885-66F5-4300-A607-9FD06AE1453C}" srcOrd="1" destOrd="0" presId="urn:microsoft.com/office/officeart/2005/8/layout/hierarchy1"/>
    <dgm:cxn modelId="{D720E122-7252-41B3-84DF-EBDBAED9DF7B}" type="presParOf" srcId="{1C8AAD7C-5CDA-4425-87B8-0D0C3EED9CA4}" destId="{00170B43-0671-4147-8346-68C81E82E3D6}" srcOrd="2" destOrd="0" presId="urn:microsoft.com/office/officeart/2005/8/layout/hierarchy1"/>
    <dgm:cxn modelId="{8039C930-2E26-4C5C-8116-B6E456AD6C54}" type="presParOf" srcId="{1C8AAD7C-5CDA-4425-87B8-0D0C3EED9CA4}" destId="{71CE81DC-8CDE-40D0-BB9E-A7763B054570}" srcOrd="3" destOrd="0" presId="urn:microsoft.com/office/officeart/2005/8/layout/hierarchy1"/>
    <dgm:cxn modelId="{D4B4BB57-576A-4634-8C4C-602C0D86DF40}" type="presParOf" srcId="{71CE81DC-8CDE-40D0-BB9E-A7763B054570}" destId="{52BE9608-69AF-45D4-9D12-91F79B7F3A3F}" srcOrd="0" destOrd="0" presId="urn:microsoft.com/office/officeart/2005/8/layout/hierarchy1"/>
    <dgm:cxn modelId="{70C7BBE3-A592-48B9-B7BC-D7388B8FCA1D}" type="presParOf" srcId="{52BE9608-69AF-45D4-9D12-91F79B7F3A3F}" destId="{ACD9824E-A18C-4C8B-88ED-93F2ACFE801D}" srcOrd="0" destOrd="0" presId="urn:microsoft.com/office/officeart/2005/8/layout/hierarchy1"/>
    <dgm:cxn modelId="{18D66EDD-85F2-4F12-91AB-6AB701556915}" type="presParOf" srcId="{52BE9608-69AF-45D4-9D12-91F79B7F3A3F}" destId="{023CD7BB-8E68-4DEC-9084-7A92F9F4D9DA}" srcOrd="1" destOrd="0" presId="urn:microsoft.com/office/officeart/2005/8/layout/hierarchy1"/>
    <dgm:cxn modelId="{017AF766-D267-45E7-9E82-3E4923956E14}" type="presParOf" srcId="{71CE81DC-8CDE-40D0-BB9E-A7763B054570}" destId="{CB42919F-BF97-404F-80B4-FACFD4BFE91F}" srcOrd="1" destOrd="0" presId="urn:microsoft.com/office/officeart/2005/8/layout/hierarchy1"/>
    <dgm:cxn modelId="{3AC2FC8F-03B6-4E1F-B829-B3B4630CDD78}" type="presParOf" srcId="{CB42919F-BF97-404F-80B4-FACFD4BFE91F}" destId="{05424601-6F0F-46EE-979F-96DCC4151E18}" srcOrd="0" destOrd="0" presId="urn:microsoft.com/office/officeart/2005/8/layout/hierarchy1"/>
    <dgm:cxn modelId="{D9815A25-0D1F-4570-AB3F-6D0D46A1F1A8}" type="presParOf" srcId="{CB42919F-BF97-404F-80B4-FACFD4BFE91F}" destId="{9C9EC1F4-87B2-49D1-8066-EEA4BD3FA8B6}" srcOrd="1" destOrd="0" presId="urn:microsoft.com/office/officeart/2005/8/layout/hierarchy1"/>
    <dgm:cxn modelId="{AE89B2C0-9EC9-43F1-97DD-DCD7625B46D2}" type="presParOf" srcId="{9C9EC1F4-87B2-49D1-8066-EEA4BD3FA8B6}" destId="{E2CCA19C-2960-4842-A30B-E6D69C4D7787}" srcOrd="0" destOrd="0" presId="urn:microsoft.com/office/officeart/2005/8/layout/hierarchy1"/>
    <dgm:cxn modelId="{CAD202CB-21A3-4FF3-AE14-E014064467B6}" type="presParOf" srcId="{E2CCA19C-2960-4842-A30B-E6D69C4D7787}" destId="{08F08D0B-ECAF-4CBE-8BE8-87D99A04839A}" srcOrd="0" destOrd="0" presId="urn:microsoft.com/office/officeart/2005/8/layout/hierarchy1"/>
    <dgm:cxn modelId="{13719835-13FC-48D2-BA4F-FDB53EFFBF83}" type="presParOf" srcId="{E2CCA19C-2960-4842-A30B-E6D69C4D7787}" destId="{C85E5CAE-BE6F-4034-B1DA-362DF55E7D74}" srcOrd="1" destOrd="0" presId="urn:microsoft.com/office/officeart/2005/8/layout/hierarchy1"/>
    <dgm:cxn modelId="{6A2FA23D-95F1-48E2-971D-0BB790C1BBD7}" type="presParOf" srcId="{9C9EC1F4-87B2-49D1-8066-EEA4BD3FA8B6}" destId="{9BF1D089-85C0-4D6F-976B-8F693A3FCE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424601-6F0F-46EE-979F-96DCC4151E18}">
      <dsp:nvSpPr>
        <dsp:cNvPr id="0" name=""/>
        <dsp:cNvSpPr/>
      </dsp:nvSpPr>
      <dsp:spPr>
        <a:xfrm>
          <a:off x="8028486" y="2359320"/>
          <a:ext cx="91440" cy="4391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911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170B43-0671-4147-8346-68C81E82E3D6}">
      <dsp:nvSpPr>
        <dsp:cNvPr id="0" name=""/>
        <dsp:cNvSpPr/>
      </dsp:nvSpPr>
      <dsp:spPr>
        <a:xfrm>
          <a:off x="6208098" y="961436"/>
          <a:ext cx="1866107" cy="439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247"/>
              </a:lnTo>
              <a:lnTo>
                <a:pt x="1866107" y="299247"/>
              </a:lnTo>
              <a:lnTo>
                <a:pt x="1866107" y="4391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1F64D8-36CF-4BE6-BF10-D918CB67A709}">
      <dsp:nvSpPr>
        <dsp:cNvPr id="0" name=""/>
        <dsp:cNvSpPr/>
      </dsp:nvSpPr>
      <dsp:spPr>
        <a:xfrm>
          <a:off x="4383421" y="2359320"/>
          <a:ext cx="1845392" cy="439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247"/>
              </a:lnTo>
              <a:lnTo>
                <a:pt x="1845392" y="299247"/>
              </a:lnTo>
              <a:lnTo>
                <a:pt x="1845392" y="43911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36EBF7-676B-453B-9BB4-3CCE1BC4CDC3}">
      <dsp:nvSpPr>
        <dsp:cNvPr id="0" name=""/>
        <dsp:cNvSpPr/>
      </dsp:nvSpPr>
      <dsp:spPr>
        <a:xfrm>
          <a:off x="4337701" y="2359320"/>
          <a:ext cx="91440" cy="4391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911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E1C680-7F1A-4ADC-8DD1-BE82C23DC921}">
      <dsp:nvSpPr>
        <dsp:cNvPr id="0" name=""/>
        <dsp:cNvSpPr/>
      </dsp:nvSpPr>
      <dsp:spPr>
        <a:xfrm>
          <a:off x="2538029" y="2359320"/>
          <a:ext cx="1845392" cy="439119"/>
        </a:xfrm>
        <a:custGeom>
          <a:avLst/>
          <a:gdLst/>
          <a:ahLst/>
          <a:cxnLst/>
          <a:rect l="0" t="0" r="0" b="0"/>
          <a:pathLst>
            <a:path>
              <a:moveTo>
                <a:pt x="1845392" y="0"/>
              </a:moveTo>
              <a:lnTo>
                <a:pt x="1845392" y="299247"/>
              </a:lnTo>
              <a:lnTo>
                <a:pt x="0" y="299247"/>
              </a:lnTo>
              <a:lnTo>
                <a:pt x="0" y="43911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18D0A-0EA7-4505-B9AD-32B3964D6FBA}">
      <dsp:nvSpPr>
        <dsp:cNvPr id="0" name=""/>
        <dsp:cNvSpPr/>
      </dsp:nvSpPr>
      <dsp:spPr>
        <a:xfrm>
          <a:off x="4383421" y="961436"/>
          <a:ext cx="1824676" cy="439119"/>
        </a:xfrm>
        <a:custGeom>
          <a:avLst/>
          <a:gdLst/>
          <a:ahLst/>
          <a:cxnLst/>
          <a:rect l="0" t="0" r="0" b="0"/>
          <a:pathLst>
            <a:path>
              <a:moveTo>
                <a:pt x="1824676" y="0"/>
              </a:moveTo>
              <a:lnTo>
                <a:pt x="1824676" y="299247"/>
              </a:lnTo>
              <a:lnTo>
                <a:pt x="0" y="299247"/>
              </a:lnTo>
              <a:lnTo>
                <a:pt x="0" y="4391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9EA2FA-3BD3-4C7C-9AE0-3AB343EC9331}">
      <dsp:nvSpPr>
        <dsp:cNvPr id="0" name=""/>
        <dsp:cNvSpPr/>
      </dsp:nvSpPr>
      <dsp:spPr>
        <a:xfrm>
          <a:off x="5302224" y="2670"/>
          <a:ext cx="1811749" cy="95876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B88E9-D2A9-45DF-8217-3FBAE5C94CB5}">
      <dsp:nvSpPr>
        <dsp:cNvPr id="0" name=""/>
        <dsp:cNvSpPr/>
      </dsp:nvSpPr>
      <dsp:spPr>
        <a:xfrm>
          <a:off x="5469986" y="162045"/>
          <a:ext cx="1811749" cy="9587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Docker Networking</a:t>
          </a:r>
        </a:p>
      </dsp:txBody>
      <dsp:txXfrm>
        <a:off x="5498067" y="190126"/>
        <a:ext cx="1755587" cy="902603"/>
      </dsp:txXfrm>
    </dsp:sp>
    <dsp:sp modelId="{C8A6381B-4D0E-4AD5-96DC-72BC9AF0C40B}">
      <dsp:nvSpPr>
        <dsp:cNvPr id="0" name=""/>
        <dsp:cNvSpPr/>
      </dsp:nvSpPr>
      <dsp:spPr>
        <a:xfrm>
          <a:off x="3528618" y="1400555"/>
          <a:ext cx="1709606" cy="9587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8101A-EF14-44F1-981B-103F3C5AB35E}">
      <dsp:nvSpPr>
        <dsp:cNvPr id="0" name=""/>
        <dsp:cNvSpPr/>
      </dsp:nvSpPr>
      <dsp:spPr>
        <a:xfrm>
          <a:off x="3696381" y="1559930"/>
          <a:ext cx="1709606" cy="9587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Single Host</a:t>
          </a:r>
        </a:p>
      </dsp:txBody>
      <dsp:txXfrm>
        <a:off x="3724462" y="1588011"/>
        <a:ext cx="1653444" cy="902603"/>
      </dsp:txXfrm>
    </dsp:sp>
    <dsp:sp modelId="{235E5703-A292-46C3-8334-D2055278F765}">
      <dsp:nvSpPr>
        <dsp:cNvPr id="0" name=""/>
        <dsp:cNvSpPr/>
      </dsp:nvSpPr>
      <dsp:spPr>
        <a:xfrm>
          <a:off x="1783096" y="2798440"/>
          <a:ext cx="1509866" cy="95876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B5025-F4A5-41B0-B270-44221B3D6921}">
      <dsp:nvSpPr>
        <dsp:cNvPr id="0" name=""/>
        <dsp:cNvSpPr/>
      </dsp:nvSpPr>
      <dsp:spPr>
        <a:xfrm>
          <a:off x="1950859" y="2957814"/>
          <a:ext cx="1509866" cy="9587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Bridge</a:t>
          </a:r>
        </a:p>
      </dsp:txBody>
      <dsp:txXfrm>
        <a:off x="1978940" y="2985895"/>
        <a:ext cx="1453704" cy="902603"/>
      </dsp:txXfrm>
    </dsp:sp>
    <dsp:sp modelId="{C02DA9E0-C6A5-4723-B710-27A1682A75FF}">
      <dsp:nvSpPr>
        <dsp:cNvPr id="0" name=""/>
        <dsp:cNvSpPr/>
      </dsp:nvSpPr>
      <dsp:spPr>
        <a:xfrm>
          <a:off x="3628488" y="2798440"/>
          <a:ext cx="1509866" cy="95876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602906-EFC8-4B33-A040-DAC61BD572FB}">
      <dsp:nvSpPr>
        <dsp:cNvPr id="0" name=""/>
        <dsp:cNvSpPr/>
      </dsp:nvSpPr>
      <dsp:spPr>
        <a:xfrm>
          <a:off x="3796251" y="2957814"/>
          <a:ext cx="1509866" cy="9587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Host</a:t>
          </a:r>
          <a:endParaRPr lang="en-IN" sz="2400" kern="1200" dirty="0"/>
        </a:p>
      </dsp:txBody>
      <dsp:txXfrm>
        <a:off x="3824332" y="2985895"/>
        <a:ext cx="1453704" cy="902603"/>
      </dsp:txXfrm>
    </dsp:sp>
    <dsp:sp modelId="{70B48CB4-9682-407C-BAC3-BC543B51AB6E}">
      <dsp:nvSpPr>
        <dsp:cNvPr id="0" name=""/>
        <dsp:cNvSpPr/>
      </dsp:nvSpPr>
      <dsp:spPr>
        <a:xfrm>
          <a:off x="5473880" y="2798440"/>
          <a:ext cx="1509866" cy="958765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57F8F-AFFF-4C8B-8158-F2E3DDCFE2B2}">
      <dsp:nvSpPr>
        <dsp:cNvPr id="0" name=""/>
        <dsp:cNvSpPr/>
      </dsp:nvSpPr>
      <dsp:spPr>
        <a:xfrm>
          <a:off x="5641643" y="2957814"/>
          <a:ext cx="1509866" cy="9587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None</a:t>
          </a:r>
          <a:endParaRPr lang="en-IN" sz="2400" kern="1200" dirty="0"/>
        </a:p>
      </dsp:txBody>
      <dsp:txXfrm>
        <a:off x="5669724" y="2985895"/>
        <a:ext cx="1453704" cy="902603"/>
      </dsp:txXfrm>
    </dsp:sp>
    <dsp:sp modelId="{ACD9824E-A18C-4C8B-88ED-93F2ACFE801D}">
      <dsp:nvSpPr>
        <dsp:cNvPr id="0" name=""/>
        <dsp:cNvSpPr/>
      </dsp:nvSpPr>
      <dsp:spPr>
        <a:xfrm>
          <a:off x="7260833" y="1400555"/>
          <a:ext cx="1626745" cy="958765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CD7BB-8E68-4DEC-9084-7A92F9F4D9DA}">
      <dsp:nvSpPr>
        <dsp:cNvPr id="0" name=""/>
        <dsp:cNvSpPr/>
      </dsp:nvSpPr>
      <dsp:spPr>
        <a:xfrm>
          <a:off x="7428596" y="1559930"/>
          <a:ext cx="1626745" cy="9587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Multi Host</a:t>
          </a:r>
        </a:p>
      </dsp:txBody>
      <dsp:txXfrm>
        <a:off x="7456677" y="1588011"/>
        <a:ext cx="1570583" cy="902603"/>
      </dsp:txXfrm>
    </dsp:sp>
    <dsp:sp modelId="{08F08D0B-ECAF-4CBE-8BE8-87D99A04839A}">
      <dsp:nvSpPr>
        <dsp:cNvPr id="0" name=""/>
        <dsp:cNvSpPr/>
      </dsp:nvSpPr>
      <dsp:spPr>
        <a:xfrm>
          <a:off x="7319273" y="2798440"/>
          <a:ext cx="1509866" cy="958765"/>
        </a:xfrm>
        <a:prstGeom prst="roundRect">
          <a:avLst>
            <a:gd name="adj" fmla="val 10000"/>
          </a:avLst>
        </a:prstGeom>
        <a:solidFill>
          <a:srgbClr val="F4814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E5CAE-BE6F-4034-B1DA-362DF55E7D74}">
      <dsp:nvSpPr>
        <dsp:cNvPr id="0" name=""/>
        <dsp:cNvSpPr/>
      </dsp:nvSpPr>
      <dsp:spPr>
        <a:xfrm>
          <a:off x="7487035" y="2957814"/>
          <a:ext cx="1509866" cy="9587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4814E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Overlay</a:t>
          </a:r>
          <a:endParaRPr lang="en-IN" sz="2400" kern="1200" dirty="0"/>
        </a:p>
      </dsp:txBody>
      <dsp:txXfrm>
        <a:off x="7515116" y="2985895"/>
        <a:ext cx="1453704" cy="902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55A6C-8570-481C-B650-679F59D2D196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6080D-7700-48E4-9421-502ABB9437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8773F-F672-41CF-AE0C-76B333D9A322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DD7D5-A1E7-4E59-B251-136D919D9E0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forward.com/networking/subnetting.htm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lculator.net/ip-subnet-calculator.html" TargetMode="External"/><Relationship Id="rId3" Type="http://schemas.openxmlformats.org/officeDocument/2006/relationships/hyperlink" Target="https://portforward.com/networking/subnetting.htm" TargetMode="External"/><Relationship Id="rId7" Type="http://schemas.openxmlformats.org/officeDocument/2006/relationships/hyperlink" Target="https://www.geeksforgeeks.org/introduction-of-classful-ip-addressin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geeksforgeeks.org/classless-inter-domain-routing-cidr/" TargetMode="External"/><Relationship Id="rId5" Type="http://schemas.openxmlformats.org/officeDocument/2006/relationships/hyperlink" Target="https://en.wikipedia.org/wiki/Dot-decimal_notation" TargetMode="External"/><Relationship Id="rId4" Type="http://schemas.openxmlformats.org/officeDocument/2006/relationships/hyperlink" Target="https://en.wikipedia.org/wiki/Classless_Inter-Domain_Routing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eekylane.com/learn-docker-networking-theory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success.docker.com/article/networking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100daysofdevops.com/21-days-of-docker-day-11-docker-networking-part-3/2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ockerlabs.collabnix.com/docker/cheatsheet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llicoder.com/docker-machine-swarm-stack-golang-example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compose/compose-file/#deploy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https://portforward.com/networking/subnetting.htm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16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https://portforward.com/networking/subnetting.htm</a:t>
            </a:r>
            <a:endParaRPr lang="en-IN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gateway can be on any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address in the range. Usually it is on the second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address in the range, or the second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address from the end of the range.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Subnet Address is always on the first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address in the range, and the Broadcast Address is always on the last one in the range.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hlinkClick r:id="rId4"/>
              </a:rPr>
              <a:t>https://en.wikipedia.org/wiki/Classless_Inter-Domain_Routing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IPv4, CIDR notation is an alternative to the older system of representing networks by their starting address and the subnet mask, both written in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Dot-decimal notation"/>
              </a:rPr>
              <a:t>dot-decimal notation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192.168.100.0/24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equivalent to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192.168.100.0/255.255.255.0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addresses of a subnet may be calculated as 2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 length − prefix length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where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 length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128 for IPv6 and 32 for IPv4. For example, in IPv4, the prefix length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/29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gives: 2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32 − 29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2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8 addresses.</a:t>
            </a:r>
          </a:p>
          <a:p>
            <a:r>
              <a:rPr lang="en-IN" dirty="0">
                <a:hlinkClick r:id="rId6"/>
              </a:rPr>
              <a:t>https://www.geeksforgeeks.org/classless-inter-domain-routing-cidr/</a:t>
            </a:r>
            <a:endParaRPr lang="en-IN" dirty="0"/>
          </a:p>
          <a:p>
            <a:r>
              <a:rPr lang="en-IN" dirty="0">
                <a:hlinkClick r:id="rId7"/>
              </a:rPr>
              <a:t>https://www.geeksforgeeks.org/introduction-of-classful-ip-addressing/</a:t>
            </a:r>
            <a:endParaRPr lang="en-IN" dirty="0"/>
          </a:p>
          <a:p>
            <a:r>
              <a:rPr lang="en-IN" dirty="0">
                <a:hlinkClick r:id="rId8"/>
              </a:rPr>
              <a:t>https://www.calculator.net/ip-subnet-calculator.html</a:t>
            </a:r>
            <a:endParaRPr lang="en-IN" dirty="0"/>
          </a:p>
          <a:p>
            <a:r>
              <a:rPr lang="en-US" dirty="0"/>
              <a:t>Class A network contains 2</a:t>
            </a:r>
            <a:r>
              <a:rPr lang="en-US" baseline="30000" dirty="0">
                <a:effectLst/>
              </a:rPr>
              <a:t>24</a:t>
            </a:r>
            <a:r>
              <a:rPr lang="en-US" dirty="0"/>
              <a:t> Hosts,</a:t>
            </a:r>
          </a:p>
          <a:p>
            <a:r>
              <a:rPr lang="en-US" dirty="0"/>
              <a:t>Class B network contains 2</a:t>
            </a:r>
            <a:r>
              <a:rPr lang="en-US" baseline="30000" dirty="0">
                <a:effectLst/>
              </a:rPr>
              <a:t>16</a:t>
            </a:r>
            <a:r>
              <a:rPr lang="en-US" dirty="0"/>
              <a:t> Hosts, </a:t>
            </a:r>
          </a:p>
          <a:p>
            <a:r>
              <a:rPr lang="en-US" dirty="0"/>
              <a:t>Class C network contains 2</a:t>
            </a:r>
            <a:r>
              <a:rPr lang="en-US" baseline="30000" dirty="0">
                <a:effectLst/>
              </a:rPr>
              <a:t>8</a:t>
            </a:r>
            <a:r>
              <a:rPr lang="en-US" dirty="0"/>
              <a:t> Hosts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57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https://geekylane.com/learn-docker-networking-theory/</a:t>
            </a:r>
            <a:endParaRPr lang="en-IN" dirty="0"/>
          </a:p>
          <a:p>
            <a:r>
              <a:rPr lang="en-IN" dirty="0">
                <a:hlinkClick r:id="rId4"/>
              </a:rPr>
              <a:t>https://success.docker.com/article/networking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23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Network None:</a:t>
            </a:r>
          </a:p>
          <a:p>
            <a:r>
              <a:rPr lang="en-US" sz="1200" dirty="0"/>
              <a:t>   Reachable within the cluster</a:t>
            </a:r>
          </a:p>
          <a:p>
            <a:r>
              <a:rPr lang="en-US" sz="1200"/>
              <a:t>  </a:t>
            </a:r>
            <a:r>
              <a:rPr lang="en-US" sz="1200" dirty="0"/>
              <a:t> </a:t>
            </a:r>
            <a:r>
              <a:rPr lang="en-US" sz="1200"/>
              <a:t>Connect </a:t>
            </a:r>
            <a:r>
              <a:rPr lang="en-US" sz="1200" dirty="0"/>
              <a:t>front-end container to </a:t>
            </a:r>
            <a:r>
              <a:rPr lang="en-US" sz="1200"/>
              <a:t>backend container</a:t>
            </a:r>
          </a:p>
          <a:p>
            <a:endParaRPr lang="en-US" sz="12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29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http://100daysofdevops.com/21-days-of-docker-day-11-docker-networking-part-3/2/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3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docker run --network </a:t>
            </a:r>
            <a:r>
              <a:rPr lang="en-IN" dirty="0" err="1"/>
              <a:t>mybridge</a:t>
            </a:r>
            <a:r>
              <a:rPr lang="en-IN" dirty="0"/>
              <a:t> -e "ACCEPT_EULA=Y" -e "SA_PASSWORD=YourStrong@Passw0rd" -p 5030:1433 --name </a:t>
            </a:r>
            <a:r>
              <a:rPr lang="en-IN" dirty="0" err="1"/>
              <a:t>mysqlserver</a:t>
            </a:r>
            <a:r>
              <a:rPr lang="en-IN" dirty="0"/>
              <a:t> -d mcr.microsoft.com/</a:t>
            </a:r>
            <a:r>
              <a:rPr lang="en-IN" dirty="0" err="1"/>
              <a:t>mssql</a:t>
            </a:r>
            <a:r>
              <a:rPr lang="en-IN" dirty="0"/>
              <a:t>/server:2019-CU4-ubuntu-16.04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83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multi-host deployment, you should use more advanced solutions, like Apache Mesos or a complete Google Kubernetes architecture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http://dockerlabs.collabnix.com/docker/cheatsheet/</a:t>
            </a:r>
            <a:endParaRPr lang="en-IN" dirty="0"/>
          </a:p>
          <a:p>
            <a:r>
              <a:rPr lang="en-US" dirty="0"/>
              <a:t>IPAM:(IP Address Management) is the administration of DNS and DHCP, which are the network services that assign and resolve IP addresses to machines in a TCP/IP network. Simply put, IPAM is a means of planning, tracking, and managing the Internet Protocol address space used in a network.</a:t>
            </a:r>
          </a:p>
          <a:p>
            <a:endParaRPr lang="en-IN" dirty="0"/>
          </a:p>
          <a:p>
            <a:endParaRPr lang="en-IN" dirty="0"/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'3.4'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docker_app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bridge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ipam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default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-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subnet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172.16.238.0/24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"mcr.microsoft.com/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mssql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/server:2019-CU4-ubuntu-16.04"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ACCEPT_EULA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SA_PASSWORD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'YourStrong@Passw0rd'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sql_db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docker_app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ipv4_address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172.16.238.2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"5020:1433"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aspnetdockercrud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${DOCKER_REGISTRY-}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aspnetdockercrud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dockerfile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ASPNetDockerCRUD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Dockerfile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aspnet_app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docker_app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ipv4_address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172.16.238.3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"5010:80"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13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https://www.callicoder.com/docker-machine-swarm-stack-golang-example/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6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35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30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https://docs.docker.com/compose/compose-file/#deploy</a:t>
            </a:r>
            <a:endParaRPr lang="en-IN" dirty="0"/>
          </a:p>
          <a:p>
            <a:endParaRPr lang="en-IN" dirty="0"/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'3.4'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docker_app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overlay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ipam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default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-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subnet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172.16.238.0/24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"mcr.microsoft.com/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mssql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/server:2019-CU15-ubuntu-20.04"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ACCEPT_EULA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SA_PASSWORD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'YourStrong@Passw0rd'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docker_app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ipv4_address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172.16.238.2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"5020:1433"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aspnetdockercrud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${DOCKER_REGISTRY-}aspnet:v1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docker_app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ipv4_address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172.16.238.3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"5010:80"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68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92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982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16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69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87357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50015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88406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17102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77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51851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60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87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61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87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34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149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0075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20285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30490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794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163530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6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03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80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8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0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28BDA-3E78-2318-B850-0A584B0AE4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800" dirty="0"/>
              <a:t>Networking Basics</a:t>
            </a:r>
          </a:p>
          <a:p>
            <a:pPr>
              <a:lnSpc>
                <a:spcPct val="110000"/>
              </a:lnSpc>
            </a:pPr>
            <a:r>
              <a:rPr lang="en-US" altLang="en-US" sz="2800" dirty="0"/>
              <a:t>IP Address</a:t>
            </a:r>
          </a:p>
          <a:p>
            <a:pPr>
              <a:lnSpc>
                <a:spcPct val="110000"/>
              </a:lnSpc>
            </a:pPr>
            <a:r>
              <a:rPr lang="en-US" altLang="en-US" sz="2800" dirty="0"/>
              <a:t>Subnet</a:t>
            </a:r>
          </a:p>
          <a:p>
            <a:pPr>
              <a:lnSpc>
                <a:spcPct val="110000"/>
              </a:lnSpc>
            </a:pPr>
            <a:r>
              <a:rPr lang="en-US" altLang="en-US" sz="2800" dirty="0"/>
              <a:t>Docker Networking</a:t>
            </a:r>
          </a:p>
          <a:p>
            <a:pPr>
              <a:lnSpc>
                <a:spcPct val="110000"/>
              </a:lnSpc>
            </a:pPr>
            <a:r>
              <a:rPr lang="en-IN" sz="2800" dirty="0"/>
              <a:t>Container Orchestration</a:t>
            </a:r>
          </a:p>
          <a:p>
            <a:pPr>
              <a:lnSpc>
                <a:spcPct val="110000"/>
              </a:lnSpc>
            </a:pPr>
            <a:r>
              <a:rPr lang="en-US" altLang="en-US" sz="2800" dirty="0"/>
              <a:t>Docker Swarm</a:t>
            </a:r>
          </a:p>
          <a:p>
            <a:pPr>
              <a:lnSpc>
                <a:spcPct val="110000"/>
              </a:lnSpc>
            </a:pPr>
            <a:r>
              <a:rPr lang="en-IN" sz="2800" dirty="0"/>
              <a:t>Docker Service</a:t>
            </a:r>
          </a:p>
          <a:p>
            <a:pPr>
              <a:lnSpc>
                <a:spcPct val="110000"/>
              </a:lnSpc>
            </a:pPr>
            <a:r>
              <a:rPr lang="en-IN" sz="2800" dirty="0"/>
              <a:t>Docker Compose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F2E62-7BE4-6AB6-2F0A-A92CAEAC8D9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Docker </a:t>
            </a:r>
            <a:r>
              <a:rPr lang="en-IN" sz="4000" dirty="0"/>
              <a:t>Advanced Concepts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D6D06-2417-E799-1FC4-E9C7DA1F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73065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+mn-lt"/>
              </a:rPr>
              <a:t>IP address is a series of four numbers separated by periods. Generally it looks like </a:t>
            </a:r>
            <a:r>
              <a:rPr lang="en-IN" dirty="0">
                <a:latin typeface="+mn-lt"/>
              </a:rPr>
              <a:t>147</a:t>
            </a:r>
            <a:r>
              <a:rPr lang="en-IN" b="1" dirty="0">
                <a:latin typeface="+mn-lt"/>
              </a:rPr>
              <a:t>.</a:t>
            </a:r>
            <a:r>
              <a:rPr lang="en-IN" dirty="0">
                <a:latin typeface="+mn-lt"/>
              </a:rPr>
              <a:t>181</a:t>
            </a:r>
            <a:r>
              <a:rPr lang="en-IN" b="1" dirty="0">
                <a:latin typeface="+mn-lt"/>
              </a:rPr>
              <a:t>.</a:t>
            </a:r>
            <a:r>
              <a:rPr lang="en-IN" dirty="0">
                <a:latin typeface="+mn-lt"/>
              </a:rPr>
              <a:t>183</a:t>
            </a:r>
            <a:r>
              <a:rPr lang="en-IN" b="1" dirty="0">
                <a:latin typeface="+mn-lt"/>
              </a:rPr>
              <a:t>.</a:t>
            </a:r>
            <a:r>
              <a:rPr lang="en-IN" dirty="0">
                <a:latin typeface="+mn-lt"/>
              </a:rPr>
              <a:t>86</a:t>
            </a:r>
            <a:r>
              <a:rPr lang="en-US" dirty="0">
                <a:latin typeface="+mn-lt"/>
              </a:rPr>
              <a:t>. </a:t>
            </a:r>
          </a:p>
          <a:p>
            <a:pPr algn="just"/>
            <a:r>
              <a:rPr lang="en-US" dirty="0">
                <a:latin typeface="+mn-lt"/>
              </a:rPr>
              <a:t>Each number will range from 0 to 255. So 255 would be the largest number in an </a:t>
            </a:r>
            <a:r>
              <a:rPr lang="en-US" dirty="0" err="1">
                <a:latin typeface="+mn-lt"/>
              </a:rPr>
              <a:t>ip</a:t>
            </a:r>
            <a:r>
              <a:rPr lang="en-US" dirty="0">
                <a:latin typeface="+mn-lt"/>
              </a:rPr>
              <a:t> address and 0 would be the smallest number.</a:t>
            </a:r>
          </a:p>
          <a:p>
            <a:pPr algn="just"/>
            <a:r>
              <a:rPr lang="en-US" dirty="0">
                <a:latin typeface="+mn-lt"/>
              </a:rPr>
              <a:t>Each number is an eight bit number and looks like: </a:t>
            </a:r>
            <a:r>
              <a:rPr lang="en-IN" sz="2400" dirty="0">
                <a:latin typeface="+mn-lt"/>
              </a:rPr>
              <a:t>	</a:t>
            </a:r>
          </a:p>
          <a:p>
            <a:pPr lvl="1" algn="just"/>
            <a:r>
              <a:rPr lang="en-IN" dirty="0"/>
              <a:t>10010011</a:t>
            </a:r>
            <a:r>
              <a:rPr lang="en-IN" b="1" dirty="0"/>
              <a:t>.</a:t>
            </a:r>
            <a:r>
              <a:rPr lang="en-IN" dirty="0"/>
              <a:t>10110101</a:t>
            </a:r>
            <a:r>
              <a:rPr lang="en-IN" b="1" dirty="0"/>
              <a:t>.</a:t>
            </a:r>
            <a:r>
              <a:rPr lang="en-IN" dirty="0"/>
              <a:t>10110111</a:t>
            </a:r>
            <a:r>
              <a:rPr lang="en-IN" b="1" dirty="0"/>
              <a:t>.</a:t>
            </a:r>
            <a:r>
              <a:rPr lang="en-IN" dirty="0"/>
              <a:t>01010110 = 147</a:t>
            </a:r>
            <a:r>
              <a:rPr lang="en-IN" b="1" dirty="0"/>
              <a:t>.</a:t>
            </a:r>
            <a:r>
              <a:rPr lang="en-IN" dirty="0"/>
              <a:t>181</a:t>
            </a:r>
            <a:r>
              <a:rPr lang="en-IN" b="1" dirty="0"/>
              <a:t>.</a:t>
            </a:r>
            <a:r>
              <a:rPr lang="en-IN" dirty="0"/>
              <a:t>183</a:t>
            </a:r>
            <a:r>
              <a:rPr lang="en-IN" b="1" dirty="0"/>
              <a:t>.</a:t>
            </a:r>
            <a:r>
              <a:rPr lang="en-IN" dirty="0"/>
              <a:t>86</a:t>
            </a:r>
            <a:endParaRPr lang="en-US" sz="2000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IP Address</a:t>
            </a:r>
          </a:p>
        </p:txBody>
      </p:sp>
    </p:spTree>
    <p:extLst>
      <p:ext uri="{BB962C8B-B14F-4D97-AF65-F5344CB8AC3E}">
        <p14:creationId xmlns:p14="http://schemas.microsoft.com/office/powerpoint/2010/main" val="2363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F51A72-2DC9-4634-B7A3-8C915A7D07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11"/>
          <a:stretch/>
        </p:blipFill>
        <p:spPr>
          <a:xfrm>
            <a:off x="8264413" y="1593669"/>
            <a:ext cx="3786748" cy="3172647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Subnet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437541" cy="487762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Used to group IP addresses and looks a lot like an IP address. A typical subnet mask is 255.255.255.0.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These numbers range from 0 to 255. 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Each number is an eight-bit number and looks like: </a:t>
            </a:r>
            <a:r>
              <a:rPr lang="en-IN" sz="1000" dirty="0"/>
              <a:t>	</a:t>
            </a:r>
            <a:endParaRPr lang="en-IN" sz="800" dirty="0"/>
          </a:p>
          <a:p>
            <a:pPr lvl="1" algn="just">
              <a:lnSpc>
                <a:spcPct val="100000"/>
              </a:lnSpc>
            </a:pPr>
            <a:r>
              <a:rPr lang="en-IN" sz="2200" dirty="0">
                <a:latin typeface="+mj-lt"/>
              </a:rPr>
              <a:t>11111111.11111111.11111111.00000000= 255.255.255.0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+mj-lt"/>
              </a:rPr>
              <a:t>Every group of IP addresses, has a Subnet Address, Broadcast Address, and Gateway. </a:t>
            </a:r>
          </a:p>
          <a:p>
            <a:pPr lvl="1" algn="just">
              <a:lnSpc>
                <a:spcPct val="100000"/>
              </a:lnSpc>
            </a:pPr>
            <a:r>
              <a:rPr lang="en-US" dirty="0">
                <a:latin typeface="+mj-lt"/>
              </a:rPr>
              <a:t>Both the Subnet and the Broadcast are used to send information to every IP address in the group. The Gateway acts sort of like the group's controller.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147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4940E-FC95-4D72-97A9-8073ECBC501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Networking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A622A2A-F392-4945-A5C7-672133B1AE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013626"/>
              </p:ext>
            </p:extLst>
          </p:nvPr>
        </p:nvGraphicFramePr>
        <p:xfrm>
          <a:off x="-255787" y="1602202"/>
          <a:ext cx="10838438" cy="3919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375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067D-81BF-4925-8C34-3B7D5127E8A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Single Host Networking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AEB1236-8C17-42D0-AF46-4E443367BDE0}"/>
              </a:ext>
            </a:extLst>
          </p:cNvPr>
          <p:cNvGrpSpPr/>
          <p:nvPr/>
        </p:nvGrpSpPr>
        <p:grpSpPr>
          <a:xfrm>
            <a:off x="493295" y="2658001"/>
            <a:ext cx="3589446" cy="2845431"/>
            <a:chOff x="493295" y="2873829"/>
            <a:chExt cx="3589446" cy="284543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CFD9CF9-4654-4BDA-9218-30F81313076F}"/>
                </a:ext>
              </a:extLst>
            </p:cNvPr>
            <p:cNvCxnSpPr>
              <a:cxnSpLocks/>
            </p:cNvCxnSpPr>
            <p:nvPr/>
          </p:nvCxnSpPr>
          <p:spPr>
            <a:xfrm>
              <a:off x="2458397" y="4172021"/>
              <a:ext cx="758316" cy="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011841A-24A7-4F3B-8158-2DECA099C71C}"/>
                </a:ext>
              </a:extLst>
            </p:cNvPr>
            <p:cNvCxnSpPr>
              <a:cxnSpLocks/>
            </p:cNvCxnSpPr>
            <p:nvPr/>
          </p:nvCxnSpPr>
          <p:spPr>
            <a:xfrm>
              <a:off x="1354792" y="4183089"/>
              <a:ext cx="957102" cy="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9128ECF-2E25-48C9-8428-518160435EFE}"/>
                </a:ext>
              </a:extLst>
            </p:cNvPr>
            <p:cNvSpPr/>
            <p:nvPr/>
          </p:nvSpPr>
          <p:spPr>
            <a:xfrm>
              <a:off x="665784" y="3064520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Web 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Container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65F209-F015-4F1D-8AB8-44F445A96CCA}"/>
                </a:ext>
              </a:extLst>
            </p:cNvPr>
            <p:cNvSpPr/>
            <p:nvPr/>
          </p:nvSpPr>
          <p:spPr>
            <a:xfrm>
              <a:off x="493295" y="2873829"/>
              <a:ext cx="3589446" cy="2845431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r>
                <a:rPr lang="en-IN" sz="16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Bridge (Default)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E4FF640-2123-408D-8BDC-AC2D9B6DED74}"/>
                </a:ext>
              </a:extLst>
            </p:cNvPr>
            <p:cNvSpPr/>
            <p:nvPr/>
          </p:nvSpPr>
          <p:spPr>
            <a:xfrm>
              <a:off x="665784" y="4628568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4230" tIns="104230" rIns="104230" bIns="10423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1600" dirty="0"/>
                <a:t>Web </a:t>
              </a:r>
            </a:p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1600" dirty="0"/>
                <a:t>Container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6FE9BF-3D11-42F7-8F11-BAD4E0A87CE9}"/>
                </a:ext>
              </a:extLst>
            </p:cNvPr>
            <p:cNvSpPr/>
            <p:nvPr/>
          </p:nvSpPr>
          <p:spPr>
            <a:xfrm>
              <a:off x="2527705" y="3064520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  <a:solidFill>
              <a:srgbClr val="F4814E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Web 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Container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3C12967-11CF-45CB-958D-ACD27B87A3E7}"/>
                </a:ext>
              </a:extLst>
            </p:cNvPr>
            <p:cNvSpPr/>
            <p:nvPr/>
          </p:nvSpPr>
          <p:spPr>
            <a:xfrm>
              <a:off x="2527705" y="4628568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  <a:solidFill>
              <a:srgbClr val="7030A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4230" tIns="104230" rIns="104230" bIns="10423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1600" dirty="0"/>
                <a:t>Database </a:t>
              </a:r>
            </a:p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1600" dirty="0"/>
                <a:t>Container</a:t>
              </a:r>
            </a:p>
          </p:txBody>
        </p:sp>
        <p:pic>
          <p:nvPicPr>
            <p:cNvPr id="22" name="Graphic 21" descr="Cloud">
              <a:extLst>
                <a:ext uri="{FF2B5EF4-FFF2-40B4-BE49-F238E27FC236}">
                  <a16:creationId xmlns:a16="http://schemas.microsoft.com/office/drawing/2014/main" id="{2EF8FDDA-F27A-4688-8DAE-C84779CD1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61820" y="3566501"/>
              <a:ext cx="1153033" cy="1153033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DCAC78F-4A24-4815-BC7E-AC1819FFF9AE}"/>
                </a:ext>
              </a:extLst>
            </p:cNvPr>
            <p:cNvCxnSpPr>
              <a:cxnSpLocks/>
            </p:cNvCxnSpPr>
            <p:nvPr/>
          </p:nvCxnSpPr>
          <p:spPr>
            <a:xfrm>
              <a:off x="3216713" y="3761370"/>
              <a:ext cx="0" cy="867198"/>
            </a:xfrm>
            <a:prstGeom prst="line">
              <a:avLst/>
            </a:prstGeom>
            <a:ln w="28575">
              <a:solidFill>
                <a:schemeClr val="tx2">
                  <a:lumMod val="25000"/>
                  <a:lumOff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0FA5DF-7D53-4DC2-BA85-2164769EB491}"/>
                </a:ext>
              </a:extLst>
            </p:cNvPr>
            <p:cNvCxnSpPr>
              <a:cxnSpLocks/>
            </p:cNvCxnSpPr>
            <p:nvPr/>
          </p:nvCxnSpPr>
          <p:spPr>
            <a:xfrm>
              <a:off x="1345432" y="3761370"/>
              <a:ext cx="0" cy="867198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C436071-0272-4080-A913-D86EF45B36DF}"/>
                </a:ext>
              </a:extLst>
            </p:cNvPr>
            <p:cNvSpPr txBox="1"/>
            <p:nvPr/>
          </p:nvSpPr>
          <p:spPr>
            <a:xfrm>
              <a:off x="562285" y="3737611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172.17.0.2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26FCC9F-180A-4ED7-94D0-EEDE614605A2}"/>
                </a:ext>
              </a:extLst>
            </p:cNvPr>
            <p:cNvSpPr txBox="1"/>
            <p:nvPr/>
          </p:nvSpPr>
          <p:spPr>
            <a:xfrm>
              <a:off x="3189202" y="3746467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172.17.0.3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493DE7-D1B1-48EF-9238-B4952943A6FB}"/>
                </a:ext>
              </a:extLst>
            </p:cNvPr>
            <p:cNvSpPr txBox="1"/>
            <p:nvPr/>
          </p:nvSpPr>
          <p:spPr>
            <a:xfrm>
              <a:off x="562285" y="4377006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172.17.0.4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8D3055C-B75D-4B7F-A590-D8EA784D7D1C}"/>
                </a:ext>
              </a:extLst>
            </p:cNvPr>
            <p:cNvSpPr txBox="1"/>
            <p:nvPr/>
          </p:nvSpPr>
          <p:spPr>
            <a:xfrm>
              <a:off x="3174123" y="4391054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172.17.0.5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2616C8C-94E3-43A0-A485-159EF3018798}"/>
                </a:ext>
              </a:extLst>
            </p:cNvPr>
            <p:cNvSpPr txBox="1"/>
            <p:nvPr/>
          </p:nvSpPr>
          <p:spPr>
            <a:xfrm>
              <a:off x="1873180" y="3946119"/>
              <a:ext cx="9236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Docker0</a:t>
              </a:r>
            </a:p>
            <a:p>
              <a:r>
                <a:rPr lang="en-IN" sz="1100" b="1" dirty="0"/>
                <a:t>172.17.0.1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FB5B1BF-FEFB-499A-B3BA-15DA826A5D36}"/>
              </a:ext>
            </a:extLst>
          </p:cNvPr>
          <p:cNvGrpSpPr/>
          <p:nvPr/>
        </p:nvGrpSpPr>
        <p:grpSpPr>
          <a:xfrm>
            <a:off x="4826506" y="2655993"/>
            <a:ext cx="3128594" cy="2851111"/>
            <a:chOff x="8842986" y="2868149"/>
            <a:chExt cx="3128594" cy="2851111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5A805D2-5C37-4B79-9AC7-FB8CFB39BF90}"/>
                </a:ext>
              </a:extLst>
            </p:cNvPr>
            <p:cNvSpPr/>
            <p:nvPr/>
          </p:nvSpPr>
          <p:spPr>
            <a:xfrm>
              <a:off x="8842986" y="2873828"/>
              <a:ext cx="1378016" cy="749695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600" kern="1200" dirty="0"/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Web Container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EB85AED-EC87-4A1B-9B3C-92A5CB8FB6D9}"/>
                </a:ext>
              </a:extLst>
            </p:cNvPr>
            <p:cNvSpPr/>
            <p:nvPr/>
          </p:nvSpPr>
          <p:spPr>
            <a:xfrm>
              <a:off x="8842986" y="2873829"/>
              <a:ext cx="3128594" cy="2845431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r>
                <a:rPr lang="en-IN" sz="16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Host</a:t>
              </a: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79C333D-6C6D-4A1B-8B7B-BFA78A4CA060}"/>
                </a:ext>
              </a:extLst>
            </p:cNvPr>
            <p:cNvSpPr/>
            <p:nvPr/>
          </p:nvSpPr>
          <p:spPr>
            <a:xfrm>
              <a:off x="9212154" y="2868149"/>
              <a:ext cx="766733" cy="295334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400" kern="1200" dirty="0"/>
                <a:t>5000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D39F5E7C-6BD1-4909-A354-5EB14F156DE5}"/>
              </a:ext>
            </a:extLst>
          </p:cNvPr>
          <p:cNvSpPr txBox="1"/>
          <p:nvPr/>
        </p:nvSpPr>
        <p:spPr>
          <a:xfrm>
            <a:off x="493295" y="1829764"/>
            <a:ext cx="1818599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docker run myapp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0F0FE17-69F2-4380-8A1C-97FA5DF660D9}"/>
              </a:ext>
            </a:extLst>
          </p:cNvPr>
          <p:cNvSpPr txBox="1"/>
          <p:nvPr/>
        </p:nvSpPr>
        <p:spPr>
          <a:xfrm>
            <a:off x="4826506" y="1828204"/>
            <a:ext cx="3128594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docker run </a:t>
            </a:r>
            <a:r>
              <a:rPr lang="en-IN" sz="1600" dirty="0" err="1"/>
              <a:t>myapp</a:t>
            </a:r>
            <a:r>
              <a:rPr lang="en-IN" sz="1600" dirty="0"/>
              <a:t> --network host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E38C58-3BDC-407A-B6C7-131B6A70F90A}"/>
              </a:ext>
            </a:extLst>
          </p:cNvPr>
          <p:cNvSpPr txBox="1"/>
          <p:nvPr/>
        </p:nvSpPr>
        <p:spPr>
          <a:xfrm>
            <a:off x="8523533" y="1790504"/>
            <a:ext cx="3330309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docker run </a:t>
            </a:r>
            <a:r>
              <a:rPr lang="en-IN" sz="1600" dirty="0" err="1"/>
              <a:t>myapp</a:t>
            </a:r>
            <a:r>
              <a:rPr lang="en-IN" sz="1600" dirty="0"/>
              <a:t> --network none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68356A4-4C55-49C3-9717-67701F270DB0}"/>
              </a:ext>
            </a:extLst>
          </p:cNvPr>
          <p:cNvGrpSpPr/>
          <p:nvPr/>
        </p:nvGrpSpPr>
        <p:grpSpPr>
          <a:xfrm>
            <a:off x="8549580" y="2658002"/>
            <a:ext cx="3278216" cy="2845431"/>
            <a:chOff x="8549580" y="2658002"/>
            <a:chExt cx="3278216" cy="284543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B2D1050-F72F-4ADA-80C6-3F7F521761F4}"/>
                </a:ext>
              </a:extLst>
            </p:cNvPr>
            <p:cNvGrpSpPr/>
            <p:nvPr/>
          </p:nvGrpSpPr>
          <p:grpSpPr>
            <a:xfrm>
              <a:off x="8549580" y="2658002"/>
              <a:ext cx="3278216" cy="2845431"/>
              <a:chOff x="4860841" y="2873829"/>
              <a:chExt cx="3278216" cy="2845431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346DCDD-8A80-4245-B1DA-BCBAD41B569D}"/>
                  </a:ext>
                </a:extLst>
              </p:cNvPr>
              <p:cNvSpPr/>
              <p:nvPr/>
            </p:nvSpPr>
            <p:spPr>
              <a:xfrm>
                <a:off x="5859788" y="3931718"/>
                <a:ext cx="1378016" cy="696850"/>
              </a:xfrm>
              <a:custGeom>
                <a:avLst/>
                <a:gdLst>
                  <a:gd name="connsiteX0" fmla="*/ 0 w 3216792"/>
                  <a:gd name="connsiteY0" fmla="*/ 69685 h 696850"/>
                  <a:gd name="connsiteX1" fmla="*/ 69685 w 3216792"/>
                  <a:gd name="connsiteY1" fmla="*/ 0 h 696850"/>
                  <a:gd name="connsiteX2" fmla="*/ 3147107 w 3216792"/>
                  <a:gd name="connsiteY2" fmla="*/ 0 h 696850"/>
                  <a:gd name="connsiteX3" fmla="*/ 3216792 w 3216792"/>
                  <a:gd name="connsiteY3" fmla="*/ 69685 h 696850"/>
                  <a:gd name="connsiteX4" fmla="*/ 3216792 w 3216792"/>
                  <a:gd name="connsiteY4" fmla="*/ 627165 h 696850"/>
                  <a:gd name="connsiteX5" fmla="*/ 3147107 w 3216792"/>
                  <a:gd name="connsiteY5" fmla="*/ 696850 h 696850"/>
                  <a:gd name="connsiteX6" fmla="*/ 69685 w 3216792"/>
                  <a:gd name="connsiteY6" fmla="*/ 696850 h 696850"/>
                  <a:gd name="connsiteX7" fmla="*/ 0 w 3216792"/>
                  <a:gd name="connsiteY7" fmla="*/ 627165 h 696850"/>
                  <a:gd name="connsiteX8" fmla="*/ 0 w 3216792"/>
                  <a:gd name="connsiteY8" fmla="*/ 69685 h 6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16792" h="696850">
                    <a:moveTo>
                      <a:pt x="0" y="69685"/>
                    </a:moveTo>
                    <a:cubicBezTo>
                      <a:pt x="0" y="31199"/>
                      <a:pt x="31199" y="0"/>
                      <a:pt x="69685" y="0"/>
                    </a:cubicBezTo>
                    <a:lnTo>
                      <a:pt x="3147107" y="0"/>
                    </a:lnTo>
                    <a:cubicBezTo>
                      <a:pt x="3185593" y="0"/>
                      <a:pt x="3216792" y="31199"/>
                      <a:pt x="3216792" y="69685"/>
                    </a:cubicBezTo>
                    <a:lnTo>
                      <a:pt x="3216792" y="627165"/>
                    </a:lnTo>
                    <a:cubicBezTo>
                      <a:pt x="3216792" y="665651"/>
                      <a:pt x="3185593" y="696850"/>
                      <a:pt x="3147107" y="696850"/>
                    </a:cubicBezTo>
                    <a:lnTo>
                      <a:pt x="69685" y="696850"/>
                    </a:lnTo>
                    <a:cubicBezTo>
                      <a:pt x="31199" y="696850"/>
                      <a:pt x="0" y="665651"/>
                      <a:pt x="0" y="627165"/>
                    </a:cubicBezTo>
                    <a:lnTo>
                      <a:pt x="0" y="69685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1850" tIns="111850" rIns="111850" bIns="11185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600" kern="1200" dirty="0"/>
                  <a:t>Backend </a:t>
                </a:r>
              </a:p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600" kern="1200" dirty="0"/>
                  <a:t>Container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85DD88B-588C-4AFA-85B0-5CFC05172886}"/>
                  </a:ext>
                </a:extLst>
              </p:cNvPr>
              <p:cNvSpPr/>
              <p:nvPr/>
            </p:nvSpPr>
            <p:spPr>
              <a:xfrm>
                <a:off x="4860841" y="2873829"/>
                <a:ext cx="3278216" cy="2845431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  <a:p>
                <a:pPr algn="ctr"/>
                <a:r>
                  <a:rPr lang="en-IN" sz="1600" dirty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None</a:t>
                </a:r>
              </a:p>
            </p:txBody>
          </p:sp>
        </p:grp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2FB8F49-81B2-42E7-AFA9-7F00A6E53DF8}"/>
                </a:ext>
              </a:extLst>
            </p:cNvPr>
            <p:cNvSpPr/>
            <p:nvPr/>
          </p:nvSpPr>
          <p:spPr>
            <a:xfrm>
              <a:off x="9452540" y="3618330"/>
              <a:ext cx="1570748" cy="885375"/>
            </a:xfrm>
            <a:prstGeom prst="rect">
              <a:avLst/>
            </a:prstGeom>
            <a:no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4" name="Picture 3" descr="A blue whale with blocks in the shape of a ship&#10;&#10;Description automatically generated">
            <a:extLst>
              <a:ext uri="{FF2B5EF4-FFF2-40B4-BE49-F238E27FC236}">
                <a16:creationId xmlns:a16="http://schemas.microsoft.com/office/drawing/2014/main" id="{BB4AAA13-177C-CC74-3B0F-7F51405F6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265" y="5183683"/>
            <a:ext cx="691760" cy="499797"/>
          </a:xfrm>
          <a:prstGeom prst="rect">
            <a:avLst/>
          </a:prstGeom>
        </p:spPr>
      </p:pic>
      <p:pic>
        <p:nvPicPr>
          <p:cNvPr id="5" name="Picture 4" descr="A blue whale with blocks in the shape of a ship&#10;&#10;Description automatically generated">
            <a:extLst>
              <a:ext uri="{FF2B5EF4-FFF2-40B4-BE49-F238E27FC236}">
                <a16:creationId xmlns:a16="http://schemas.microsoft.com/office/drawing/2014/main" id="{7043F53A-5EDA-8EC3-F73E-444B95FA59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718" y="5159787"/>
            <a:ext cx="691760" cy="499797"/>
          </a:xfrm>
          <a:prstGeom prst="rect">
            <a:avLst/>
          </a:prstGeom>
        </p:spPr>
      </p:pic>
      <p:pic>
        <p:nvPicPr>
          <p:cNvPr id="7" name="Picture 6" descr="A blue whale with blocks in the shape of a ship&#10;&#10;Description automatically generated">
            <a:extLst>
              <a:ext uri="{FF2B5EF4-FFF2-40B4-BE49-F238E27FC236}">
                <a16:creationId xmlns:a16="http://schemas.microsoft.com/office/drawing/2014/main" id="{7FAFC0F7-38C5-2B2D-E1F4-F8A96BF00C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331" y="5152102"/>
            <a:ext cx="691760" cy="49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8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3" grpId="0" animBg="1"/>
      <p:bldP spid="9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A21BFD-04B7-4A07-BA67-B24CA6BD89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Default driver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bridge is a private network restricted to a single docker host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Each container is placed in its own network namespace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bridge driver creates a bridge(virtual switch) on a single Docker host.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All containers on a bridge network can communicate with each others but containers on different bridge network cannot communicate with each other.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Offers external access to containers through the port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A0BDD-6F2E-4FC9-A778-A780061C5ED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Bridge</a:t>
            </a:r>
          </a:p>
        </p:txBody>
      </p:sp>
    </p:spTree>
    <p:extLst>
      <p:ext uri="{BB962C8B-B14F-4D97-AF65-F5344CB8AC3E}">
        <p14:creationId xmlns:p14="http://schemas.microsoft.com/office/powerpoint/2010/main" val="54137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02BE8F-2A02-413B-B99C-6B95FE1666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Host Network Driver allows containers to use the host’s network stack directly. </a:t>
            </a:r>
          </a:p>
          <a:p>
            <a:pPr algn="just"/>
            <a:r>
              <a:rPr lang="en-US" dirty="0"/>
              <a:t>Removes the network isolation between the docker host and the docker containers to use the hosts networking directly.</a:t>
            </a:r>
          </a:p>
          <a:p>
            <a:pPr algn="just"/>
            <a:r>
              <a:rPr lang="en-US" dirty="0"/>
              <a:t>No two containers can use the same port(s).</a:t>
            </a:r>
          </a:p>
          <a:p>
            <a:pPr algn="just"/>
            <a:r>
              <a:rPr lang="en-US" dirty="0"/>
              <a:t>Used to setup, one or only a few containers on a single host.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937A-B97F-4655-A13A-B7D9F08C66D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Host</a:t>
            </a:r>
          </a:p>
        </p:txBody>
      </p:sp>
    </p:spTree>
    <p:extLst>
      <p:ext uri="{BB962C8B-B14F-4D97-AF65-F5344CB8AC3E}">
        <p14:creationId xmlns:p14="http://schemas.microsoft.com/office/powerpoint/2010/main" val="387249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44C93C-5531-4FB9-9A09-B57AD3DA8F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Completely disable the networking stack on a container.</a:t>
            </a:r>
          </a:p>
          <a:p>
            <a:pPr algn="just"/>
            <a:r>
              <a:rPr lang="en-US" dirty="0"/>
              <a:t>By using this mode, it will not configure any IP for the container and have no access to the external network as well as for other containers.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DB16-F93E-4B97-9146-7CBFABE0B39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399763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067D-81BF-4925-8C34-3B7D5127E8A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Multi Host Networking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08FC8C3-9202-4FC9-8AA7-1A69555222D1}"/>
              </a:ext>
            </a:extLst>
          </p:cNvPr>
          <p:cNvGrpSpPr/>
          <p:nvPr/>
        </p:nvGrpSpPr>
        <p:grpSpPr>
          <a:xfrm>
            <a:off x="493295" y="2212524"/>
            <a:ext cx="3589446" cy="2845431"/>
            <a:chOff x="493295" y="2873829"/>
            <a:chExt cx="3589446" cy="2845431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38B9E9-1B87-4334-9BA8-5CE9FF34C100}"/>
                </a:ext>
              </a:extLst>
            </p:cNvPr>
            <p:cNvCxnSpPr>
              <a:cxnSpLocks/>
            </p:cNvCxnSpPr>
            <p:nvPr/>
          </p:nvCxnSpPr>
          <p:spPr>
            <a:xfrm>
              <a:off x="2458397" y="4172021"/>
              <a:ext cx="758316" cy="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59D5CFB-7590-4B0B-8269-380520C24BDA}"/>
                </a:ext>
              </a:extLst>
            </p:cNvPr>
            <p:cNvCxnSpPr>
              <a:cxnSpLocks/>
            </p:cNvCxnSpPr>
            <p:nvPr/>
          </p:nvCxnSpPr>
          <p:spPr>
            <a:xfrm>
              <a:off x="1354792" y="4183089"/>
              <a:ext cx="957102" cy="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88E7D2-C3B1-4495-91FC-2DC91D66CF1C}"/>
                </a:ext>
              </a:extLst>
            </p:cNvPr>
            <p:cNvSpPr/>
            <p:nvPr/>
          </p:nvSpPr>
          <p:spPr>
            <a:xfrm>
              <a:off x="665784" y="3064520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Web 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Container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6223C0D-6F46-4487-B333-AB986F546D7A}"/>
                </a:ext>
              </a:extLst>
            </p:cNvPr>
            <p:cNvSpPr/>
            <p:nvPr/>
          </p:nvSpPr>
          <p:spPr>
            <a:xfrm>
              <a:off x="493295" y="2873829"/>
              <a:ext cx="3589446" cy="2845431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0ADA579-98C2-41EA-B5CC-B08E26A959F4}"/>
                </a:ext>
              </a:extLst>
            </p:cNvPr>
            <p:cNvSpPr/>
            <p:nvPr/>
          </p:nvSpPr>
          <p:spPr>
            <a:xfrm>
              <a:off x="2527705" y="3064520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  <a:solidFill>
              <a:srgbClr val="F4814E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Web 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Container</a:t>
              </a:r>
            </a:p>
          </p:txBody>
        </p:sp>
        <p:pic>
          <p:nvPicPr>
            <p:cNvPr id="29" name="Graphic 28" descr="Cloud">
              <a:extLst>
                <a:ext uri="{FF2B5EF4-FFF2-40B4-BE49-F238E27FC236}">
                  <a16:creationId xmlns:a16="http://schemas.microsoft.com/office/drawing/2014/main" id="{772A6830-B962-47AA-B1EC-A05D2A555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61820" y="3566501"/>
              <a:ext cx="1153033" cy="1153033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280D58-18ED-4618-8DE3-84816C6D5E45}"/>
                </a:ext>
              </a:extLst>
            </p:cNvPr>
            <p:cNvCxnSpPr>
              <a:cxnSpLocks/>
            </p:cNvCxnSpPr>
            <p:nvPr/>
          </p:nvCxnSpPr>
          <p:spPr>
            <a:xfrm>
              <a:off x="3216713" y="3761370"/>
              <a:ext cx="0" cy="410651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48F6536-ACAE-4150-859A-C3C79229BE9D}"/>
                </a:ext>
              </a:extLst>
            </p:cNvPr>
            <p:cNvCxnSpPr>
              <a:cxnSpLocks/>
            </p:cNvCxnSpPr>
            <p:nvPr/>
          </p:nvCxnSpPr>
          <p:spPr>
            <a:xfrm>
              <a:off x="1345432" y="3761370"/>
              <a:ext cx="9360" cy="410651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4D2A611-AD58-4A0F-8BAD-30F836318D75}"/>
                </a:ext>
              </a:extLst>
            </p:cNvPr>
            <p:cNvSpPr txBox="1"/>
            <p:nvPr/>
          </p:nvSpPr>
          <p:spPr>
            <a:xfrm>
              <a:off x="562285" y="3737611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172.17.0.2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570731-2421-40AA-9718-1C9BC1AF4D07}"/>
                </a:ext>
              </a:extLst>
            </p:cNvPr>
            <p:cNvSpPr txBox="1"/>
            <p:nvPr/>
          </p:nvSpPr>
          <p:spPr>
            <a:xfrm>
              <a:off x="3189202" y="3746467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172.17.0.3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4C77A1-D830-459D-AC66-23229F079E89}"/>
                </a:ext>
              </a:extLst>
            </p:cNvPr>
            <p:cNvSpPr txBox="1"/>
            <p:nvPr/>
          </p:nvSpPr>
          <p:spPr>
            <a:xfrm>
              <a:off x="1873180" y="3946119"/>
              <a:ext cx="9236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Docker0</a:t>
              </a:r>
            </a:p>
            <a:p>
              <a:r>
                <a:rPr lang="en-IN" sz="1100" b="1" dirty="0"/>
                <a:t>172.17.0.1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30BF0E4-F9FF-4F42-9E11-CC0729DF1129}"/>
              </a:ext>
            </a:extLst>
          </p:cNvPr>
          <p:cNvGrpSpPr/>
          <p:nvPr/>
        </p:nvGrpSpPr>
        <p:grpSpPr>
          <a:xfrm>
            <a:off x="4457090" y="2197640"/>
            <a:ext cx="3589446" cy="2845431"/>
            <a:chOff x="493295" y="2873829"/>
            <a:chExt cx="3589446" cy="284543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FA155B-608B-4A2D-B4FB-C873C5BE4561}"/>
                </a:ext>
              </a:extLst>
            </p:cNvPr>
            <p:cNvCxnSpPr>
              <a:cxnSpLocks/>
            </p:cNvCxnSpPr>
            <p:nvPr/>
          </p:nvCxnSpPr>
          <p:spPr>
            <a:xfrm>
              <a:off x="2458397" y="4172021"/>
              <a:ext cx="758316" cy="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96D0E45-CB71-4F05-AF24-22CBADE64B4F}"/>
                </a:ext>
              </a:extLst>
            </p:cNvPr>
            <p:cNvCxnSpPr>
              <a:cxnSpLocks/>
            </p:cNvCxnSpPr>
            <p:nvPr/>
          </p:nvCxnSpPr>
          <p:spPr>
            <a:xfrm>
              <a:off x="1354792" y="4183089"/>
              <a:ext cx="957102" cy="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9DD6F57-F06B-4F7B-BFD3-6779AE0F60E5}"/>
                </a:ext>
              </a:extLst>
            </p:cNvPr>
            <p:cNvSpPr/>
            <p:nvPr/>
          </p:nvSpPr>
          <p:spPr>
            <a:xfrm>
              <a:off x="665784" y="3064520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API 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Container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B7EE6D9-F2C1-438D-85E3-F049EDF0ABAF}"/>
                </a:ext>
              </a:extLst>
            </p:cNvPr>
            <p:cNvSpPr/>
            <p:nvPr/>
          </p:nvSpPr>
          <p:spPr>
            <a:xfrm>
              <a:off x="493295" y="2873829"/>
              <a:ext cx="3589446" cy="2845431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4395294-5E42-4734-AC87-8E93534A132C}"/>
                </a:ext>
              </a:extLst>
            </p:cNvPr>
            <p:cNvSpPr/>
            <p:nvPr/>
          </p:nvSpPr>
          <p:spPr>
            <a:xfrm>
              <a:off x="2527705" y="3064520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  <a:solidFill>
              <a:srgbClr val="F4814E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API 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Container</a:t>
              </a:r>
            </a:p>
          </p:txBody>
        </p:sp>
        <p:pic>
          <p:nvPicPr>
            <p:cNvPr id="46" name="Graphic 45" descr="Cloud">
              <a:extLst>
                <a:ext uri="{FF2B5EF4-FFF2-40B4-BE49-F238E27FC236}">
                  <a16:creationId xmlns:a16="http://schemas.microsoft.com/office/drawing/2014/main" id="{46010F31-E88C-438C-94A5-4A99B52D7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61820" y="3566501"/>
              <a:ext cx="1153033" cy="1153033"/>
            </a:xfrm>
            <a:prstGeom prst="rect">
              <a:avLst/>
            </a:prstGeom>
          </p:spPr>
        </p:pic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B5EF080-59A5-4CBA-BD19-B8AFBCD626A9}"/>
                </a:ext>
              </a:extLst>
            </p:cNvPr>
            <p:cNvCxnSpPr>
              <a:cxnSpLocks/>
            </p:cNvCxnSpPr>
            <p:nvPr/>
          </p:nvCxnSpPr>
          <p:spPr>
            <a:xfrm>
              <a:off x="3216713" y="3761370"/>
              <a:ext cx="0" cy="410651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F3EE0FD-B6C4-4F4F-B569-D1BD37E34C2F}"/>
                </a:ext>
              </a:extLst>
            </p:cNvPr>
            <p:cNvCxnSpPr>
              <a:cxnSpLocks/>
            </p:cNvCxnSpPr>
            <p:nvPr/>
          </p:nvCxnSpPr>
          <p:spPr>
            <a:xfrm>
              <a:off x="1345432" y="3761370"/>
              <a:ext cx="9360" cy="410651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E5A4C88-40A5-45D7-A241-19948EF7A077}"/>
                </a:ext>
              </a:extLst>
            </p:cNvPr>
            <p:cNvSpPr txBox="1"/>
            <p:nvPr/>
          </p:nvSpPr>
          <p:spPr>
            <a:xfrm>
              <a:off x="562285" y="3737611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172.17.0.2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EB5BB16-56FB-49A1-BCDD-E89E89FACBC8}"/>
                </a:ext>
              </a:extLst>
            </p:cNvPr>
            <p:cNvSpPr txBox="1"/>
            <p:nvPr/>
          </p:nvSpPr>
          <p:spPr>
            <a:xfrm>
              <a:off x="3189202" y="3746467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172.17.0.3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9F69B7A-F129-45BE-9F4D-CC145E87DCB8}"/>
                </a:ext>
              </a:extLst>
            </p:cNvPr>
            <p:cNvSpPr txBox="1"/>
            <p:nvPr/>
          </p:nvSpPr>
          <p:spPr>
            <a:xfrm>
              <a:off x="1873180" y="3946119"/>
              <a:ext cx="9236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Docker0</a:t>
              </a:r>
            </a:p>
            <a:p>
              <a:r>
                <a:rPr lang="en-IN" sz="1100" b="1" dirty="0"/>
                <a:t>172.17.0.1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CFBD0F6-4048-4973-85E6-73834AABDAE1}"/>
              </a:ext>
            </a:extLst>
          </p:cNvPr>
          <p:cNvGrpSpPr/>
          <p:nvPr/>
        </p:nvGrpSpPr>
        <p:grpSpPr>
          <a:xfrm>
            <a:off x="8368214" y="2182756"/>
            <a:ext cx="3589446" cy="2845431"/>
            <a:chOff x="493295" y="2873829"/>
            <a:chExt cx="3589446" cy="2845431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127907C-DF0B-4DD3-A2C8-9709714D3AD6}"/>
                </a:ext>
              </a:extLst>
            </p:cNvPr>
            <p:cNvCxnSpPr>
              <a:cxnSpLocks/>
            </p:cNvCxnSpPr>
            <p:nvPr/>
          </p:nvCxnSpPr>
          <p:spPr>
            <a:xfrm>
              <a:off x="2458397" y="4172021"/>
              <a:ext cx="758316" cy="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C602D79-30BE-4F72-811F-DCA8665CE347}"/>
                </a:ext>
              </a:extLst>
            </p:cNvPr>
            <p:cNvCxnSpPr>
              <a:cxnSpLocks/>
            </p:cNvCxnSpPr>
            <p:nvPr/>
          </p:nvCxnSpPr>
          <p:spPr>
            <a:xfrm>
              <a:off x="1354792" y="4183089"/>
              <a:ext cx="957102" cy="0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A3B7A0D-763D-4DA9-931C-C2DFFCD96356}"/>
                </a:ext>
              </a:extLst>
            </p:cNvPr>
            <p:cNvSpPr/>
            <p:nvPr/>
          </p:nvSpPr>
          <p:spPr>
            <a:xfrm>
              <a:off x="665784" y="3064520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Database 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Container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88A8122-060B-4D3C-B031-C79B6F408CBE}"/>
                </a:ext>
              </a:extLst>
            </p:cNvPr>
            <p:cNvSpPr/>
            <p:nvPr/>
          </p:nvSpPr>
          <p:spPr>
            <a:xfrm>
              <a:off x="493295" y="2873829"/>
              <a:ext cx="3589446" cy="2845431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F046AC4-D278-4B89-ABDD-D79D38A5D9E7}"/>
                </a:ext>
              </a:extLst>
            </p:cNvPr>
            <p:cNvSpPr/>
            <p:nvPr/>
          </p:nvSpPr>
          <p:spPr>
            <a:xfrm>
              <a:off x="2527705" y="3064520"/>
              <a:ext cx="1378016" cy="696850"/>
            </a:xfrm>
            <a:custGeom>
              <a:avLst/>
              <a:gdLst>
                <a:gd name="connsiteX0" fmla="*/ 0 w 3216792"/>
                <a:gd name="connsiteY0" fmla="*/ 69685 h 696850"/>
                <a:gd name="connsiteX1" fmla="*/ 69685 w 3216792"/>
                <a:gd name="connsiteY1" fmla="*/ 0 h 696850"/>
                <a:gd name="connsiteX2" fmla="*/ 3147107 w 3216792"/>
                <a:gd name="connsiteY2" fmla="*/ 0 h 696850"/>
                <a:gd name="connsiteX3" fmla="*/ 3216792 w 3216792"/>
                <a:gd name="connsiteY3" fmla="*/ 69685 h 696850"/>
                <a:gd name="connsiteX4" fmla="*/ 3216792 w 3216792"/>
                <a:gd name="connsiteY4" fmla="*/ 627165 h 696850"/>
                <a:gd name="connsiteX5" fmla="*/ 3147107 w 3216792"/>
                <a:gd name="connsiteY5" fmla="*/ 696850 h 696850"/>
                <a:gd name="connsiteX6" fmla="*/ 69685 w 3216792"/>
                <a:gd name="connsiteY6" fmla="*/ 696850 h 696850"/>
                <a:gd name="connsiteX7" fmla="*/ 0 w 3216792"/>
                <a:gd name="connsiteY7" fmla="*/ 627165 h 696850"/>
                <a:gd name="connsiteX8" fmla="*/ 0 w 3216792"/>
                <a:gd name="connsiteY8" fmla="*/ 69685 h 6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16792" h="696850">
                  <a:moveTo>
                    <a:pt x="0" y="69685"/>
                  </a:moveTo>
                  <a:cubicBezTo>
                    <a:pt x="0" y="31199"/>
                    <a:pt x="31199" y="0"/>
                    <a:pt x="69685" y="0"/>
                  </a:cubicBezTo>
                  <a:lnTo>
                    <a:pt x="3147107" y="0"/>
                  </a:lnTo>
                  <a:cubicBezTo>
                    <a:pt x="3185593" y="0"/>
                    <a:pt x="3216792" y="31199"/>
                    <a:pt x="3216792" y="69685"/>
                  </a:cubicBezTo>
                  <a:lnTo>
                    <a:pt x="3216792" y="627165"/>
                  </a:lnTo>
                  <a:cubicBezTo>
                    <a:pt x="3216792" y="665651"/>
                    <a:pt x="3185593" y="696850"/>
                    <a:pt x="3147107" y="696850"/>
                  </a:cubicBezTo>
                  <a:lnTo>
                    <a:pt x="69685" y="696850"/>
                  </a:lnTo>
                  <a:cubicBezTo>
                    <a:pt x="31199" y="696850"/>
                    <a:pt x="0" y="665651"/>
                    <a:pt x="0" y="627165"/>
                  </a:cubicBezTo>
                  <a:lnTo>
                    <a:pt x="0" y="69685"/>
                  </a:lnTo>
                  <a:close/>
                </a:path>
              </a:pathLst>
            </a:custGeom>
            <a:solidFill>
              <a:srgbClr val="F4814E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850" tIns="111850" rIns="111850" bIns="11185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Redis </a:t>
              </a:r>
            </a:p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Container</a:t>
              </a:r>
            </a:p>
          </p:txBody>
        </p:sp>
        <p:pic>
          <p:nvPicPr>
            <p:cNvPr id="59" name="Graphic 58" descr="Cloud">
              <a:extLst>
                <a:ext uri="{FF2B5EF4-FFF2-40B4-BE49-F238E27FC236}">
                  <a16:creationId xmlns:a16="http://schemas.microsoft.com/office/drawing/2014/main" id="{6831F1FA-B380-4903-AE2E-853D09425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61820" y="3566501"/>
              <a:ext cx="1153033" cy="1153033"/>
            </a:xfrm>
            <a:prstGeom prst="rect">
              <a:avLst/>
            </a:prstGeom>
          </p:spPr>
        </p:pic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4A5D2BA-4949-4D1A-883C-BEABF633A9F5}"/>
                </a:ext>
              </a:extLst>
            </p:cNvPr>
            <p:cNvCxnSpPr>
              <a:cxnSpLocks/>
            </p:cNvCxnSpPr>
            <p:nvPr/>
          </p:nvCxnSpPr>
          <p:spPr>
            <a:xfrm>
              <a:off x="3216713" y="3761370"/>
              <a:ext cx="0" cy="410651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398F23A-C438-4A04-9152-000FEEE6E4F3}"/>
                </a:ext>
              </a:extLst>
            </p:cNvPr>
            <p:cNvCxnSpPr>
              <a:cxnSpLocks/>
            </p:cNvCxnSpPr>
            <p:nvPr/>
          </p:nvCxnSpPr>
          <p:spPr>
            <a:xfrm>
              <a:off x="1345432" y="3761370"/>
              <a:ext cx="9360" cy="410651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735674B-9A80-4AFF-BCE4-2A78AFA3DFE3}"/>
                </a:ext>
              </a:extLst>
            </p:cNvPr>
            <p:cNvSpPr txBox="1"/>
            <p:nvPr/>
          </p:nvSpPr>
          <p:spPr>
            <a:xfrm>
              <a:off x="562285" y="3737611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172.17.0.2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A228F0-1631-44F6-AD17-44CCE3270310}"/>
                </a:ext>
              </a:extLst>
            </p:cNvPr>
            <p:cNvSpPr txBox="1"/>
            <p:nvPr/>
          </p:nvSpPr>
          <p:spPr>
            <a:xfrm>
              <a:off x="3189202" y="3746467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172.17.0.3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91A6ACA-AF4B-4522-B70A-FA7C75C9F964}"/>
                </a:ext>
              </a:extLst>
            </p:cNvPr>
            <p:cNvSpPr txBox="1"/>
            <p:nvPr/>
          </p:nvSpPr>
          <p:spPr>
            <a:xfrm>
              <a:off x="1873180" y="3946119"/>
              <a:ext cx="9236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Docker0</a:t>
              </a:r>
            </a:p>
            <a:p>
              <a:r>
                <a:rPr lang="en-IN" sz="1100" b="1" dirty="0"/>
                <a:t>172.17.0.1</a:t>
              </a:r>
            </a:p>
          </p:txBody>
        </p:sp>
      </p:grpSp>
      <p:sp>
        <p:nvSpPr>
          <p:cNvPr id="39" name="Arrow: Left-Right 38">
            <a:extLst>
              <a:ext uri="{FF2B5EF4-FFF2-40B4-BE49-F238E27FC236}">
                <a16:creationId xmlns:a16="http://schemas.microsoft.com/office/drawing/2014/main" id="{50DAD737-9D5D-4342-A69F-6889C7614F41}"/>
              </a:ext>
            </a:extLst>
          </p:cNvPr>
          <p:cNvSpPr/>
          <p:nvPr/>
        </p:nvSpPr>
        <p:spPr>
          <a:xfrm>
            <a:off x="1345432" y="3921366"/>
            <a:ext cx="9746193" cy="846345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Overlay Network (10.0.9.0)</a:t>
            </a:r>
          </a:p>
        </p:txBody>
      </p:sp>
      <p:pic>
        <p:nvPicPr>
          <p:cNvPr id="2" name="Picture 1" descr="A blue whale with blocks in the shape of a ship&#10;&#10;Description automatically generated">
            <a:extLst>
              <a:ext uri="{FF2B5EF4-FFF2-40B4-BE49-F238E27FC236}">
                <a16:creationId xmlns:a16="http://schemas.microsoft.com/office/drawing/2014/main" id="{4D4BE55A-3511-13CA-C8CA-649C48C424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382" y="4719081"/>
            <a:ext cx="691760" cy="499797"/>
          </a:xfrm>
          <a:prstGeom prst="rect">
            <a:avLst/>
          </a:prstGeom>
        </p:spPr>
      </p:pic>
      <p:pic>
        <p:nvPicPr>
          <p:cNvPr id="4" name="Picture 3" descr="A blue whale with blocks in the shape of a ship&#10;&#10;Description automatically generated">
            <a:extLst>
              <a:ext uri="{FF2B5EF4-FFF2-40B4-BE49-F238E27FC236}">
                <a16:creationId xmlns:a16="http://schemas.microsoft.com/office/drawing/2014/main" id="{A527A668-3BD7-B26A-0A1A-C94E3B9C2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602" y="4719080"/>
            <a:ext cx="691760" cy="499797"/>
          </a:xfrm>
          <a:prstGeom prst="rect">
            <a:avLst/>
          </a:prstGeom>
        </p:spPr>
      </p:pic>
      <p:pic>
        <p:nvPicPr>
          <p:cNvPr id="5" name="Picture 4" descr="A blue whale with blocks in the shape of a ship&#10;&#10;Description automatically generated">
            <a:extLst>
              <a:ext uri="{FF2B5EF4-FFF2-40B4-BE49-F238E27FC236}">
                <a16:creationId xmlns:a16="http://schemas.microsoft.com/office/drawing/2014/main" id="{C18AE387-5ACF-05FE-E945-EA0D76F2E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121" y="4719079"/>
            <a:ext cx="691760" cy="49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7596F2-0DDA-4287-95D4-19B967EAC3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Manage communications among the Docker daemons participating in the swarm.</a:t>
            </a:r>
          </a:p>
          <a:p>
            <a:pPr algn="just"/>
            <a:r>
              <a:rPr lang="en-US" dirty="0"/>
              <a:t>The overlay driver enables simple and secure multi-host networking.</a:t>
            </a:r>
          </a:p>
          <a:p>
            <a:pPr algn="just"/>
            <a:r>
              <a:rPr lang="en-US" dirty="0"/>
              <a:t>All containers on the overlay network can communicate with each other.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60AE6-E67C-4361-B22D-B0B42BB9F24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Overlay</a:t>
            </a:r>
          </a:p>
        </p:txBody>
      </p:sp>
    </p:spTree>
    <p:extLst>
      <p:ext uri="{BB962C8B-B14F-4D97-AF65-F5344CB8AC3E}">
        <p14:creationId xmlns:p14="http://schemas.microsoft.com/office/powerpoint/2010/main" val="52536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85915-5AC9-47A6-A109-8593D003BAD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Network Commands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DF6F94-06DA-4FDF-A93E-AE99E2FD7756}"/>
              </a:ext>
            </a:extLst>
          </p:cNvPr>
          <p:cNvSpPr/>
          <p:nvPr/>
        </p:nvSpPr>
        <p:spPr>
          <a:xfrm>
            <a:off x="610012" y="1442880"/>
            <a:ext cx="11122056" cy="37856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dirty="0"/>
              <a:t>&gt; docker network --help</a:t>
            </a:r>
          </a:p>
          <a:p>
            <a:r>
              <a:rPr lang="en-IN" sz="2000" dirty="0"/>
              <a:t>&gt; docker network ls</a:t>
            </a:r>
          </a:p>
          <a:p>
            <a:endParaRPr lang="en-IN" sz="2000" dirty="0"/>
          </a:p>
          <a:p>
            <a:r>
              <a:rPr lang="en-IN" sz="2000" dirty="0"/>
              <a:t>&gt; docker network create --driver bridge </a:t>
            </a:r>
            <a:r>
              <a:rPr lang="en-IN" sz="2000" dirty="0" err="1"/>
              <a:t>mybridge</a:t>
            </a:r>
            <a:endParaRPr lang="en-IN" sz="2000" dirty="0"/>
          </a:p>
          <a:p>
            <a:r>
              <a:rPr lang="en-IN" sz="2000" dirty="0"/>
              <a:t>&gt; docker network inspect </a:t>
            </a:r>
            <a:r>
              <a:rPr lang="en-IN" sz="2000" dirty="0" err="1"/>
              <a:t>mybridge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&gt; docker run --network </a:t>
            </a:r>
            <a:r>
              <a:rPr lang="en-IN" sz="2000" dirty="0" err="1"/>
              <a:t>mybridge</a:t>
            </a:r>
            <a:r>
              <a:rPr lang="en-IN" sz="2000" dirty="0"/>
              <a:t> --name=</a:t>
            </a:r>
            <a:r>
              <a:rPr lang="en-IN" sz="2000" dirty="0" err="1"/>
              <a:t>myapp</a:t>
            </a:r>
            <a:r>
              <a:rPr lang="en-IN" sz="2000" dirty="0"/>
              <a:t>  </a:t>
            </a:r>
            <a:r>
              <a:rPr lang="en-IN" sz="2000" dirty="0" err="1"/>
              <a:t>imagename</a:t>
            </a:r>
            <a:endParaRPr lang="en-IN" sz="2000" dirty="0"/>
          </a:p>
          <a:p>
            <a:r>
              <a:rPr lang="en-IN" sz="2000" dirty="0"/>
              <a:t>&gt; docker network connect </a:t>
            </a:r>
            <a:r>
              <a:rPr lang="en-IN" sz="2000" dirty="0" err="1"/>
              <a:t>mybridge</a:t>
            </a:r>
            <a:r>
              <a:rPr lang="en-IN" sz="2000" dirty="0"/>
              <a:t> </a:t>
            </a:r>
            <a:r>
              <a:rPr lang="en-IN" sz="2000" dirty="0" err="1"/>
              <a:t>myapp</a:t>
            </a:r>
            <a:endParaRPr lang="en-IN" sz="2000" dirty="0"/>
          </a:p>
          <a:p>
            <a:r>
              <a:rPr lang="en-IN" sz="2000" dirty="0"/>
              <a:t>&gt; docker network disconnect </a:t>
            </a:r>
            <a:r>
              <a:rPr lang="en-IN" sz="2000" dirty="0" err="1"/>
              <a:t>mybridge</a:t>
            </a:r>
            <a:r>
              <a:rPr lang="en-IN" sz="2000" dirty="0"/>
              <a:t> </a:t>
            </a:r>
            <a:r>
              <a:rPr lang="en-IN" sz="2000" dirty="0" err="1"/>
              <a:t>myapp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&gt; docker network rm </a:t>
            </a:r>
            <a:r>
              <a:rPr lang="en-IN" sz="2000" dirty="0" err="1"/>
              <a:t>mybridge</a:t>
            </a:r>
            <a:endParaRPr lang="en-IN" sz="2000" dirty="0"/>
          </a:p>
          <a:p>
            <a:r>
              <a:rPr lang="en-IN" sz="2000" dirty="0"/>
              <a:t>&gt; docker inspect -f "{{range .</a:t>
            </a:r>
            <a:r>
              <a:rPr lang="en-IN" sz="2000" dirty="0" err="1"/>
              <a:t>NetworkSettings.Networks</a:t>
            </a:r>
            <a:r>
              <a:rPr lang="en-IN" sz="2000" dirty="0"/>
              <a:t>}}{{.</a:t>
            </a:r>
            <a:r>
              <a:rPr lang="en-IN" sz="2000" dirty="0" err="1"/>
              <a:t>IPAddress</a:t>
            </a:r>
            <a:r>
              <a:rPr lang="en-IN" sz="2000" dirty="0"/>
              <a:t>}}{{end}}" &lt;</a:t>
            </a:r>
            <a:r>
              <a:rPr lang="en-IN" sz="2000" dirty="0" err="1"/>
              <a:t>container_id</a:t>
            </a:r>
            <a:r>
              <a:rPr lang="en-IN" sz="2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1975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34F30-926E-4C80-A950-6BD4C214195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Compose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66C5DA-6C7D-4246-A981-270CDD20F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581030" cy="4877624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/>
              <a:t>Compose is a tool for defining and running multi-container applications with Docker. 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With Compose, a multi-container application is defined using a single file and then spin your application up using a single command.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All of that can be done by Docker Compose in the scope of a single host.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The Docker Compose is useful for setting up development and testing workflows.</a:t>
            </a:r>
            <a:endParaRPr lang="en-IN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905CCF-3F6C-4F09-A700-CFFDC5BF3398}"/>
              </a:ext>
            </a:extLst>
          </p:cNvPr>
          <p:cNvGrpSpPr/>
          <p:nvPr/>
        </p:nvGrpSpPr>
        <p:grpSpPr>
          <a:xfrm>
            <a:off x="8686232" y="1885811"/>
            <a:ext cx="3012472" cy="2845431"/>
            <a:chOff x="8925217" y="1593669"/>
            <a:chExt cx="3012472" cy="2845431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F2635D5E-6D53-4EF1-AD13-6874C2F9F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11672" y="1814665"/>
              <a:ext cx="1130489" cy="113048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5E02186-C2AD-40DF-BEDB-C7B49AC2C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85685" y="1814664"/>
              <a:ext cx="1130490" cy="113049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9706463-C0A5-4886-B3BB-EE0A3A41E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98638" y="2883334"/>
              <a:ext cx="1130490" cy="113049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C3D996-741F-4FA4-96EB-DB2CC7241236}"/>
                </a:ext>
              </a:extLst>
            </p:cNvPr>
            <p:cNvSpPr/>
            <p:nvPr/>
          </p:nvSpPr>
          <p:spPr>
            <a:xfrm>
              <a:off x="8925217" y="1593669"/>
              <a:ext cx="3012472" cy="2845431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IN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  <a:p>
              <a:pPr algn="ctr"/>
              <a:r>
                <a:rPr lang="en-IN" sz="16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Compose</a:t>
              </a:r>
            </a:p>
          </p:txBody>
        </p:sp>
      </p:grpSp>
      <p:pic>
        <p:nvPicPr>
          <p:cNvPr id="3" name="Picture 2" descr="A blue whale with blocks in the shape of a ship&#10;&#10;Description automatically generated">
            <a:extLst>
              <a:ext uri="{FF2B5EF4-FFF2-40B4-BE49-F238E27FC236}">
                <a16:creationId xmlns:a16="http://schemas.microsoft.com/office/drawing/2014/main" id="{BA7B139F-6CC0-0388-14DB-748F3D69A4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945" y="4305966"/>
            <a:ext cx="894492" cy="64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0310FC-8769-4CCF-9268-6DDD047D1DC1}"/>
              </a:ext>
            </a:extLst>
          </p:cNvPr>
          <p:cNvSpPr/>
          <p:nvPr/>
        </p:nvSpPr>
        <p:spPr>
          <a:xfrm>
            <a:off x="0" y="-64264"/>
            <a:ext cx="6917635" cy="69865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version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3.4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b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networks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docker_app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driver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bridge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</a:t>
            </a:r>
            <a:r>
              <a:rPr lang="en-IN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ipam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driver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default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config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subnet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172.16.238.0/24</a:t>
            </a:r>
            <a:b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services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db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image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mcr.microsoft.com/</a:t>
            </a:r>
            <a:r>
              <a:rPr lang="en-IN" sz="1400" dirty="0" err="1">
                <a:solidFill>
                  <a:srgbClr val="C3E88D"/>
                </a:solidFill>
                <a:latin typeface="Consolas" panose="020B0609020204030204" pitchFamily="49" charset="0"/>
              </a:rPr>
              <a:t>mssql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/server:2022-CU12-ubuntu-22.04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environment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ACCEPT_EULA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Y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SA_PASSWORD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YourStrong@Passw0rd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</a:t>
            </a: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networks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</a:t>
            </a:r>
            <a:r>
              <a:rPr lang="en-IN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docker_app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ipv4_address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F78C6C"/>
                </a:solidFill>
                <a:latin typeface="Consolas" panose="020B0609020204030204" pitchFamily="49" charset="0"/>
              </a:rPr>
              <a:t>172.16.238.2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ports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5020:1433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b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</a:t>
            </a:r>
            <a:r>
              <a:rPr lang="en-IN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aspnetdockercrud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image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${DOCKER_REGISTRY-}</a:t>
            </a:r>
            <a:r>
              <a:rPr lang="en-IN" sz="1400" dirty="0" err="1">
                <a:solidFill>
                  <a:srgbClr val="C3E88D"/>
                </a:solidFill>
                <a:latin typeface="Consolas" panose="020B0609020204030204" pitchFamily="49" charset="0"/>
              </a:rPr>
              <a:t>aspnetdockercrud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build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context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F78C6C"/>
                </a:solidFill>
                <a:latin typeface="Consolas" panose="020B0609020204030204" pitchFamily="49" charset="0"/>
              </a:rPr>
              <a:t>.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</a:t>
            </a:r>
            <a:r>
              <a:rPr lang="en-IN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dockerfile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 err="1">
                <a:solidFill>
                  <a:srgbClr val="C3E88D"/>
                </a:solidFill>
                <a:latin typeface="Consolas" panose="020B0609020204030204" pitchFamily="49" charset="0"/>
              </a:rPr>
              <a:t>ASPNetDockerCRUD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/</a:t>
            </a:r>
            <a:r>
              <a:rPr lang="en-IN" sz="1400" dirty="0" err="1">
                <a:solidFill>
                  <a:srgbClr val="C3E88D"/>
                </a:solidFill>
                <a:latin typeface="Consolas" panose="020B0609020204030204" pitchFamily="49" charset="0"/>
              </a:rPr>
              <a:t>Dockerfile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container_name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 err="1">
                <a:solidFill>
                  <a:srgbClr val="C3E88D"/>
                </a:solidFill>
                <a:latin typeface="Consolas" panose="020B0609020204030204" pitchFamily="49" charset="0"/>
              </a:rPr>
              <a:t>aspnet_app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networks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</a:t>
            </a:r>
            <a:r>
              <a:rPr lang="en-IN" sz="1400" dirty="0" err="1">
                <a:solidFill>
                  <a:srgbClr val="F07178"/>
                </a:solidFill>
                <a:latin typeface="Consolas" panose="020B0609020204030204" pitchFamily="49" charset="0"/>
              </a:rPr>
              <a:t>docker_app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ipv4_address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F78C6C"/>
                </a:solidFill>
                <a:latin typeface="Consolas" panose="020B0609020204030204" pitchFamily="49" charset="0"/>
              </a:rPr>
              <a:t>172.16.238.3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</a:t>
            </a:r>
            <a:r>
              <a:rPr lang="en-IN" sz="1400" dirty="0">
                <a:solidFill>
                  <a:srgbClr val="F07178"/>
                </a:solidFill>
                <a:latin typeface="Consolas" panose="020B0609020204030204" pitchFamily="49" charset="0"/>
              </a:rPr>
              <a:t>ports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endParaRPr lang="en-IN" sz="1400" dirty="0">
              <a:solidFill>
                <a:srgbClr val="EEFFFF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    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-</a:t>
            </a:r>
            <a:r>
              <a:rPr lang="en-IN" sz="1400" dirty="0">
                <a:solidFill>
                  <a:srgbClr val="EEFFFF"/>
                </a:solidFill>
                <a:latin typeface="Consolas" panose="020B0609020204030204" pitchFamily="49" charset="0"/>
              </a:rPr>
              <a:t> 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  <a:r>
              <a:rPr lang="en-IN" sz="1400" dirty="0">
                <a:solidFill>
                  <a:srgbClr val="C3E88D"/>
                </a:solidFill>
                <a:latin typeface="Consolas" panose="020B0609020204030204" pitchFamily="49" charset="0"/>
              </a:rPr>
              <a:t>5010:8080</a:t>
            </a:r>
            <a:r>
              <a:rPr lang="en-IN" sz="1400" dirty="0">
                <a:solidFill>
                  <a:srgbClr val="89DDFF"/>
                </a:solidFill>
                <a:latin typeface="Consolas" panose="020B0609020204030204" pitchFamily="49" charset="0"/>
              </a:rPr>
              <a:t>"</a:t>
            </a:r>
          </a:p>
          <a:p>
            <a:endParaRPr lang="en-IN" sz="1400" b="0" dirty="0">
              <a:solidFill>
                <a:srgbClr val="89DDFF"/>
              </a:solidFill>
              <a:effectLst/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EE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3EC00-5BD6-406B-91F1-E3A83B4C9EC1}"/>
              </a:ext>
            </a:extLst>
          </p:cNvPr>
          <p:cNvSpPr/>
          <p:nvPr/>
        </p:nvSpPr>
        <p:spPr>
          <a:xfrm>
            <a:off x="6917635" y="934388"/>
            <a:ext cx="4867334" cy="861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docker swarm </a:t>
            </a:r>
            <a:r>
              <a:rPr lang="en-IN" sz="1600" dirty="0" err="1"/>
              <a:t>init</a:t>
            </a:r>
            <a:endParaRPr lang="en-IN" sz="1600" dirty="0"/>
          </a:p>
          <a:p>
            <a:r>
              <a:rPr lang="en-IN" sz="1600" i="1" dirty="0"/>
              <a:t>// if swarm enabled then leave it</a:t>
            </a:r>
          </a:p>
          <a:p>
            <a:r>
              <a:rPr lang="en-IN" dirty="0"/>
              <a:t>docker swarm leave --force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654756-532B-447E-8450-4561EB79B838}"/>
              </a:ext>
            </a:extLst>
          </p:cNvPr>
          <p:cNvSpPr/>
          <p:nvPr/>
        </p:nvSpPr>
        <p:spPr>
          <a:xfrm>
            <a:off x="6917635" y="2215489"/>
            <a:ext cx="486733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docker-compose -f docker-</a:t>
            </a:r>
            <a:r>
              <a:rPr lang="en-IN" dirty="0" err="1"/>
              <a:t>compose.yml</a:t>
            </a:r>
            <a:r>
              <a:rPr lang="en-IN" dirty="0"/>
              <a:t> up -d</a:t>
            </a:r>
          </a:p>
          <a:p>
            <a:r>
              <a:rPr lang="en-IN" dirty="0"/>
              <a:t>docker-compose -f docker-</a:t>
            </a:r>
            <a:r>
              <a:rPr lang="en-IN" dirty="0" err="1"/>
              <a:t>compose.yml</a:t>
            </a:r>
            <a:r>
              <a:rPr lang="en-IN" dirty="0"/>
              <a:t> down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3A8F96-40B1-0FDF-5F0A-E665348CB224}"/>
              </a:ext>
            </a:extLst>
          </p:cNvPr>
          <p:cNvSpPr/>
          <p:nvPr/>
        </p:nvSpPr>
        <p:spPr>
          <a:xfrm>
            <a:off x="6917635" y="3012191"/>
            <a:ext cx="486733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docker-compose -f docker-</a:t>
            </a:r>
            <a:r>
              <a:rPr lang="en-IN" dirty="0" err="1"/>
              <a:t>compose.yml</a:t>
            </a:r>
            <a:r>
              <a:rPr lang="en-IN" dirty="0"/>
              <a:t> start</a:t>
            </a:r>
          </a:p>
          <a:p>
            <a:r>
              <a:rPr lang="en-IN" dirty="0"/>
              <a:t>docker-compose -f docker-</a:t>
            </a:r>
            <a:r>
              <a:rPr lang="en-IN" dirty="0" err="1"/>
              <a:t>compose.yml</a:t>
            </a:r>
            <a:r>
              <a:rPr lang="en-IN" dirty="0"/>
              <a:t> stop </a:t>
            </a:r>
          </a:p>
        </p:txBody>
      </p:sp>
    </p:spTree>
    <p:extLst>
      <p:ext uri="{BB962C8B-B14F-4D97-AF65-F5344CB8AC3E}">
        <p14:creationId xmlns:p14="http://schemas.microsoft.com/office/powerpoint/2010/main" val="30606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9F2E8-B5F6-4DD4-A7D4-80875114035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Container Orchestration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ABE0B8-6B36-48D4-9580-2619D6A8D014}"/>
              </a:ext>
            </a:extLst>
          </p:cNvPr>
          <p:cNvGrpSpPr/>
          <p:nvPr/>
        </p:nvGrpSpPr>
        <p:grpSpPr>
          <a:xfrm>
            <a:off x="1215094" y="2489988"/>
            <a:ext cx="2033276" cy="2117243"/>
            <a:chOff x="3038284" y="2518122"/>
            <a:chExt cx="2033276" cy="21172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0775EF-E817-4B76-9B85-48E7ACFAD8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2" t="18230" r="6994" b="20963"/>
            <a:stretch/>
          </p:blipFill>
          <p:spPr>
            <a:xfrm>
              <a:off x="3038284" y="2518122"/>
              <a:ext cx="2033276" cy="148916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CA7331-A1AC-4B76-9172-DB140718EAB2}"/>
                </a:ext>
              </a:extLst>
            </p:cNvPr>
            <p:cNvSpPr txBox="1"/>
            <p:nvPr/>
          </p:nvSpPr>
          <p:spPr>
            <a:xfrm>
              <a:off x="3038284" y="4266033"/>
              <a:ext cx="1533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Docker Swarm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D541D4E-1884-4DF5-A48C-F1B107628A10}"/>
              </a:ext>
            </a:extLst>
          </p:cNvPr>
          <p:cNvGrpSpPr/>
          <p:nvPr/>
        </p:nvGrpSpPr>
        <p:grpSpPr>
          <a:xfrm>
            <a:off x="5170358" y="2530217"/>
            <a:ext cx="1423284" cy="2055977"/>
            <a:chOff x="6837046" y="2172025"/>
            <a:chExt cx="1694930" cy="240155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97909EF-1DE7-4CE9-A492-56BFBB40F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7046" y="2172025"/>
              <a:ext cx="1694930" cy="164549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FCEE3B-D1F0-4237-9E01-15D4DF1AFD60}"/>
                </a:ext>
              </a:extLst>
            </p:cNvPr>
            <p:cNvSpPr txBox="1"/>
            <p:nvPr/>
          </p:nvSpPr>
          <p:spPr>
            <a:xfrm>
              <a:off x="7056421" y="4204251"/>
              <a:ext cx="1256178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Kubernetes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58818D-08F6-46F9-BB2F-D12F3FBCDEC1}"/>
              </a:ext>
            </a:extLst>
          </p:cNvPr>
          <p:cNvGrpSpPr/>
          <p:nvPr/>
        </p:nvGrpSpPr>
        <p:grpSpPr>
          <a:xfrm>
            <a:off x="8808235" y="2405948"/>
            <a:ext cx="1573918" cy="2201283"/>
            <a:chOff x="8617502" y="2405948"/>
            <a:chExt cx="1573918" cy="2201283"/>
          </a:xfrm>
        </p:grpSpPr>
        <p:pic>
          <p:nvPicPr>
            <p:cNvPr id="1026" name="Picture 2" descr="Apache Mesos - Reviews, Pros &amp; Cons | Companies using Apache Mesos">
              <a:extLst>
                <a:ext uri="{FF2B5EF4-FFF2-40B4-BE49-F238E27FC236}">
                  <a16:creationId xmlns:a16="http://schemas.microsoft.com/office/drawing/2014/main" id="{E0BE5561-56E7-4BDC-B188-2AE114D28E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502" y="2405948"/>
              <a:ext cx="1573918" cy="1573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B803D4-D738-4C64-965A-386E7EB64467}"/>
                </a:ext>
              </a:extLst>
            </p:cNvPr>
            <p:cNvSpPr txBox="1"/>
            <p:nvPr/>
          </p:nvSpPr>
          <p:spPr>
            <a:xfrm>
              <a:off x="8976619" y="4237899"/>
              <a:ext cx="855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MESOS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972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CA4E14-0581-4D1B-AFBB-BF60917F9F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Swarm is a cluster of Docker hosts that are called nodes.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Docker Swarm is a native clustering tool for Docker that can turn a pool of Docker hosts into a single virtual host.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The swarm cluster consists of a swarm manager and a set of workers.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With swarm, you can deploy and scale your applications to multiple hosts.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Swarm helps in containers management, scaling, service discovery, and load balancing between the nodes in the cluster.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B820-6882-4DC8-AFBC-D1C82FD4B18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Swarm</a:t>
            </a:r>
          </a:p>
        </p:txBody>
      </p:sp>
    </p:spTree>
    <p:extLst>
      <p:ext uri="{BB962C8B-B14F-4D97-AF65-F5344CB8AC3E}">
        <p14:creationId xmlns:p14="http://schemas.microsoft.com/office/powerpoint/2010/main" val="379292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D353B-24B9-4D8E-882F-9FB75332F2E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Swarm Architecture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5F63F5-8DA6-48F5-A13C-1352DD01C645}"/>
              </a:ext>
            </a:extLst>
          </p:cNvPr>
          <p:cNvGrpSpPr/>
          <p:nvPr/>
        </p:nvGrpSpPr>
        <p:grpSpPr>
          <a:xfrm>
            <a:off x="857548" y="1265474"/>
            <a:ext cx="7685561" cy="4807527"/>
            <a:chOff x="631125" y="1183970"/>
            <a:chExt cx="8599412" cy="527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DFC3EA-87BC-460D-95E7-E3F68B8F75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22" t="2811" r="37306" b="2540"/>
            <a:stretch/>
          </p:blipFill>
          <p:spPr>
            <a:xfrm>
              <a:off x="5485577" y="1322888"/>
              <a:ext cx="1031737" cy="4995894"/>
            </a:xfrm>
            <a:prstGeom prst="rect">
              <a:avLst/>
            </a:prstGeom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44947DE-1B3D-43B7-B638-FC5ACAC2531C}"/>
                </a:ext>
              </a:extLst>
            </p:cNvPr>
            <p:cNvGrpSpPr/>
            <p:nvPr/>
          </p:nvGrpSpPr>
          <p:grpSpPr>
            <a:xfrm>
              <a:off x="2109383" y="2349243"/>
              <a:ext cx="3346174" cy="2689237"/>
              <a:chOff x="1352826" y="2361423"/>
              <a:chExt cx="3346174" cy="2689237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D5E79C5-9E9E-4558-8361-93F917DF7822}"/>
                  </a:ext>
                </a:extLst>
              </p:cNvPr>
              <p:cNvSpPr/>
              <p:nvPr/>
            </p:nvSpPr>
            <p:spPr>
              <a:xfrm>
                <a:off x="1517338" y="4019303"/>
                <a:ext cx="2980297" cy="361950"/>
              </a:xfrm>
              <a:prstGeom prst="rect">
                <a:avLst/>
              </a:prstGeom>
              <a:solidFill>
                <a:srgbClr val="146BD8"/>
              </a:solidFill>
              <a:ln>
                <a:solidFill>
                  <a:srgbClr val="146B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Scheduler</a:t>
                </a:r>
                <a:endParaRPr lang="en-IN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A13516A-024E-4EB7-835A-911D9298C2A3}"/>
                  </a:ext>
                </a:extLst>
              </p:cNvPr>
              <p:cNvSpPr/>
              <p:nvPr/>
            </p:nvSpPr>
            <p:spPr>
              <a:xfrm>
                <a:off x="1517339" y="4521061"/>
                <a:ext cx="2980296" cy="36195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Dispatcher</a:t>
                </a:r>
                <a:endParaRPr lang="en-IN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3B9FA38-0B92-4ABE-A27B-B0CD73FF5994}"/>
                  </a:ext>
                </a:extLst>
              </p:cNvPr>
              <p:cNvSpPr/>
              <p:nvPr/>
            </p:nvSpPr>
            <p:spPr>
              <a:xfrm>
                <a:off x="1352826" y="2744781"/>
                <a:ext cx="3346174" cy="2305879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0909B75-7798-4A89-8438-3CD0011540B8}"/>
                  </a:ext>
                </a:extLst>
              </p:cNvPr>
              <p:cNvSpPr txBox="1"/>
              <p:nvPr/>
            </p:nvSpPr>
            <p:spPr>
              <a:xfrm>
                <a:off x="2373718" y="2361423"/>
                <a:ext cx="143007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Manager Node</a:t>
                </a:r>
                <a:endParaRPr lang="en-IN" sz="1600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55055EA-C508-4375-AECD-B5D1358BE640}"/>
                  </a:ext>
                </a:extLst>
              </p:cNvPr>
              <p:cNvSpPr/>
              <p:nvPr/>
            </p:nvSpPr>
            <p:spPr>
              <a:xfrm>
                <a:off x="1535764" y="3505282"/>
                <a:ext cx="2980297" cy="36195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Orchestrator</a:t>
                </a:r>
                <a:endParaRPr lang="en-IN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F03A510-ADB2-486B-8D58-43DFC3570163}"/>
                  </a:ext>
                </a:extLst>
              </p:cNvPr>
              <p:cNvSpPr/>
              <p:nvPr/>
            </p:nvSpPr>
            <p:spPr>
              <a:xfrm>
                <a:off x="1535764" y="2981207"/>
                <a:ext cx="2980297" cy="36195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API</a:t>
                </a:r>
                <a:endParaRPr lang="en-IN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6E37CC1-B9D0-40B3-8770-BA0EE5AA99E0}"/>
                </a:ext>
              </a:extLst>
            </p:cNvPr>
            <p:cNvGrpSpPr/>
            <p:nvPr/>
          </p:nvGrpSpPr>
          <p:grpSpPr>
            <a:xfrm>
              <a:off x="643729" y="2782170"/>
              <a:ext cx="1413578" cy="980459"/>
              <a:chOff x="643729" y="2782170"/>
              <a:chExt cx="1413578" cy="980459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A6F5B11D-7616-47E6-BD75-0A197AED9FF2}"/>
                  </a:ext>
                </a:extLst>
              </p:cNvPr>
              <p:cNvGrpSpPr/>
              <p:nvPr/>
            </p:nvGrpSpPr>
            <p:grpSpPr>
              <a:xfrm>
                <a:off x="643729" y="2782170"/>
                <a:ext cx="1142754" cy="980459"/>
                <a:chOff x="371564" y="2917331"/>
                <a:chExt cx="949940" cy="831875"/>
              </a:xfrm>
            </p:grpSpPr>
            <p:pic>
              <p:nvPicPr>
                <p:cNvPr id="1026" name="Picture 2" descr="Related image">
                  <a:extLst>
                    <a:ext uri="{FF2B5EF4-FFF2-40B4-BE49-F238E27FC236}">
                      <a16:creationId xmlns:a16="http://schemas.microsoft.com/office/drawing/2014/main" id="{607FEEF7-D495-4151-8097-17E78C32C0D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1733" r="20267"/>
                <a:stretch/>
              </p:blipFill>
              <p:spPr bwMode="auto">
                <a:xfrm>
                  <a:off x="401640" y="2917331"/>
                  <a:ext cx="869347" cy="8318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46049DD-30CC-434F-8F86-796A2153417C}"/>
                    </a:ext>
                  </a:extLst>
                </p:cNvPr>
                <p:cNvSpPr txBox="1"/>
                <p:nvPr/>
              </p:nvSpPr>
              <p:spPr>
                <a:xfrm>
                  <a:off x="371564" y="3382970"/>
                  <a:ext cx="9499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Docker CLI</a:t>
                  </a:r>
                  <a:endParaRPr lang="en-IN" sz="1400" dirty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024" name="Straight Arrow Connector 1023">
                <a:extLst>
                  <a:ext uri="{FF2B5EF4-FFF2-40B4-BE49-F238E27FC236}">
                    <a16:creationId xmlns:a16="http://schemas.microsoft.com/office/drawing/2014/main" id="{56D0EEFB-FA72-4E33-BF72-B6E67F7EC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9150" y="3302040"/>
                <a:ext cx="478157" cy="0"/>
              </a:xfrm>
              <a:prstGeom prst="straightConnector1">
                <a:avLst/>
              </a:prstGeom>
              <a:ln w="28575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2E11868-E8ED-4385-8089-D8B7A2AA0D85}"/>
                </a:ext>
              </a:extLst>
            </p:cNvPr>
            <p:cNvGrpSpPr/>
            <p:nvPr/>
          </p:nvGrpSpPr>
          <p:grpSpPr>
            <a:xfrm>
              <a:off x="631125" y="3936535"/>
              <a:ext cx="1426181" cy="1379117"/>
              <a:chOff x="631125" y="3936535"/>
              <a:chExt cx="1426181" cy="1379117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065020E4-0766-49E2-9592-B7A7C92DC1D0}"/>
                  </a:ext>
                </a:extLst>
              </p:cNvPr>
              <p:cNvGrpSpPr/>
              <p:nvPr/>
            </p:nvGrpSpPr>
            <p:grpSpPr>
              <a:xfrm>
                <a:off x="631125" y="3936535"/>
                <a:ext cx="1031736" cy="1379117"/>
                <a:chOff x="202798" y="3872756"/>
                <a:chExt cx="939298" cy="1236023"/>
              </a:xfrm>
            </p:grpSpPr>
            <p:pic>
              <p:nvPicPr>
                <p:cNvPr id="76" name="Picture 4">
                  <a:extLst>
                    <a:ext uri="{FF2B5EF4-FFF2-40B4-BE49-F238E27FC236}">
                      <a16:creationId xmlns:a16="http://schemas.microsoft.com/office/drawing/2014/main" id="{82E34F10-B827-4C50-B365-716403EE0B9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842" t="12637" r="34083" b="46183"/>
                <a:stretch/>
              </p:blipFill>
              <p:spPr bwMode="auto">
                <a:xfrm>
                  <a:off x="202798" y="3872756"/>
                  <a:ext cx="939298" cy="93354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F4D0DF39-38A3-4681-8941-80E716C632EA}"/>
                    </a:ext>
                  </a:extLst>
                </p:cNvPr>
                <p:cNvSpPr txBox="1"/>
                <p:nvPr/>
              </p:nvSpPr>
              <p:spPr>
                <a:xfrm>
                  <a:off x="500389" y="4801002"/>
                  <a:ext cx="3497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146BD8"/>
                      </a:solidFill>
                    </a:rPr>
                    <a:t>UI</a:t>
                  </a:r>
                  <a:endParaRPr lang="en-IN" sz="1400" b="1" dirty="0">
                    <a:solidFill>
                      <a:srgbClr val="146BD8"/>
                    </a:solidFill>
                  </a:endParaRPr>
                </a:p>
              </p:txBody>
            </p:sp>
          </p:grp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F25678F9-2104-4E08-AA67-0C2258B5D5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9149" y="4457344"/>
                <a:ext cx="478157" cy="0"/>
              </a:xfrm>
              <a:prstGeom prst="straightConnector1">
                <a:avLst/>
              </a:prstGeom>
              <a:ln w="28575">
                <a:solidFill>
                  <a:srgbClr val="146BD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D12B6C3-AD78-416E-A707-EF56B9D787FF}"/>
                </a:ext>
              </a:extLst>
            </p:cNvPr>
            <p:cNvGrpSpPr/>
            <p:nvPr/>
          </p:nvGrpSpPr>
          <p:grpSpPr>
            <a:xfrm>
              <a:off x="6581199" y="3878564"/>
              <a:ext cx="2649338" cy="2577631"/>
              <a:chOff x="6569489" y="1248032"/>
              <a:chExt cx="2649338" cy="2577631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D1C5DF7-476C-460E-91E3-393293C81335}"/>
                  </a:ext>
                </a:extLst>
              </p:cNvPr>
              <p:cNvSpPr/>
              <p:nvPr/>
            </p:nvSpPr>
            <p:spPr>
              <a:xfrm>
                <a:off x="6756232" y="1754682"/>
                <a:ext cx="2275852" cy="143730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r>
                  <a:rPr lang="en-I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Service</a:t>
                </a: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1D7B15E-2D88-467C-B80B-FF9F8191EBB3}"/>
                  </a:ext>
                </a:extLst>
              </p:cNvPr>
              <p:cNvGrpSpPr/>
              <p:nvPr/>
            </p:nvGrpSpPr>
            <p:grpSpPr>
              <a:xfrm>
                <a:off x="6569489" y="1248032"/>
                <a:ext cx="2649338" cy="2577631"/>
                <a:chOff x="6569489" y="1248032"/>
                <a:chExt cx="2649338" cy="2577631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DB2F34ED-433D-454B-8401-EBE56CAFFDD6}"/>
                    </a:ext>
                  </a:extLst>
                </p:cNvPr>
                <p:cNvSpPr/>
                <p:nvPr/>
              </p:nvSpPr>
              <p:spPr>
                <a:xfrm>
                  <a:off x="6569489" y="1586585"/>
                  <a:ext cx="2649338" cy="2239078"/>
                </a:xfrm>
                <a:prstGeom prst="rect">
                  <a:avLst/>
                </a:prstGeom>
                <a:noFill/>
                <a:ln w="28575">
                  <a:solidFill>
                    <a:srgbClr val="146BD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F29F0E6-F60C-4C38-A0F1-DA6B3F786E59}"/>
                    </a:ext>
                  </a:extLst>
                </p:cNvPr>
                <p:cNvSpPr txBox="1"/>
                <p:nvPr/>
              </p:nvSpPr>
              <p:spPr>
                <a:xfrm>
                  <a:off x="7148899" y="1248032"/>
                  <a:ext cx="145026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Worker  Node2</a:t>
                  </a:r>
                  <a:endParaRPr lang="en-IN" sz="1600" dirty="0"/>
                </a:p>
              </p:txBody>
            </p:sp>
          </p:grpSp>
          <p:pic>
            <p:nvPicPr>
              <p:cNvPr id="49" name="Graphic 48">
                <a:extLst>
                  <a:ext uri="{FF2B5EF4-FFF2-40B4-BE49-F238E27FC236}">
                    <a16:creationId xmlns:a16="http://schemas.microsoft.com/office/drawing/2014/main" id="{76593E6E-B551-477B-A95A-2AD69D42C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32930" y="1988941"/>
                <a:ext cx="648845" cy="621824"/>
              </a:xfrm>
              <a:prstGeom prst="rect">
                <a:avLst/>
              </a:prstGeom>
            </p:spPr>
          </p:pic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2577FE7-0490-4D2B-BC2B-8E82E19F7FA3}"/>
                  </a:ext>
                </a:extLst>
              </p:cNvPr>
              <p:cNvSpPr/>
              <p:nvPr/>
            </p:nvSpPr>
            <p:spPr>
              <a:xfrm>
                <a:off x="6772382" y="3313351"/>
                <a:ext cx="2316741" cy="36195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Daemon</a:t>
                </a:r>
                <a:endParaRPr lang="en-IN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CD6794-AD2D-4A27-8DF9-77FA7BA7F4FA}"/>
                  </a:ext>
                </a:extLst>
              </p:cNvPr>
              <p:cNvSpPr/>
              <p:nvPr/>
            </p:nvSpPr>
            <p:spPr>
              <a:xfrm>
                <a:off x="6950562" y="1948619"/>
                <a:ext cx="796594" cy="895252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  <a:p>
                <a:pPr algn="ctr"/>
                <a:endParaRPr lang="en-IN" sz="1000" dirty="0"/>
              </a:p>
              <a:p>
                <a:pPr algn="ctr"/>
                <a:endParaRPr lang="en-IN" sz="1000" dirty="0"/>
              </a:p>
              <a:p>
                <a:pPr algn="ctr"/>
                <a:r>
                  <a:rPr lang="en-IN" sz="1400" dirty="0">
                    <a:solidFill>
                      <a:schemeClr val="tx1"/>
                    </a:solidFill>
                  </a:rPr>
                  <a:t>Task</a:t>
                </a:r>
              </a:p>
            </p:txBody>
          </p:sp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EFAE2B37-30F7-419C-BFEE-1A61E95CE7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149122" y="1988941"/>
                <a:ext cx="648845" cy="621824"/>
              </a:xfrm>
              <a:prstGeom prst="rect">
                <a:avLst/>
              </a:prstGeom>
            </p:spPr>
          </p:pic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21E8E4F-EA48-430B-A4C5-739DC5F54EF8}"/>
                  </a:ext>
                </a:extLst>
              </p:cNvPr>
              <p:cNvSpPr/>
              <p:nvPr/>
            </p:nvSpPr>
            <p:spPr>
              <a:xfrm>
                <a:off x="8066754" y="1948619"/>
                <a:ext cx="796594" cy="895252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  <a:p>
                <a:pPr algn="ctr"/>
                <a:endParaRPr lang="en-IN" sz="1000" dirty="0"/>
              </a:p>
              <a:p>
                <a:pPr algn="ctr"/>
                <a:endParaRPr lang="en-IN" sz="1000" dirty="0"/>
              </a:p>
              <a:p>
                <a:pPr algn="ctr"/>
                <a:r>
                  <a:rPr lang="en-IN" sz="1400" dirty="0">
                    <a:solidFill>
                      <a:schemeClr val="tx1"/>
                    </a:solidFill>
                  </a:rPr>
                  <a:t>Task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B6C08C94-22EC-490D-87DC-CCB7D134CB80}"/>
                </a:ext>
              </a:extLst>
            </p:cNvPr>
            <p:cNvGrpSpPr/>
            <p:nvPr/>
          </p:nvGrpSpPr>
          <p:grpSpPr>
            <a:xfrm>
              <a:off x="6581199" y="1183970"/>
              <a:ext cx="2649338" cy="2577631"/>
              <a:chOff x="6569489" y="1248032"/>
              <a:chExt cx="2649338" cy="2577631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D59146A-5B30-4CB5-8915-8066A5222292}"/>
                  </a:ext>
                </a:extLst>
              </p:cNvPr>
              <p:cNvSpPr/>
              <p:nvPr/>
            </p:nvSpPr>
            <p:spPr>
              <a:xfrm>
                <a:off x="6756232" y="1754682"/>
                <a:ext cx="2275852" cy="143730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8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algn="ctr"/>
                <a:r>
                  <a:rPr lang="en-I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Service</a:t>
                </a:r>
              </a:p>
              <a:p>
                <a:pPr algn="ctr"/>
                <a:endParaRPr lang="en-IN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9A8420A8-9553-41D4-9F7C-C3FED88B8183}"/>
                  </a:ext>
                </a:extLst>
              </p:cNvPr>
              <p:cNvGrpSpPr/>
              <p:nvPr/>
            </p:nvGrpSpPr>
            <p:grpSpPr>
              <a:xfrm>
                <a:off x="6569489" y="1248032"/>
                <a:ext cx="2649338" cy="2577631"/>
                <a:chOff x="6569489" y="1248032"/>
                <a:chExt cx="2649338" cy="2577631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90D23906-6533-4BB2-8A96-378E5646AEF3}"/>
                    </a:ext>
                  </a:extLst>
                </p:cNvPr>
                <p:cNvSpPr/>
                <p:nvPr/>
              </p:nvSpPr>
              <p:spPr>
                <a:xfrm>
                  <a:off x="6569489" y="1586585"/>
                  <a:ext cx="2649338" cy="2239078"/>
                </a:xfrm>
                <a:prstGeom prst="rect">
                  <a:avLst/>
                </a:prstGeom>
                <a:noFill/>
                <a:ln w="28575">
                  <a:solidFill>
                    <a:srgbClr val="146BD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789B929-32BC-4CB2-A084-C1806242764D}"/>
                    </a:ext>
                  </a:extLst>
                </p:cNvPr>
                <p:cNvSpPr txBox="1"/>
                <p:nvPr/>
              </p:nvSpPr>
              <p:spPr>
                <a:xfrm>
                  <a:off x="7148899" y="1248032"/>
                  <a:ext cx="145026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Worker  Node1</a:t>
                  </a:r>
                  <a:endParaRPr lang="en-IN" sz="1600" dirty="0"/>
                </a:p>
              </p:txBody>
            </p:sp>
          </p:grp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07B31A63-42F9-4CA1-A602-9710CC1BA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32930" y="1988941"/>
                <a:ext cx="648845" cy="621824"/>
              </a:xfrm>
              <a:prstGeom prst="rect">
                <a:avLst/>
              </a:prstGeom>
            </p:spPr>
          </p:pic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D3CD177-9D51-44BA-A31E-A7B92AA9C589}"/>
                  </a:ext>
                </a:extLst>
              </p:cNvPr>
              <p:cNvSpPr/>
              <p:nvPr/>
            </p:nvSpPr>
            <p:spPr>
              <a:xfrm>
                <a:off x="6772382" y="3313351"/>
                <a:ext cx="2316741" cy="36195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Daemon</a:t>
                </a:r>
                <a:endParaRPr lang="en-IN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5F660FE-DF7D-4C33-816B-67DAAB56D6C2}"/>
                  </a:ext>
                </a:extLst>
              </p:cNvPr>
              <p:cNvSpPr/>
              <p:nvPr/>
            </p:nvSpPr>
            <p:spPr>
              <a:xfrm>
                <a:off x="6950562" y="1948619"/>
                <a:ext cx="796594" cy="895252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  <a:p>
                <a:pPr algn="ctr"/>
                <a:endParaRPr lang="en-IN" sz="1000" dirty="0"/>
              </a:p>
              <a:p>
                <a:pPr algn="ctr"/>
                <a:endParaRPr lang="en-IN" sz="1000" dirty="0"/>
              </a:p>
              <a:p>
                <a:pPr algn="ctr"/>
                <a:r>
                  <a:rPr lang="en-IN" sz="1400" dirty="0">
                    <a:solidFill>
                      <a:schemeClr val="tx1"/>
                    </a:solidFill>
                  </a:rPr>
                  <a:t>Task</a:t>
                </a:r>
              </a:p>
            </p:txBody>
          </p:sp>
          <p:pic>
            <p:nvPicPr>
              <p:cNvPr id="90" name="Graphic 89">
                <a:extLst>
                  <a:ext uri="{FF2B5EF4-FFF2-40B4-BE49-F238E27FC236}">
                    <a16:creationId xmlns:a16="http://schemas.microsoft.com/office/drawing/2014/main" id="{3DF20C9B-A099-46FF-9337-DE4E016E7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149122" y="1988941"/>
                <a:ext cx="648845" cy="621824"/>
              </a:xfrm>
              <a:prstGeom prst="rect">
                <a:avLst/>
              </a:prstGeom>
            </p:spPr>
          </p:pic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28496EC-343D-4E75-8E71-A6072B6D05A5}"/>
                  </a:ext>
                </a:extLst>
              </p:cNvPr>
              <p:cNvSpPr/>
              <p:nvPr/>
            </p:nvSpPr>
            <p:spPr>
              <a:xfrm>
                <a:off x="8066754" y="1948619"/>
                <a:ext cx="796594" cy="895252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  <a:p>
                <a:pPr algn="ctr"/>
                <a:endParaRPr lang="en-IN" sz="1000" dirty="0"/>
              </a:p>
              <a:p>
                <a:pPr algn="ctr"/>
                <a:endParaRPr lang="en-IN" sz="1000" dirty="0"/>
              </a:p>
              <a:p>
                <a:pPr algn="ctr"/>
                <a:r>
                  <a:rPr lang="en-IN" sz="1400" dirty="0">
                    <a:solidFill>
                      <a:schemeClr val="tx1"/>
                    </a:solidFill>
                  </a:rPr>
                  <a:t>Task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9473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EDB63E-BE80-42F4-8406-EC5106D2D6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</a:pPr>
            <a:r>
              <a:rPr lang="en-US" sz="2400" b="1" dirty="0"/>
              <a:t>Manager nodes</a:t>
            </a:r>
            <a:r>
              <a:rPr lang="en-US" sz="2400" dirty="0"/>
              <a:t> are used to perform control orchestration, cluster management and task distribution.</a:t>
            </a:r>
          </a:p>
          <a:p>
            <a:pPr lvl="1"/>
            <a:r>
              <a:rPr lang="en-IN" dirty="0"/>
              <a:t>API - Accepts commands from CLI and create service object</a:t>
            </a:r>
          </a:p>
          <a:p>
            <a:pPr lvl="1"/>
            <a:r>
              <a:rPr lang="en-IN" dirty="0"/>
              <a:t>Orchestrator - Reconciliation loop  for service objects and create tasks</a:t>
            </a:r>
          </a:p>
          <a:p>
            <a:pPr lvl="1"/>
            <a:r>
              <a:rPr lang="en-IN" dirty="0"/>
              <a:t>Scheduler - Assign Nodes to tasks</a:t>
            </a:r>
          </a:p>
          <a:p>
            <a:pPr lvl="1"/>
            <a:r>
              <a:rPr lang="en-IN" dirty="0"/>
              <a:t>Dispatcher - Checks in on workers</a:t>
            </a:r>
          </a:p>
          <a:p>
            <a:pPr algn="just">
              <a:lnSpc>
                <a:spcPct val="110000"/>
              </a:lnSpc>
            </a:pPr>
            <a:r>
              <a:rPr lang="en-US" sz="2400" b="1" dirty="0"/>
              <a:t>Worker nodes</a:t>
            </a:r>
            <a:r>
              <a:rPr lang="en-US" sz="2400" dirty="0"/>
              <a:t> are used for running containers whose tasks are assigned by Manager nodes. Each node can be configured as a Manager node, Worker node, or as both.</a:t>
            </a:r>
          </a:p>
          <a:p>
            <a:pPr algn="just">
              <a:lnSpc>
                <a:spcPct val="110000"/>
              </a:lnSpc>
            </a:pPr>
            <a:r>
              <a:rPr lang="en-US" sz="2400" b="1" dirty="0"/>
              <a:t>Tasks</a:t>
            </a:r>
            <a:r>
              <a:rPr lang="en-US" sz="2400" dirty="0"/>
              <a:t> - A task is a slot in which a single container is running. Tasks are the part of a Swarm service.</a:t>
            </a:r>
          </a:p>
          <a:p>
            <a:pPr algn="just">
              <a:lnSpc>
                <a:spcPct val="110000"/>
              </a:lnSpc>
            </a:pPr>
            <a:r>
              <a:rPr lang="en-US" sz="2400" b="1" dirty="0"/>
              <a:t>Service </a:t>
            </a:r>
            <a:r>
              <a:rPr lang="en-US" sz="2400" dirty="0"/>
              <a:t>is one or more containers with the same configuration running under docker's swarm mode.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A06E1-1F55-4466-B46F-27DBF6F6174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Swarm Architecture Contd..</a:t>
            </a:r>
          </a:p>
        </p:txBody>
      </p:sp>
    </p:spTree>
    <p:extLst>
      <p:ext uri="{BB962C8B-B14F-4D97-AF65-F5344CB8AC3E}">
        <p14:creationId xmlns:p14="http://schemas.microsoft.com/office/powerpoint/2010/main" val="152387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648E-E2F1-4719-A594-F2A95D81EA2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Service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A6EDE-8F50-4DF2-BE62-22DFC2082C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A docker "service" is one or more containers with the same configuration running under docker's swarm mode.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Manage a group of containers from the same image. 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You can scale them (start multiple containers).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Docker service is useful for a microservices based application</a:t>
            </a: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F3A80-82C0-4525-9E28-E725EE60F255}"/>
              </a:ext>
            </a:extLst>
          </p:cNvPr>
          <p:cNvSpPr/>
          <p:nvPr/>
        </p:nvSpPr>
        <p:spPr>
          <a:xfrm>
            <a:off x="742525" y="3835576"/>
            <a:ext cx="8042177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docker</a:t>
            </a:r>
            <a:r>
              <a:rPr lang="en-US" dirty="0"/>
              <a:t> build -t </a:t>
            </a:r>
            <a:r>
              <a:rPr lang="en-US" dirty="0" err="1"/>
              <a:t>myapp</a:t>
            </a:r>
            <a:r>
              <a:rPr lang="en-US" dirty="0"/>
              <a:t> . -f </a:t>
            </a:r>
            <a:r>
              <a:rPr lang="en-US" dirty="0" err="1"/>
              <a:t>aspnetapp</a:t>
            </a:r>
            <a:r>
              <a:rPr lang="en-US" dirty="0"/>
              <a:t>/</a:t>
            </a:r>
            <a:r>
              <a:rPr lang="en-US" dirty="0" err="1"/>
              <a:t>Dockerfile</a:t>
            </a:r>
            <a:endParaRPr lang="en-US" dirty="0"/>
          </a:p>
          <a:p>
            <a:endParaRPr lang="en-US" dirty="0"/>
          </a:p>
          <a:p>
            <a:r>
              <a:rPr lang="en-IN" dirty="0" err="1"/>
              <a:t>docker</a:t>
            </a:r>
            <a:r>
              <a:rPr lang="en-IN" dirty="0"/>
              <a:t> swarm </a:t>
            </a:r>
            <a:r>
              <a:rPr lang="en-IN" dirty="0" err="1"/>
              <a:t>init</a:t>
            </a:r>
            <a:endParaRPr lang="en-IN" dirty="0"/>
          </a:p>
          <a:p>
            <a:r>
              <a:rPr lang="en-IN" dirty="0" err="1"/>
              <a:t>docker</a:t>
            </a:r>
            <a:r>
              <a:rPr lang="en-IN" dirty="0"/>
              <a:t> service create --publish 8080:80 --name </a:t>
            </a:r>
            <a:r>
              <a:rPr lang="en-IN" dirty="0" err="1"/>
              <a:t>myapp</a:t>
            </a:r>
            <a:r>
              <a:rPr lang="en-IN" dirty="0"/>
              <a:t> myapp:v1</a:t>
            </a:r>
          </a:p>
          <a:p>
            <a:r>
              <a:rPr lang="en-IN" dirty="0"/>
              <a:t>docker service rm </a:t>
            </a:r>
            <a:r>
              <a:rPr lang="en-IN" dirty="0" err="1"/>
              <a:t>myapp</a:t>
            </a:r>
            <a:endParaRPr lang="en-IN" dirty="0"/>
          </a:p>
          <a:p>
            <a:r>
              <a:rPr lang="en-IN" dirty="0"/>
              <a:t>docker service scale </a:t>
            </a:r>
            <a:r>
              <a:rPr lang="en-IN" dirty="0" err="1"/>
              <a:t>myapp</a:t>
            </a:r>
            <a:r>
              <a:rPr lang="en-IN" dirty="0"/>
              <a:t>=3</a:t>
            </a:r>
          </a:p>
        </p:txBody>
      </p:sp>
    </p:spTree>
    <p:extLst>
      <p:ext uri="{BB962C8B-B14F-4D97-AF65-F5344CB8AC3E}">
        <p14:creationId xmlns:p14="http://schemas.microsoft.com/office/powerpoint/2010/main" val="220169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FC9DF4-818E-30FC-A30E-9A84E48082E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Container vs. Docker Service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8F8E4B-7455-2D20-12C1-CC6FF8FBBE4F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800" dirty="0"/>
              <a:t>"docker service create" command creates a service which is a part of a orchestration such as docker swarm or Kubernetes.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800" dirty="0"/>
              <a:t>Supports scaling &amp; load balancer to manage workloads.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800" dirty="0"/>
              <a:t>Containers running through the Docker swarm will be of the same configuration.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800" dirty="0"/>
              <a:t>For service, there is a master node and another are worker nodes to supports high availability.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800" dirty="0"/>
              <a:t>Docker swarm uses mesh networking to communicate within the cluster.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800" dirty="0"/>
              <a:t>Docker Swarm can auto recover the tasks in case of failure.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1D2BD-CB93-1188-38D0-692FCD5258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sz="2800" dirty="0"/>
              <a:t>"docker run" command create a single independent container which is not a part of any orchestration such as docker swarm.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sz="2800" dirty="0"/>
              <a:t>Not scalable to share the excessive load.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sz="2800" dirty="0"/>
              <a:t>Containers running through Docker run will be of different configuration, such as Network adapters etc.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sz="2800" dirty="0"/>
              <a:t>High availability is less as compared to the Cluster.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sz="2800" dirty="0"/>
              <a:t>Simple networking to communicate between multiple containers.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sz="2800" dirty="0"/>
              <a:t>Don't support auto recovery in case of failure.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29394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648E-E2F1-4719-A594-F2A95D81EA2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Stack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A6EDE-8F50-4DF2-BE62-22DFC2082C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/>
              <a:t>Used to define and run multiple containers on a swarm cluster.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Docker stack ignore “build” instructions. You </a:t>
            </a:r>
            <a:r>
              <a:rPr lang="en-US" sz="2400" b="1" dirty="0"/>
              <a:t>can’t build new images</a:t>
            </a:r>
            <a:r>
              <a:rPr lang="en-US" sz="2400" dirty="0"/>
              <a:t> using the stack commands. 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Needs pre-built images to deploy.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2E9624-296C-4BF1-B3E0-854132691ECA}"/>
              </a:ext>
            </a:extLst>
          </p:cNvPr>
          <p:cNvSpPr/>
          <p:nvPr/>
        </p:nvSpPr>
        <p:spPr>
          <a:xfrm>
            <a:off x="810242" y="3311770"/>
            <a:ext cx="8042177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docker build -t dockerapp:v1 . -f ./</a:t>
            </a:r>
            <a:r>
              <a:rPr lang="en-IN" dirty="0" err="1"/>
              <a:t>myapp</a:t>
            </a:r>
            <a:r>
              <a:rPr lang="en-IN" dirty="0"/>
              <a:t>/</a:t>
            </a:r>
            <a:r>
              <a:rPr lang="en-IN" dirty="0" err="1">
                <a:solidFill>
                  <a:srgbClr val="FF0000"/>
                </a:solidFill>
              </a:rPr>
              <a:t>D</a:t>
            </a:r>
            <a:r>
              <a:rPr lang="en-IN" dirty="0" err="1"/>
              <a:t>ockerfile</a:t>
            </a:r>
            <a:endParaRPr lang="en-IN" dirty="0"/>
          </a:p>
          <a:p>
            <a:endParaRPr lang="en-IN" dirty="0"/>
          </a:p>
          <a:p>
            <a:r>
              <a:rPr lang="en-IN" dirty="0"/>
              <a:t>docker swarm </a:t>
            </a:r>
            <a:r>
              <a:rPr lang="en-IN" dirty="0" err="1"/>
              <a:t>init</a:t>
            </a:r>
            <a:endParaRPr lang="en-IN" dirty="0"/>
          </a:p>
          <a:p>
            <a:r>
              <a:rPr lang="en-IN" dirty="0"/>
              <a:t>docker stack deploy -c my-</a:t>
            </a:r>
            <a:r>
              <a:rPr lang="en-IN" dirty="0" err="1"/>
              <a:t>stack.yaml</a:t>
            </a:r>
            <a:r>
              <a:rPr lang="en-IN" dirty="0"/>
              <a:t> mystack  </a:t>
            </a:r>
          </a:p>
          <a:p>
            <a:r>
              <a:rPr lang="en-IN" dirty="0"/>
              <a:t>docker stack ls</a:t>
            </a:r>
          </a:p>
          <a:p>
            <a:r>
              <a:rPr lang="en-IN" dirty="0"/>
              <a:t>docker stack rm mystack</a:t>
            </a:r>
          </a:p>
          <a:p>
            <a:endParaRPr lang="en-IN" dirty="0"/>
          </a:p>
          <a:p>
            <a:r>
              <a:rPr lang="en-IN" dirty="0"/>
              <a:t>docker stack services mystack</a:t>
            </a:r>
          </a:p>
          <a:p>
            <a:r>
              <a:rPr lang="en-IN" dirty="0"/>
              <a:t>docker service scale mystack_appservice=3</a:t>
            </a:r>
          </a:p>
        </p:txBody>
      </p:sp>
    </p:spTree>
    <p:extLst>
      <p:ext uri="{BB962C8B-B14F-4D97-AF65-F5344CB8AC3E}">
        <p14:creationId xmlns:p14="http://schemas.microsoft.com/office/powerpoint/2010/main" val="166717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9B46D-B41B-4024-B3F7-14BAE932F1F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Stack with Swarm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ED29F8-4EA6-4FD4-93A8-C32B4BDAC09F}"/>
              </a:ext>
            </a:extLst>
          </p:cNvPr>
          <p:cNvGrpSpPr/>
          <p:nvPr/>
        </p:nvGrpSpPr>
        <p:grpSpPr>
          <a:xfrm>
            <a:off x="4569089" y="2968167"/>
            <a:ext cx="1217666" cy="1135140"/>
            <a:chOff x="407069" y="2925586"/>
            <a:chExt cx="869347" cy="831875"/>
          </a:xfrm>
        </p:grpSpPr>
        <p:pic>
          <p:nvPicPr>
            <p:cNvPr id="12" name="Picture 2" descr="Related image">
              <a:extLst>
                <a:ext uri="{FF2B5EF4-FFF2-40B4-BE49-F238E27FC236}">
                  <a16:creationId xmlns:a16="http://schemas.microsoft.com/office/drawing/2014/main" id="{E791D7B1-8A5D-4267-8E9B-6647416E13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733" r="20267"/>
            <a:stretch/>
          </p:blipFill>
          <p:spPr bwMode="auto">
            <a:xfrm>
              <a:off x="407069" y="2925586"/>
              <a:ext cx="869347" cy="831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478EB8-3ADA-4044-9F4D-18CEB358F484}"/>
                </a:ext>
              </a:extLst>
            </p:cNvPr>
            <p:cNvSpPr txBox="1"/>
            <p:nvPr/>
          </p:nvSpPr>
          <p:spPr>
            <a:xfrm>
              <a:off x="440502" y="3419951"/>
              <a:ext cx="757722" cy="248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Docker CLI</a:t>
              </a:r>
              <a:endParaRPr lang="en-IN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6FB4F9-E5C7-4065-A534-0AA76F69C663}"/>
              </a:ext>
            </a:extLst>
          </p:cNvPr>
          <p:cNvCxnSpPr>
            <a:cxnSpLocks/>
          </p:cNvCxnSpPr>
          <p:nvPr/>
        </p:nvCxnSpPr>
        <p:spPr>
          <a:xfrm>
            <a:off x="5936977" y="3525623"/>
            <a:ext cx="1451442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BEAA98-1A3E-4A2B-B1C8-3677E8083EB4}"/>
              </a:ext>
            </a:extLst>
          </p:cNvPr>
          <p:cNvGrpSpPr/>
          <p:nvPr/>
        </p:nvGrpSpPr>
        <p:grpSpPr>
          <a:xfrm>
            <a:off x="1470290" y="2687586"/>
            <a:ext cx="1407928" cy="2035092"/>
            <a:chOff x="698416" y="4173584"/>
            <a:chExt cx="1407928" cy="203509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A71588E-5F0B-476F-B71E-9B8C738D1190}"/>
                </a:ext>
              </a:extLst>
            </p:cNvPr>
            <p:cNvGrpSpPr/>
            <p:nvPr/>
          </p:nvGrpSpPr>
          <p:grpSpPr>
            <a:xfrm>
              <a:off x="698416" y="4173584"/>
              <a:ext cx="1407928" cy="2035092"/>
              <a:chOff x="698416" y="4173584"/>
              <a:chExt cx="1407928" cy="2035092"/>
            </a:xfrm>
          </p:grpSpPr>
          <p:sp>
            <p:nvSpPr>
              <p:cNvPr id="32" name="Flowchart: Internal Storage 31">
                <a:extLst>
                  <a:ext uri="{FF2B5EF4-FFF2-40B4-BE49-F238E27FC236}">
                    <a16:creationId xmlns:a16="http://schemas.microsoft.com/office/drawing/2014/main" id="{24D4CF47-3B03-4889-83A5-63FA35190FC4}"/>
                  </a:ext>
                </a:extLst>
              </p:cNvPr>
              <p:cNvSpPr/>
              <p:nvPr/>
            </p:nvSpPr>
            <p:spPr>
              <a:xfrm>
                <a:off x="698416" y="4173584"/>
                <a:ext cx="1407927" cy="1536096"/>
              </a:xfrm>
              <a:prstGeom prst="flowChartInternalStorag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AA783DF-BDD8-43BB-BF13-474EFAA9EE9F}"/>
                  </a:ext>
                </a:extLst>
              </p:cNvPr>
              <p:cNvSpPr txBox="1"/>
              <p:nvPr/>
            </p:nvSpPr>
            <p:spPr>
              <a:xfrm>
                <a:off x="698416" y="5852488"/>
                <a:ext cx="1407928" cy="3561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rPr>
                  <a:t>compose.yml</a:t>
                </a:r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A87CE26-7697-49C3-8B3B-34C97121D485}"/>
                </a:ext>
              </a:extLst>
            </p:cNvPr>
            <p:cNvCxnSpPr/>
            <p:nvPr/>
          </p:nvCxnSpPr>
          <p:spPr>
            <a:xfrm>
              <a:off x="925818" y="4486820"/>
              <a:ext cx="945741" cy="0"/>
            </a:xfrm>
            <a:prstGeom prst="line">
              <a:avLst/>
            </a:prstGeom>
            <a:ln w="76200">
              <a:solidFill>
                <a:schemeClr val="accent5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11362CB-03ED-45B9-9CC6-0265C53BD7AD}"/>
                </a:ext>
              </a:extLst>
            </p:cNvPr>
            <p:cNvCxnSpPr/>
            <p:nvPr/>
          </p:nvCxnSpPr>
          <p:spPr>
            <a:xfrm>
              <a:off x="935104" y="4617984"/>
              <a:ext cx="945741" cy="0"/>
            </a:xfrm>
            <a:prstGeom prst="line">
              <a:avLst/>
            </a:prstGeom>
            <a:ln w="76200">
              <a:solidFill>
                <a:schemeClr val="accent5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1874D75-2BFE-4964-86EB-1018D7AD4418}"/>
                </a:ext>
              </a:extLst>
            </p:cNvPr>
            <p:cNvCxnSpPr/>
            <p:nvPr/>
          </p:nvCxnSpPr>
          <p:spPr>
            <a:xfrm>
              <a:off x="935103" y="4762205"/>
              <a:ext cx="945741" cy="0"/>
            </a:xfrm>
            <a:prstGeom prst="line">
              <a:avLst/>
            </a:prstGeom>
            <a:ln w="76200">
              <a:solidFill>
                <a:schemeClr val="accent5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8623E7-F0D0-4827-8250-56015B26A119}"/>
                </a:ext>
              </a:extLst>
            </p:cNvPr>
            <p:cNvCxnSpPr/>
            <p:nvPr/>
          </p:nvCxnSpPr>
          <p:spPr>
            <a:xfrm>
              <a:off x="935102" y="4942134"/>
              <a:ext cx="945741" cy="0"/>
            </a:xfrm>
            <a:prstGeom prst="line">
              <a:avLst/>
            </a:prstGeom>
            <a:ln w="76200">
              <a:solidFill>
                <a:schemeClr val="accent5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EB202DC-6232-40E4-A5F6-25D71CD63916}"/>
                </a:ext>
              </a:extLst>
            </p:cNvPr>
            <p:cNvCxnSpPr/>
            <p:nvPr/>
          </p:nvCxnSpPr>
          <p:spPr>
            <a:xfrm>
              <a:off x="925817" y="5098434"/>
              <a:ext cx="945741" cy="0"/>
            </a:xfrm>
            <a:prstGeom prst="line">
              <a:avLst/>
            </a:prstGeom>
            <a:ln w="76200">
              <a:solidFill>
                <a:schemeClr val="accent5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2A8E281-4C6C-48B6-AA47-8E3ED979B3D4}"/>
                </a:ext>
              </a:extLst>
            </p:cNvPr>
            <p:cNvCxnSpPr/>
            <p:nvPr/>
          </p:nvCxnSpPr>
          <p:spPr>
            <a:xfrm>
              <a:off x="923912" y="5262031"/>
              <a:ext cx="945741" cy="0"/>
            </a:xfrm>
            <a:prstGeom prst="line">
              <a:avLst/>
            </a:prstGeom>
            <a:ln w="76200">
              <a:solidFill>
                <a:schemeClr val="accent5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9025554-6F8F-42B5-AC0D-9D3F19F88C9F}"/>
                </a:ext>
              </a:extLst>
            </p:cNvPr>
            <p:cNvCxnSpPr/>
            <p:nvPr/>
          </p:nvCxnSpPr>
          <p:spPr>
            <a:xfrm>
              <a:off x="933198" y="5393195"/>
              <a:ext cx="945741" cy="0"/>
            </a:xfrm>
            <a:prstGeom prst="line">
              <a:avLst/>
            </a:prstGeom>
            <a:ln w="76200">
              <a:solidFill>
                <a:schemeClr val="accent5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07A75E-A210-4282-A7E7-E03C26AD9830}"/>
                </a:ext>
              </a:extLst>
            </p:cNvPr>
            <p:cNvCxnSpPr/>
            <p:nvPr/>
          </p:nvCxnSpPr>
          <p:spPr>
            <a:xfrm>
              <a:off x="933197" y="5537416"/>
              <a:ext cx="945741" cy="0"/>
            </a:xfrm>
            <a:prstGeom prst="line">
              <a:avLst/>
            </a:prstGeom>
            <a:ln w="76200">
              <a:solidFill>
                <a:schemeClr val="accent5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47807A0-9591-4B50-9231-9AB0971DA50A}"/>
              </a:ext>
            </a:extLst>
          </p:cNvPr>
          <p:cNvCxnSpPr>
            <a:cxnSpLocks/>
          </p:cNvCxnSpPr>
          <p:nvPr/>
        </p:nvCxnSpPr>
        <p:spPr>
          <a:xfrm>
            <a:off x="3052464" y="3518210"/>
            <a:ext cx="1307619" cy="0"/>
          </a:xfrm>
          <a:prstGeom prst="straightConnector1">
            <a:avLst/>
          </a:prstGeom>
          <a:ln w="38100">
            <a:solidFill>
              <a:schemeClr val="accent5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816986-C9DC-44A1-A067-B8591617412C}"/>
              </a:ext>
            </a:extLst>
          </p:cNvPr>
          <p:cNvGrpSpPr/>
          <p:nvPr/>
        </p:nvGrpSpPr>
        <p:grpSpPr>
          <a:xfrm>
            <a:off x="7554575" y="2190748"/>
            <a:ext cx="2286663" cy="2654924"/>
            <a:chOff x="6794827" y="2554746"/>
            <a:chExt cx="2286663" cy="2654924"/>
          </a:xfrm>
        </p:grpSpPr>
        <p:pic>
          <p:nvPicPr>
            <p:cNvPr id="1028" name="Picture 4" descr="Workshop | The DevOps 2.1 Toolkit: Continuous Deployment with ...">
              <a:extLst>
                <a:ext uri="{FF2B5EF4-FFF2-40B4-BE49-F238E27FC236}">
                  <a16:creationId xmlns:a16="http://schemas.microsoft.com/office/drawing/2014/main" id="{7C4397A5-6033-4552-92C2-4C14EB26D4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47" t="9325" r="7689" b="4611"/>
            <a:stretch/>
          </p:blipFill>
          <p:spPr bwMode="auto">
            <a:xfrm>
              <a:off x="6794827" y="2554746"/>
              <a:ext cx="2286663" cy="2298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D07A49C-7EAB-471F-8F48-CF2AD5D10BDA}"/>
                </a:ext>
              </a:extLst>
            </p:cNvPr>
            <p:cNvSpPr txBox="1"/>
            <p:nvPr/>
          </p:nvSpPr>
          <p:spPr>
            <a:xfrm>
              <a:off x="7161096" y="4853482"/>
              <a:ext cx="1554124" cy="3561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Docker Swarm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680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62AFD-996E-48FE-A6E6-07DB31436137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CI/CD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445917-BADA-4747-974D-A3E7E148F2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573" y="1709584"/>
            <a:ext cx="9406304" cy="3994458"/>
          </a:xfrm>
        </p:spPr>
      </p:pic>
    </p:spTree>
    <p:extLst>
      <p:ext uri="{BB962C8B-B14F-4D97-AF65-F5344CB8AC3E}">
        <p14:creationId xmlns:p14="http://schemas.microsoft.com/office/powerpoint/2010/main" val="978551744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2412</TotalTime>
  <Words>2133</Words>
  <Application>Microsoft Office PowerPoint</Application>
  <PresentationFormat>Widescreen</PresentationFormat>
  <Paragraphs>411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Shailendra Chauhan</cp:lastModifiedBy>
  <cp:revision>1198</cp:revision>
  <dcterms:created xsi:type="dcterms:W3CDTF">2015-04-26T09:42:00Z</dcterms:created>
  <dcterms:modified xsi:type="dcterms:W3CDTF">2025-06-01T17:08:33Z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1033-11.2.0.9052</vt:lpwstr>
  </property>
</Properties>
</file>