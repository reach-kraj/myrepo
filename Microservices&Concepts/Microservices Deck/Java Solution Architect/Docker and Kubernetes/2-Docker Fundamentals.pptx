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6" r:id="rId1"/>
  </p:sldMasterIdLst>
  <p:notesMasterIdLst>
    <p:notesMasterId r:id="rId37"/>
  </p:notesMasterIdLst>
  <p:handoutMasterIdLst>
    <p:handoutMasterId r:id="rId38"/>
  </p:handoutMasterIdLst>
  <p:sldIdLst>
    <p:sldId id="535" r:id="rId2"/>
    <p:sldId id="447" r:id="rId3"/>
    <p:sldId id="497" r:id="rId4"/>
    <p:sldId id="510" r:id="rId5"/>
    <p:sldId id="538" r:id="rId6"/>
    <p:sldId id="517" r:id="rId7"/>
    <p:sldId id="542" r:id="rId8"/>
    <p:sldId id="536" r:id="rId9"/>
    <p:sldId id="498" r:id="rId10"/>
    <p:sldId id="480" r:id="rId11"/>
    <p:sldId id="483" r:id="rId12"/>
    <p:sldId id="537" r:id="rId13"/>
    <p:sldId id="532" r:id="rId14"/>
    <p:sldId id="539" r:id="rId15"/>
    <p:sldId id="522" r:id="rId16"/>
    <p:sldId id="484" r:id="rId17"/>
    <p:sldId id="523" r:id="rId18"/>
    <p:sldId id="524" r:id="rId19"/>
    <p:sldId id="515" r:id="rId20"/>
    <p:sldId id="508" r:id="rId21"/>
    <p:sldId id="509" r:id="rId22"/>
    <p:sldId id="486" r:id="rId23"/>
    <p:sldId id="528" r:id="rId24"/>
    <p:sldId id="529" r:id="rId25"/>
    <p:sldId id="533" r:id="rId26"/>
    <p:sldId id="530" r:id="rId27"/>
    <p:sldId id="490" r:id="rId28"/>
    <p:sldId id="513" r:id="rId29"/>
    <p:sldId id="494" r:id="rId30"/>
    <p:sldId id="525" r:id="rId31"/>
    <p:sldId id="527" r:id="rId32"/>
    <p:sldId id="519" r:id="rId33"/>
    <p:sldId id="520" r:id="rId34"/>
    <p:sldId id="521" r:id="rId35"/>
    <p:sldId id="52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6BD8"/>
    <a:srgbClr val="A365D1"/>
    <a:srgbClr val="BA8BDD"/>
    <a:srgbClr val="FF9933"/>
    <a:srgbClr val="FFB061"/>
    <a:srgbClr val="F4814E"/>
    <a:srgbClr val="800080"/>
    <a:srgbClr val="660066"/>
    <a:srgbClr val="F58F61"/>
    <a:srgbClr val="F2B0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10229C-A851-306A-A7BB-7C2B1DF03CF2}" v="105" dt="2025-06-03T09:39:18.706"/>
    <p1510:client id="{C0D77C94-0C6D-43FB-84DB-D382C2863D19}" v="15" dt="2025-06-01T15:14:01.810"/>
    <p1510:client id="{DD208496-07EE-A9E1-5DC6-25DBDEA19CF2}" v="13" dt="2025-06-03T09:19:46.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09" autoAdjust="0"/>
    <p:restoredTop sz="83964" autoAdjust="0"/>
  </p:normalViewPr>
  <p:slideViewPr>
    <p:cSldViewPr snapToGrid="0">
      <p:cViewPr varScale="1">
        <p:scale>
          <a:sx n="122" d="100"/>
          <a:sy n="122" d="100"/>
        </p:scale>
        <p:origin x="246" y="96"/>
      </p:cViewPr>
      <p:guideLst/>
    </p:cSldViewPr>
  </p:slideViewPr>
  <p:notesTextViewPr>
    <p:cViewPr>
      <p:scale>
        <a:sx n="1" d="1"/>
        <a:sy n="1" d="1"/>
      </p:scale>
      <p:origin x="0" y="0"/>
    </p:cViewPr>
  </p:notesText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C2F0E3B2-1DB1-45AC-8C28-D424D629019C}"/>
    <pc:docChg chg="undo redo custSel addSld modSld">
      <pc:chgData name="Shailendra Chauhan" userId="a7d3133f-e197-4b90-bf63-99a63a264234" providerId="ADAL" clId="{C2F0E3B2-1DB1-45AC-8C28-D424D629019C}" dt="2025-01-26T15:29:10.457" v="133" actId="14100"/>
      <pc:docMkLst>
        <pc:docMk/>
      </pc:docMkLst>
      <pc:sldChg chg="delSp modSp mod delAnim modAnim">
        <pc:chgData name="Shailendra Chauhan" userId="a7d3133f-e197-4b90-bf63-99a63a264234" providerId="ADAL" clId="{C2F0E3B2-1DB1-45AC-8C28-D424D629019C}" dt="2025-01-25T17:03:13.787" v="39" actId="1076"/>
        <pc:sldMkLst>
          <pc:docMk/>
          <pc:sldMk cId="1583319202" sldId="532"/>
        </pc:sldMkLst>
      </pc:sldChg>
      <pc:sldChg chg="addSp delSp modSp add mod delAnim">
        <pc:chgData name="Shailendra Chauhan" userId="a7d3133f-e197-4b90-bf63-99a63a264234" providerId="ADAL" clId="{C2F0E3B2-1DB1-45AC-8C28-D424D629019C}" dt="2025-01-26T15:29:10.457" v="133" actId="14100"/>
        <pc:sldMkLst>
          <pc:docMk/>
          <pc:sldMk cId="2581144092" sldId="539"/>
        </pc:sldMkLst>
      </pc:sldChg>
    </pc:docChg>
  </pc:docChgLst>
  <pc:docChgLst>
    <pc:chgData name="Shailendra Chauhan" userId="a7d3133f-e197-4b90-bf63-99a63a264234" providerId="ADAL" clId="{F7320C1B-90CA-465E-BC1B-52B601937643}"/>
    <pc:docChg chg="undo redo custSel addSld delSld modSld sldOrd modMainMaster">
      <pc:chgData name="Shailendra Chauhan" userId="a7d3133f-e197-4b90-bf63-99a63a264234" providerId="ADAL" clId="{F7320C1B-90CA-465E-BC1B-52B601937643}" dt="2024-08-23T04:16:22.587" v="586" actId="404"/>
      <pc:docMkLst>
        <pc:docMk/>
      </pc:docMkLst>
      <pc:sldChg chg="modSp add">
        <pc:chgData name="Shailendra Chauhan" userId="a7d3133f-e197-4b90-bf63-99a63a264234" providerId="ADAL" clId="{F7320C1B-90CA-465E-BC1B-52B601937643}" dt="2024-08-23T04:16:22.587" v="586" actId="404"/>
        <pc:sldMkLst>
          <pc:docMk/>
          <pc:sldMk cId="3879243172" sldId="447"/>
        </pc:sldMkLst>
      </pc:sldChg>
      <pc:sldChg chg="addSp delSp modSp mod setBg modClrScheme delAnim chgLayout">
        <pc:chgData name="Shailendra Chauhan" userId="a7d3133f-e197-4b90-bf63-99a63a264234" providerId="ADAL" clId="{F7320C1B-90CA-465E-BC1B-52B601937643}" dt="2024-08-16T04:23:41.728" v="421" actId="207"/>
        <pc:sldMkLst>
          <pc:docMk/>
          <pc:sldMk cId="0" sldId="480"/>
        </pc:sldMkLst>
      </pc:sldChg>
      <pc:sldChg chg="modSp mod modClrScheme chgLayout">
        <pc:chgData name="Shailendra Chauhan" userId="a7d3133f-e197-4b90-bf63-99a63a264234" providerId="ADAL" clId="{F7320C1B-90CA-465E-BC1B-52B601937643}" dt="2024-08-23T04:08:47.334" v="515" actId="404"/>
        <pc:sldMkLst>
          <pc:docMk/>
          <pc:sldMk cId="0" sldId="483"/>
        </pc:sldMkLst>
      </pc:sldChg>
      <pc:sldChg chg="addSp delSp modSp mod setBg modClrScheme chgLayout">
        <pc:chgData name="Shailendra Chauhan" userId="a7d3133f-e197-4b90-bf63-99a63a264234" providerId="ADAL" clId="{F7320C1B-90CA-465E-BC1B-52B601937643}" dt="2024-08-23T03:59:49.333" v="482" actId="14861"/>
        <pc:sldMkLst>
          <pc:docMk/>
          <pc:sldMk cId="0" sldId="484"/>
        </pc:sldMkLst>
      </pc:sldChg>
      <pc:sldChg chg="modSp">
        <pc:chgData name="Shailendra Chauhan" userId="a7d3133f-e197-4b90-bf63-99a63a264234" providerId="ADAL" clId="{F7320C1B-90CA-465E-BC1B-52B601937643}" dt="2024-08-16T04:12:42.324" v="330" actId="404"/>
        <pc:sldMkLst>
          <pc:docMk/>
          <pc:sldMk cId="1313188140" sldId="486"/>
        </pc:sldMkLst>
      </pc:sldChg>
      <pc:sldChg chg="modSp mod chgLayout">
        <pc:chgData name="Shailendra Chauhan" userId="a7d3133f-e197-4b90-bf63-99a63a264234" providerId="ADAL" clId="{F7320C1B-90CA-465E-BC1B-52B601937643}" dt="2024-08-14T04:36:45.699" v="206" actId="700"/>
        <pc:sldMkLst>
          <pc:docMk/>
          <pc:sldMk cId="1351504726" sldId="490"/>
        </pc:sldMkLst>
      </pc:sldChg>
      <pc:sldChg chg="addSp delSp modSp del mod setBg modClrScheme chgLayout">
        <pc:chgData name="Shailendra Chauhan" userId="a7d3133f-e197-4b90-bf63-99a63a264234" providerId="ADAL" clId="{F7320C1B-90CA-465E-BC1B-52B601937643}" dt="2024-08-13T07:27:47.637" v="180" actId="2696"/>
        <pc:sldMkLst>
          <pc:docMk/>
          <pc:sldMk cId="3285171234" sldId="493"/>
        </pc:sldMkLst>
      </pc:sldChg>
      <pc:sldChg chg="modSp mod chgLayout">
        <pc:chgData name="Shailendra Chauhan" userId="a7d3133f-e197-4b90-bf63-99a63a264234" providerId="ADAL" clId="{F7320C1B-90CA-465E-BC1B-52B601937643}" dt="2024-08-16T04:13:35.627" v="335" actId="404"/>
        <pc:sldMkLst>
          <pc:docMk/>
          <pc:sldMk cId="2700197297" sldId="494"/>
        </pc:sldMkLst>
      </pc:sldChg>
      <pc:sldChg chg="add">
        <pc:chgData name="Shailendra Chauhan" userId="a7d3133f-e197-4b90-bf63-99a63a264234" providerId="ADAL" clId="{F7320C1B-90CA-465E-BC1B-52B601937643}" dt="2024-08-23T03:50:50.164" v="444"/>
        <pc:sldMkLst>
          <pc:docMk/>
          <pc:sldMk cId="2748818666" sldId="497"/>
        </pc:sldMkLst>
      </pc:sldChg>
      <pc:sldChg chg="modSp">
        <pc:chgData name="Shailendra Chauhan" userId="a7d3133f-e197-4b90-bf63-99a63a264234" providerId="ADAL" clId="{F7320C1B-90CA-465E-BC1B-52B601937643}" dt="2024-08-16T04:08:29.003" v="226" actId="404"/>
        <pc:sldMkLst>
          <pc:docMk/>
          <pc:sldMk cId="0" sldId="498"/>
        </pc:sldMkLst>
      </pc:sldChg>
      <pc:sldChg chg="modSp">
        <pc:chgData name="Shailendra Chauhan" userId="a7d3133f-e197-4b90-bf63-99a63a264234" providerId="ADAL" clId="{F7320C1B-90CA-465E-BC1B-52B601937643}" dt="2024-08-16T04:10:45.162" v="304" actId="404"/>
        <pc:sldMkLst>
          <pc:docMk/>
          <pc:sldMk cId="1253967461" sldId="508"/>
        </pc:sldMkLst>
      </pc:sldChg>
      <pc:sldChg chg="addSp delSp modSp mod modClrScheme addAnim delAnim chgLayout">
        <pc:chgData name="Shailendra Chauhan" userId="a7d3133f-e197-4b90-bf63-99a63a264234" providerId="ADAL" clId="{F7320C1B-90CA-465E-BC1B-52B601937643}" dt="2024-08-16T04:21:33.466" v="392" actId="14100"/>
        <pc:sldMkLst>
          <pc:docMk/>
          <pc:sldMk cId="0" sldId="509"/>
        </pc:sldMkLst>
      </pc:sldChg>
      <pc:sldChg chg="add">
        <pc:chgData name="Shailendra Chauhan" userId="a7d3133f-e197-4b90-bf63-99a63a264234" providerId="ADAL" clId="{F7320C1B-90CA-465E-BC1B-52B601937643}" dt="2024-08-23T03:50:50.164" v="444"/>
        <pc:sldMkLst>
          <pc:docMk/>
          <pc:sldMk cId="3853748732" sldId="510"/>
        </pc:sldMkLst>
      </pc:sldChg>
      <pc:sldChg chg="addSp modSp mod modClrScheme modAnim chgLayout">
        <pc:chgData name="Shailendra Chauhan" userId="a7d3133f-e197-4b90-bf63-99a63a264234" providerId="ADAL" clId="{F7320C1B-90CA-465E-BC1B-52B601937643}" dt="2024-08-23T04:00:57.923" v="484" actId="208"/>
        <pc:sldMkLst>
          <pc:docMk/>
          <pc:sldMk cId="4101967000" sldId="513"/>
        </pc:sldMkLst>
      </pc:sldChg>
      <pc:sldChg chg="addSp delSp modSp mod setBg modClrScheme modAnim chgLayout">
        <pc:chgData name="Shailendra Chauhan" userId="a7d3133f-e197-4b90-bf63-99a63a264234" providerId="ADAL" clId="{F7320C1B-90CA-465E-BC1B-52B601937643}" dt="2024-08-23T03:57:17.862" v="470" actId="1440"/>
        <pc:sldMkLst>
          <pc:docMk/>
          <pc:sldMk cId="1762833358" sldId="515"/>
        </pc:sldMkLst>
      </pc:sldChg>
      <pc:sldChg chg="modSp mod modClrScheme chgLayout">
        <pc:chgData name="Shailendra Chauhan" userId="a7d3133f-e197-4b90-bf63-99a63a264234" providerId="ADAL" clId="{F7320C1B-90CA-465E-BC1B-52B601937643}" dt="2024-08-23T04:15:45.405" v="583" actId="208"/>
        <pc:sldMkLst>
          <pc:docMk/>
          <pc:sldMk cId="4286935095" sldId="516"/>
        </pc:sldMkLst>
      </pc:sldChg>
      <pc:sldChg chg="modSp mod">
        <pc:chgData name="Shailendra Chauhan" userId="a7d3133f-e197-4b90-bf63-99a63a264234" providerId="ADAL" clId="{F7320C1B-90CA-465E-BC1B-52B601937643}" dt="2024-08-23T04:12:38.651" v="564" actId="208"/>
        <pc:sldMkLst>
          <pc:docMk/>
          <pc:sldMk cId="2082848712" sldId="517"/>
        </pc:sldMkLst>
      </pc:sldChg>
      <pc:sldChg chg="addSp delSp modSp mod modClrScheme modAnim chgLayout">
        <pc:chgData name="Shailendra Chauhan" userId="a7d3133f-e197-4b90-bf63-99a63a264234" providerId="ADAL" clId="{F7320C1B-90CA-465E-BC1B-52B601937643}" dt="2024-08-23T04:01:21.151" v="486" actId="208"/>
        <pc:sldMkLst>
          <pc:docMk/>
          <pc:sldMk cId="2896548623" sldId="519"/>
        </pc:sldMkLst>
      </pc:sldChg>
      <pc:sldChg chg="modSp mod modClrScheme chgLayout">
        <pc:chgData name="Shailendra Chauhan" userId="a7d3133f-e197-4b90-bf63-99a63a264234" providerId="ADAL" clId="{F7320C1B-90CA-465E-BC1B-52B601937643}" dt="2024-08-16T04:14:40.206" v="342" actId="700"/>
        <pc:sldMkLst>
          <pc:docMk/>
          <pc:sldMk cId="166389229" sldId="520"/>
        </pc:sldMkLst>
      </pc:sldChg>
      <pc:sldChg chg="modSp mod modClrScheme chgLayout">
        <pc:chgData name="Shailendra Chauhan" userId="a7d3133f-e197-4b90-bf63-99a63a264234" providerId="ADAL" clId="{F7320C1B-90CA-465E-BC1B-52B601937643}" dt="2024-08-16T04:14:47.260" v="343" actId="700"/>
        <pc:sldMkLst>
          <pc:docMk/>
          <pc:sldMk cId="232608313" sldId="521"/>
        </pc:sldMkLst>
      </pc:sldChg>
      <pc:sldChg chg="modSp mod modClrScheme chgLayout">
        <pc:chgData name="Shailendra Chauhan" userId="a7d3133f-e197-4b90-bf63-99a63a264234" providerId="ADAL" clId="{F7320C1B-90CA-465E-BC1B-52B601937643}" dt="2024-08-16T04:09:35.884" v="265" actId="1035"/>
        <pc:sldMkLst>
          <pc:docMk/>
          <pc:sldMk cId="126399812" sldId="522"/>
        </pc:sldMkLst>
      </pc:sldChg>
      <pc:sldChg chg="modSp mod">
        <pc:chgData name="Shailendra Chauhan" userId="a7d3133f-e197-4b90-bf63-99a63a264234" providerId="ADAL" clId="{F7320C1B-90CA-465E-BC1B-52B601937643}" dt="2024-08-23T04:08:29.522" v="512" actId="208"/>
        <pc:sldMkLst>
          <pc:docMk/>
          <pc:sldMk cId="1724937566" sldId="523"/>
        </pc:sldMkLst>
      </pc:sldChg>
      <pc:sldChg chg="modSp mod">
        <pc:chgData name="Shailendra Chauhan" userId="a7d3133f-e197-4b90-bf63-99a63a264234" providerId="ADAL" clId="{F7320C1B-90CA-465E-BC1B-52B601937643}" dt="2024-08-16T04:10:30.483" v="301" actId="208"/>
        <pc:sldMkLst>
          <pc:docMk/>
          <pc:sldMk cId="2955772752" sldId="524"/>
        </pc:sldMkLst>
      </pc:sldChg>
      <pc:sldChg chg="modSp mod modClrScheme chgLayout">
        <pc:chgData name="Shailendra Chauhan" userId="a7d3133f-e197-4b90-bf63-99a63a264234" providerId="ADAL" clId="{F7320C1B-90CA-465E-BC1B-52B601937643}" dt="2024-08-14T04:37:00.015" v="209" actId="700"/>
        <pc:sldMkLst>
          <pc:docMk/>
          <pc:sldMk cId="2410876849" sldId="525"/>
        </pc:sldMkLst>
      </pc:sldChg>
      <pc:sldChg chg="addSp delSp modSp mod modClrScheme modAnim chgLayout">
        <pc:chgData name="Shailendra Chauhan" userId="a7d3133f-e197-4b90-bf63-99a63a264234" providerId="ADAL" clId="{F7320C1B-90CA-465E-BC1B-52B601937643}" dt="2024-08-23T04:03:52.823" v="493" actId="207"/>
        <pc:sldMkLst>
          <pc:docMk/>
          <pc:sldMk cId="383477188" sldId="526"/>
        </pc:sldMkLst>
      </pc:sldChg>
      <pc:sldChg chg="modSp mod">
        <pc:chgData name="Shailendra Chauhan" userId="a7d3133f-e197-4b90-bf63-99a63a264234" providerId="ADAL" clId="{F7320C1B-90CA-465E-BC1B-52B601937643}" dt="2024-08-23T04:04:46.682" v="500" actId="404"/>
        <pc:sldMkLst>
          <pc:docMk/>
          <pc:sldMk cId="3480749785" sldId="527"/>
        </pc:sldMkLst>
      </pc:sldChg>
      <pc:sldChg chg="modSp mod modAnim chgLayout">
        <pc:chgData name="Shailendra Chauhan" userId="a7d3133f-e197-4b90-bf63-99a63a264234" providerId="ADAL" clId="{F7320C1B-90CA-465E-BC1B-52B601937643}" dt="2024-08-23T04:07:23.614" v="511" actId="403"/>
        <pc:sldMkLst>
          <pc:docMk/>
          <pc:sldMk cId="2927537477" sldId="528"/>
        </pc:sldMkLst>
      </pc:sldChg>
      <pc:sldChg chg="modSp">
        <pc:chgData name="Shailendra Chauhan" userId="a7d3133f-e197-4b90-bf63-99a63a264234" providerId="ADAL" clId="{F7320C1B-90CA-465E-BC1B-52B601937643}" dt="2024-08-14T04:31:05.879" v="191" actId="6549"/>
        <pc:sldMkLst>
          <pc:docMk/>
          <pc:sldMk cId="1079264021" sldId="529"/>
        </pc:sldMkLst>
      </pc:sldChg>
      <pc:sldChg chg="modSp">
        <pc:chgData name="Shailendra Chauhan" userId="a7d3133f-e197-4b90-bf63-99a63a264234" providerId="ADAL" clId="{F7320C1B-90CA-465E-BC1B-52B601937643}" dt="2024-08-13T04:27:05.992" v="0"/>
        <pc:sldMkLst>
          <pc:docMk/>
          <pc:sldMk cId="90831408" sldId="530"/>
        </pc:sldMkLst>
      </pc:sldChg>
      <pc:sldChg chg="modSp del">
        <pc:chgData name="Shailendra Chauhan" userId="a7d3133f-e197-4b90-bf63-99a63a264234" providerId="ADAL" clId="{F7320C1B-90CA-465E-BC1B-52B601937643}" dt="2024-08-23T04:05:44.013" v="506" actId="2696"/>
        <pc:sldMkLst>
          <pc:docMk/>
          <pc:sldMk cId="1319231711" sldId="531"/>
        </pc:sldMkLst>
      </pc:sldChg>
      <pc:sldChg chg="modSp">
        <pc:chgData name="Shailendra Chauhan" userId="a7d3133f-e197-4b90-bf63-99a63a264234" providerId="ADAL" clId="{F7320C1B-90CA-465E-BC1B-52B601937643}" dt="2024-08-13T04:27:05.992" v="0"/>
        <pc:sldMkLst>
          <pc:docMk/>
          <pc:sldMk cId="1583319202" sldId="532"/>
        </pc:sldMkLst>
      </pc:sldChg>
      <pc:sldChg chg="modSp mod">
        <pc:chgData name="Shailendra Chauhan" userId="a7d3133f-e197-4b90-bf63-99a63a264234" providerId="ADAL" clId="{F7320C1B-90CA-465E-BC1B-52B601937643}" dt="2024-08-23T03:33:24.711" v="437" actId="20577"/>
        <pc:sldMkLst>
          <pc:docMk/>
          <pc:sldMk cId="1531573515" sldId="533"/>
        </pc:sldMkLst>
      </pc:sldChg>
      <pc:sldChg chg="del">
        <pc:chgData name="Shailendra Chauhan" userId="a7d3133f-e197-4b90-bf63-99a63a264234" providerId="ADAL" clId="{F7320C1B-90CA-465E-BC1B-52B601937643}" dt="2024-08-14T04:36:52.341" v="207" actId="2696"/>
        <pc:sldMkLst>
          <pc:docMk/>
          <pc:sldMk cId="4101600073" sldId="534"/>
        </pc:sldMkLst>
      </pc:sldChg>
      <pc:sldChg chg="modSp mod">
        <pc:chgData name="Shailendra Chauhan" userId="a7d3133f-e197-4b90-bf63-99a63a264234" providerId="ADAL" clId="{F7320C1B-90CA-465E-BC1B-52B601937643}" dt="2024-08-23T04:09:26.211" v="531" actId="20577"/>
        <pc:sldMkLst>
          <pc:docMk/>
          <pc:sldMk cId="167133091" sldId="535"/>
        </pc:sldMkLst>
      </pc:sldChg>
      <pc:sldChg chg="addSp delSp modSp new mod modClrScheme chgLayout">
        <pc:chgData name="Shailendra Chauhan" userId="a7d3133f-e197-4b90-bf63-99a63a264234" providerId="ADAL" clId="{F7320C1B-90CA-465E-BC1B-52B601937643}" dt="2024-08-23T04:16:07.555" v="585" actId="404"/>
        <pc:sldMkLst>
          <pc:docMk/>
          <pc:sldMk cId="847091872" sldId="536"/>
        </pc:sldMkLst>
      </pc:sldChg>
      <pc:sldChg chg="new del">
        <pc:chgData name="Shailendra Chauhan" userId="a7d3133f-e197-4b90-bf63-99a63a264234" providerId="ADAL" clId="{F7320C1B-90CA-465E-BC1B-52B601937643}" dt="2024-08-13T04:29:51.778" v="66" actId="2696"/>
        <pc:sldMkLst>
          <pc:docMk/>
          <pc:sldMk cId="1394809894" sldId="536"/>
        </pc:sldMkLst>
      </pc:sldChg>
      <pc:sldChg chg="add ord">
        <pc:chgData name="Shailendra Chauhan" userId="a7d3133f-e197-4b90-bf63-99a63a264234" providerId="ADAL" clId="{F7320C1B-90CA-465E-BC1B-52B601937643}" dt="2024-08-23T04:09:58.292" v="533"/>
        <pc:sldMkLst>
          <pc:docMk/>
          <pc:sldMk cId="3984547991" sldId="537"/>
        </pc:sldMkLst>
      </pc:sldChg>
      <pc:sldChg chg="add">
        <pc:chgData name="Shailendra Chauhan" userId="a7d3133f-e197-4b90-bf63-99a63a264234" providerId="ADAL" clId="{F7320C1B-90CA-465E-BC1B-52B601937643}" dt="2024-08-23T03:51:42.158" v="469"/>
        <pc:sldMkLst>
          <pc:docMk/>
          <pc:sldMk cId="100196692" sldId="538"/>
        </pc:sldMkLst>
      </pc:sldChg>
      <pc:sldMasterChg chg="modSldLayout">
        <pc:chgData name="Shailendra Chauhan" userId="a7d3133f-e197-4b90-bf63-99a63a264234" providerId="ADAL" clId="{F7320C1B-90CA-465E-BC1B-52B601937643}" dt="2024-08-13T04:27:05.992" v="0"/>
        <pc:sldMasterMkLst>
          <pc:docMk/>
          <pc:sldMasterMk cId="2589167994" sldId="2147483696"/>
        </pc:sldMasterMkLst>
        <pc:sldLayoutChg chg="delSp">
          <pc:chgData name="Shailendra Chauhan" userId="a7d3133f-e197-4b90-bf63-99a63a264234" providerId="ADAL" clId="{F7320C1B-90CA-465E-BC1B-52B601937643}" dt="2024-08-13T04:27:05.992" v="0"/>
          <pc:sldLayoutMkLst>
            <pc:docMk/>
            <pc:sldMasterMk cId="2589167994" sldId="2147483696"/>
            <pc:sldLayoutMk cId="1913985597" sldId="2147483722"/>
          </pc:sldLayoutMkLst>
        </pc:sldLayoutChg>
      </pc:sldMasterChg>
    </pc:docChg>
  </pc:docChgLst>
  <pc:docChgLst>
    <pc:chgData name="Guest User" userId="S::urn:spo:anon#a37dc7360aa717a48e56e3d2cba00b15cada4a28fd3edb1b4705b3a50b759ded::" providerId="AD" clId="Web-{9210229C-A851-306A-A7BB-7C2B1DF03CF2}"/>
    <pc:docChg chg="addSld delSld modSld">
      <pc:chgData name="Guest User" userId="S::urn:spo:anon#a37dc7360aa717a48e56e3d2cba00b15cada4a28fd3edb1b4705b3a50b759ded::" providerId="AD" clId="Web-{9210229C-A851-306A-A7BB-7C2B1DF03CF2}" dt="2025-06-03T09:39:18.706" v="91" actId="20577"/>
      <pc:docMkLst>
        <pc:docMk/>
      </pc:docMkLst>
      <pc:sldChg chg="delSp del">
        <pc:chgData name="Guest User" userId="S::urn:spo:anon#a37dc7360aa717a48e56e3d2cba00b15cada4a28fd3edb1b4705b3a50b759ded::" providerId="AD" clId="Web-{9210229C-A851-306A-A7BB-7C2B1DF03CF2}" dt="2025-06-03T09:29:42.127" v="37"/>
        <pc:sldMkLst>
          <pc:docMk/>
          <pc:sldMk cId="4286935095" sldId="516"/>
        </pc:sldMkLst>
        <pc:picChg chg="del">
          <ac:chgData name="Guest User" userId="S::urn:spo:anon#a37dc7360aa717a48e56e3d2cba00b15cada4a28fd3edb1b4705b3a50b759ded::" providerId="AD" clId="Web-{9210229C-A851-306A-A7BB-7C2B1DF03CF2}" dt="2025-06-03T09:23:27.188" v="0"/>
          <ac:picMkLst>
            <pc:docMk/>
            <pc:sldMk cId="4286935095" sldId="516"/>
            <ac:picMk id="14" creationId="{F8D2BCD3-92A9-C3CC-BB74-3561B3C68B05}"/>
          </ac:picMkLst>
        </pc:picChg>
      </pc:sldChg>
      <pc:sldChg chg="modSp">
        <pc:chgData name="Guest User" userId="S::urn:spo:anon#a37dc7360aa717a48e56e3d2cba00b15cada4a28fd3edb1b4705b3a50b759ded::" providerId="AD" clId="Web-{9210229C-A851-306A-A7BB-7C2B1DF03CF2}" dt="2025-06-03T09:39:18.706" v="91" actId="20577"/>
        <pc:sldMkLst>
          <pc:docMk/>
          <pc:sldMk cId="126399812" sldId="522"/>
        </pc:sldMkLst>
        <pc:spChg chg="mod">
          <ac:chgData name="Guest User" userId="S::urn:spo:anon#a37dc7360aa717a48e56e3d2cba00b15cada4a28fd3edb1b4705b3a50b759ded::" providerId="AD" clId="Web-{9210229C-A851-306A-A7BB-7C2B1DF03CF2}" dt="2025-06-03T09:39:18.706" v="91" actId="20577"/>
          <ac:spMkLst>
            <pc:docMk/>
            <pc:sldMk cId="126399812" sldId="522"/>
            <ac:spMk id="24" creationId="{92FC2860-4F0E-4CD0-9632-33025663A898}"/>
          </ac:spMkLst>
        </pc:spChg>
      </pc:sldChg>
      <pc:sldChg chg="modSp">
        <pc:chgData name="Guest User" userId="S::urn:spo:anon#a37dc7360aa717a48e56e3d2cba00b15cada4a28fd3edb1b4705b3a50b759ded::" providerId="AD" clId="Web-{9210229C-A851-306A-A7BB-7C2B1DF03CF2}" dt="2025-06-03T09:34:07.065" v="87" actId="20577"/>
        <pc:sldMkLst>
          <pc:docMk/>
          <pc:sldMk cId="2581144092" sldId="539"/>
        </pc:sldMkLst>
        <pc:spChg chg="mod">
          <ac:chgData name="Guest User" userId="S::urn:spo:anon#a37dc7360aa717a48e56e3d2cba00b15cada4a28fd3edb1b4705b3a50b759ded::" providerId="AD" clId="Web-{9210229C-A851-306A-A7BB-7C2B1DF03CF2}" dt="2025-06-03T09:32:35.487" v="79" actId="1076"/>
          <ac:spMkLst>
            <pc:docMk/>
            <pc:sldMk cId="2581144092" sldId="539"/>
            <ac:spMk id="5" creationId="{569466AD-0FC5-A010-2717-E4EF4948BD49}"/>
          </ac:spMkLst>
        </pc:spChg>
        <pc:spChg chg="mod">
          <ac:chgData name="Guest User" userId="S::urn:spo:anon#a37dc7360aa717a48e56e3d2cba00b15cada4a28fd3edb1b4705b3a50b759ded::" providerId="AD" clId="Web-{9210229C-A851-306A-A7BB-7C2B1DF03CF2}" dt="2025-06-03T09:34:07.065" v="87" actId="20577"/>
          <ac:spMkLst>
            <pc:docMk/>
            <pc:sldMk cId="2581144092" sldId="539"/>
            <ac:spMk id="7" creationId="{22A16F84-6070-ABE0-440F-F67A5B5E7410}"/>
          </ac:spMkLst>
        </pc:spChg>
      </pc:sldChg>
      <pc:sldChg chg="addSp delSp modSp new del">
        <pc:chgData name="Guest User" userId="S::urn:spo:anon#a37dc7360aa717a48e56e3d2cba00b15cada4a28fd3edb1b4705b3a50b759ded::" providerId="AD" clId="Web-{9210229C-A851-306A-A7BB-7C2B1DF03CF2}" dt="2025-06-03T09:29:17.252" v="36"/>
        <pc:sldMkLst>
          <pc:docMk/>
          <pc:sldMk cId="3448031281" sldId="540"/>
        </pc:sldMkLst>
        <pc:spChg chg="del">
          <ac:chgData name="Guest User" userId="S::urn:spo:anon#a37dc7360aa717a48e56e3d2cba00b15cada4a28fd3edb1b4705b3a50b759ded::" providerId="AD" clId="Web-{9210229C-A851-306A-A7BB-7C2B1DF03CF2}" dt="2025-06-03T09:27:28.751" v="3"/>
          <ac:spMkLst>
            <pc:docMk/>
            <pc:sldMk cId="3448031281" sldId="540"/>
            <ac:spMk id="2" creationId="{78BE926E-8E22-FF93-5CE1-7F1D7B162C5D}"/>
          </ac:spMkLst>
        </pc:spChg>
        <pc:spChg chg="del">
          <ac:chgData name="Guest User" userId="S::urn:spo:anon#a37dc7360aa717a48e56e3d2cba00b15cada4a28fd3edb1b4705b3a50b759ded::" providerId="AD" clId="Web-{9210229C-A851-306A-A7BB-7C2B1DF03CF2}" dt="2025-06-03T09:26:47.220" v="2"/>
          <ac:spMkLst>
            <pc:docMk/>
            <pc:sldMk cId="3448031281" sldId="540"/>
            <ac:spMk id="3" creationId="{626F48AE-AAC9-EB89-A4FE-98FF621560CE}"/>
          </ac:spMkLst>
        </pc:spChg>
        <pc:spChg chg="add del mod">
          <ac:chgData name="Guest User" userId="S::urn:spo:anon#a37dc7360aa717a48e56e3d2cba00b15cada4a28fd3edb1b4705b3a50b759ded::" providerId="AD" clId="Web-{9210229C-A851-306A-A7BB-7C2B1DF03CF2}" dt="2025-06-03T09:28:11.236" v="15"/>
          <ac:spMkLst>
            <pc:docMk/>
            <pc:sldMk cId="3448031281" sldId="540"/>
            <ac:spMk id="5" creationId="{643B83FB-86D6-8EF1-01B7-73B660A82A6C}"/>
          </ac:spMkLst>
        </pc:spChg>
        <pc:spChg chg="add mod">
          <ac:chgData name="Guest User" userId="S::urn:spo:anon#a37dc7360aa717a48e56e3d2cba00b15cada4a28fd3edb1b4705b3a50b759ded::" providerId="AD" clId="Web-{9210229C-A851-306A-A7BB-7C2B1DF03CF2}" dt="2025-06-03T09:29:01.174" v="33"/>
          <ac:spMkLst>
            <pc:docMk/>
            <pc:sldMk cId="3448031281" sldId="540"/>
            <ac:spMk id="7" creationId="{1C14CDEB-CF15-3696-7CCF-96F577CE54C4}"/>
          </ac:spMkLst>
        </pc:spChg>
        <pc:picChg chg="add del mod ord">
          <ac:chgData name="Guest User" userId="S::urn:spo:anon#a37dc7360aa717a48e56e3d2cba00b15cada4a28fd3edb1b4705b3a50b759ded::" providerId="AD" clId="Web-{9210229C-A851-306A-A7BB-7C2B1DF03CF2}" dt="2025-06-03T09:29:01.174" v="33"/>
          <ac:picMkLst>
            <pc:docMk/>
            <pc:sldMk cId="3448031281" sldId="540"/>
            <ac:picMk id="4" creationId="{6C7675C3-A5C1-BBF1-AA40-8F06AB28B951}"/>
          </ac:picMkLst>
        </pc:picChg>
      </pc:sldChg>
      <pc:sldChg chg="modSp new del">
        <pc:chgData name="Guest User" userId="S::urn:spo:anon#a37dc7360aa717a48e56e3d2cba00b15cada4a28fd3edb1b4705b3a50b759ded::" providerId="AD" clId="Web-{9210229C-A851-306A-A7BB-7C2B1DF03CF2}" dt="2025-06-03T09:28:49.830" v="23"/>
        <pc:sldMkLst>
          <pc:docMk/>
          <pc:sldMk cId="935237258" sldId="541"/>
        </pc:sldMkLst>
        <pc:spChg chg="mod">
          <ac:chgData name="Guest User" userId="S::urn:spo:anon#a37dc7360aa717a48e56e3d2cba00b15cada4a28fd3edb1b4705b3a50b759ded::" providerId="AD" clId="Web-{9210229C-A851-306A-A7BB-7C2B1DF03CF2}" dt="2025-06-03T09:28:33.767" v="21" actId="20577"/>
          <ac:spMkLst>
            <pc:docMk/>
            <pc:sldMk cId="935237258" sldId="541"/>
            <ac:spMk id="2" creationId="{1CB74022-9F52-7288-8008-BE60C92ED5E6}"/>
          </ac:spMkLst>
        </pc:spChg>
      </pc:sldChg>
      <pc:sldChg chg="addSp delSp modSp add replId delAnim">
        <pc:chgData name="Guest User" userId="S::urn:spo:anon#a37dc7360aa717a48e56e3d2cba00b15cada4a28fd3edb1b4705b3a50b759ded::" providerId="AD" clId="Web-{9210229C-A851-306A-A7BB-7C2B1DF03CF2}" dt="2025-06-03T09:29:07.189" v="35" actId="1076"/>
        <pc:sldMkLst>
          <pc:docMk/>
          <pc:sldMk cId="2668428977" sldId="542"/>
        </pc:sldMkLst>
        <pc:spChg chg="del">
          <ac:chgData name="Guest User" userId="S::urn:spo:anon#a37dc7360aa717a48e56e3d2cba00b15cada4a28fd3edb1b4705b3a50b759ded::" providerId="AD" clId="Web-{9210229C-A851-306A-A7BB-7C2B1DF03CF2}" dt="2025-06-03T09:28:55.814" v="32"/>
          <ac:spMkLst>
            <pc:docMk/>
            <pc:sldMk cId="2668428977" sldId="542"/>
            <ac:spMk id="5" creationId="{E8D40F65-241E-AA04-FCB3-08A4E5A1807F}"/>
          </ac:spMkLst>
        </pc:spChg>
        <pc:spChg chg="del">
          <ac:chgData name="Guest User" userId="S::urn:spo:anon#a37dc7360aa717a48e56e3d2cba00b15cada4a28fd3edb1b4705b3a50b759ded::" providerId="AD" clId="Web-{9210229C-A851-306A-A7BB-7C2B1DF03CF2}" dt="2025-06-03T09:28:55.814" v="31"/>
          <ac:spMkLst>
            <pc:docMk/>
            <pc:sldMk cId="2668428977" sldId="542"/>
            <ac:spMk id="6" creationId="{4DDFE827-2AA2-C3F5-A4A8-A988FD887418}"/>
          </ac:spMkLst>
        </pc:spChg>
        <pc:spChg chg="del">
          <ac:chgData name="Guest User" userId="S::urn:spo:anon#a37dc7360aa717a48e56e3d2cba00b15cada4a28fd3edb1b4705b3a50b759ded::" providerId="AD" clId="Web-{9210229C-A851-306A-A7BB-7C2B1DF03CF2}" dt="2025-06-03T09:28:55.799" v="30"/>
          <ac:spMkLst>
            <pc:docMk/>
            <pc:sldMk cId="2668428977" sldId="542"/>
            <ac:spMk id="7" creationId="{7ACAAE8B-D286-3FE9-C07F-83AE320BF85E}"/>
          </ac:spMkLst>
        </pc:spChg>
        <pc:spChg chg="del">
          <ac:chgData name="Guest User" userId="S::urn:spo:anon#a37dc7360aa717a48e56e3d2cba00b15cada4a28fd3edb1b4705b3a50b759ded::" providerId="AD" clId="Web-{9210229C-A851-306A-A7BB-7C2B1DF03CF2}" dt="2025-06-03T09:28:55.799" v="29"/>
          <ac:spMkLst>
            <pc:docMk/>
            <pc:sldMk cId="2668428977" sldId="542"/>
            <ac:spMk id="8" creationId="{5D568AD5-FDCE-225B-1A6B-F2C683DAD40C}"/>
          </ac:spMkLst>
        </pc:spChg>
        <pc:spChg chg="del">
          <ac:chgData name="Guest User" userId="S::urn:spo:anon#a37dc7360aa717a48e56e3d2cba00b15cada4a28fd3edb1b4705b3a50b759ded::" providerId="AD" clId="Web-{9210229C-A851-306A-A7BB-7C2B1DF03CF2}" dt="2025-06-03T09:28:55.799" v="28"/>
          <ac:spMkLst>
            <pc:docMk/>
            <pc:sldMk cId="2668428977" sldId="542"/>
            <ac:spMk id="9" creationId="{CDF70F41-2C29-6C9A-35D5-B7F919767EA3}"/>
          </ac:spMkLst>
        </pc:spChg>
        <pc:spChg chg="del">
          <ac:chgData name="Guest User" userId="S::urn:spo:anon#a37dc7360aa717a48e56e3d2cba00b15cada4a28fd3edb1b4705b3a50b759ded::" providerId="AD" clId="Web-{9210229C-A851-306A-A7BB-7C2B1DF03CF2}" dt="2025-06-03T09:28:55.799" v="27"/>
          <ac:spMkLst>
            <pc:docMk/>
            <pc:sldMk cId="2668428977" sldId="542"/>
            <ac:spMk id="10" creationId="{A03278EC-0053-D0E6-7676-758CF68BE98D}"/>
          </ac:spMkLst>
        </pc:spChg>
        <pc:spChg chg="del">
          <ac:chgData name="Guest User" userId="S::urn:spo:anon#a37dc7360aa717a48e56e3d2cba00b15cada4a28fd3edb1b4705b3a50b759ded::" providerId="AD" clId="Web-{9210229C-A851-306A-A7BB-7C2B1DF03CF2}" dt="2025-06-03T09:28:55.799" v="26"/>
          <ac:spMkLst>
            <pc:docMk/>
            <pc:sldMk cId="2668428977" sldId="542"/>
            <ac:spMk id="11" creationId="{CA5919CB-B486-0630-02FC-96DFD333E5A1}"/>
          </ac:spMkLst>
        </pc:spChg>
        <pc:spChg chg="del">
          <ac:chgData name="Guest User" userId="S::urn:spo:anon#a37dc7360aa717a48e56e3d2cba00b15cada4a28fd3edb1b4705b3a50b759ded::" providerId="AD" clId="Web-{9210229C-A851-306A-A7BB-7C2B1DF03CF2}" dt="2025-06-03T09:28:55.799" v="25"/>
          <ac:spMkLst>
            <pc:docMk/>
            <pc:sldMk cId="2668428977" sldId="542"/>
            <ac:spMk id="13" creationId="{7517BC06-944E-6B30-2FE7-D8F99649B093}"/>
          </ac:spMkLst>
        </pc:spChg>
        <pc:grpChg chg="del">
          <ac:chgData name="Guest User" userId="S::urn:spo:anon#a37dc7360aa717a48e56e3d2cba00b15cada4a28fd3edb1b4705b3a50b759ded::" providerId="AD" clId="Web-{9210229C-A851-306A-A7BB-7C2B1DF03CF2}" dt="2025-06-03T09:28:55.799" v="24"/>
          <ac:grpSpMkLst>
            <pc:docMk/>
            <pc:sldMk cId="2668428977" sldId="542"/>
            <ac:grpSpMk id="12" creationId="{0AE8D16B-B2C4-A7A2-0360-335723E00DD6}"/>
          </ac:grpSpMkLst>
        </pc:grpChg>
        <pc:picChg chg="add mod">
          <ac:chgData name="Guest User" userId="S::urn:spo:anon#a37dc7360aa717a48e56e3d2cba00b15cada4a28fd3edb1b4705b3a50b759ded::" providerId="AD" clId="Web-{9210229C-A851-306A-A7BB-7C2B1DF03CF2}" dt="2025-06-03T09:29:07.189" v="35" actId="1076"/>
          <ac:picMkLst>
            <pc:docMk/>
            <pc:sldMk cId="2668428977" sldId="542"/>
            <ac:picMk id="14" creationId="{53D8533B-6392-0807-AA21-8727E6B9AB30}"/>
          </ac:picMkLst>
        </pc:picChg>
      </pc:sldChg>
    </pc:docChg>
  </pc:docChgLst>
  <pc:docChgLst>
    <pc:chgData name="Guest User" userId="S::urn:spo:anon#3a202611736779b13b3624de8df836487c34c145ebb85dbd58fa4e0c83baba0f::" providerId="AD" clId="Web-{3508ADA2-3D5F-2493-C397-3D39BE9CE28F}"/>
    <pc:docChg chg="modSld">
      <pc:chgData name="Guest User" userId="S::urn:spo:anon#3a202611736779b13b3624de8df836487c34c145ebb85dbd58fa4e0c83baba0f::" providerId="AD" clId="Web-{3508ADA2-3D5F-2493-C397-3D39BE9CE28F}" dt="2024-03-28T12:17:02.036" v="1" actId="20577"/>
      <pc:docMkLst>
        <pc:docMk/>
      </pc:docMkLst>
      <pc:sldChg chg="modSp">
        <pc:chgData name="Guest User" userId="S::urn:spo:anon#3a202611736779b13b3624de8df836487c34c145ebb85dbd58fa4e0c83baba0f::" providerId="AD" clId="Web-{3508ADA2-3D5F-2493-C397-3D39BE9CE28F}" dt="2024-03-28T12:17:02.036" v="1" actId="20577"/>
        <pc:sldMkLst>
          <pc:docMk/>
          <pc:sldMk cId="1351504726" sldId="490"/>
        </pc:sldMkLst>
      </pc:sldChg>
    </pc:docChg>
  </pc:docChgLst>
  <pc:docChgLst>
    <pc:chgData name="Shailendra Chauhan" userId="a7d3133f-e197-4b90-bf63-99a63a264234" providerId="ADAL" clId="{32C6DE35-21D8-4D3F-AD76-82E26FB7EE93}"/>
    <pc:docChg chg="undo custSel modSld">
      <pc:chgData name="Shailendra Chauhan" userId="a7d3133f-e197-4b90-bf63-99a63a264234" providerId="ADAL" clId="{32C6DE35-21D8-4D3F-AD76-82E26FB7EE93}" dt="2024-10-05T10:33:15.186" v="100" actId="20577"/>
      <pc:docMkLst>
        <pc:docMk/>
      </pc:docMkLst>
      <pc:sldChg chg="modSp mod">
        <pc:chgData name="Shailendra Chauhan" userId="a7d3133f-e197-4b90-bf63-99a63a264234" providerId="ADAL" clId="{32C6DE35-21D8-4D3F-AD76-82E26FB7EE93}" dt="2024-09-28T12:29:01.210" v="37" actId="20577"/>
        <pc:sldMkLst>
          <pc:docMk/>
          <pc:sldMk cId="0" sldId="483"/>
        </pc:sldMkLst>
      </pc:sldChg>
      <pc:sldChg chg="modSp mod">
        <pc:chgData name="Shailendra Chauhan" userId="a7d3133f-e197-4b90-bf63-99a63a264234" providerId="ADAL" clId="{32C6DE35-21D8-4D3F-AD76-82E26FB7EE93}" dt="2024-10-05T10:10:54.881" v="93" actId="14100"/>
        <pc:sldMkLst>
          <pc:docMk/>
          <pc:sldMk cId="0" sldId="484"/>
        </pc:sldMkLst>
      </pc:sldChg>
      <pc:sldChg chg="modSp mod">
        <pc:chgData name="Shailendra Chauhan" userId="a7d3133f-e197-4b90-bf63-99a63a264234" providerId="ADAL" clId="{32C6DE35-21D8-4D3F-AD76-82E26FB7EE93}" dt="2024-09-28T13:41:26.472" v="75" actId="208"/>
        <pc:sldMkLst>
          <pc:docMk/>
          <pc:sldMk cId="4101967000" sldId="513"/>
        </pc:sldMkLst>
      </pc:sldChg>
      <pc:sldChg chg="addSp modSp mod">
        <pc:chgData name="Shailendra Chauhan" userId="a7d3133f-e197-4b90-bf63-99a63a264234" providerId="ADAL" clId="{32C6DE35-21D8-4D3F-AD76-82E26FB7EE93}" dt="2024-09-28T13:38:05.933" v="71" actId="1037"/>
        <pc:sldMkLst>
          <pc:docMk/>
          <pc:sldMk cId="1762833358" sldId="515"/>
        </pc:sldMkLst>
      </pc:sldChg>
      <pc:sldChg chg="modSp mod">
        <pc:chgData name="Shailendra Chauhan" userId="a7d3133f-e197-4b90-bf63-99a63a264234" providerId="ADAL" clId="{32C6DE35-21D8-4D3F-AD76-82E26FB7EE93}" dt="2024-09-28T13:39:16.704" v="72" actId="404"/>
        <pc:sldMkLst>
          <pc:docMk/>
          <pc:sldMk cId="2955772752" sldId="524"/>
        </pc:sldMkLst>
      </pc:sldChg>
      <pc:sldChg chg="modSp mod">
        <pc:chgData name="Shailendra Chauhan" userId="a7d3133f-e197-4b90-bf63-99a63a264234" providerId="ADAL" clId="{32C6DE35-21D8-4D3F-AD76-82E26FB7EE93}" dt="2024-09-28T13:48:25.907" v="79" actId="14100"/>
        <pc:sldMkLst>
          <pc:docMk/>
          <pc:sldMk cId="3480749785" sldId="527"/>
        </pc:sldMkLst>
      </pc:sldChg>
      <pc:sldChg chg="modSp">
        <pc:chgData name="Shailendra Chauhan" userId="a7d3133f-e197-4b90-bf63-99a63a264234" providerId="ADAL" clId="{32C6DE35-21D8-4D3F-AD76-82E26FB7EE93}" dt="2024-10-05T10:33:15.186" v="100" actId="20577"/>
        <pc:sldMkLst>
          <pc:docMk/>
          <pc:sldMk cId="1531573515" sldId="533"/>
        </pc:sldMkLst>
      </pc:sldChg>
    </pc:docChg>
  </pc:docChgLst>
  <pc:docChgLst>
    <pc:chgData name="Shailendra Chauhan" userId="a7d3133f-e197-4b90-bf63-99a63a264234" providerId="ADAL" clId="{C0D77C94-0C6D-43FB-84DB-D382C2863D19}"/>
    <pc:docChg chg="modSld">
      <pc:chgData name="Shailendra Chauhan" userId="a7d3133f-e197-4b90-bf63-99a63a264234" providerId="ADAL" clId="{C0D77C94-0C6D-43FB-84DB-D382C2863D19}" dt="2025-06-01T15:21:31.214" v="16" actId="14100"/>
      <pc:docMkLst>
        <pc:docMk/>
      </pc:docMkLst>
      <pc:sldChg chg="modSp">
        <pc:chgData name="Shailendra Chauhan" userId="a7d3133f-e197-4b90-bf63-99a63a264234" providerId="ADAL" clId="{C0D77C94-0C6D-43FB-84DB-D382C2863D19}" dt="2025-06-01T15:14:01.810" v="14" actId="313"/>
        <pc:sldMkLst>
          <pc:docMk/>
          <pc:sldMk cId="4286935095" sldId="516"/>
        </pc:sldMkLst>
        <pc:spChg chg="mod">
          <ac:chgData name="Shailendra Chauhan" userId="a7d3133f-e197-4b90-bf63-99a63a264234" providerId="ADAL" clId="{C0D77C94-0C6D-43FB-84DB-D382C2863D19}" dt="2025-06-01T15:14:01.810" v="14" actId="313"/>
          <ac:spMkLst>
            <pc:docMk/>
            <pc:sldMk cId="4286935095" sldId="516"/>
            <ac:spMk id="7" creationId="{B70C5432-2365-47F8-8442-0AB11AEED9B6}"/>
          </ac:spMkLst>
        </pc:spChg>
      </pc:sldChg>
      <pc:sldChg chg="modSp mod">
        <pc:chgData name="Shailendra Chauhan" userId="a7d3133f-e197-4b90-bf63-99a63a264234" providerId="ADAL" clId="{C0D77C94-0C6D-43FB-84DB-D382C2863D19}" dt="2025-06-01T15:21:31.214" v="16" actId="14100"/>
        <pc:sldMkLst>
          <pc:docMk/>
          <pc:sldMk cId="2581144092" sldId="539"/>
        </pc:sldMkLst>
        <pc:spChg chg="mod">
          <ac:chgData name="Shailendra Chauhan" userId="a7d3133f-e197-4b90-bf63-99a63a264234" providerId="ADAL" clId="{C0D77C94-0C6D-43FB-84DB-D382C2863D19}" dt="2025-06-01T15:21:28.094" v="15" actId="14100"/>
          <ac:spMkLst>
            <pc:docMk/>
            <pc:sldMk cId="2581144092" sldId="539"/>
            <ac:spMk id="5" creationId="{569466AD-0FC5-A010-2717-E4EF4948BD49}"/>
          </ac:spMkLst>
        </pc:spChg>
        <pc:spChg chg="mod">
          <ac:chgData name="Shailendra Chauhan" userId="a7d3133f-e197-4b90-bf63-99a63a264234" providerId="ADAL" clId="{C0D77C94-0C6D-43FB-84DB-D382C2863D19}" dt="2025-06-01T15:21:31.214" v="16" actId="14100"/>
          <ac:spMkLst>
            <pc:docMk/>
            <pc:sldMk cId="2581144092" sldId="539"/>
            <ac:spMk id="7" creationId="{22A16F84-6070-ABE0-440F-F67A5B5E7410}"/>
          </ac:spMkLst>
        </pc:spChg>
      </pc:sldChg>
    </pc:docChg>
  </pc:docChgLst>
  <pc:docChgLst>
    <pc:chgData name="Shailendra Chauhan" userId="a7d3133f-e197-4b90-bf63-99a63a264234" providerId="ADAL" clId="{974ADE48-F347-4C9B-A967-7BC76ABB273A}"/>
    <pc:docChg chg="modSld">
      <pc:chgData name="Shailendra Chauhan" userId="a7d3133f-e197-4b90-bf63-99a63a264234" providerId="ADAL" clId="{974ADE48-F347-4C9B-A967-7BC76ABB273A}" dt="2025-04-26T01:41:24.604" v="27" actId="404"/>
      <pc:docMkLst>
        <pc:docMk/>
      </pc:docMkLst>
      <pc:sldChg chg="modSp mod">
        <pc:chgData name="Shailendra Chauhan" userId="a7d3133f-e197-4b90-bf63-99a63a264234" providerId="ADAL" clId="{974ADE48-F347-4C9B-A967-7BC76ABB273A}" dt="2025-04-20T02:46:40.192" v="18" actId="1038"/>
        <pc:sldMkLst>
          <pc:docMk/>
          <pc:sldMk cId="0" sldId="480"/>
        </pc:sldMkLst>
        <pc:picChg chg="mod">
          <ac:chgData name="Shailendra Chauhan" userId="a7d3133f-e197-4b90-bf63-99a63a264234" providerId="ADAL" clId="{974ADE48-F347-4C9B-A967-7BC76ABB273A}" dt="2025-04-20T02:46:40.192" v="18" actId="1038"/>
          <ac:picMkLst>
            <pc:docMk/>
            <pc:sldMk cId="0" sldId="480"/>
            <ac:picMk id="6" creationId="{6BCE5BC8-A4DE-354C-E4AD-68B283D9CC91}"/>
          </ac:picMkLst>
        </pc:picChg>
      </pc:sldChg>
      <pc:sldChg chg="modSp mod">
        <pc:chgData name="Shailendra Chauhan" userId="a7d3133f-e197-4b90-bf63-99a63a264234" providerId="ADAL" clId="{974ADE48-F347-4C9B-A967-7BC76ABB273A}" dt="2025-04-26T01:41:24.604" v="27" actId="404"/>
        <pc:sldMkLst>
          <pc:docMk/>
          <pc:sldMk cId="4101967000" sldId="513"/>
        </pc:sldMkLst>
        <pc:spChg chg="mod">
          <ac:chgData name="Shailendra Chauhan" userId="a7d3133f-e197-4b90-bf63-99a63a264234" providerId="ADAL" clId="{974ADE48-F347-4C9B-A967-7BC76ABB273A}" dt="2025-04-26T01:41:24.604" v="27" actId="404"/>
          <ac:spMkLst>
            <pc:docMk/>
            <pc:sldMk cId="4101967000" sldId="513"/>
            <ac:spMk id="15" creationId="{3C9FE266-9656-4BA9-92C4-940917751603}"/>
          </ac:spMkLst>
        </pc:spChg>
      </pc:sldChg>
      <pc:sldChg chg="modSp mod">
        <pc:chgData name="Shailendra Chauhan" userId="a7d3133f-e197-4b90-bf63-99a63a264234" providerId="ADAL" clId="{974ADE48-F347-4C9B-A967-7BC76ABB273A}" dt="2025-04-20T03:37:38.929" v="26" actId="20577"/>
        <pc:sldMkLst>
          <pc:docMk/>
          <pc:sldMk cId="1531573515" sldId="533"/>
        </pc:sldMkLst>
        <pc:spChg chg="mod">
          <ac:chgData name="Shailendra Chauhan" userId="a7d3133f-e197-4b90-bf63-99a63a264234" providerId="ADAL" clId="{974ADE48-F347-4C9B-A967-7BC76ABB273A}" dt="2025-04-20T03:11:50.828" v="21" actId="20577"/>
          <ac:spMkLst>
            <pc:docMk/>
            <pc:sldMk cId="1531573515" sldId="533"/>
            <ac:spMk id="7" creationId="{D1396263-8D2B-4F98-8F8E-E164265A61FA}"/>
          </ac:spMkLst>
        </pc:spChg>
        <pc:spChg chg="mod">
          <ac:chgData name="Shailendra Chauhan" userId="a7d3133f-e197-4b90-bf63-99a63a264234" providerId="ADAL" clId="{974ADE48-F347-4C9B-A967-7BC76ABB273A}" dt="2025-04-20T03:37:38.929" v="26" actId="20577"/>
          <ac:spMkLst>
            <pc:docMk/>
            <pc:sldMk cId="1531573515" sldId="533"/>
            <ac:spMk id="8" creationId="{35F8D4EF-ADD7-416E-840C-1C96C7050217}"/>
          </ac:spMkLst>
        </pc:spChg>
      </pc:sldChg>
    </pc:docChg>
  </pc:docChgLst>
  <pc:docChgLst>
    <pc:chgData name="Shailendra Chauhan" userId="a7d3133f-e197-4b90-bf63-99a63a264234" providerId="ADAL" clId="{FC088B81-B592-45E5-A308-73DD7EE54895}"/>
    <pc:docChg chg="modSld">
      <pc:chgData name="Shailendra Chauhan" userId="a7d3133f-e197-4b90-bf63-99a63a264234" providerId="ADAL" clId="{FC088B81-B592-45E5-A308-73DD7EE54895}" dt="2024-10-28T05:07:39.218" v="11" actId="20577"/>
      <pc:docMkLst>
        <pc:docMk/>
      </pc:docMkLst>
      <pc:sldChg chg="modSp mod">
        <pc:chgData name="Shailendra Chauhan" userId="a7d3133f-e197-4b90-bf63-99a63a264234" providerId="ADAL" clId="{FC088B81-B592-45E5-A308-73DD7EE54895}" dt="2024-10-25T11:26:00.019" v="9" actId="20577"/>
        <pc:sldMkLst>
          <pc:docMk/>
          <pc:sldMk cId="383477188" sldId="526"/>
        </pc:sldMkLst>
      </pc:sldChg>
      <pc:sldChg chg="modSp">
        <pc:chgData name="Shailendra Chauhan" userId="a7d3133f-e197-4b90-bf63-99a63a264234" providerId="ADAL" clId="{FC088B81-B592-45E5-A308-73DD7EE54895}" dt="2024-10-28T05:07:39.218" v="11" actId="20577"/>
        <pc:sldMkLst>
          <pc:docMk/>
          <pc:sldMk cId="1531573515" sldId="533"/>
        </pc:sldMkLst>
      </pc:sldChg>
    </pc:docChg>
  </pc:docChgLst>
  <pc:docChgLst>
    <pc:chgData name="Shailendra Chauhan" userId="a7d3133f-e197-4b90-bf63-99a63a264234" providerId="ADAL" clId="{3BED3979-03BA-44EF-93C1-FE3974680BB1}"/>
    <pc:docChg chg="modSld sldOrd">
      <pc:chgData name="Shailendra Chauhan" userId="a7d3133f-e197-4b90-bf63-99a63a264234" providerId="ADAL" clId="{3BED3979-03BA-44EF-93C1-FE3974680BB1}" dt="2025-03-08T05:12:33.786" v="1"/>
      <pc:docMkLst>
        <pc:docMk/>
      </pc:docMkLst>
      <pc:sldChg chg="ord">
        <pc:chgData name="Shailendra Chauhan" userId="a7d3133f-e197-4b90-bf63-99a63a264234" providerId="ADAL" clId="{3BED3979-03BA-44EF-93C1-FE3974680BB1}" dt="2025-03-08T05:12:33.786" v="1"/>
        <pc:sldMkLst>
          <pc:docMk/>
          <pc:sldMk cId="3984547991" sldId="537"/>
        </pc:sldMkLst>
      </pc:sldChg>
    </pc:docChg>
  </pc:docChgLst>
  <pc:docChgLst>
    <pc:chgData name="Shailendra Chauhan" userId="a7d3133f-e197-4b90-bf63-99a63a264234" providerId="ADAL" clId="{7BF0EABA-64C7-4231-9BB9-0B6A5ACF6D31}"/>
    <pc:docChg chg="undo redo custSel modSld">
      <pc:chgData name="Shailendra Chauhan" userId="a7d3133f-e197-4b90-bf63-99a63a264234" providerId="ADAL" clId="{7BF0EABA-64C7-4231-9BB9-0B6A5ACF6D31}" dt="2025-03-26T09:56:59.912" v="13" actId="1076"/>
      <pc:docMkLst>
        <pc:docMk/>
      </pc:docMkLst>
      <pc:sldChg chg="modSp mod">
        <pc:chgData name="Shailendra Chauhan" userId="a7d3133f-e197-4b90-bf63-99a63a264234" providerId="ADAL" clId="{7BF0EABA-64C7-4231-9BB9-0B6A5ACF6D31}" dt="2025-03-26T09:56:59.912" v="13" actId="1076"/>
        <pc:sldMkLst>
          <pc:docMk/>
          <pc:sldMk cId="2581144092" sldId="539"/>
        </pc:sldMkLst>
        <pc:spChg chg="mod">
          <ac:chgData name="Shailendra Chauhan" userId="a7d3133f-e197-4b90-bf63-99a63a264234" providerId="ADAL" clId="{7BF0EABA-64C7-4231-9BB9-0B6A5ACF6D31}" dt="2025-03-26T09:56:55.438" v="12" actId="20577"/>
          <ac:spMkLst>
            <pc:docMk/>
            <pc:sldMk cId="2581144092" sldId="539"/>
            <ac:spMk id="5" creationId="{569466AD-0FC5-A010-2717-E4EF4948BD49}"/>
          </ac:spMkLst>
        </pc:spChg>
        <pc:spChg chg="mod">
          <ac:chgData name="Shailendra Chauhan" userId="a7d3133f-e197-4b90-bf63-99a63a264234" providerId="ADAL" clId="{7BF0EABA-64C7-4231-9BB9-0B6A5ACF6D31}" dt="2025-03-26T09:56:59.912" v="13" actId="1076"/>
          <ac:spMkLst>
            <pc:docMk/>
            <pc:sldMk cId="2581144092" sldId="539"/>
            <ac:spMk id="7" creationId="{22A16F84-6070-ABE0-440F-F67A5B5E7410}"/>
          </ac:spMkLst>
        </pc:spChg>
      </pc:sldChg>
    </pc:docChg>
  </pc:docChgLst>
  <pc:docChgLst>
    <pc:chgData name="Shailendra Chauhan" userId="a7d3133f-e197-4b90-bf63-99a63a264234" providerId="ADAL" clId="{98E18AAE-0015-4421-AC45-2209D7FFD236}"/>
    <pc:docChg chg="modSld">
      <pc:chgData name="Shailendra Chauhan" userId="a7d3133f-e197-4b90-bf63-99a63a264234" providerId="ADAL" clId="{98E18AAE-0015-4421-AC45-2209D7FFD236}" dt="2024-04-14T14:13:22.512" v="24" actId="1036"/>
      <pc:docMkLst>
        <pc:docMk/>
      </pc:docMkLst>
      <pc:sldChg chg="modSp">
        <pc:chgData name="Shailendra Chauhan" userId="a7d3133f-e197-4b90-bf63-99a63a264234" providerId="ADAL" clId="{98E18AAE-0015-4421-AC45-2209D7FFD236}" dt="2024-04-14T14:10:57.937" v="2" actId="33524"/>
        <pc:sldMkLst>
          <pc:docMk/>
          <pc:sldMk cId="0" sldId="484"/>
        </pc:sldMkLst>
      </pc:sldChg>
      <pc:sldChg chg="modSp mod">
        <pc:chgData name="Shailendra Chauhan" userId="a7d3133f-e197-4b90-bf63-99a63a264234" providerId="ADAL" clId="{98E18AAE-0015-4421-AC45-2209D7FFD236}" dt="2024-04-14T14:13:22.512" v="24" actId="1036"/>
        <pc:sldMkLst>
          <pc:docMk/>
          <pc:sldMk cId="0" sldId="509"/>
        </pc:sldMkLst>
      </pc:sldChg>
      <pc:sldChg chg="modSp">
        <pc:chgData name="Shailendra Chauhan" userId="a7d3133f-e197-4b90-bf63-99a63a264234" providerId="ADAL" clId="{98E18AAE-0015-4421-AC45-2209D7FFD236}" dt="2024-04-14T13:55:11.415" v="1" actId="20577"/>
        <pc:sldMkLst>
          <pc:docMk/>
          <pc:sldMk cId="1583319202" sldId="532"/>
        </pc:sldMkLst>
      </pc:sldChg>
    </pc:docChg>
  </pc:docChgLst>
  <pc:docChgLst>
    <pc:chgData name="Guest User" userId="S::urn:spo:anon#a37dc7360aa717a48e56e3d2cba00b15cada4a28fd3edb1b4705b3a50b759ded::" providerId="AD" clId="Web-{DD208496-07EE-A9E1-5DC6-25DBDEA19CF2}"/>
    <pc:docChg chg="modSld">
      <pc:chgData name="Guest User" userId="S::urn:spo:anon#a37dc7360aa717a48e56e3d2cba00b15cada4a28fd3edb1b4705b3a50b759ded::" providerId="AD" clId="Web-{DD208496-07EE-A9E1-5DC6-25DBDEA19CF2}" dt="2025-06-03T09:19:46.551" v="11" actId="14100"/>
      <pc:docMkLst>
        <pc:docMk/>
      </pc:docMkLst>
      <pc:sldChg chg="addSp modSp">
        <pc:chgData name="Guest User" userId="S::urn:spo:anon#a37dc7360aa717a48e56e3d2cba00b15cada4a28fd3edb1b4705b3a50b759ded::" providerId="AD" clId="Web-{DD208496-07EE-A9E1-5DC6-25DBDEA19CF2}" dt="2025-06-03T09:19:46.551" v="11" actId="14100"/>
        <pc:sldMkLst>
          <pc:docMk/>
          <pc:sldMk cId="4286935095" sldId="516"/>
        </pc:sldMkLst>
        <pc:spChg chg="mod">
          <ac:chgData name="Guest User" userId="S::urn:spo:anon#a37dc7360aa717a48e56e3d2cba00b15cada4a28fd3edb1b4705b3a50b759ded::" providerId="AD" clId="Web-{DD208496-07EE-A9E1-5DC6-25DBDEA19CF2}" dt="2025-06-03T09:19:30.113" v="5" actId="20577"/>
          <ac:spMkLst>
            <pc:docMk/>
            <pc:sldMk cId="4286935095" sldId="516"/>
            <ac:spMk id="2" creationId="{00000000-0000-0000-0000-000000000000}"/>
          </ac:spMkLst>
        </pc:spChg>
        <pc:picChg chg="add mod">
          <ac:chgData name="Guest User" userId="S::urn:spo:anon#a37dc7360aa717a48e56e3d2cba00b15cada4a28fd3edb1b4705b3a50b759ded::" providerId="AD" clId="Web-{DD208496-07EE-A9E1-5DC6-25DBDEA19CF2}" dt="2025-06-03T09:19:46.551" v="11" actId="14100"/>
          <ac:picMkLst>
            <pc:docMk/>
            <pc:sldMk cId="4286935095" sldId="516"/>
            <ac:picMk id="14" creationId="{F8D2BCD3-92A9-C3CC-BB74-3561B3C68B0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054A20-C147-4B27-B4CC-0343A55077ED}" type="doc">
      <dgm:prSet loTypeId="urn:microsoft.com/office/officeart/2005/8/layout/architecture" loCatId="list" qsTypeId="urn:microsoft.com/office/officeart/2005/8/quickstyle/simple1" qsCatId="simple" csTypeId="urn:microsoft.com/office/officeart/2005/8/colors/colorful4" csCatId="colorful" phldr="1"/>
      <dgm:spPr/>
      <dgm:t>
        <a:bodyPr/>
        <a:lstStyle/>
        <a:p>
          <a:endParaRPr lang="en-IN"/>
        </a:p>
      </dgm:t>
    </dgm:pt>
    <dgm:pt modelId="{45CF7BA9-A93E-4230-A859-F3F3E9653853}">
      <dgm:prSet phldrT="[Text]" custT="1"/>
      <dgm:spPr>
        <a:solidFill>
          <a:schemeClr val="tx2">
            <a:lumMod val="75000"/>
          </a:schemeClr>
        </a:solidFill>
      </dgm:spPr>
      <dgm:t>
        <a:bodyPr/>
        <a:lstStyle/>
        <a:p>
          <a:r>
            <a:rPr lang="en-IN" sz="2000" dirty="0"/>
            <a:t>   Base Image (Ubuntu)</a:t>
          </a:r>
        </a:p>
      </dgm:t>
    </dgm:pt>
    <dgm:pt modelId="{E59CA2DC-8AE9-40EC-84DB-80C3580962E4}" type="parTrans" cxnId="{BE1F2B2C-7295-4585-84A2-07E4EE8377B8}">
      <dgm:prSet/>
      <dgm:spPr/>
      <dgm:t>
        <a:bodyPr/>
        <a:lstStyle/>
        <a:p>
          <a:endParaRPr lang="en-IN"/>
        </a:p>
      </dgm:t>
    </dgm:pt>
    <dgm:pt modelId="{05E969AB-F565-4B04-96D8-7FFAEC851660}" type="sibTrans" cxnId="{BE1F2B2C-7295-4585-84A2-07E4EE8377B8}">
      <dgm:prSet/>
      <dgm:spPr/>
      <dgm:t>
        <a:bodyPr/>
        <a:lstStyle/>
        <a:p>
          <a:endParaRPr lang="en-IN"/>
        </a:p>
      </dgm:t>
    </dgm:pt>
    <dgm:pt modelId="{4C04310B-7871-429B-8A57-9541EC2663F1}">
      <dgm:prSet phldrT="[Text]" custT="1"/>
      <dgm:spPr/>
      <dgm:t>
        <a:bodyPr/>
        <a:lstStyle/>
        <a:p>
          <a:r>
            <a:rPr lang="en-IN" sz="2000" dirty="0"/>
            <a:t>.NET Core SDK</a:t>
          </a:r>
        </a:p>
      </dgm:t>
    </dgm:pt>
    <dgm:pt modelId="{BCCA56B6-1CB0-49D0-9EB0-4466265F9A91}" type="parTrans" cxnId="{51C972EA-12A6-4166-B3ED-E8D9B275C894}">
      <dgm:prSet/>
      <dgm:spPr/>
      <dgm:t>
        <a:bodyPr/>
        <a:lstStyle/>
        <a:p>
          <a:endParaRPr lang="en-IN"/>
        </a:p>
      </dgm:t>
    </dgm:pt>
    <dgm:pt modelId="{520F434D-949D-414D-8CE6-32454C00ECB4}" type="sibTrans" cxnId="{51C972EA-12A6-4166-B3ED-E8D9B275C894}">
      <dgm:prSet/>
      <dgm:spPr/>
      <dgm:t>
        <a:bodyPr/>
        <a:lstStyle/>
        <a:p>
          <a:endParaRPr lang="en-IN"/>
        </a:p>
      </dgm:t>
    </dgm:pt>
    <dgm:pt modelId="{0E258ABF-8575-45F4-9D70-A274EBFC8A61}">
      <dgm:prSet phldrT="[Text]"/>
      <dgm:spPr/>
      <dgm:t>
        <a:bodyPr/>
        <a:lstStyle/>
        <a:p>
          <a:r>
            <a:rPr lang="en-IN" dirty="0"/>
            <a:t>…</a:t>
          </a:r>
        </a:p>
      </dgm:t>
    </dgm:pt>
    <dgm:pt modelId="{A79533A4-3BEE-4059-A3E9-2198E913C7F1}" type="parTrans" cxnId="{77D7894A-334F-4342-836C-5E8E04405BEE}">
      <dgm:prSet/>
      <dgm:spPr/>
      <dgm:t>
        <a:bodyPr/>
        <a:lstStyle/>
        <a:p>
          <a:endParaRPr lang="en-IN"/>
        </a:p>
      </dgm:t>
    </dgm:pt>
    <dgm:pt modelId="{19EBFB28-217E-403F-9943-44AF5441FF86}" type="sibTrans" cxnId="{77D7894A-334F-4342-836C-5E8E04405BEE}">
      <dgm:prSet/>
      <dgm:spPr/>
      <dgm:t>
        <a:bodyPr/>
        <a:lstStyle/>
        <a:p>
          <a:endParaRPr lang="en-IN"/>
        </a:p>
      </dgm:t>
    </dgm:pt>
    <dgm:pt modelId="{28B6BA64-7BA7-46CC-99DD-FC6701D2A4CB}" type="pres">
      <dgm:prSet presAssocID="{B9054A20-C147-4B27-B4CC-0343A55077ED}" presName="Name0" presStyleCnt="0">
        <dgm:presLayoutVars>
          <dgm:chPref val="1"/>
          <dgm:dir/>
          <dgm:animOne val="branch"/>
          <dgm:animLvl val="lvl"/>
          <dgm:resizeHandles/>
        </dgm:presLayoutVars>
      </dgm:prSet>
      <dgm:spPr/>
    </dgm:pt>
    <dgm:pt modelId="{91C03F68-C067-470D-A759-2C5C4E3F1DEE}" type="pres">
      <dgm:prSet presAssocID="{45CF7BA9-A93E-4230-A859-F3F3E9653853}" presName="vertOne" presStyleCnt="0"/>
      <dgm:spPr/>
    </dgm:pt>
    <dgm:pt modelId="{0A21C1ED-9C86-45B1-BB79-B8562E88513E}" type="pres">
      <dgm:prSet presAssocID="{45CF7BA9-A93E-4230-A859-F3F3E9653853}" presName="txOne" presStyleLbl="node0" presStyleIdx="0" presStyleCnt="1">
        <dgm:presLayoutVars>
          <dgm:chPref val="3"/>
        </dgm:presLayoutVars>
      </dgm:prSet>
      <dgm:spPr/>
    </dgm:pt>
    <dgm:pt modelId="{0BCD2ED6-27DC-4131-8143-E03A877A3974}" type="pres">
      <dgm:prSet presAssocID="{45CF7BA9-A93E-4230-A859-F3F3E9653853}" presName="parTransOne" presStyleCnt="0"/>
      <dgm:spPr/>
    </dgm:pt>
    <dgm:pt modelId="{8ADA3E64-03D3-46B2-BE08-D14F02C933FA}" type="pres">
      <dgm:prSet presAssocID="{45CF7BA9-A93E-4230-A859-F3F3E9653853}" presName="horzOne" presStyleCnt="0"/>
      <dgm:spPr/>
    </dgm:pt>
    <dgm:pt modelId="{4EB55C6F-1BF4-4056-8D51-4F8F2860B7F4}" type="pres">
      <dgm:prSet presAssocID="{4C04310B-7871-429B-8A57-9541EC2663F1}" presName="vertTwo" presStyleCnt="0"/>
      <dgm:spPr/>
    </dgm:pt>
    <dgm:pt modelId="{F129AC18-722D-47E9-8A64-F035F8D2C503}" type="pres">
      <dgm:prSet presAssocID="{4C04310B-7871-429B-8A57-9541EC2663F1}" presName="txTwo" presStyleLbl="node2" presStyleIdx="0" presStyleCnt="1">
        <dgm:presLayoutVars>
          <dgm:chPref val="3"/>
        </dgm:presLayoutVars>
      </dgm:prSet>
      <dgm:spPr/>
    </dgm:pt>
    <dgm:pt modelId="{951994F1-63E4-41E8-B6DB-86B8B925359C}" type="pres">
      <dgm:prSet presAssocID="{4C04310B-7871-429B-8A57-9541EC2663F1}" presName="parTransTwo" presStyleCnt="0"/>
      <dgm:spPr/>
    </dgm:pt>
    <dgm:pt modelId="{7870189A-3248-4808-B356-4A7C6F54D708}" type="pres">
      <dgm:prSet presAssocID="{4C04310B-7871-429B-8A57-9541EC2663F1}" presName="horzTwo" presStyleCnt="0"/>
      <dgm:spPr/>
    </dgm:pt>
    <dgm:pt modelId="{6B8BA9D8-7125-4CAF-B42E-090824950267}" type="pres">
      <dgm:prSet presAssocID="{0E258ABF-8575-45F4-9D70-A274EBFC8A61}" presName="vertThree" presStyleCnt="0"/>
      <dgm:spPr/>
    </dgm:pt>
    <dgm:pt modelId="{492B6D54-1B1E-4E84-9BBA-3E71BA521A2A}" type="pres">
      <dgm:prSet presAssocID="{0E258ABF-8575-45F4-9D70-A274EBFC8A61}" presName="txThree" presStyleLbl="node3" presStyleIdx="0" presStyleCnt="1">
        <dgm:presLayoutVars>
          <dgm:chPref val="3"/>
        </dgm:presLayoutVars>
      </dgm:prSet>
      <dgm:spPr/>
    </dgm:pt>
    <dgm:pt modelId="{6105C594-8ADF-46EC-8413-0601FD965A32}" type="pres">
      <dgm:prSet presAssocID="{0E258ABF-8575-45F4-9D70-A274EBFC8A61}" presName="horzThree" presStyleCnt="0"/>
      <dgm:spPr/>
    </dgm:pt>
  </dgm:ptLst>
  <dgm:cxnLst>
    <dgm:cxn modelId="{BE1F2B2C-7295-4585-84A2-07E4EE8377B8}" srcId="{B9054A20-C147-4B27-B4CC-0343A55077ED}" destId="{45CF7BA9-A93E-4230-A859-F3F3E9653853}" srcOrd="0" destOrd="0" parTransId="{E59CA2DC-8AE9-40EC-84DB-80C3580962E4}" sibTransId="{05E969AB-F565-4B04-96D8-7FFAEC851660}"/>
    <dgm:cxn modelId="{77D7894A-334F-4342-836C-5E8E04405BEE}" srcId="{4C04310B-7871-429B-8A57-9541EC2663F1}" destId="{0E258ABF-8575-45F4-9D70-A274EBFC8A61}" srcOrd="0" destOrd="0" parTransId="{A79533A4-3BEE-4059-A3E9-2198E913C7F1}" sibTransId="{19EBFB28-217E-403F-9943-44AF5441FF86}"/>
    <dgm:cxn modelId="{C5B4B859-7018-4366-84EA-707305D73E09}" type="presOf" srcId="{4C04310B-7871-429B-8A57-9541EC2663F1}" destId="{F129AC18-722D-47E9-8A64-F035F8D2C503}" srcOrd="0" destOrd="0" presId="urn:microsoft.com/office/officeart/2005/8/layout/architecture"/>
    <dgm:cxn modelId="{43BBBE7D-A5B2-418E-898D-48E874E13B63}" type="presOf" srcId="{B9054A20-C147-4B27-B4CC-0343A55077ED}" destId="{28B6BA64-7BA7-46CC-99DD-FC6701D2A4CB}" srcOrd="0" destOrd="0" presId="urn:microsoft.com/office/officeart/2005/8/layout/architecture"/>
    <dgm:cxn modelId="{C2C872A2-B03B-4EB1-84A2-1854E84C4315}" type="presOf" srcId="{45CF7BA9-A93E-4230-A859-F3F3E9653853}" destId="{0A21C1ED-9C86-45B1-BB79-B8562E88513E}" srcOrd="0" destOrd="0" presId="urn:microsoft.com/office/officeart/2005/8/layout/architecture"/>
    <dgm:cxn modelId="{6A9DB7C9-032A-4390-A333-EBB35600A0CE}" type="presOf" srcId="{0E258ABF-8575-45F4-9D70-A274EBFC8A61}" destId="{492B6D54-1B1E-4E84-9BBA-3E71BA521A2A}" srcOrd="0" destOrd="0" presId="urn:microsoft.com/office/officeart/2005/8/layout/architecture"/>
    <dgm:cxn modelId="{51C972EA-12A6-4166-B3ED-E8D9B275C894}" srcId="{45CF7BA9-A93E-4230-A859-F3F3E9653853}" destId="{4C04310B-7871-429B-8A57-9541EC2663F1}" srcOrd="0" destOrd="0" parTransId="{BCCA56B6-1CB0-49D0-9EB0-4466265F9A91}" sibTransId="{520F434D-949D-414D-8CE6-32454C00ECB4}"/>
    <dgm:cxn modelId="{018C1DE1-822E-4E83-87F1-6CFC03404B27}" type="presParOf" srcId="{28B6BA64-7BA7-46CC-99DD-FC6701D2A4CB}" destId="{91C03F68-C067-470D-A759-2C5C4E3F1DEE}" srcOrd="0" destOrd="0" presId="urn:microsoft.com/office/officeart/2005/8/layout/architecture"/>
    <dgm:cxn modelId="{3F92CFFD-6A2A-4AD0-BEFE-F5AEB1953150}" type="presParOf" srcId="{91C03F68-C067-470D-A759-2C5C4E3F1DEE}" destId="{0A21C1ED-9C86-45B1-BB79-B8562E88513E}" srcOrd="0" destOrd="0" presId="urn:microsoft.com/office/officeart/2005/8/layout/architecture"/>
    <dgm:cxn modelId="{690417B6-4C5C-437D-B6A7-0375AC578EC6}" type="presParOf" srcId="{91C03F68-C067-470D-A759-2C5C4E3F1DEE}" destId="{0BCD2ED6-27DC-4131-8143-E03A877A3974}" srcOrd="1" destOrd="0" presId="urn:microsoft.com/office/officeart/2005/8/layout/architecture"/>
    <dgm:cxn modelId="{2A29CEB7-5436-4818-ABE9-84C3F7A652BE}" type="presParOf" srcId="{91C03F68-C067-470D-A759-2C5C4E3F1DEE}" destId="{8ADA3E64-03D3-46B2-BE08-D14F02C933FA}" srcOrd="2" destOrd="0" presId="urn:microsoft.com/office/officeart/2005/8/layout/architecture"/>
    <dgm:cxn modelId="{2A46F90F-0CFC-480D-B3AB-32D8FB78FC26}" type="presParOf" srcId="{8ADA3E64-03D3-46B2-BE08-D14F02C933FA}" destId="{4EB55C6F-1BF4-4056-8D51-4F8F2860B7F4}" srcOrd="0" destOrd="0" presId="urn:microsoft.com/office/officeart/2005/8/layout/architecture"/>
    <dgm:cxn modelId="{644F38E0-03AC-492E-8E02-8401EDEC3CF2}" type="presParOf" srcId="{4EB55C6F-1BF4-4056-8D51-4F8F2860B7F4}" destId="{F129AC18-722D-47E9-8A64-F035F8D2C503}" srcOrd="0" destOrd="0" presId="urn:microsoft.com/office/officeart/2005/8/layout/architecture"/>
    <dgm:cxn modelId="{5B82031D-9B3A-4478-9F52-C2111AAAA938}" type="presParOf" srcId="{4EB55C6F-1BF4-4056-8D51-4F8F2860B7F4}" destId="{951994F1-63E4-41E8-B6DB-86B8B925359C}" srcOrd="1" destOrd="0" presId="urn:microsoft.com/office/officeart/2005/8/layout/architecture"/>
    <dgm:cxn modelId="{AA4D3ADA-29ED-4F1F-8E11-9CC068F81B1D}" type="presParOf" srcId="{4EB55C6F-1BF4-4056-8D51-4F8F2860B7F4}" destId="{7870189A-3248-4808-B356-4A7C6F54D708}" srcOrd="2" destOrd="0" presId="urn:microsoft.com/office/officeart/2005/8/layout/architecture"/>
    <dgm:cxn modelId="{2B8D1091-6F59-49FC-BFD9-EF2F5BE92B35}" type="presParOf" srcId="{7870189A-3248-4808-B356-4A7C6F54D708}" destId="{6B8BA9D8-7125-4CAF-B42E-090824950267}" srcOrd="0" destOrd="0" presId="urn:microsoft.com/office/officeart/2005/8/layout/architecture"/>
    <dgm:cxn modelId="{9A10B924-22C4-4934-970F-6E0D0F2E43DD}" type="presParOf" srcId="{6B8BA9D8-7125-4CAF-B42E-090824950267}" destId="{492B6D54-1B1E-4E84-9BBA-3E71BA521A2A}" srcOrd="0" destOrd="0" presId="urn:microsoft.com/office/officeart/2005/8/layout/architecture"/>
    <dgm:cxn modelId="{1233B324-D0CF-4828-9389-6CE803973D79}" type="presParOf" srcId="{6B8BA9D8-7125-4CAF-B42E-090824950267}" destId="{6105C594-8ADF-46EC-8413-0601FD965A32}" srcOrd="1" destOrd="0" presId="urn:microsoft.com/office/officeart/2005/8/layout/architectur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21C1ED-9C86-45B1-BB79-B8562E88513E}">
      <dsp:nvSpPr>
        <dsp:cNvPr id="0" name=""/>
        <dsp:cNvSpPr/>
      </dsp:nvSpPr>
      <dsp:spPr>
        <a:xfrm>
          <a:off x="1572" y="1508289"/>
          <a:ext cx="3216792" cy="696850"/>
        </a:xfrm>
        <a:prstGeom prst="roundRect">
          <a:avLst>
            <a:gd name="adj" fmla="val 10000"/>
          </a:avLst>
        </a:prstGeom>
        <a:solidFill>
          <a:schemeClr val="tx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   Base Image (Ubuntu)</a:t>
          </a:r>
        </a:p>
      </dsp:txBody>
      <dsp:txXfrm>
        <a:off x="21982" y="1528699"/>
        <a:ext cx="3175972" cy="656030"/>
      </dsp:txXfrm>
    </dsp:sp>
    <dsp:sp modelId="{F129AC18-722D-47E9-8A64-F035F8D2C503}">
      <dsp:nvSpPr>
        <dsp:cNvPr id="0" name=""/>
        <dsp:cNvSpPr/>
      </dsp:nvSpPr>
      <dsp:spPr>
        <a:xfrm>
          <a:off x="1572" y="754473"/>
          <a:ext cx="3216792" cy="69685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.NET Core SDK</a:t>
          </a:r>
        </a:p>
      </dsp:txBody>
      <dsp:txXfrm>
        <a:off x="21982" y="774883"/>
        <a:ext cx="3175972" cy="656030"/>
      </dsp:txXfrm>
    </dsp:sp>
    <dsp:sp modelId="{492B6D54-1B1E-4E84-9BBA-3E71BA521A2A}">
      <dsp:nvSpPr>
        <dsp:cNvPr id="0" name=""/>
        <dsp:cNvSpPr/>
      </dsp:nvSpPr>
      <dsp:spPr>
        <a:xfrm>
          <a:off x="1572" y="656"/>
          <a:ext cx="3216792" cy="696850"/>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IN" sz="3000" kern="1200" dirty="0"/>
            <a:t>…</a:t>
          </a:r>
        </a:p>
      </dsp:txBody>
      <dsp:txXfrm>
        <a:off x="21982" y="21066"/>
        <a:ext cx="3175972" cy="656030"/>
      </dsp:txXfrm>
    </dsp:sp>
  </dsp:spTree>
</dsp:drawing>
</file>

<file path=ppt/diagrams/layout1.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55A6C-8570-481C-B650-679F59D2D196}" type="datetimeFigureOut">
              <a:rPr lang="en-US" smtClean="0"/>
              <a:t>6/3/2025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86080D-7700-48E4-9421-502ABB94370D}"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6/3/2025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docker.com/machine/"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eveloper.okta.com/blog/2017/08/28/developers-guide-to-docker-part-2"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studytrails.com/devops/docker-architecture-engine-containerd-runc/"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tackoverflow.com/questions/34357252/docker-data-volume-vs-mounted-host-directory"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Docker as a standalone software is good for development of applications, as developers can run their applications in isolated environments. What’s more, testers can also use Docker to run applications in sandbox environments. If you wish to use Docker to run a high number of containers in the production environment you may encounter some complications along the way. For example, some containers can easily be overloaded or fail. You can manually restart the container on the appropriate machine, but manual management can take a lot of your valuable time and energy.</a:t>
            </a:r>
          </a:p>
          <a:p>
            <a:endParaRPr lang="en-US" dirty="0"/>
          </a:p>
          <a:p>
            <a:r>
              <a:rPr lang="en-US" dirty="0"/>
              <a:t>Kubernetes allows you to resolve these issues by providing key features such as high availability, load balancing, container orchestration tools, etc. As a result, Kubernetes is most suitable for highly loaded production environments with a high number of Docker containers. Deploying Kubernetes is more difficult than installing a standalone Docker application, which is why Kubernetes may not always be used for development and testing.</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2</a:t>
            </a:fld>
            <a:endParaRPr lang="en-US"/>
          </a:p>
        </p:txBody>
      </p:sp>
    </p:spTree>
    <p:extLst>
      <p:ext uri="{BB962C8B-B14F-4D97-AF65-F5344CB8AC3E}">
        <p14:creationId xmlns:p14="http://schemas.microsoft.com/office/powerpoint/2010/main" val="334124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t>Kitematic</a:t>
            </a:r>
            <a:r>
              <a:rPr lang="en-US" sz="1200" dirty="0"/>
              <a:t> </a:t>
            </a:r>
            <a:r>
              <a:rPr lang="en-US" sz="1200" b="0" i="0" kern="1200" dirty="0">
                <a:solidFill>
                  <a:schemeClr val="tx1"/>
                </a:solidFill>
                <a:effectLst/>
                <a:latin typeface="+mn-lt"/>
                <a:ea typeface="+mn-ea"/>
                <a:cs typeface="+mn-cs"/>
              </a:rPr>
              <a:t>provides an intuitive graphical user interface (GUI) for running Docker containers. </a:t>
            </a:r>
            <a:r>
              <a:rPr lang="en-US" sz="1200" b="0" i="0" kern="1200" dirty="0" err="1">
                <a:solidFill>
                  <a:schemeClr val="tx1"/>
                </a:solidFill>
                <a:effectLst/>
                <a:latin typeface="+mn-lt"/>
                <a:ea typeface="+mn-ea"/>
                <a:cs typeface="+mn-cs"/>
              </a:rPr>
              <a:t>Kitematic</a:t>
            </a:r>
            <a:r>
              <a:rPr lang="en-US" sz="1200" b="0" i="0" kern="1200" dirty="0">
                <a:solidFill>
                  <a:schemeClr val="tx1"/>
                </a:solidFill>
                <a:effectLst/>
                <a:latin typeface="+mn-lt"/>
                <a:ea typeface="+mn-ea"/>
                <a:cs typeface="+mn-cs"/>
              </a:rPr>
              <a:t> integrates with </a:t>
            </a:r>
            <a:r>
              <a:rPr lang="en-US" sz="1200" b="0" i="0" u="none" strike="noStrike" kern="1200" dirty="0">
                <a:solidFill>
                  <a:schemeClr val="tx1"/>
                </a:solidFill>
                <a:effectLst/>
                <a:latin typeface="+mn-lt"/>
                <a:ea typeface="+mn-ea"/>
                <a:cs typeface="+mn-cs"/>
                <a:hlinkClick r:id="rId3"/>
              </a:rPr>
              <a:t>Docker Machine</a:t>
            </a:r>
            <a:r>
              <a:rPr lang="en-US" sz="1200" b="0" i="0" kern="1200" dirty="0">
                <a:solidFill>
                  <a:schemeClr val="tx1"/>
                </a:solidFill>
                <a:effectLst/>
                <a:latin typeface="+mn-lt"/>
                <a:ea typeface="+mn-ea"/>
                <a:cs typeface="+mn-cs"/>
              </a:rPr>
              <a:t> to provision a VirtualBox VM and install the Docker Engine locally on your machine.</a:t>
            </a:r>
          </a:p>
          <a:p>
            <a:endParaRPr lang="en-US" sz="1200" b="0" i="0" kern="1200" dirty="0">
              <a:solidFill>
                <a:schemeClr val="tx1"/>
              </a:solidFill>
              <a:effectLst/>
              <a:latin typeface="+mn-lt"/>
              <a:ea typeface="+mn-ea"/>
              <a:cs typeface="+mn-cs"/>
            </a:endParaRPr>
          </a:p>
          <a:p>
            <a:r>
              <a:rPr lang="en-US" dirty="0"/>
              <a:t>Since all Windows accounts use the same VM to build and run containers</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5</a:t>
            </a:fld>
            <a:endParaRPr lang="en-US"/>
          </a:p>
        </p:txBody>
      </p:sp>
    </p:spTree>
    <p:extLst>
      <p:ext uri="{BB962C8B-B14F-4D97-AF65-F5344CB8AC3E}">
        <p14:creationId xmlns:p14="http://schemas.microsoft.com/office/powerpoint/2010/main" val="419462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Dockerfile is a recipe for creating Docker images</a:t>
            </a:r>
          </a:p>
          <a:p>
            <a:r>
              <a:rPr lang="en-US" sz="1200" b="0" i="0" kern="1200" dirty="0">
                <a:solidFill>
                  <a:schemeClr val="tx1"/>
                </a:solidFill>
                <a:effectLst/>
                <a:latin typeface="+mn-lt"/>
                <a:ea typeface="+mn-ea"/>
                <a:cs typeface="+mn-cs"/>
              </a:rPr>
              <a:t>A Docker image gets built by running a Docker command (which uses that Dockerfile)</a:t>
            </a:r>
          </a:p>
          <a:p>
            <a:r>
              <a:rPr lang="en-US" sz="1200" b="0" i="0" kern="1200" dirty="0">
                <a:solidFill>
                  <a:schemeClr val="tx1"/>
                </a:solidFill>
                <a:effectLst/>
                <a:latin typeface="+mn-lt"/>
                <a:ea typeface="+mn-ea"/>
                <a:cs typeface="+mn-cs"/>
              </a:rPr>
              <a:t>A Docker container is a running instance of a Docker image</a:t>
            </a:r>
          </a:p>
        </p:txBody>
      </p:sp>
      <p:sp>
        <p:nvSpPr>
          <p:cNvPr id="4" name="Slide Number Placeholder 3"/>
          <p:cNvSpPr>
            <a:spLocks noGrp="1"/>
          </p:cNvSpPr>
          <p:nvPr>
            <p:ph type="sldNum" sz="quarter" idx="10"/>
          </p:nvPr>
        </p:nvSpPr>
        <p:spPr/>
        <p:txBody>
          <a:bodyPr/>
          <a:lstStyle/>
          <a:p>
            <a:fld id="{572DD7D5-A1E7-4E59-B251-136D919D9E0A}" type="slidenum">
              <a:rPr lang="en-US" smtClean="0"/>
              <a:t>10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Docker images are a collection of files, which have everything needed to run the software application inside the container. However, they are ephemeral, meaning that any data that is written inside the container, while it is running, will not be retained.</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the container is stopped and restarted from its image, the container will run exactly the same as the first time, absent of any changes made during the last run cycle. Changes to the container either have to be made during the image creation process, using the Dockerfile that become part of the image, or data can be retained by mounting a persistent storage volume, from inside the container to the outside. This will be explored further in the HOL exercises below.</a:t>
            </a:r>
          </a:p>
          <a:p>
            <a:endParaRPr lang="en-US" dirty="0"/>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Docker images are a collection of files, which have everything needed to run the software application inside the container. However, they are ephemeral, meaning that any data that is written inside the container, while it is running, will not be retained.</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the container is stopped and restarted from its image, the container will run exactly the same as the first time, absent of any changes made during the last run cycle. Changes to the container either have to be made during the image creation process, using the Dockerfile that become part of the image, or data can be retained by mounting a persistent storage volume, from inside the container to the outside. This will be explored further in the HOL exercises below.</a:t>
            </a:r>
          </a:p>
          <a:p>
            <a:endParaRPr lang="en-US" dirty="0"/>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15</a:t>
            </a:fld>
            <a:endParaRPr lang="en-US"/>
          </a:p>
        </p:txBody>
      </p:sp>
    </p:spTree>
    <p:extLst>
      <p:ext uri="{BB962C8B-B14F-4D97-AF65-F5344CB8AC3E}">
        <p14:creationId xmlns:p14="http://schemas.microsoft.com/office/powerpoint/2010/main" val="45876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Docker images are a collection of files, which have everything needed to run the software application inside the container. However, they are ephemeral, meaning that any data that is written inside the container, while it is running, will not be retained.</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the container is stopped and restarted from its image, the container will run exactly the same as the first time, absent of any changes made during the last run cycle. Changes to the container either have to be made during the image creation process, using the Dockerfile that become part of the image, or data can be retained by mounting a persistent storage volume, from inside the container to the outside. This will be explored further in the HOL exercises below.</a:t>
            </a:r>
          </a:p>
          <a:p>
            <a:endParaRPr lang="en-US" dirty="0"/>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how a virtual machine (VM) is different from a container.</a:t>
            </a:r>
          </a:p>
          <a:p>
            <a:r>
              <a:rPr lang="en-US" sz="1200" b="0" i="0" kern="1200" dirty="0">
                <a:solidFill>
                  <a:schemeClr val="tx1"/>
                </a:solidFill>
                <a:effectLst/>
                <a:latin typeface="+mn-lt"/>
                <a:ea typeface="+mn-ea"/>
                <a:cs typeface="+mn-cs"/>
              </a:rPr>
              <a:t>While containers may sound like a VM, the two are distinct technologies. With VMs each virtual machine includes the application, the necessary binaries and libraries and the </a:t>
            </a:r>
            <a:r>
              <a:rPr lang="en-US" sz="1200" b="1" i="0" kern="1200" dirty="0">
                <a:solidFill>
                  <a:schemeClr val="tx1"/>
                </a:solidFill>
                <a:effectLst/>
                <a:latin typeface="+mn-lt"/>
                <a:ea typeface="+mn-ea"/>
                <a:cs typeface="+mn-cs"/>
              </a:rPr>
              <a:t>entire guest operating system.</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Whereas, Containers include the application, all of its dependencies, but share the kernel with other containers and are not tied to any specific infrastructure, other than having the Docker engine installed on its host – allowing containers to run on almost any computer, infrastructure and cloud.</a:t>
            </a:r>
          </a:p>
          <a:p>
            <a:pPr lvl="0" rtl="0">
              <a:spcBef>
                <a:spcPts val="0"/>
              </a:spcBef>
              <a:buNone/>
            </a:pPr>
            <a:endParaRPr lang="en-US" dirty="0"/>
          </a:p>
          <a:p>
            <a:pPr lvl="0" rtl="0">
              <a:spcBef>
                <a:spcPts val="0"/>
              </a:spcBef>
              <a:buNone/>
            </a:pPr>
            <a:r>
              <a:rPr lang="en-US" sz="1200" b="0" i="1" kern="1200" dirty="0">
                <a:solidFill>
                  <a:schemeClr val="tx1"/>
                </a:solidFill>
                <a:effectLst/>
                <a:latin typeface="+mn-lt"/>
                <a:ea typeface="+mn-ea"/>
                <a:cs typeface="+mn-cs"/>
              </a:rPr>
              <a:t>Note - at this time, Windows and Linux containers require that they run on their respective kernel base, therefore, Windows containers cannot run on Linux hosts and vice versa.</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21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https://developer.okta.com/blog/2017/08/28/developers-guide-to-docker-part-2</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23</a:t>
            </a:fld>
            <a:endParaRPr lang="en-US"/>
          </a:p>
        </p:txBody>
      </p:sp>
    </p:spTree>
    <p:extLst>
      <p:ext uri="{BB962C8B-B14F-4D97-AF65-F5344CB8AC3E}">
        <p14:creationId xmlns:p14="http://schemas.microsoft.com/office/powerpoint/2010/main" val="3649684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Uses Linux Kernel namespaces and control groups</a:t>
            </a:r>
          </a:p>
          <a:p>
            <a:r>
              <a:rPr lang="en-US" sz="1200" dirty="0"/>
              <a:t>Namespaces provide for isolated workspace</a:t>
            </a:r>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27</a:t>
            </a:fld>
            <a:endParaRPr lang="en-US"/>
          </a:p>
        </p:txBody>
      </p:sp>
    </p:spTree>
    <p:extLst>
      <p:ext uri="{BB962C8B-B14F-4D97-AF65-F5344CB8AC3E}">
        <p14:creationId xmlns:p14="http://schemas.microsoft.com/office/powerpoint/2010/main" val="228705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https://www.studytrails.com/devops/docker-architecture-engine-containerd-runc/</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28</a:t>
            </a:fld>
            <a:endParaRPr lang="en-US"/>
          </a:p>
        </p:txBody>
      </p:sp>
    </p:spTree>
    <p:extLst>
      <p:ext uri="{BB962C8B-B14F-4D97-AF65-F5344CB8AC3E}">
        <p14:creationId xmlns:p14="http://schemas.microsoft.com/office/powerpoint/2010/main" val="3014144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Docker engine runs on port 2376 by default.</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29</a:t>
            </a:fld>
            <a:endParaRPr lang="en-US"/>
          </a:p>
        </p:txBody>
      </p:sp>
    </p:spTree>
    <p:extLst>
      <p:ext uri="{BB962C8B-B14F-4D97-AF65-F5344CB8AC3E}">
        <p14:creationId xmlns:p14="http://schemas.microsoft.com/office/powerpoint/2010/main" val="845467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Server: localhost,5020</a:t>
            </a:r>
          </a:p>
          <a:p>
            <a:r>
              <a:rPr lang="en-IN" dirty="0" err="1"/>
              <a:t>Pwd</a:t>
            </a:r>
            <a:r>
              <a:rPr lang="en-IN" dirty="0"/>
              <a:t>: YourStrong@Passw0rd</a:t>
            </a:r>
          </a:p>
        </p:txBody>
      </p:sp>
      <p:sp>
        <p:nvSpPr>
          <p:cNvPr id="4" name="Slide Number Placeholder 3"/>
          <p:cNvSpPr>
            <a:spLocks noGrp="1"/>
          </p:cNvSpPr>
          <p:nvPr>
            <p:ph type="sldNum" sz="quarter" idx="5"/>
          </p:nvPr>
        </p:nvSpPr>
        <p:spPr/>
        <p:txBody>
          <a:bodyPr/>
          <a:lstStyle/>
          <a:p>
            <a:fld id="{572DD7D5-A1E7-4E59-B251-136D919D9E0A}" type="slidenum">
              <a:rPr lang="en-US" smtClean="0"/>
              <a:t>31</a:t>
            </a:fld>
            <a:endParaRPr lang="en-US"/>
          </a:p>
        </p:txBody>
      </p:sp>
    </p:spTree>
    <p:extLst>
      <p:ext uri="{BB962C8B-B14F-4D97-AF65-F5344CB8AC3E}">
        <p14:creationId xmlns:p14="http://schemas.microsoft.com/office/powerpoint/2010/main" val="1991500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hlinkClick r:id="rId3"/>
              </a:rPr>
              <a:t>https://stackoverflow.com/questions/34357252/docker-data-volume-vs-mounted-host-directory</a:t>
            </a:r>
            <a:endParaRPr lang="en-IN"/>
          </a:p>
        </p:txBody>
      </p:sp>
      <p:sp>
        <p:nvSpPr>
          <p:cNvPr id="4" name="Slide Number Placeholder 3"/>
          <p:cNvSpPr>
            <a:spLocks noGrp="1"/>
          </p:cNvSpPr>
          <p:nvPr>
            <p:ph type="sldNum" sz="quarter" idx="5"/>
          </p:nvPr>
        </p:nvSpPr>
        <p:spPr/>
        <p:txBody>
          <a:bodyPr/>
          <a:lstStyle/>
          <a:p>
            <a:fld id="{572DD7D5-A1E7-4E59-B251-136D919D9E0A}" type="slidenum">
              <a:rPr lang="en-US" smtClean="0"/>
              <a:t>32</a:t>
            </a:fld>
            <a:endParaRPr lang="en-US"/>
          </a:p>
        </p:txBody>
      </p:sp>
    </p:spTree>
    <p:extLst>
      <p:ext uri="{BB962C8B-B14F-4D97-AF65-F5344CB8AC3E}">
        <p14:creationId xmlns:p14="http://schemas.microsoft.com/office/powerpoint/2010/main" val="1350535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729"/>
                </a:solidFill>
                <a:effectLst/>
                <a:latin typeface="Arial" panose="020B0604020202020204" pitchFamily="34" charset="0"/>
              </a:rPr>
              <a:t>You can't mount </a:t>
            </a:r>
            <a:r>
              <a:rPr lang="en-US" b="0" i="1" dirty="0">
                <a:solidFill>
                  <a:srgbClr val="242729"/>
                </a:solidFill>
                <a:effectLst/>
                <a:latin typeface="Arial" panose="020B0604020202020204" pitchFamily="34" charset="0"/>
              </a:rPr>
              <a:t>/var/opt/</a:t>
            </a:r>
            <a:r>
              <a:rPr lang="en-US" b="0" i="1" dirty="0" err="1">
                <a:solidFill>
                  <a:srgbClr val="242729"/>
                </a:solidFill>
                <a:effectLst/>
                <a:latin typeface="Arial" panose="020B0604020202020204" pitchFamily="34" charset="0"/>
              </a:rPr>
              <a:t>mssql</a:t>
            </a:r>
            <a:br>
              <a:rPr lang="en-US" dirty="0"/>
            </a:br>
            <a:r>
              <a:rPr lang="en-US" b="0" i="0" dirty="0">
                <a:solidFill>
                  <a:srgbClr val="242729"/>
                </a:solidFill>
                <a:effectLst/>
                <a:latin typeface="Arial" panose="020B0604020202020204" pitchFamily="34" charset="0"/>
              </a:rPr>
              <a:t>Instead, you need to mount </a:t>
            </a:r>
            <a:r>
              <a:rPr lang="en-US" b="0" i="1" dirty="0">
                <a:solidFill>
                  <a:srgbClr val="242729"/>
                </a:solidFill>
                <a:effectLst/>
                <a:latin typeface="Arial" panose="020B0604020202020204" pitchFamily="34" charset="0"/>
              </a:rPr>
              <a:t>/var/opt/</a:t>
            </a:r>
            <a:r>
              <a:rPr lang="en-US" b="0" i="1" dirty="0" err="1">
                <a:solidFill>
                  <a:srgbClr val="242729"/>
                </a:solidFill>
                <a:effectLst/>
                <a:latin typeface="Arial" panose="020B0604020202020204" pitchFamily="34" charset="0"/>
              </a:rPr>
              <a:t>mssql</a:t>
            </a:r>
            <a:r>
              <a:rPr lang="en-US" b="0" i="1">
                <a:solidFill>
                  <a:srgbClr val="242729"/>
                </a:solidFill>
                <a:effectLst/>
                <a:latin typeface="Arial" panose="020B0604020202020204" pitchFamily="34" charset="0"/>
              </a:rPr>
              <a:t>/data</a:t>
            </a:r>
          </a:p>
          <a:p>
            <a:endParaRPr lang="en-US" sz="1200" b="0" i="0" kern="120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can start such a container and enter the data. Where is it stored? What happens when you stop the container or remove it? You can start the new one, but the database will be empty again. Unless it's your testing environment, you don't expect such a scenario.</a:t>
            </a:r>
          </a:p>
          <a:p>
            <a:r>
              <a:rPr lang="en-US" sz="1200" b="0" i="0" kern="1200" dirty="0">
                <a:solidFill>
                  <a:schemeClr val="tx1"/>
                </a:solidFill>
                <a:effectLst/>
                <a:latin typeface="+mn-lt"/>
                <a:ea typeface="+mn-ea"/>
                <a:cs typeface="+mn-cs"/>
              </a:rPr>
              <a:t>Docker volume is the Docker host's directory mounted inside the container. It allows the container to write to the host's filesystem as it was writing to its own. The mechanism is presented in the following diagram:</a:t>
            </a:r>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35</a:t>
            </a:fld>
            <a:endParaRPr lang="en-US"/>
          </a:p>
        </p:txBody>
      </p:sp>
    </p:spTree>
    <p:extLst>
      <p:ext uri="{BB962C8B-B14F-4D97-AF65-F5344CB8AC3E}">
        <p14:creationId xmlns:p14="http://schemas.microsoft.com/office/powerpoint/2010/main" val="1212073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27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1505188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022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450853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012078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58767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5183011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95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905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0478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67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825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929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888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1964618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830821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31996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34150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370732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920661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685146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41300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3371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91323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5891679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9.xml"/><Relationship Id="rId5" Type="http://schemas.openxmlformats.org/officeDocument/2006/relationships/image" Target="../media/image13.sv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5.sv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image" Target="../media/image19.sv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9.sv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13.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0E007-DDD5-528B-F2CD-ECF937FA0B55}"/>
              </a:ext>
            </a:extLst>
          </p:cNvPr>
          <p:cNvSpPr>
            <a:spLocks noGrp="1"/>
          </p:cNvSpPr>
          <p:nvPr>
            <p:ph sz="half" idx="1"/>
          </p:nvPr>
        </p:nvSpPr>
        <p:spPr/>
        <p:txBody>
          <a:bodyPr>
            <a:normAutofit/>
          </a:bodyPr>
          <a:lstStyle/>
          <a:p>
            <a:pPr>
              <a:lnSpc>
                <a:spcPct val="100000"/>
              </a:lnSpc>
            </a:pPr>
            <a:r>
              <a:rPr lang="en-US" dirty="0"/>
              <a:t>Introduction to Docker</a:t>
            </a:r>
          </a:p>
          <a:p>
            <a:pPr>
              <a:lnSpc>
                <a:spcPct val="100000"/>
              </a:lnSpc>
            </a:pPr>
            <a:r>
              <a:rPr lang="en-US" dirty="0"/>
              <a:t>Docker Desktop</a:t>
            </a:r>
          </a:p>
          <a:p>
            <a:pPr>
              <a:lnSpc>
                <a:spcPct val="100000"/>
              </a:lnSpc>
            </a:pPr>
            <a:r>
              <a:rPr lang="en-US" dirty="0"/>
              <a:t>Docker For Developers</a:t>
            </a:r>
          </a:p>
          <a:p>
            <a:pPr>
              <a:lnSpc>
                <a:spcPct val="100000"/>
              </a:lnSpc>
            </a:pPr>
            <a:r>
              <a:rPr lang="en-US" dirty="0"/>
              <a:t>Docker for .NET Applications</a:t>
            </a:r>
          </a:p>
          <a:p>
            <a:pPr>
              <a:lnSpc>
                <a:spcPct val="100000"/>
              </a:lnSpc>
            </a:pPr>
            <a:r>
              <a:rPr lang="en-US" dirty="0"/>
              <a:t>Docker Community vs. Docker Enterprise</a:t>
            </a:r>
            <a:endParaRPr lang="en-IN" dirty="0"/>
          </a:p>
          <a:p>
            <a:pPr>
              <a:lnSpc>
                <a:spcPct val="100000"/>
              </a:lnSpc>
            </a:pPr>
            <a:r>
              <a:rPr lang="en-US" dirty="0"/>
              <a:t>Docker Basics</a:t>
            </a:r>
            <a:endParaRPr lang="en-IN" dirty="0"/>
          </a:p>
          <a:p>
            <a:pPr>
              <a:lnSpc>
                <a:spcPct val="100000"/>
              </a:lnSpc>
            </a:pPr>
            <a:r>
              <a:rPr lang="en-IN" dirty="0"/>
              <a:t>Docker Hub</a:t>
            </a:r>
          </a:p>
          <a:p>
            <a:pPr>
              <a:lnSpc>
                <a:spcPct val="100000"/>
              </a:lnSpc>
            </a:pPr>
            <a:r>
              <a:rPr lang="en-IN" dirty="0"/>
              <a:t>Container Life Cycle</a:t>
            </a:r>
          </a:p>
          <a:p>
            <a:pPr>
              <a:lnSpc>
                <a:spcPct val="100000"/>
              </a:lnSpc>
            </a:pPr>
            <a:r>
              <a:rPr lang="en-IN" dirty="0"/>
              <a:t>Docker Engine</a:t>
            </a:r>
          </a:p>
          <a:p>
            <a:pPr>
              <a:lnSpc>
                <a:spcPct val="100000"/>
              </a:lnSpc>
            </a:pPr>
            <a:r>
              <a:rPr lang="en-IN" dirty="0"/>
              <a:t>Docker Storage</a:t>
            </a:r>
          </a:p>
        </p:txBody>
      </p:sp>
      <p:sp>
        <p:nvSpPr>
          <p:cNvPr id="4" name="Content Placeholder 3">
            <a:extLst>
              <a:ext uri="{FF2B5EF4-FFF2-40B4-BE49-F238E27FC236}">
                <a16:creationId xmlns:a16="http://schemas.microsoft.com/office/drawing/2014/main" id="{E71BFC6A-A9FA-D24D-9A35-95B514F33E91}"/>
              </a:ext>
            </a:extLst>
          </p:cNvPr>
          <p:cNvSpPr>
            <a:spLocks noGrp="1"/>
          </p:cNvSpPr>
          <p:nvPr>
            <p:ph sz="half" idx="10"/>
          </p:nvPr>
        </p:nvSpPr>
        <p:spPr/>
        <p:txBody>
          <a:bodyPr/>
          <a:lstStyle/>
          <a:p>
            <a:r>
              <a:rPr lang="en-US" dirty="0"/>
              <a:t>Docker Fundamentals</a:t>
            </a:r>
            <a:endParaRPr lang="en-IN" dirty="0"/>
          </a:p>
        </p:txBody>
      </p:sp>
      <p:sp>
        <p:nvSpPr>
          <p:cNvPr id="2" name="Title 1">
            <a:extLst>
              <a:ext uri="{FF2B5EF4-FFF2-40B4-BE49-F238E27FC236}">
                <a16:creationId xmlns:a16="http://schemas.microsoft.com/office/drawing/2014/main" id="{B2CB5C5D-6D54-D76C-0717-096E06A7F10F}"/>
              </a:ext>
            </a:extLst>
          </p:cNvPr>
          <p:cNvSpPr>
            <a:spLocks noGrp="1"/>
          </p:cNvSpPr>
          <p:nvPr>
            <p:ph type="title"/>
          </p:nvPr>
        </p:nvSpPr>
        <p:spPr/>
        <p:txBody>
          <a:bodyPr/>
          <a:lstStyle/>
          <a:p>
            <a:r>
              <a:rPr lang="en-IN" dirty="0"/>
              <a:t>Agenda</a:t>
            </a:r>
          </a:p>
        </p:txBody>
      </p:sp>
    </p:spTree>
    <p:extLst>
      <p:ext uri="{BB962C8B-B14F-4D97-AF65-F5344CB8AC3E}">
        <p14:creationId xmlns:p14="http://schemas.microsoft.com/office/powerpoint/2010/main" val="16713309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p:txBody>
          <a:bodyPr>
            <a:normAutofit/>
          </a:bodyPr>
          <a:lstStyle/>
          <a:p>
            <a:pPr>
              <a:lnSpc>
                <a:spcPct val="100000"/>
              </a:lnSpc>
              <a:defRPr/>
            </a:pPr>
            <a:r>
              <a:rPr lang="en-US" sz="2400" dirty="0"/>
              <a:t>A light weight, open and secure platform for developing, shipping and running applications using container technology.</a:t>
            </a:r>
          </a:p>
          <a:p>
            <a:pPr>
              <a:lnSpc>
                <a:spcPct val="100000"/>
              </a:lnSpc>
              <a:defRPr/>
            </a:pPr>
            <a:r>
              <a:rPr lang="en-US" sz="2400" dirty="0"/>
              <a:t>Provides Container solutions for developers, architects, DevOps, and IT People.</a:t>
            </a:r>
          </a:p>
          <a:p>
            <a:pPr>
              <a:lnSpc>
                <a:spcPct val="100000"/>
              </a:lnSpc>
              <a:defRPr/>
            </a:pPr>
            <a:r>
              <a:rPr lang="en-US" sz="2400" dirty="0"/>
              <a:t>Run on most Linux distributions, Windows and Mac OS.</a:t>
            </a:r>
          </a:p>
          <a:p>
            <a:pPr>
              <a:lnSpc>
                <a:spcPct val="100000"/>
              </a:lnSpc>
              <a:defRPr/>
            </a:pPr>
            <a:r>
              <a:rPr lang="en-US" sz="2400" dirty="0"/>
              <a:t>Supported by most of cloud providers like AWS, Azure, Google etc.</a:t>
            </a:r>
          </a:p>
          <a:p>
            <a:pPr>
              <a:lnSpc>
                <a:spcPct val="100000"/>
              </a:lnSpc>
              <a:defRPr/>
            </a:pPr>
            <a:r>
              <a:rPr lang="en-US" sz="2400" dirty="0"/>
              <a:t>Provide Dev/Test, CI and DevOps platform for many use cases.</a:t>
            </a:r>
          </a:p>
        </p:txBody>
      </p:sp>
      <p:sp>
        <p:nvSpPr>
          <p:cNvPr id="2" name="Content Placeholder 1"/>
          <p:cNvSpPr>
            <a:spLocks noGrp="1"/>
          </p:cNvSpPr>
          <p:nvPr>
            <p:ph sz="half" idx="10"/>
          </p:nvPr>
        </p:nvSpPr>
        <p:spPr/>
        <p:txBody>
          <a:bodyPr/>
          <a:lstStyle/>
          <a:p>
            <a:r>
              <a:rPr lang="en-US" dirty="0"/>
              <a:t>Introduction to Docker</a:t>
            </a:r>
          </a:p>
        </p:txBody>
      </p:sp>
    </p:spTree>
    <p:extLst>
      <p:ext uri="{BB962C8B-B14F-4D97-AF65-F5344CB8AC3E}">
        <p14:creationId xmlns:p14="http://schemas.microsoft.com/office/powerpoint/2010/main" val="38792431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Autofit/>
          </a:bodyPr>
          <a:lstStyle/>
          <a:p>
            <a:pPr>
              <a:lnSpc>
                <a:spcPct val="100000"/>
              </a:lnSpc>
            </a:pPr>
            <a:r>
              <a:rPr lang="en-IN" dirty="0"/>
              <a:t>Infrastructure Cost Savings</a:t>
            </a:r>
          </a:p>
          <a:p>
            <a:pPr>
              <a:lnSpc>
                <a:spcPct val="100000"/>
              </a:lnSpc>
            </a:pPr>
            <a:r>
              <a:rPr lang="en-IN" dirty="0"/>
              <a:t>Standardization and Productivity</a:t>
            </a:r>
          </a:p>
          <a:p>
            <a:pPr>
              <a:lnSpc>
                <a:spcPct val="100000"/>
              </a:lnSpc>
            </a:pPr>
            <a:r>
              <a:rPr lang="en-IN" dirty="0"/>
              <a:t>Isolation</a:t>
            </a:r>
          </a:p>
          <a:p>
            <a:pPr>
              <a:lnSpc>
                <a:spcPct val="100000"/>
              </a:lnSpc>
            </a:pPr>
            <a:r>
              <a:rPr lang="en-IN" dirty="0"/>
              <a:t>Security</a:t>
            </a:r>
          </a:p>
          <a:p>
            <a:pPr>
              <a:lnSpc>
                <a:spcPct val="100000"/>
              </a:lnSpc>
            </a:pPr>
            <a:r>
              <a:rPr lang="en-US" dirty="0"/>
              <a:t>Makes app lifecycle efficient and consistent</a:t>
            </a:r>
            <a:endParaRPr lang="en-IN" dirty="0"/>
          </a:p>
          <a:p>
            <a:pPr>
              <a:lnSpc>
                <a:spcPct val="100000"/>
              </a:lnSpc>
            </a:pPr>
            <a:r>
              <a:rPr lang="en-IN" dirty="0"/>
              <a:t>Continuous Deployment and Testing</a:t>
            </a:r>
          </a:p>
          <a:p>
            <a:pPr>
              <a:lnSpc>
                <a:spcPct val="100000"/>
              </a:lnSpc>
            </a:pPr>
            <a:r>
              <a:rPr lang="en-IN" dirty="0"/>
              <a:t>On Demand Scaling</a:t>
            </a:r>
          </a:p>
          <a:p>
            <a:pPr>
              <a:lnSpc>
                <a:spcPct val="100000"/>
              </a:lnSpc>
            </a:pPr>
            <a:r>
              <a:rPr lang="en-IN" dirty="0"/>
              <a:t>Multi-Cloud Platforms Support</a:t>
            </a:r>
          </a:p>
        </p:txBody>
      </p:sp>
      <p:sp>
        <p:nvSpPr>
          <p:cNvPr id="4" name="Content Placeholder 3">
            <a:extLst>
              <a:ext uri="{FF2B5EF4-FFF2-40B4-BE49-F238E27FC236}">
                <a16:creationId xmlns:a16="http://schemas.microsoft.com/office/drawing/2014/main" id="{D86E4A63-AC6D-485C-9BD0-24E9FE12327C}"/>
              </a:ext>
            </a:extLst>
          </p:cNvPr>
          <p:cNvSpPr>
            <a:spLocks noGrp="1"/>
          </p:cNvSpPr>
          <p:nvPr>
            <p:ph sz="half" idx="10"/>
          </p:nvPr>
        </p:nvSpPr>
        <p:spPr/>
        <p:txBody>
          <a:bodyPr/>
          <a:lstStyle/>
          <a:p>
            <a:r>
              <a:rPr lang="en-US" dirty="0"/>
              <a:t>Docker Benefits</a:t>
            </a:r>
            <a:endParaRPr lang="en-IN" dirty="0"/>
          </a:p>
        </p:txBody>
      </p:sp>
    </p:spTree>
    <p:extLst>
      <p:ext uri="{BB962C8B-B14F-4D97-AF65-F5344CB8AC3E}">
        <p14:creationId xmlns:p14="http://schemas.microsoft.com/office/powerpoint/2010/main" val="27488186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3F92DFD2-D424-4BEB-979A-4B641F1D5DE3}"/>
              </a:ext>
            </a:extLst>
          </p:cNvPr>
          <p:cNvSpPr>
            <a:spLocks noGrp="1"/>
          </p:cNvSpPr>
          <p:nvPr>
            <p:ph sz="half" idx="1"/>
          </p:nvPr>
        </p:nvSpPr>
        <p:spPr/>
        <p:txBody>
          <a:bodyPr>
            <a:normAutofit/>
          </a:bodyPr>
          <a:lstStyle/>
          <a:p>
            <a:pPr>
              <a:lnSpc>
                <a:spcPct val="100000"/>
              </a:lnSpc>
            </a:pPr>
            <a:r>
              <a:rPr lang="en-US" dirty="0"/>
              <a:t>An application for Mac and Windows to build production-ready container applications</a:t>
            </a:r>
          </a:p>
          <a:p>
            <a:pPr>
              <a:lnSpc>
                <a:spcPct val="100000"/>
              </a:lnSpc>
            </a:pPr>
            <a:r>
              <a:rPr lang="en-US" dirty="0"/>
              <a:t>Enables to build and test Linux &amp; Windows based applications at local machine</a:t>
            </a:r>
          </a:p>
          <a:p>
            <a:pPr>
              <a:lnSpc>
                <a:spcPct val="100000"/>
              </a:lnSpc>
            </a:pPr>
            <a:r>
              <a:rPr lang="en-US" dirty="0"/>
              <a:t>Available in two editions:</a:t>
            </a:r>
          </a:p>
          <a:p>
            <a:pPr lvl="1">
              <a:lnSpc>
                <a:spcPct val="100000"/>
              </a:lnSpc>
            </a:pPr>
            <a:r>
              <a:rPr lang="en-US" dirty="0"/>
              <a:t>Desktop Community</a:t>
            </a:r>
          </a:p>
          <a:p>
            <a:pPr lvl="1">
              <a:lnSpc>
                <a:spcPct val="100000"/>
              </a:lnSpc>
            </a:pPr>
            <a:r>
              <a:rPr lang="en-US" dirty="0"/>
              <a:t>Desktop Enterprise</a:t>
            </a:r>
          </a:p>
          <a:p>
            <a:pPr>
              <a:lnSpc>
                <a:spcPct val="100000"/>
              </a:lnSpc>
            </a:pPr>
            <a:endParaRPr lang="en-US" dirty="0"/>
          </a:p>
        </p:txBody>
      </p:sp>
      <p:sp>
        <p:nvSpPr>
          <p:cNvPr id="3" name="Content Placeholder 2">
            <a:extLst>
              <a:ext uri="{FF2B5EF4-FFF2-40B4-BE49-F238E27FC236}">
                <a16:creationId xmlns:a16="http://schemas.microsoft.com/office/drawing/2014/main" id="{11E7AD63-C8A7-486B-94AB-7250FC64AE79}"/>
              </a:ext>
            </a:extLst>
          </p:cNvPr>
          <p:cNvSpPr>
            <a:spLocks noGrp="1"/>
          </p:cNvSpPr>
          <p:nvPr>
            <p:ph sz="half" idx="10"/>
          </p:nvPr>
        </p:nvSpPr>
        <p:spPr/>
        <p:txBody>
          <a:bodyPr/>
          <a:lstStyle/>
          <a:p>
            <a:r>
              <a:rPr lang="en-IN" dirty="0"/>
              <a:t>Docker Desktop</a:t>
            </a:r>
          </a:p>
        </p:txBody>
      </p:sp>
    </p:spTree>
    <p:extLst>
      <p:ext uri="{BB962C8B-B14F-4D97-AF65-F5344CB8AC3E}">
        <p14:creationId xmlns:p14="http://schemas.microsoft.com/office/powerpoint/2010/main" val="385374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3F92DFD2-D424-4BEB-979A-4B641F1D5DE3}"/>
              </a:ext>
            </a:extLst>
          </p:cNvPr>
          <p:cNvSpPr>
            <a:spLocks noGrp="1"/>
          </p:cNvSpPr>
          <p:nvPr>
            <p:ph sz="half" idx="1"/>
          </p:nvPr>
        </p:nvSpPr>
        <p:spPr/>
        <p:txBody>
          <a:bodyPr>
            <a:normAutofit/>
          </a:bodyPr>
          <a:lstStyle/>
          <a:p>
            <a:pPr algn="just">
              <a:lnSpc>
                <a:spcPct val="110000"/>
              </a:lnSpc>
            </a:pPr>
            <a:r>
              <a:rPr lang="en-US" dirty="0"/>
              <a:t>The Docker Desktop installation includes :</a:t>
            </a:r>
          </a:p>
          <a:p>
            <a:pPr lvl="1" algn="just">
              <a:lnSpc>
                <a:spcPct val="110000"/>
              </a:lnSpc>
            </a:pPr>
            <a:r>
              <a:rPr lang="en-US" dirty="0"/>
              <a:t>Docker Engine</a:t>
            </a:r>
          </a:p>
          <a:p>
            <a:pPr lvl="1" algn="just">
              <a:lnSpc>
                <a:spcPct val="110000"/>
              </a:lnSpc>
            </a:pPr>
            <a:r>
              <a:rPr lang="en-US" dirty="0"/>
              <a:t>Docker CLI client</a:t>
            </a:r>
          </a:p>
          <a:p>
            <a:pPr lvl="1" algn="just">
              <a:lnSpc>
                <a:spcPct val="110000"/>
              </a:lnSpc>
            </a:pPr>
            <a:r>
              <a:rPr lang="en-US" dirty="0"/>
              <a:t>Docker Compose</a:t>
            </a:r>
          </a:p>
          <a:p>
            <a:pPr lvl="1" algn="just">
              <a:lnSpc>
                <a:spcPct val="110000"/>
              </a:lnSpc>
            </a:pPr>
            <a:r>
              <a:rPr lang="en-US" dirty="0"/>
              <a:t>Docker Machine</a:t>
            </a:r>
          </a:p>
          <a:p>
            <a:pPr lvl="1" algn="just">
              <a:lnSpc>
                <a:spcPct val="110000"/>
              </a:lnSpc>
            </a:pPr>
            <a:r>
              <a:rPr lang="en-US" dirty="0"/>
              <a:t>Dashboard</a:t>
            </a:r>
          </a:p>
          <a:p>
            <a:pPr algn="just">
              <a:lnSpc>
                <a:spcPct val="110000"/>
              </a:lnSpc>
            </a:pPr>
            <a:r>
              <a:rPr lang="en-US" dirty="0"/>
              <a:t>Containers and images created with Docker Desktop are shared between all user accounts on machines where it is installed.</a:t>
            </a:r>
          </a:p>
        </p:txBody>
      </p:sp>
      <p:sp>
        <p:nvSpPr>
          <p:cNvPr id="3" name="Content Placeholder 2">
            <a:extLst>
              <a:ext uri="{FF2B5EF4-FFF2-40B4-BE49-F238E27FC236}">
                <a16:creationId xmlns:a16="http://schemas.microsoft.com/office/drawing/2014/main" id="{11E7AD63-C8A7-486B-94AB-7250FC64AE79}"/>
              </a:ext>
            </a:extLst>
          </p:cNvPr>
          <p:cNvSpPr>
            <a:spLocks noGrp="1"/>
          </p:cNvSpPr>
          <p:nvPr>
            <p:ph sz="half" idx="10"/>
          </p:nvPr>
        </p:nvSpPr>
        <p:spPr/>
        <p:txBody>
          <a:bodyPr/>
          <a:lstStyle/>
          <a:p>
            <a:r>
              <a:rPr lang="en-IN" dirty="0"/>
              <a:t>Docker Desktop Installation</a:t>
            </a:r>
          </a:p>
        </p:txBody>
      </p:sp>
    </p:spTree>
    <p:extLst>
      <p:ext uri="{BB962C8B-B14F-4D97-AF65-F5344CB8AC3E}">
        <p14:creationId xmlns:p14="http://schemas.microsoft.com/office/powerpoint/2010/main" val="10019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0"/>
          </p:nvPr>
        </p:nvSpPr>
        <p:spPr/>
        <p:txBody>
          <a:bodyPr/>
          <a:lstStyle/>
          <a:p>
            <a:r>
              <a:rPr lang="en-IN" dirty="0"/>
              <a:t>Docker For Developers</a:t>
            </a:r>
          </a:p>
        </p:txBody>
      </p:sp>
      <p:sp>
        <p:nvSpPr>
          <p:cNvPr id="5" name="Rectangle 4">
            <a:extLst>
              <a:ext uri="{FF2B5EF4-FFF2-40B4-BE49-F238E27FC236}">
                <a16:creationId xmlns:a16="http://schemas.microsoft.com/office/drawing/2014/main" id="{77FC02BF-9614-4168-A035-870E6468EA83}"/>
              </a:ext>
            </a:extLst>
          </p:cNvPr>
          <p:cNvSpPr/>
          <p:nvPr/>
        </p:nvSpPr>
        <p:spPr>
          <a:xfrm>
            <a:off x="1084813" y="2437510"/>
            <a:ext cx="2788636" cy="2510339"/>
          </a:xfrm>
          <a:prstGeom prst="rect">
            <a:avLst/>
          </a:prstGeom>
          <a:solidFill>
            <a:schemeClr val="tx2">
              <a:lumMod val="90000"/>
              <a:lumOff val="10000"/>
            </a:schemeClr>
          </a:solidFill>
          <a:ln>
            <a:solidFill>
              <a:schemeClr val="tx2">
                <a:lumMod val="50000"/>
                <a:lumOff val="50000"/>
              </a:schemeClr>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IN" dirty="0"/>
              <a:t>Applications</a:t>
            </a:r>
          </a:p>
          <a:p>
            <a:pPr algn="ctr"/>
            <a:r>
              <a:rPr lang="en-IN" dirty="0"/>
              <a:t>(.NET Core, Java, JS etc.)</a:t>
            </a:r>
          </a:p>
        </p:txBody>
      </p:sp>
      <p:sp>
        <p:nvSpPr>
          <p:cNvPr id="6" name="Rectangle 5">
            <a:extLst>
              <a:ext uri="{FF2B5EF4-FFF2-40B4-BE49-F238E27FC236}">
                <a16:creationId xmlns:a16="http://schemas.microsoft.com/office/drawing/2014/main" id="{158C6636-776B-422F-96E8-DF5EF291A04C}"/>
              </a:ext>
            </a:extLst>
          </p:cNvPr>
          <p:cNvSpPr/>
          <p:nvPr/>
        </p:nvSpPr>
        <p:spPr>
          <a:xfrm>
            <a:off x="6054323" y="2437510"/>
            <a:ext cx="2788636" cy="1072478"/>
          </a:xfrm>
          <a:prstGeom prst="rect">
            <a:avLst/>
          </a:prstGeom>
          <a:solidFill>
            <a:srgbClr val="146BD8"/>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Windows Server</a:t>
            </a:r>
          </a:p>
        </p:txBody>
      </p:sp>
      <p:sp>
        <p:nvSpPr>
          <p:cNvPr id="7" name="Rectangle 6">
            <a:extLst>
              <a:ext uri="{FF2B5EF4-FFF2-40B4-BE49-F238E27FC236}">
                <a16:creationId xmlns:a16="http://schemas.microsoft.com/office/drawing/2014/main" id="{33CC4BC3-8D04-42CC-94DE-FA586BAC5F94}"/>
              </a:ext>
            </a:extLst>
          </p:cNvPr>
          <p:cNvSpPr/>
          <p:nvPr/>
        </p:nvSpPr>
        <p:spPr>
          <a:xfrm>
            <a:off x="6054323" y="3831118"/>
            <a:ext cx="2788636" cy="1072478"/>
          </a:xfrm>
          <a:prstGeom prst="rect">
            <a:avLst/>
          </a:prstGeom>
          <a:solidFill>
            <a:srgbClr val="7030A0"/>
          </a:solidFill>
          <a:ln>
            <a:solidFill>
              <a:srgbClr val="BA8B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Linux/Ubuntu Server</a:t>
            </a:r>
          </a:p>
        </p:txBody>
      </p:sp>
      <p:sp>
        <p:nvSpPr>
          <p:cNvPr id="8" name="Arrow: Right 7">
            <a:extLst>
              <a:ext uri="{FF2B5EF4-FFF2-40B4-BE49-F238E27FC236}">
                <a16:creationId xmlns:a16="http://schemas.microsoft.com/office/drawing/2014/main" id="{C189047C-AAC8-4830-9AD1-D932B344B0C6}"/>
              </a:ext>
            </a:extLst>
          </p:cNvPr>
          <p:cNvSpPr/>
          <p:nvPr/>
        </p:nvSpPr>
        <p:spPr>
          <a:xfrm>
            <a:off x="4356179" y="2557812"/>
            <a:ext cx="1215414" cy="831874"/>
          </a:xfrm>
          <a:prstGeom prst="rightArrow">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Arrow: Right 8">
            <a:extLst>
              <a:ext uri="{FF2B5EF4-FFF2-40B4-BE49-F238E27FC236}">
                <a16:creationId xmlns:a16="http://schemas.microsoft.com/office/drawing/2014/main" id="{C54C40CB-FA6F-4DC2-B1F9-C4E2AEE14878}"/>
              </a:ext>
            </a:extLst>
          </p:cNvPr>
          <p:cNvSpPr/>
          <p:nvPr/>
        </p:nvSpPr>
        <p:spPr>
          <a:xfrm>
            <a:off x="4356179" y="3936487"/>
            <a:ext cx="1215414" cy="831874"/>
          </a:xfrm>
          <a:prstGeom prst="rightArrow">
            <a:avLst/>
          </a:prstGeom>
          <a:solidFill>
            <a:srgbClr val="7030A0"/>
          </a:solidFill>
          <a:ln>
            <a:solidFill>
              <a:srgbClr val="A365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8284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D649E-D32C-1837-B46B-56E6F432AE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27AD42-5641-7750-EECD-9FBD0E7EA6F0}"/>
              </a:ext>
            </a:extLst>
          </p:cNvPr>
          <p:cNvSpPr>
            <a:spLocks noGrp="1"/>
          </p:cNvSpPr>
          <p:nvPr>
            <p:ph sz="half" idx="10"/>
          </p:nvPr>
        </p:nvSpPr>
        <p:spPr/>
        <p:txBody>
          <a:bodyPr lIns="91440" tIns="45720" rIns="91440" bIns="45720" anchor="t">
            <a:normAutofit/>
          </a:bodyPr>
          <a:lstStyle/>
          <a:p>
            <a:r>
              <a:rPr lang="en-IN" dirty="0">
                <a:ea typeface="Roboto Light"/>
              </a:rPr>
              <a:t>Docker For Java Applications</a:t>
            </a:r>
          </a:p>
        </p:txBody>
      </p:sp>
      <p:pic>
        <p:nvPicPr>
          <p:cNvPr id="14" name="Picture 13" descr="A diagram of a computer application&#10;&#10;AI-generated content may be incorrect.">
            <a:extLst>
              <a:ext uri="{FF2B5EF4-FFF2-40B4-BE49-F238E27FC236}">
                <a16:creationId xmlns:a16="http://schemas.microsoft.com/office/drawing/2014/main" id="{53D8533B-6392-0807-AA21-8727E6B9AB30}"/>
              </a:ext>
            </a:extLst>
          </p:cNvPr>
          <p:cNvPicPr>
            <a:picLocks noChangeAspect="1"/>
          </p:cNvPicPr>
          <p:nvPr/>
        </p:nvPicPr>
        <p:blipFill>
          <a:blip r:embed="rId2"/>
          <a:stretch>
            <a:fillRect/>
          </a:stretch>
        </p:blipFill>
        <p:spPr>
          <a:xfrm>
            <a:off x="2374106" y="1393031"/>
            <a:ext cx="7372350" cy="4667250"/>
          </a:xfrm>
          <a:prstGeom prst="rect">
            <a:avLst/>
          </a:prstGeom>
        </p:spPr>
      </p:pic>
    </p:spTree>
    <p:extLst>
      <p:ext uri="{BB962C8B-B14F-4D97-AF65-F5344CB8AC3E}">
        <p14:creationId xmlns:p14="http://schemas.microsoft.com/office/powerpoint/2010/main" val="2668428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2E122AD-E251-5313-DB5E-7397F0B51B93}"/>
              </a:ext>
            </a:extLst>
          </p:cNvPr>
          <p:cNvSpPr>
            <a:spLocks noGrp="1"/>
          </p:cNvSpPr>
          <p:nvPr>
            <p:ph sz="half" idx="10"/>
          </p:nvPr>
        </p:nvSpPr>
        <p:spPr/>
        <p:txBody>
          <a:bodyPr/>
          <a:lstStyle/>
          <a:p>
            <a:r>
              <a:rPr lang="en-US" dirty="0"/>
              <a:t>Docker Community vs. Docker Enterprise</a:t>
            </a:r>
          </a:p>
        </p:txBody>
      </p:sp>
      <p:sp>
        <p:nvSpPr>
          <p:cNvPr id="6" name="Content Placeholder 5">
            <a:extLst>
              <a:ext uri="{FF2B5EF4-FFF2-40B4-BE49-F238E27FC236}">
                <a16:creationId xmlns:a16="http://schemas.microsoft.com/office/drawing/2014/main" id="{6F75852D-2264-F25A-EC32-DDBF745A73AD}"/>
              </a:ext>
            </a:extLst>
          </p:cNvPr>
          <p:cNvSpPr>
            <a:spLocks noGrp="1"/>
          </p:cNvSpPr>
          <p:nvPr>
            <p:ph sz="half" idx="11"/>
          </p:nvPr>
        </p:nvSpPr>
        <p:spPr/>
        <p:txBody>
          <a:bodyPr>
            <a:normAutofit/>
          </a:bodyPr>
          <a:lstStyle/>
          <a:p>
            <a:pPr marL="0" indent="0">
              <a:buNone/>
            </a:pPr>
            <a:r>
              <a:rPr lang="en-US" sz="2400" b="1" u="sng" dirty="0"/>
              <a:t>Docker Enterprise</a:t>
            </a:r>
          </a:p>
          <a:p>
            <a:r>
              <a:rPr lang="en-US" sz="2000" dirty="0"/>
              <a:t>For business and production apps</a:t>
            </a:r>
          </a:p>
          <a:p>
            <a:r>
              <a:rPr lang="en-US" sz="2000" dirty="0"/>
              <a:t>Subscription model</a:t>
            </a:r>
          </a:p>
          <a:p>
            <a:r>
              <a:rPr lang="en-US" sz="2000" dirty="0"/>
              <a:t>Stable version (every 3 months)</a:t>
            </a:r>
          </a:p>
          <a:p>
            <a:r>
              <a:rPr lang="en-US" sz="2000" dirty="0"/>
              <a:t>Additional	enterprise	features (management, security etc.)</a:t>
            </a:r>
          </a:p>
          <a:p>
            <a:r>
              <a:rPr lang="en-US" sz="2000" dirty="0"/>
              <a:t>Universal Control Plane is used for create, build and deploy application</a:t>
            </a:r>
          </a:p>
        </p:txBody>
      </p:sp>
      <p:sp>
        <p:nvSpPr>
          <p:cNvPr id="4" name="Content Placeholder 3">
            <a:extLst>
              <a:ext uri="{FF2B5EF4-FFF2-40B4-BE49-F238E27FC236}">
                <a16:creationId xmlns:a16="http://schemas.microsoft.com/office/drawing/2014/main" id="{F1F89C9C-B67D-0898-CE9C-638B077A72E0}"/>
              </a:ext>
            </a:extLst>
          </p:cNvPr>
          <p:cNvSpPr>
            <a:spLocks noGrp="1"/>
          </p:cNvSpPr>
          <p:nvPr>
            <p:ph sz="half" idx="1"/>
          </p:nvPr>
        </p:nvSpPr>
        <p:spPr/>
        <p:txBody>
          <a:bodyPr>
            <a:normAutofit/>
          </a:bodyPr>
          <a:lstStyle/>
          <a:p>
            <a:pPr marL="0" indent="0">
              <a:buNone/>
            </a:pPr>
            <a:r>
              <a:rPr lang="en-US" sz="2400" b="1" u="sng" dirty="0"/>
              <a:t>Docker Community</a:t>
            </a:r>
          </a:p>
          <a:p>
            <a:r>
              <a:rPr lang="en-US" sz="2000" dirty="0"/>
              <a:t>For developers and small organizations</a:t>
            </a:r>
          </a:p>
          <a:p>
            <a:r>
              <a:rPr lang="en-US" sz="2000" dirty="0"/>
              <a:t>Free</a:t>
            </a:r>
          </a:p>
          <a:p>
            <a:r>
              <a:rPr lang="en-US" sz="2000" dirty="0"/>
              <a:t>Stable version (every 3 months)</a:t>
            </a:r>
          </a:p>
          <a:p>
            <a:r>
              <a:rPr lang="en-US" sz="2000" dirty="0"/>
              <a:t>edge version (every month), with cutting edge features</a:t>
            </a:r>
          </a:p>
          <a:p>
            <a:r>
              <a:rPr lang="en-US" sz="2000" dirty="0"/>
              <a:t>Docker’s CLI and API are used for create, build and deploy application</a:t>
            </a:r>
          </a:p>
        </p:txBody>
      </p:sp>
    </p:spTree>
    <p:extLst>
      <p:ext uri="{BB962C8B-B14F-4D97-AF65-F5344CB8AC3E}">
        <p14:creationId xmlns:p14="http://schemas.microsoft.com/office/powerpoint/2010/main" val="847091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nSpc>
                <a:spcPct val="110000"/>
              </a:lnSpc>
            </a:pPr>
            <a:r>
              <a:rPr lang="en-IN" dirty="0"/>
              <a:t>Docker File</a:t>
            </a:r>
          </a:p>
          <a:p>
            <a:pPr>
              <a:lnSpc>
                <a:spcPct val="110000"/>
              </a:lnSpc>
            </a:pPr>
            <a:r>
              <a:rPr lang="en-IN" dirty="0"/>
              <a:t>Docker Image</a:t>
            </a:r>
          </a:p>
          <a:p>
            <a:pPr>
              <a:lnSpc>
                <a:spcPct val="110000"/>
              </a:lnSpc>
            </a:pPr>
            <a:r>
              <a:rPr lang="en-IN" dirty="0"/>
              <a:t>Docker Container</a:t>
            </a:r>
          </a:p>
          <a:p>
            <a:pPr>
              <a:lnSpc>
                <a:spcPct val="110000"/>
              </a:lnSpc>
            </a:pPr>
            <a:r>
              <a:rPr lang="en-IN" dirty="0"/>
              <a:t>Docker Registry</a:t>
            </a:r>
          </a:p>
        </p:txBody>
      </p:sp>
      <p:sp>
        <p:nvSpPr>
          <p:cNvPr id="3" name="Content Placeholder 2"/>
          <p:cNvSpPr>
            <a:spLocks noGrp="1"/>
          </p:cNvSpPr>
          <p:nvPr>
            <p:ph sz="half" idx="10"/>
          </p:nvPr>
        </p:nvSpPr>
        <p:spPr/>
        <p:txBody>
          <a:bodyPr/>
          <a:lstStyle/>
          <a:p>
            <a:r>
              <a:rPr lang="en-IN" dirty="0"/>
              <a:t>Docker Basics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CF7372F-B0D0-27B2-B772-69CC52CD53BF}"/>
              </a:ext>
            </a:extLst>
          </p:cNvPr>
          <p:cNvSpPr>
            <a:spLocks noGrp="1"/>
          </p:cNvSpPr>
          <p:nvPr>
            <p:ph sz="half" idx="10"/>
          </p:nvPr>
        </p:nvSpPr>
        <p:spPr/>
        <p:txBody>
          <a:bodyPr/>
          <a:lstStyle/>
          <a:p>
            <a:r>
              <a:rPr lang="en-IN" dirty="0"/>
              <a:t>Docker File</a:t>
            </a:r>
            <a:endParaRPr lang="en-US" dirty="0"/>
          </a:p>
        </p:txBody>
      </p:sp>
      <p:sp>
        <p:nvSpPr>
          <p:cNvPr id="4" name="Content Placeholder 3"/>
          <p:cNvSpPr>
            <a:spLocks noGrp="1"/>
          </p:cNvSpPr>
          <p:nvPr>
            <p:ph sz="half" idx="1"/>
          </p:nvPr>
        </p:nvSpPr>
        <p:spPr/>
        <p:txBody>
          <a:bodyPr>
            <a:normAutofit/>
          </a:bodyPr>
          <a:lstStyle/>
          <a:p>
            <a:r>
              <a:rPr lang="en-US" dirty="0"/>
              <a:t>A simple text file that contains commands to build a docker image.</a:t>
            </a:r>
          </a:p>
          <a:p>
            <a:r>
              <a:rPr lang="en-US" dirty="0"/>
              <a:t>This file doesn’t have any extension.</a:t>
            </a:r>
          </a:p>
        </p:txBody>
      </p:sp>
      <p:grpSp>
        <p:nvGrpSpPr>
          <p:cNvPr id="2" name="Group 1">
            <a:extLst>
              <a:ext uri="{FF2B5EF4-FFF2-40B4-BE49-F238E27FC236}">
                <a16:creationId xmlns:a16="http://schemas.microsoft.com/office/drawing/2014/main" id="{D6787EB5-03E2-4B8D-B2E1-0F5E0F0BDEFD}"/>
              </a:ext>
            </a:extLst>
          </p:cNvPr>
          <p:cNvGrpSpPr/>
          <p:nvPr/>
        </p:nvGrpSpPr>
        <p:grpSpPr>
          <a:xfrm>
            <a:off x="2860317" y="2733179"/>
            <a:ext cx="1906291" cy="2834620"/>
            <a:chOff x="2860317" y="3301795"/>
            <a:chExt cx="1906291" cy="2834620"/>
          </a:xfrm>
        </p:grpSpPr>
        <p:sp>
          <p:nvSpPr>
            <p:cNvPr id="24" name="Flowchart: Internal Storage 23"/>
            <p:cNvSpPr/>
            <p:nvPr/>
          </p:nvSpPr>
          <p:spPr>
            <a:xfrm>
              <a:off x="2860317" y="3301795"/>
              <a:ext cx="1906291" cy="2359567"/>
            </a:xfrm>
            <a:prstGeom prst="flowChartInternalStorage">
              <a:avLst/>
            </a:prstGeom>
            <a:solidFill>
              <a:schemeClr val="accent1">
                <a:lumMod val="20000"/>
                <a:lumOff val="80000"/>
              </a:schemeClr>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endParaRPr lang="en-US"/>
            </a:p>
          </p:txBody>
        </p:sp>
        <p:sp>
          <p:nvSpPr>
            <p:cNvPr id="25" name="TextBox 24"/>
            <p:cNvSpPr txBox="1"/>
            <p:nvPr/>
          </p:nvSpPr>
          <p:spPr>
            <a:xfrm>
              <a:off x="3157929" y="5780227"/>
              <a:ext cx="1525105" cy="356188"/>
            </a:xfrm>
            <a:prstGeom prst="rect">
              <a:avLst/>
            </a:prstGeom>
            <a:noFill/>
          </p:spPr>
          <p:txBody>
            <a:bodyPr wrap="square" lIns="0" tIns="0" rIns="0" bIns="0" rtlCol="0">
              <a:noAutofit/>
            </a:bodyPr>
            <a:lstStyle/>
            <a:p>
              <a:pPr>
                <a:lnSpc>
                  <a:spcPct val="90000"/>
                </a:lnSpc>
              </a:pPr>
              <a:r>
                <a:rPr lang="en-US" sz="2000" dirty="0">
                  <a:solidFill>
                    <a:schemeClr val="tx2">
                      <a:lumMod val="10000"/>
                      <a:lumOff val="90000"/>
                    </a:schemeClr>
                  </a:solidFill>
                </a:rPr>
                <a:t>Dockerfile</a:t>
              </a:r>
            </a:p>
          </p:txBody>
        </p:sp>
        <p:grpSp>
          <p:nvGrpSpPr>
            <p:cNvPr id="3" name="Group 2"/>
            <p:cNvGrpSpPr/>
            <p:nvPr/>
          </p:nvGrpSpPr>
          <p:grpSpPr>
            <a:xfrm>
              <a:off x="3157929" y="3655668"/>
              <a:ext cx="1295658" cy="1613800"/>
              <a:chOff x="1214530" y="2579006"/>
              <a:chExt cx="1295658" cy="1613800"/>
            </a:xfrm>
          </p:grpSpPr>
          <p:cxnSp>
            <p:nvCxnSpPr>
              <p:cNvPr id="26" name="Straight Connector 25"/>
              <p:cNvCxnSpPr/>
              <p:nvPr/>
            </p:nvCxnSpPr>
            <p:spPr>
              <a:xfrm>
                <a:off x="1217110" y="2579006"/>
                <a:ext cx="1280505"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229683" y="2780484"/>
                <a:ext cx="1280505"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229682" y="3002019"/>
                <a:ext cx="1280505"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229681" y="3278405"/>
                <a:ext cx="1280505"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217109" y="3518494"/>
                <a:ext cx="1280505"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214530" y="3769793"/>
                <a:ext cx="1280505"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227103" y="3971271"/>
                <a:ext cx="1280505"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227102" y="4192806"/>
                <a:ext cx="1280505"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grpSp>
      </p:grpSp>
      <p:grpSp>
        <p:nvGrpSpPr>
          <p:cNvPr id="5" name="Group 4">
            <a:extLst>
              <a:ext uri="{FF2B5EF4-FFF2-40B4-BE49-F238E27FC236}">
                <a16:creationId xmlns:a16="http://schemas.microsoft.com/office/drawing/2014/main" id="{31E1B4E5-D35E-4EBB-B854-A41D6A0426D0}"/>
              </a:ext>
            </a:extLst>
          </p:cNvPr>
          <p:cNvGrpSpPr/>
          <p:nvPr/>
        </p:nvGrpSpPr>
        <p:grpSpPr>
          <a:xfrm>
            <a:off x="4766608" y="3619488"/>
            <a:ext cx="2244091" cy="586947"/>
            <a:chOff x="4766608" y="4188104"/>
            <a:chExt cx="2244091" cy="586947"/>
          </a:xfrm>
        </p:grpSpPr>
        <p:cxnSp>
          <p:nvCxnSpPr>
            <p:cNvPr id="34" name="Straight Arrow Connector 33"/>
            <p:cNvCxnSpPr/>
            <p:nvPr/>
          </p:nvCxnSpPr>
          <p:spPr>
            <a:xfrm>
              <a:off x="4766608" y="4533831"/>
              <a:ext cx="2244091" cy="0"/>
            </a:xfrm>
            <a:prstGeom prst="straightConnector1">
              <a:avLst/>
            </a:prstGeom>
            <a:ln w="5715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990011" y="4188104"/>
              <a:ext cx="1609853" cy="586947"/>
            </a:xfrm>
            <a:prstGeom prst="rect">
              <a:avLst/>
            </a:prstGeom>
            <a:noFill/>
          </p:spPr>
          <p:txBody>
            <a:bodyPr wrap="square" lIns="0" tIns="0" rIns="0" bIns="0" rtlCol="0">
              <a:noAutofit/>
            </a:bodyPr>
            <a:lstStyle/>
            <a:p>
              <a:pPr>
                <a:lnSpc>
                  <a:spcPct val="90000"/>
                </a:lnSpc>
              </a:pPr>
              <a:r>
                <a:rPr lang="en-US" sz="2000" dirty="0">
                  <a:solidFill>
                    <a:schemeClr val="tx2">
                      <a:lumMod val="10000"/>
                      <a:lumOff val="90000"/>
                    </a:schemeClr>
                  </a:solidFill>
                </a:rPr>
                <a:t>docker build</a:t>
              </a:r>
            </a:p>
          </p:txBody>
        </p:sp>
      </p:grpSp>
      <p:pic>
        <p:nvPicPr>
          <p:cNvPr id="6" name="Picture 5" descr="A blue square with a white whale and boxes&#10;&#10;Description automatically generated">
            <a:extLst>
              <a:ext uri="{FF2B5EF4-FFF2-40B4-BE49-F238E27FC236}">
                <a16:creationId xmlns:a16="http://schemas.microsoft.com/office/drawing/2014/main" id="{6BCE5BC8-A4DE-354C-E4AD-68B283D9CC91}"/>
              </a:ext>
            </a:extLst>
          </p:cNvPr>
          <p:cNvPicPr>
            <a:picLocks noChangeAspect="1"/>
          </p:cNvPicPr>
          <p:nvPr/>
        </p:nvPicPr>
        <p:blipFill rotWithShape="1">
          <a:blip r:embed="rId3">
            <a:extLst>
              <a:ext uri="{28A0092B-C50C-407E-A947-70E740481C1C}">
                <a14:useLocalDpi xmlns:a14="http://schemas.microsoft.com/office/drawing/2010/main" val="0"/>
              </a:ext>
            </a:extLst>
          </a:blip>
          <a:srcRect l="6806" t="6437" r="7631" b="6471"/>
          <a:stretch/>
        </p:blipFill>
        <p:spPr>
          <a:xfrm>
            <a:off x="7183115" y="3206073"/>
            <a:ext cx="1491596" cy="151828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0"/>
          </p:nvPr>
        </p:nvSpPr>
        <p:spPr/>
        <p:txBody>
          <a:bodyPr/>
          <a:lstStyle/>
          <a:p>
            <a:r>
              <a:rPr lang="en-US" altLang="en-US" dirty="0"/>
              <a:t>Docker Image</a:t>
            </a:r>
            <a:endParaRPr lang="en-US" dirty="0"/>
          </a:p>
        </p:txBody>
      </p:sp>
      <p:sp>
        <p:nvSpPr>
          <p:cNvPr id="3" name="Content Placeholder 2"/>
          <p:cNvSpPr>
            <a:spLocks noGrp="1"/>
          </p:cNvSpPr>
          <p:nvPr>
            <p:ph sz="half" idx="1"/>
          </p:nvPr>
        </p:nvSpPr>
        <p:spPr>
          <a:xfrm>
            <a:off x="493295" y="1268098"/>
            <a:ext cx="7405892" cy="4877624"/>
          </a:xfrm>
        </p:spPr>
        <p:txBody>
          <a:bodyPr>
            <a:noAutofit/>
          </a:bodyPr>
          <a:lstStyle/>
          <a:p>
            <a:pPr algn="just">
              <a:lnSpc>
                <a:spcPct val="100000"/>
              </a:lnSpc>
            </a:pPr>
            <a:r>
              <a:rPr lang="en-US" sz="2400" dirty="0"/>
              <a:t>A lightweight, standalone and executable package of software.</a:t>
            </a:r>
          </a:p>
          <a:p>
            <a:pPr algn="just">
              <a:lnSpc>
                <a:spcPct val="100000"/>
              </a:lnSpc>
            </a:pPr>
            <a:r>
              <a:rPr lang="en-US" sz="2400" dirty="0"/>
              <a:t>Includes everything which is needed to run an application like code, runtime, system tools, system libraries, and settings.</a:t>
            </a:r>
          </a:p>
          <a:p>
            <a:pPr algn="just">
              <a:lnSpc>
                <a:spcPct val="100000"/>
              </a:lnSpc>
            </a:pPr>
            <a:r>
              <a:rPr lang="en-US" sz="2400" dirty="0"/>
              <a:t>An image is a stack of multiple read-only layers referencing another image.</a:t>
            </a:r>
          </a:p>
          <a:p>
            <a:pPr algn="just">
              <a:lnSpc>
                <a:spcPct val="100000"/>
              </a:lnSpc>
            </a:pPr>
            <a:r>
              <a:rPr lang="en-US" sz="2400" dirty="0"/>
              <a:t>Created by </a:t>
            </a:r>
            <a:r>
              <a:rPr lang="en-US" sz="2400" i="1" dirty="0"/>
              <a:t>docker build command.</a:t>
            </a:r>
          </a:p>
          <a:p>
            <a:pPr algn="just">
              <a:lnSpc>
                <a:spcPct val="100000"/>
              </a:lnSpc>
            </a:pPr>
            <a:r>
              <a:rPr lang="sv-SE" sz="2400" dirty="0"/>
              <a:t>Stored in Docker registry (eg. Docker Hub, Azure Container Registry etc.).</a:t>
            </a:r>
            <a:endParaRPr lang="en-US" sz="2400" dirty="0"/>
          </a:p>
        </p:txBody>
      </p:sp>
      <p:grpSp>
        <p:nvGrpSpPr>
          <p:cNvPr id="18" name="Group 17">
            <a:extLst>
              <a:ext uri="{FF2B5EF4-FFF2-40B4-BE49-F238E27FC236}">
                <a16:creationId xmlns:a16="http://schemas.microsoft.com/office/drawing/2014/main" id="{5031F362-F520-4AB4-A91C-A1D73E5CA33B}"/>
              </a:ext>
            </a:extLst>
          </p:cNvPr>
          <p:cNvGrpSpPr/>
          <p:nvPr/>
        </p:nvGrpSpPr>
        <p:grpSpPr>
          <a:xfrm>
            <a:off x="8337511" y="1735658"/>
            <a:ext cx="3578088" cy="3097600"/>
            <a:chOff x="8116010" y="1543780"/>
            <a:chExt cx="3850704" cy="3059347"/>
          </a:xfrm>
        </p:grpSpPr>
        <p:sp>
          <p:nvSpPr>
            <p:cNvPr id="9" name="Rectangle 8"/>
            <p:cNvSpPr/>
            <p:nvPr/>
          </p:nvSpPr>
          <p:spPr>
            <a:xfrm>
              <a:off x="8116010" y="1543780"/>
              <a:ext cx="3850704" cy="3059347"/>
            </a:xfrm>
            <a:prstGeom prst="rect">
              <a:avLst/>
            </a:prstGeom>
            <a:noFill/>
            <a:ln w="28575">
              <a:solidFill>
                <a:schemeClr val="accent4">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r>
                <a:rPr lang="en-IN" dirty="0">
                  <a:solidFill>
                    <a:schemeClr val="accent1">
                      <a:lumMod val="20000"/>
                      <a:lumOff val="80000"/>
                    </a:schemeClr>
                  </a:solidFill>
                </a:rPr>
                <a:t>Image = Layered File System</a:t>
              </a:r>
            </a:p>
          </p:txBody>
        </p:sp>
        <p:grpSp>
          <p:nvGrpSpPr>
            <p:cNvPr id="17" name="Group 16">
              <a:extLst>
                <a:ext uri="{FF2B5EF4-FFF2-40B4-BE49-F238E27FC236}">
                  <a16:creationId xmlns:a16="http://schemas.microsoft.com/office/drawing/2014/main" id="{4127189E-8080-43CE-984D-3BEC49E1589E}"/>
                </a:ext>
              </a:extLst>
            </p:cNvPr>
            <p:cNvGrpSpPr/>
            <p:nvPr/>
          </p:nvGrpSpPr>
          <p:grpSpPr>
            <a:xfrm>
              <a:off x="8318285" y="1785736"/>
              <a:ext cx="3465265" cy="2178557"/>
              <a:chOff x="7690047" y="2052673"/>
              <a:chExt cx="4146037" cy="2423938"/>
            </a:xfrm>
          </p:grpSpPr>
          <p:graphicFrame>
            <p:nvGraphicFramePr>
              <p:cNvPr id="11" name="Diagram 10">
                <a:extLst>
                  <a:ext uri="{FF2B5EF4-FFF2-40B4-BE49-F238E27FC236}">
                    <a16:creationId xmlns:a16="http://schemas.microsoft.com/office/drawing/2014/main" id="{01D45DF1-9CBD-4F3C-8AD8-D35EDD1AED3A}"/>
                  </a:ext>
                </a:extLst>
              </p:cNvPr>
              <p:cNvGraphicFramePr/>
              <p:nvPr>
                <p:extLst>
                  <p:ext uri="{D42A27DB-BD31-4B8C-83A1-F6EECF244321}">
                    <p14:modId xmlns:p14="http://schemas.microsoft.com/office/powerpoint/2010/main" val="2895187107"/>
                  </p:ext>
                </p:extLst>
              </p:nvPr>
            </p:nvGraphicFramePr>
            <p:xfrm>
              <a:off x="7690047" y="2052673"/>
              <a:ext cx="4146037" cy="24239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Graphic 12" descr="Lock">
                <a:extLst>
                  <a:ext uri="{FF2B5EF4-FFF2-40B4-BE49-F238E27FC236}">
                    <a16:creationId xmlns:a16="http://schemas.microsoft.com/office/drawing/2014/main" id="{07BF1AB5-6327-4E01-9411-039E6EE2CA1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90388" y="2196350"/>
                <a:ext cx="441580" cy="441580"/>
              </a:xfrm>
              <a:prstGeom prst="rect">
                <a:avLst/>
              </a:prstGeom>
            </p:spPr>
          </p:pic>
          <p:pic>
            <p:nvPicPr>
              <p:cNvPr id="14" name="Graphic 13" descr="Lock">
                <a:extLst>
                  <a:ext uri="{FF2B5EF4-FFF2-40B4-BE49-F238E27FC236}">
                    <a16:creationId xmlns:a16="http://schemas.microsoft.com/office/drawing/2014/main" id="{DD0CB1F1-B5AB-46AC-8FCF-B4930FAE75E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90388" y="2999729"/>
                <a:ext cx="441580" cy="441580"/>
              </a:xfrm>
              <a:prstGeom prst="rect">
                <a:avLst/>
              </a:prstGeom>
            </p:spPr>
          </p:pic>
          <p:pic>
            <p:nvPicPr>
              <p:cNvPr id="15" name="Graphic 14" descr="Lock">
                <a:extLst>
                  <a:ext uri="{FF2B5EF4-FFF2-40B4-BE49-F238E27FC236}">
                    <a16:creationId xmlns:a16="http://schemas.microsoft.com/office/drawing/2014/main" id="{916C91EB-0335-4510-8A10-2E981F840445}"/>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90388" y="3803107"/>
                <a:ext cx="441580" cy="441580"/>
              </a:xfrm>
              <a:prstGeom prst="rect">
                <a:avLst/>
              </a:prstGeom>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pPr marL="0" indent="0">
              <a:buNone/>
            </a:pPr>
            <a:r>
              <a:rPr lang="en-US" dirty="0"/>
              <a:t>&gt; docker pull nginx:1.25-alpine</a:t>
            </a:r>
          </a:p>
          <a:p>
            <a:pPr marL="0" indent="0">
              <a:buNone/>
            </a:pPr>
            <a:r>
              <a:rPr lang="en-US" dirty="0"/>
              <a:t>&gt; docker run --name nginx -p 8000:80 nginx:1.25-alpine</a:t>
            </a:r>
          </a:p>
          <a:p>
            <a:pPr marL="0" indent="0">
              <a:buNone/>
            </a:pPr>
            <a:r>
              <a:rPr lang="en-US" dirty="0"/>
              <a:t>&gt; docker run --name nginx -d -p 8000:80 nginx:1.25-alpine</a:t>
            </a:r>
          </a:p>
        </p:txBody>
      </p:sp>
      <p:sp>
        <p:nvSpPr>
          <p:cNvPr id="4" name="Content Placeholder 3"/>
          <p:cNvSpPr>
            <a:spLocks noGrp="1"/>
          </p:cNvSpPr>
          <p:nvPr>
            <p:ph sz="half" idx="10"/>
          </p:nvPr>
        </p:nvSpPr>
        <p:spPr/>
        <p:txBody>
          <a:bodyPr/>
          <a:lstStyle/>
          <a:p>
            <a:r>
              <a:rPr lang="en-US" dirty="0" err="1"/>
              <a:t>nginx</a:t>
            </a:r>
            <a:r>
              <a:rPr lang="en-US" dirty="0"/>
              <a:t> Container</a:t>
            </a:r>
          </a:p>
        </p:txBody>
      </p:sp>
    </p:spTree>
    <p:extLst>
      <p:ext uri="{BB962C8B-B14F-4D97-AF65-F5344CB8AC3E}">
        <p14:creationId xmlns:p14="http://schemas.microsoft.com/office/powerpoint/2010/main" val="3984547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75126-5FE0-451D-ACA9-B002181A9963}"/>
              </a:ext>
            </a:extLst>
          </p:cNvPr>
          <p:cNvSpPr>
            <a:spLocks noGrp="1"/>
          </p:cNvSpPr>
          <p:nvPr>
            <p:ph sz="half" idx="10"/>
          </p:nvPr>
        </p:nvSpPr>
        <p:spPr/>
        <p:txBody>
          <a:bodyPr/>
          <a:lstStyle/>
          <a:p>
            <a:r>
              <a:rPr lang="en-IN" dirty="0"/>
              <a:t>Docker File Sample</a:t>
            </a:r>
          </a:p>
        </p:txBody>
      </p:sp>
      <p:sp>
        <p:nvSpPr>
          <p:cNvPr id="6" name="Rectangle 5">
            <a:extLst>
              <a:ext uri="{FF2B5EF4-FFF2-40B4-BE49-F238E27FC236}">
                <a16:creationId xmlns:a16="http://schemas.microsoft.com/office/drawing/2014/main" id="{548CC8D9-C1FD-4D87-BB35-A6CDDFF4574C}"/>
              </a:ext>
            </a:extLst>
          </p:cNvPr>
          <p:cNvSpPr/>
          <p:nvPr/>
        </p:nvSpPr>
        <p:spPr>
          <a:xfrm>
            <a:off x="493296" y="1335114"/>
            <a:ext cx="7016078" cy="923330"/>
          </a:xfrm>
          <a:prstGeom prst="rect">
            <a:avLst/>
          </a:prstGeom>
          <a:solidFill>
            <a:schemeClr val="tx1">
              <a:lumMod val="85000"/>
              <a:lumOff val="15000"/>
            </a:schemeClr>
          </a:solidFill>
        </p:spPr>
        <p:txBody>
          <a:bodyPr wrap="square">
            <a:spAutoFit/>
          </a:bodyPr>
          <a:lstStyle/>
          <a:p>
            <a:r>
              <a:rPr lang="en-IN" i="1" dirty="0">
                <a:solidFill>
                  <a:srgbClr val="89DDFF"/>
                </a:solidFill>
                <a:latin typeface="Consolas" panose="020B0609020204030204" pitchFamily="49" charset="0"/>
              </a:rPr>
              <a:t>FROM</a:t>
            </a:r>
            <a:r>
              <a:rPr lang="en-IN" dirty="0">
                <a:solidFill>
                  <a:srgbClr val="EEFFFF"/>
                </a:solidFill>
                <a:latin typeface="Consolas" panose="020B0609020204030204" pitchFamily="49" charset="0"/>
              </a:rPr>
              <a:t> </a:t>
            </a:r>
            <a:r>
              <a:rPr lang="en-IN" dirty="0">
                <a:solidFill>
                  <a:srgbClr val="FFCB6B"/>
                </a:solidFill>
                <a:latin typeface="Consolas" panose="020B0609020204030204" pitchFamily="49" charset="0"/>
              </a:rPr>
              <a:t>nginx</a:t>
            </a:r>
            <a:r>
              <a:rPr lang="en-IN" dirty="0">
                <a:solidFill>
                  <a:srgbClr val="EEFFFF"/>
                </a:solidFill>
                <a:latin typeface="Consolas" panose="020B0609020204030204" pitchFamily="49" charset="0"/>
              </a:rPr>
              <a:t>:1.25-alpine</a:t>
            </a:r>
          </a:p>
          <a:p>
            <a:r>
              <a:rPr lang="en-IN" i="1" dirty="0">
                <a:solidFill>
                  <a:srgbClr val="89DDFF"/>
                </a:solidFill>
                <a:latin typeface="Consolas" panose="020B0609020204030204" pitchFamily="49" charset="0"/>
              </a:rPr>
              <a:t>WORKDIR</a:t>
            </a:r>
            <a:r>
              <a:rPr lang="en-IN" dirty="0">
                <a:solidFill>
                  <a:srgbClr val="EEFFFF"/>
                </a:solidFill>
                <a:latin typeface="Consolas" panose="020B0609020204030204" pitchFamily="49" charset="0"/>
              </a:rPr>
              <a:t> /</a:t>
            </a:r>
            <a:r>
              <a:rPr lang="en-IN" dirty="0" err="1">
                <a:solidFill>
                  <a:srgbClr val="EEFFFF"/>
                </a:solidFill>
                <a:latin typeface="Consolas" panose="020B0609020204030204" pitchFamily="49" charset="0"/>
              </a:rPr>
              <a:t>usr</a:t>
            </a:r>
            <a:r>
              <a:rPr lang="en-IN" dirty="0">
                <a:solidFill>
                  <a:srgbClr val="EEFFFF"/>
                </a:solidFill>
                <a:latin typeface="Consolas" panose="020B0609020204030204" pitchFamily="49" charset="0"/>
              </a:rPr>
              <a:t>/share/</a:t>
            </a:r>
            <a:r>
              <a:rPr lang="en-IN" dirty="0" err="1">
                <a:solidFill>
                  <a:srgbClr val="EEFFFF"/>
                </a:solidFill>
                <a:latin typeface="Consolas" panose="020B0609020204030204" pitchFamily="49" charset="0"/>
              </a:rPr>
              <a:t>nginx</a:t>
            </a:r>
            <a:r>
              <a:rPr lang="en-IN" dirty="0">
                <a:solidFill>
                  <a:srgbClr val="EEFFFF"/>
                </a:solidFill>
                <a:latin typeface="Consolas" panose="020B0609020204030204" pitchFamily="49" charset="0"/>
              </a:rPr>
              <a:t>/html</a:t>
            </a:r>
          </a:p>
          <a:p>
            <a:r>
              <a:rPr lang="en-IN" i="1" dirty="0">
                <a:solidFill>
                  <a:srgbClr val="89DDFF"/>
                </a:solidFill>
                <a:latin typeface="Consolas" panose="020B0609020204030204" pitchFamily="49" charset="0"/>
              </a:rPr>
              <a:t>COPY</a:t>
            </a:r>
            <a:r>
              <a:rPr lang="en-IN" dirty="0">
                <a:solidFill>
                  <a:srgbClr val="EEFFFF"/>
                </a:solidFill>
                <a:latin typeface="Consolas" panose="020B0609020204030204" pitchFamily="49" charset="0"/>
              </a:rPr>
              <a:t> ./</a:t>
            </a:r>
            <a:r>
              <a:rPr lang="en-IN" dirty="0" err="1">
                <a:solidFill>
                  <a:srgbClr val="EEFFFF"/>
                </a:solidFill>
                <a:latin typeface="Consolas" panose="020B0609020204030204" pitchFamily="49" charset="0"/>
              </a:rPr>
              <a:t>dist</a:t>
            </a:r>
            <a:r>
              <a:rPr lang="en-IN" dirty="0">
                <a:solidFill>
                  <a:srgbClr val="EEFFFF"/>
                </a:solidFill>
                <a:latin typeface="Consolas" panose="020B0609020204030204" pitchFamily="49" charset="0"/>
              </a:rPr>
              <a:t>/</a:t>
            </a:r>
            <a:r>
              <a:rPr lang="en-IN" dirty="0" err="1">
                <a:solidFill>
                  <a:srgbClr val="EEFFFF"/>
                </a:solidFill>
                <a:latin typeface="Consolas" panose="020B0609020204030204" pitchFamily="49" charset="0"/>
              </a:rPr>
              <a:t>angularapp</a:t>
            </a:r>
            <a:r>
              <a:rPr lang="en-IN" dirty="0">
                <a:solidFill>
                  <a:srgbClr val="EEFFFF"/>
                </a:solidFill>
                <a:latin typeface="Consolas" panose="020B0609020204030204" pitchFamily="49" charset="0"/>
              </a:rPr>
              <a:t> .</a:t>
            </a:r>
            <a:endParaRPr lang="en-IN" b="0" dirty="0">
              <a:solidFill>
                <a:srgbClr val="EEFFFF"/>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1E905F97-3C06-4708-9B12-9274C1CD00BF}"/>
              </a:ext>
            </a:extLst>
          </p:cNvPr>
          <p:cNvSpPr/>
          <p:nvPr/>
        </p:nvSpPr>
        <p:spPr>
          <a:xfrm>
            <a:off x="493295" y="2280238"/>
            <a:ext cx="7016079" cy="646331"/>
          </a:xfrm>
          <a:prstGeom prst="rect">
            <a:avLst/>
          </a:prstGeom>
          <a:solidFill>
            <a:schemeClr val="tx1">
              <a:lumMod val="85000"/>
              <a:lumOff val="15000"/>
            </a:schemeClr>
          </a:solidFill>
        </p:spPr>
        <p:txBody>
          <a:bodyPr wrap="square">
            <a:spAutoFit/>
          </a:bodyPr>
          <a:lstStyle/>
          <a:p>
            <a:r>
              <a:rPr lang="en-IN" i="1" dirty="0">
                <a:solidFill>
                  <a:srgbClr val="89DDFF"/>
                </a:solidFill>
                <a:latin typeface="Consolas" panose="020B0609020204030204" pitchFamily="49" charset="0"/>
              </a:rPr>
              <a:t>docker</a:t>
            </a:r>
            <a:r>
              <a:rPr lang="en-IN" dirty="0">
                <a:solidFill>
                  <a:srgbClr val="EEFFFF"/>
                </a:solidFill>
                <a:latin typeface="Consolas" panose="020B0609020204030204" pitchFamily="49" charset="0"/>
              </a:rPr>
              <a:t> build -t ngapp:v1 .</a:t>
            </a:r>
          </a:p>
          <a:p>
            <a:r>
              <a:rPr lang="en-IN" i="1" dirty="0">
                <a:solidFill>
                  <a:srgbClr val="89DDFF"/>
                </a:solidFill>
                <a:latin typeface="Consolas" panose="020B0609020204030204" pitchFamily="49" charset="0"/>
              </a:rPr>
              <a:t>docker</a:t>
            </a:r>
            <a:r>
              <a:rPr lang="en-IN" dirty="0">
                <a:solidFill>
                  <a:srgbClr val="EEFFFF"/>
                </a:solidFill>
                <a:latin typeface="Consolas" panose="020B0609020204030204" pitchFamily="49" charset="0"/>
              </a:rPr>
              <a:t> run -d -p 8080:80 --name </a:t>
            </a:r>
            <a:r>
              <a:rPr lang="en-IN" dirty="0" err="1">
                <a:solidFill>
                  <a:srgbClr val="EEFFFF"/>
                </a:solidFill>
                <a:latin typeface="Consolas" panose="020B0609020204030204" pitchFamily="49" charset="0"/>
              </a:rPr>
              <a:t>ngapp</a:t>
            </a:r>
            <a:r>
              <a:rPr lang="en-IN" dirty="0">
                <a:solidFill>
                  <a:srgbClr val="EEFFFF"/>
                </a:solidFill>
                <a:latin typeface="Consolas" panose="020B0609020204030204" pitchFamily="49" charset="0"/>
              </a:rPr>
              <a:t> ngapp:v1</a:t>
            </a:r>
            <a:endParaRPr lang="en-IN" b="0" dirty="0">
              <a:solidFill>
                <a:srgbClr val="EEFFFF"/>
              </a:solidFill>
              <a:effectLst/>
              <a:latin typeface="Consolas" panose="020B0609020204030204" pitchFamily="49" charset="0"/>
            </a:endParaRPr>
          </a:p>
        </p:txBody>
      </p:sp>
    </p:spTree>
    <p:extLst>
      <p:ext uri="{BB962C8B-B14F-4D97-AF65-F5344CB8AC3E}">
        <p14:creationId xmlns:p14="http://schemas.microsoft.com/office/powerpoint/2010/main" val="158331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7079A-358A-3429-0452-3A97DB1B15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0016A2-5F4E-61DB-F385-E43618BE6E8F}"/>
              </a:ext>
            </a:extLst>
          </p:cNvPr>
          <p:cNvSpPr>
            <a:spLocks noGrp="1"/>
          </p:cNvSpPr>
          <p:nvPr>
            <p:ph sz="half" idx="10"/>
          </p:nvPr>
        </p:nvSpPr>
        <p:spPr/>
        <p:txBody>
          <a:bodyPr/>
          <a:lstStyle/>
          <a:p>
            <a:r>
              <a:rPr lang="en-IN" dirty="0"/>
              <a:t>Docker File Sample</a:t>
            </a:r>
          </a:p>
        </p:txBody>
      </p:sp>
      <p:sp>
        <p:nvSpPr>
          <p:cNvPr id="7" name="Rectangle 6">
            <a:extLst>
              <a:ext uri="{FF2B5EF4-FFF2-40B4-BE49-F238E27FC236}">
                <a16:creationId xmlns:a16="http://schemas.microsoft.com/office/drawing/2014/main" id="{22A16F84-6070-ABE0-440F-F67A5B5E7410}"/>
              </a:ext>
            </a:extLst>
          </p:cNvPr>
          <p:cNvSpPr/>
          <p:nvPr/>
        </p:nvSpPr>
        <p:spPr>
          <a:xfrm>
            <a:off x="587079" y="5479869"/>
            <a:ext cx="10604552" cy="523220"/>
          </a:xfrm>
          <a:prstGeom prst="rect">
            <a:avLst/>
          </a:prstGeom>
          <a:solidFill>
            <a:schemeClr val="tx1">
              <a:lumMod val="85000"/>
              <a:lumOff val="15000"/>
            </a:schemeClr>
          </a:solidFill>
        </p:spPr>
        <p:txBody>
          <a:bodyPr wrap="square" lIns="91440" tIns="45720" rIns="91440" bIns="45720" anchor="t">
            <a:spAutoFit/>
          </a:bodyPr>
          <a:lstStyle/>
          <a:p>
            <a:r>
              <a:rPr lang="en-IN" sz="1400" dirty="0">
                <a:solidFill>
                  <a:srgbClr val="EEFFFF"/>
                </a:solidFill>
                <a:ea typeface="+mn-lt"/>
                <a:cs typeface="+mn-lt"/>
              </a:rPr>
              <a:t>docker build -t console-java:v1 -f ./</a:t>
            </a:r>
            <a:r>
              <a:rPr lang="en-IN" sz="1400" dirty="0" err="1">
                <a:solidFill>
                  <a:srgbClr val="EEFFFF"/>
                </a:solidFill>
                <a:ea typeface="+mn-lt"/>
                <a:cs typeface="+mn-lt"/>
              </a:rPr>
              <a:t>ConsoleDockerApp</a:t>
            </a:r>
            <a:r>
              <a:rPr lang="en-IN" sz="1400" dirty="0">
                <a:solidFill>
                  <a:srgbClr val="EEFFFF"/>
                </a:solidFill>
                <a:ea typeface="+mn-lt"/>
                <a:cs typeface="+mn-lt"/>
              </a:rPr>
              <a:t>/</a:t>
            </a:r>
            <a:r>
              <a:rPr lang="en-IN" sz="1400" dirty="0" err="1">
                <a:solidFill>
                  <a:srgbClr val="EEFFFF"/>
                </a:solidFill>
                <a:ea typeface="+mn-lt"/>
                <a:cs typeface="+mn-lt"/>
              </a:rPr>
              <a:t>Dockerfile</a:t>
            </a:r>
            <a:r>
              <a:rPr lang="en-IN" sz="1400" dirty="0">
                <a:solidFill>
                  <a:srgbClr val="EEFFFF"/>
                </a:solidFill>
                <a:ea typeface="+mn-lt"/>
                <a:cs typeface="+mn-lt"/>
              </a:rPr>
              <a:t> .</a:t>
            </a:r>
            <a:endParaRPr lang="en-US" dirty="0">
              <a:ea typeface="+mn-lt"/>
              <a:cs typeface="+mn-lt"/>
            </a:endParaRPr>
          </a:p>
          <a:p>
            <a:r>
              <a:rPr lang="en-IN" sz="1400" dirty="0">
                <a:solidFill>
                  <a:srgbClr val="EEFFFF"/>
                </a:solidFill>
                <a:ea typeface="+mn-lt"/>
                <a:cs typeface="+mn-lt"/>
              </a:rPr>
              <a:t>docker run --name </a:t>
            </a:r>
            <a:r>
              <a:rPr lang="en-IN" sz="1400" dirty="0" err="1">
                <a:solidFill>
                  <a:srgbClr val="EEFFFF"/>
                </a:solidFill>
                <a:ea typeface="+mn-lt"/>
                <a:cs typeface="+mn-lt"/>
              </a:rPr>
              <a:t>consoleapp</a:t>
            </a:r>
            <a:r>
              <a:rPr lang="en-IN" sz="1400" dirty="0">
                <a:solidFill>
                  <a:srgbClr val="EEFFFF"/>
                </a:solidFill>
                <a:ea typeface="+mn-lt"/>
                <a:cs typeface="+mn-lt"/>
              </a:rPr>
              <a:t>-java console-java:v1</a:t>
            </a:r>
            <a:endParaRPr lang="en-IN" dirty="0">
              <a:ea typeface="+mn-lt"/>
              <a:cs typeface="+mn-lt"/>
            </a:endParaRPr>
          </a:p>
        </p:txBody>
      </p:sp>
      <p:sp>
        <p:nvSpPr>
          <p:cNvPr id="5" name="TextBox 4">
            <a:extLst>
              <a:ext uri="{FF2B5EF4-FFF2-40B4-BE49-F238E27FC236}">
                <a16:creationId xmlns:a16="http://schemas.microsoft.com/office/drawing/2014/main" id="{569466AD-0FC5-A010-2717-E4EF4948BD49}"/>
              </a:ext>
            </a:extLst>
          </p:cNvPr>
          <p:cNvSpPr txBox="1"/>
          <p:nvPr/>
        </p:nvSpPr>
        <p:spPr>
          <a:xfrm>
            <a:off x="587080" y="1461132"/>
            <a:ext cx="10604552" cy="3031599"/>
          </a:xfrm>
          <a:prstGeom prst="rect">
            <a:avLst/>
          </a:prstGeom>
          <a:solidFill>
            <a:schemeClr val="tx1">
              <a:lumMod val="85000"/>
              <a:lumOff val="15000"/>
            </a:schemeClr>
          </a:solidFill>
        </p:spPr>
        <p:txBody>
          <a:bodyPr wrap="square" lIns="91440" tIns="45720" rIns="91440" bIns="45720" anchor="t">
            <a:spAutoFit/>
          </a:bodyPr>
          <a:lstStyle/>
          <a:p>
            <a:r>
              <a:rPr lang="en-US" sz="1100" dirty="0">
                <a:solidFill>
                  <a:srgbClr val="CCCCCC"/>
                </a:solidFill>
                <a:latin typeface="Consolas"/>
                <a:ea typeface="+mn-lt"/>
                <a:cs typeface="+mn-lt"/>
              </a:rPr>
              <a:t># Stage </a:t>
            </a:r>
            <a:r>
              <a:rPr lang="en-US" sz="1100" dirty="0">
                <a:solidFill>
                  <a:srgbClr val="B5CEA8"/>
                </a:solidFill>
                <a:latin typeface="Consolas"/>
                <a:ea typeface="+mn-lt"/>
                <a:cs typeface="+mn-lt"/>
              </a:rPr>
              <a:t>1</a:t>
            </a:r>
            <a:r>
              <a:rPr lang="en-US" sz="1100" dirty="0">
                <a:solidFill>
                  <a:srgbClr val="C586C0"/>
                </a:solidFill>
                <a:latin typeface="Consolas"/>
                <a:ea typeface="+mn-lt"/>
                <a:cs typeface="+mn-lt"/>
              </a:rPr>
              <a:t>:</a:t>
            </a:r>
            <a:r>
              <a:rPr lang="en-US" sz="1100" dirty="0">
                <a:solidFill>
                  <a:srgbClr val="CCCCCC"/>
                </a:solidFill>
                <a:latin typeface="Consolas"/>
                <a:ea typeface="+mn-lt"/>
                <a:cs typeface="+mn-lt"/>
              </a:rPr>
              <a:t> </a:t>
            </a:r>
            <a:r>
              <a:rPr lang="en-US" sz="1100" dirty="0">
                <a:solidFill>
                  <a:srgbClr val="4EC9B0"/>
                </a:solidFill>
                <a:latin typeface="Consolas"/>
                <a:ea typeface="+mn-lt"/>
                <a:cs typeface="+mn-lt"/>
              </a:rPr>
              <a:t>Build</a:t>
            </a:r>
            <a:endParaRPr lang="en-US" dirty="0"/>
          </a:p>
          <a:p>
            <a:r>
              <a:rPr lang="en-US" sz="1100" b="0" dirty="0">
                <a:solidFill>
                  <a:srgbClr val="4EC9B0"/>
                </a:solidFill>
                <a:effectLst/>
                <a:latin typeface="Consolas"/>
                <a:ea typeface="+mn-lt"/>
                <a:cs typeface="+mn-lt"/>
              </a:rPr>
              <a:t>FROM</a:t>
            </a:r>
            <a:r>
              <a:rPr lang="en-US" sz="1100" b="0" dirty="0">
                <a:solidFill>
                  <a:srgbClr val="CCCCCC"/>
                </a:solidFill>
                <a:effectLst/>
                <a:latin typeface="Consolas"/>
                <a:ea typeface="+mn-lt"/>
                <a:cs typeface="+mn-lt"/>
              </a:rPr>
              <a:t> </a:t>
            </a:r>
            <a:r>
              <a:rPr lang="en-US" sz="1100" dirty="0">
                <a:solidFill>
                  <a:srgbClr val="9CDCFE"/>
                </a:solidFill>
                <a:latin typeface="Consolas"/>
                <a:ea typeface="+mn-lt"/>
                <a:cs typeface="+mn-lt"/>
              </a:rPr>
              <a:t>maven</a:t>
            </a:r>
            <a:r>
              <a:rPr lang="en-US" sz="1100" b="0" dirty="0">
                <a:solidFill>
                  <a:srgbClr val="C586C0"/>
                </a:solidFill>
                <a:effectLst/>
                <a:latin typeface="Consolas"/>
                <a:ea typeface="+mn-lt"/>
                <a:cs typeface="+mn-lt"/>
              </a:rPr>
              <a:t>:</a:t>
            </a:r>
            <a:r>
              <a:rPr lang="en-US" sz="1100" dirty="0">
                <a:solidFill>
                  <a:srgbClr val="B5CEA8"/>
                </a:solidFill>
                <a:latin typeface="Consolas"/>
                <a:ea typeface="+mn-lt"/>
                <a:cs typeface="+mn-lt"/>
              </a:rPr>
              <a:t>3.9</a:t>
            </a:r>
            <a:r>
              <a:rPr lang="en-US" sz="1100" dirty="0">
                <a:solidFill>
                  <a:srgbClr val="CCCCCC"/>
                </a:solidFill>
                <a:latin typeface="Consolas"/>
                <a:ea typeface="+mn-lt"/>
                <a:cs typeface="+mn-lt"/>
              </a:rPr>
              <a:t>.</a:t>
            </a:r>
            <a:r>
              <a:rPr lang="en-US" sz="1100" dirty="0">
                <a:solidFill>
                  <a:srgbClr val="F44747"/>
                </a:solidFill>
                <a:latin typeface="Consolas"/>
                <a:ea typeface="+mn-lt"/>
                <a:cs typeface="+mn-lt"/>
              </a:rPr>
              <a:t>6</a:t>
            </a:r>
            <a:r>
              <a:rPr lang="en-US" sz="1100" dirty="0">
                <a:solidFill>
                  <a:srgbClr val="D4D4D4"/>
                </a:solidFill>
                <a:latin typeface="Consolas"/>
                <a:ea typeface="+mn-lt"/>
                <a:cs typeface="+mn-lt"/>
              </a:rPr>
              <a:t>-</a:t>
            </a:r>
            <a:r>
              <a:rPr lang="en-US" sz="1100" dirty="0">
                <a:solidFill>
                  <a:srgbClr val="CCCCCC"/>
                </a:solidFill>
                <a:latin typeface="Consolas"/>
                <a:ea typeface="+mn-lt"/>
                <a:cs typeface="+mn-lt"/>
              </a:rPr>
              <a:t>eclipse</a:t>
            </a:r>
            <a:r>
              <a:rPr lang="en-US" sz="1100" dirty="0">
                <a:solidFill>
                  <a:srgbClr val="D4D4D4"/>
                </a:solidFill>
                <a:latin typeface="Consolas"/>
                <a:ea typeface="+mn-lt"/>
                <a:cs typeface="+mn-lt"/>
              </a:rPr>
              <a:t>-</a:t>
            </a:r>
            <a:r>
              <a:rPr lang="en-US" sz="1100" dirty="0">
                <a:solidFill>
                  <a:srgbClr val="CCCCCC"/>
                </a:solidFill>
                <a:latin typeface="Consolas"/>
                <a:ea typeface="+mn-lt"/>
                <a:cs typeface="+mn-lt"/>
              </a:rPr>
              <a:t>temurin</a:t>
            </a:r>
            <a:r>
              <a:rPr lang="en-US" sz="1100" dirty="0">
                <a:solidFill>
                  <a:srgbClr val="D4D4D4"/>
                </a:solidFill>
                <a:latin typeface="Consolas"/>
                <a:ea typeface="+mn-lt"/>
                <a:cs typeface="+mn-lt"/>
              </a:rPr>
              <a:t>-</a:t>
            </a:r>
            <a:r>
              <a:rPr lang="en-US" sz="1100" dirty="0">
                <a:solidFill>
                  <a:srgbClr val="B5CEA8"/>
                </a:solidFill>
                <a:latin typeface="Consolas"/>
                <a:ea typeface="+mn-lt"/>
                <a:cs typeface="+mn-lt"/>
              </a:rPr>
              <a:t>21</a:t>
            </a:r>
            <a:r>
              <a:rPr lang="en-US" sz="1100" dirty="0">
                <a:solidFill>
                  <a:srgbClr val="CCCCCC"/>
                </a:solidFill>
                <a:latin typeface="Consolas"/>
                <a:ea typeface="+mn-lt"/>
                <a:cs typeface="+mn-lt"/>
              </a:rPr>
              <a:t> </a:t>
            </a:r>
            <a:r>
              <a:rPr lang="en-US" sz="1100" b="0" dirty="0">
                <a:solidFill>
                  <a:srgbClr val="4EC9B0"/>
                </a:solidFill>
                <a:effectLst/>
                <a:latin typeface="Consolas"/>
                <a:ea typeface="+mn-lt"/>
                <a:cs typeface="+mn-lt"/>
              </a:rPr>
              <a:t>AS</a:t>
            </a:r>
            <a:r>
              <a:rPr lang="en-US" sz="1100" b="0" dirty="0">
                <a:solidFill>
                  <a:srgbClr val="CCCCCC"/>
                </a:solidFill>
                <a:effectLst/>
                <a:latin typeface="Consolas"/>
                <a:ea typeface="+mn-lt"/>
                <a:cs typeface="+mn-lt"/>
              </a:rPr>
              <a:t> </a:t>
            </a:r>
            <a:r>
              <a:rPr lang="en-US" sz="1100" dirty="0">
                <a:solidFill>
                  <a:srgbClr val="CCCCCC"/>
                </a:solidFill>
                <a:latin typeface="Consolas"/>
                <a:ea typeface="+mn-lt"/>
                <a:cs typeface="+mn-lt"/>
              </a:rPr>
              <a:t>build</a:t>
            </a:r>
            <a:endParaRPr lang="en-US" dirty="0"/>
          </a:p>
          <a:p>
            <a:r>
              <a:rPr lang="en-US" sz="1100" b="0" dirty="0">
                <a:solidFill>
                  <a:srgbClr val="CCCCCC"/>
                </a:solidFill>
                <a:effectLst/>
                <a:latin typeface="Consolas"/>
                <a:ea typeface="+mn-lt"/>
                <a:cs typeface="+mn-lt"/>
              </a:rPr>
              <a:t>WORKDIR </a:t>
            </a:r>
            <a:r>
              <a:rPr lang="en-US" sz="1100" b="0" dirty="0">
                <a:solidFill>
                  <a:srgbClr val="D4D4D4"/>
                </a:solidFill>
                <a:effectLst/>
                <a:latin typeface="Consolas"/>
                <a:ea typeface="+mn-lt"/>
                <a:cs typeface="+mn-lt"/>
              </a:rPr>
              <a:t>/</a:t>
            </a:r>
            <a:r>
              <a:rPr lang="en-US" sz="1100" b="0" dirty="0">
                <a:solidFill>
                  <a:srgbClr val="CCCCCC"/>
                </a:solidFill>
                <a:effectLst/>
                <a:latin typeface="Consolas"/>
                <a:ea typeface="+mn-lt"/>
                <a:cs typeface="+mn-lt"/>
              </a:rPr>
              <a:t>app</a:t>
            </a:r>
            <a:endParaRPr lang="en-US" dirty="0"/>
          </a:p>
          <a:p>
            <a:r>
              <a:rPr lang="en-US" sz="1100" dirty="0">
                <a:solidFill>
                  <a:srgbClr val="CCCCCC"/>
                </a:solidFill>
                <a:latin typeface="Consolas"/>
                <a:ea typeface="+mn-lt"/>
                <a:cs typeface="+mn-lt"/>
              </a:rPr>
              <a:t># </a:t>
            </a:r>
            <a:r>
              <a:rPr lang="en-US" sz="1100" dirty="0">
                <a:solidFill>
                  <a:srgbClr val="4EC9B0"/>
                </a:solidFill>
                <a:latin typeface="Consolas"/>
                <a:ea typeface="+mn-lt"/>
                <a:cs typeface="+mn-lt"/>
              </a:rPr>
              <a:t>Copy</a:t>
            </a:r>
            <a:r>
              <a:rPr lang="en-US" sz="1100" dirty="0">
                <a:solidFill>
                  <a:srgbClr val="CCCCCC"/>
                </a:solidFill>
                <a:latin typeface="Consolas"/>
                <a:ea typeface="+mn-lt"/>
                <a:cs typeface="+mn-lt"/>
              </a:rPr>
              <a:t> </a:t>
            </a:r>
            <a:r>
              <a:rPr lang="en-US" sz="1100" dirty="0">
                <a:solidFill>
                  <a:srgbClr val="9CDCFE"/>
                </a:solidFill>
                <a:latin typeface="Consolas"/>
                <a:ea typeface="+mn-lt"/>
                <a:cs typeface="+mn-lt"/>
              </a:rPr>
              <a:t>pom</a:t>
            </a:r>
            <a:r>
              <a:rPr lang="en-US" sz="1100" b="0" dirty="0">
                <a:solidFill>
                  <a:srgbClr val="CCCCCC"/>
                </a:solidFill>
                <a:effectLst/>
                <a:latin typeface="Consolas"/>
                <a:ea typeface="+mn-lt"/>
                <a:cs typeface="+mn-lt"/>
              </a:rPr>
              <a:t>.</a:t>
            </a:r>
            <a:r>
              <a:rPr lang="en-US" sz="1100" dirty="0">
                <a:solidFill>
                  <a:srgbClr val="9CDCFE"/>
                </a:solidFill>
                <a:latin typeface="Consolas"/>
                <a:ea typeface="+mn-lt"/>
                <a:cs typeface="+mn-lt"/>
              </a:rPr>
              <a:t>xml</a:t>
            </a:r>
            <a:r>
              <a:rPr lang="en-US" sz="1100" dirty="0">
                <a:solidFill>
                  <a:srgbClr val="CCCCCC"/>
                </a:solidFill>
                <a:latin typeface="Consolas"/>
                <a:ea typeface="+mn-lt"/>
                <a:cs typeface="+mn-lt"/>
              </a:rPr>
              <a:t> and download dependencies</a:t>
            </a:r>
            <a:endParaRPr lang="en-US" dirty="0"/>
          </a:p>
          <a:p>
            <a:r>
              <a:rPr lang="en-US" sz="1100" b="0" dirty="0">
                <a:solidFill>
                  <a:srgbClr val="4EC9B0"/>
                </a:solidFill>
                <a:effectLst/>
                <a:latin typeface="Consolas"/>
                <a:ea typeface="+mn-lt"/>
                <a:cs typeface="+mn-lt"/>
              </a:rPr>
              <a:t>COPY</a:t>
            </a:r>
            <a:r>
              <a:rPr lang="en-US" sz="1100" b="0" dirty="0">
                <a:solidFill>
                  <a:srgbClr val="CCCCCC"/>
                </a:solidFill>
                <a:effectLst/>
                <a:latin typeface="Consolas"/>
                <a:ea typeface="+mn-lt"/>
                <a:cs typeface="+mn-lt"/>
              </a:rPr>
              <a:t> </a:t>
            </a:r>
            <a:r>
              <a:rPr lang="en-US" sz="1100" b="0" dirty="0" err="1">
                <a:solidFill>
                  <a:srgbClr val="CCCCCC"/>
                </a:solidFill>
                <a:effectLst/>
                <a:latin typeface="Consolas"/>
                <a:ea typeface="+mn-lt"/>
                <a:cs typeface="+mn-lt"/>
              </a:rPr>
              <a:t>ConsoleDockerApp</a:t>
            </a:r>
            <a:r>
              <a:rPr lang="en-US" sz="1100" b="0" dirty="0">
                <a:solidFill>
                  <a:srgbClr val="D4D4D4"/>
                </a:solidFill>
                <a:effectLst/>
                <a:latin typeface="Consolas"/>
                <a:ea typeface="+mn-lt"/>
                <a:cs typeface="+mn-lt"/>
              </a:rPr>
              <a:t>/</a:t>
            </a:r>
            <a:r>
              <a:rPr lang="en-US" sz="1100" dirty="0">
                <a:solidFill>
                  <a:srgbClr val="9CDCFE"/>
                </a:solidFill>
                <a:latin typeface="Consolas"/>
                <a:ea typeface="+mn-lt"/>
                <a:cs typeface="+mn-lt"/>
              </a:rPr>
              <a:t>pom</a:t>
            </a:r>
            <a:r>
              <a:rPr lang="en-US" sz="1100" b="0" dirty="0">
                <a:solidFill>
                  <a:srgbClr val="CCCCCC"/>
                </a:solidFill>
                <a:effectLst/>
                <a:latin typeface="Consolas"/>
                <a:ea typeface="+mn-lt"/>
                <a:cs typeface="+mn-lt"/>
              </a:rPr>
              <a:t>.</a:t>
            </a:r>
            <a:r>
              <a:rPr lang="en-US" sz="1100" dirty="0">
                <a:solidFill>
                  <a:srgbClr val="9CDCFE"/>
                </a:solidFill>
                <a:latin typeface="Consolas"/>
                <a:ea typeface="+mn-lt"/>
                <a:cs typeface="+mn-lt"/>
              </a:rPr>
              <a:t>xml</a:t>
            </a:r>
            <a:r>
              <a:rPr lang="en-US" sz="1100" dirty="0">
                <a:solidFill>
                  <a:srgbClr val="CCCCCC"/>
                </a:solidFill>
                <a:latin typeface="Consolas"/>
                <a:ea typeface="+mn-lt"/>
                <a:cs typeface="+mn-lt"/>
              </a:rPr>
              <a:t> </a:t>
            </a:r>
            <a:r>
              <a:rPr lang="en-US" sz="1100" b="0" dirty="0" err="1">
                <a:solidFill>
                  <a:srgbClr val="CCCCCC"/>
                </a:solidFill>
                <a:effectLst/>
                <a:latin typeface="Consolas"/>
                <a:ea typeface="+mn-lt"/>
                <a:cs typeface="+mn-lt"/>
              </a:rPr>
              <a:t>ConsoleDockerApp</a:t>
            </a:r>
            <a:r>
              <a:rPr lang="en-US" sz="1100" dirty="0">
                <a:solidFill>
                  <a:srgbClr val="D4D4D4"/>
                </a:solidFill>
                <a:latin typeface="Consolas"/>
                <a:ea typeface="+mn-lt"/>
                <a:cs typeface="+mn-lt"/>
              </a:rPr>
              <a:t>/</a:t>
            </a:r>
            <a:endParaRPr lang="en-US" dirty="0"/>
          </a:p>
          <a:p>
            <a:r>
              <a:rPr lang="en-US" sz="1100" b="0" dirty="0">
                <a:solidFill>
                  <a:srgbClr val="4EC9B0"/>
                </a:solidFill>
                <a:effectLst/>
                <a:latin typeface="Consolas"/>
                <a:ea typeface="+mn-lt"/>
                <a:cs typeface="+mn-lt"/>
              </a:rPr>
              <a:t>RUN</a:t>
            </a:r>
            <a:r>
              <a:rPr lang="en-US" sz="1100" b="0" dirty="0">
                <a:solidFill>
                  <a:srgbClr val="CCCCCC"/>
                </a:solidFill>
                <a:effectLst/>
                <a:latin typeface="Consolas"/>
                <a:ea typeface="+mn-lt"/>
                <a:cs typeface="+mn-lt"/>
              </a:rPr>
              <a:t> </a:t>
            </a:r>
            <a:r>
              <a:rPr lang="en-US" sz="1100" dirty="0" err="1">
                <a:solidFill>
                  <a:srgbClr val="CCCCCC"/>
                </a:solidFill>
                <a:latin typeface="Consolas"/>
                <a:ea typeface="+mn-lt"/>
                <a:cs typeface="+mn-lt"/>
              </a:rPr>
              <a:t>mvn</a:t>
            </a:r>
            <a:r>
              <a:rPr lang="en-US" sz="1100" dirty="0">
                <a:solidFill>
                  <a:srgbClr val="CCCCCC"/>
                </a:solidFill>
                <a:latin typeface="Consolas"/>
                <a:ea typeface="+mn-lt"/>
                <a:cs typeface="+mn-lt"/>
              </a:rPr>
              <a:t> </a:t>
            </a:r>
            <a:r>
              <a:rPr lang="en-US" sz="1100" dirty="0">
                <a:solidFill>
                  <a:srgbClr val="D4D4D4"/>
                </a:solidFill>
                <a:latin typeface="Consolas"/>
                <a:ea typeface="+mn-lt"/>
                <a:cs typeface="+mn-lt"/>
              </a:rPr>
              <a:t>-</a:t>
            </a:r>
            <a:r>
              <a:rPr lang="en-US" sz="1100" dirty="0">
                <a:solidFill>
                  <a:srgbClr val="CCCCCC"/>
                </a:solidFill>
                <a:latin typeface="Consolas"/>
                <a:ea typeface="+mn-lt"/>
                <a:cs typeface="+mn-lt"/>
              </a:rPr>
              <a:t>f </a:t>
            </a:r>
            <a:r>
              <a:rPr lang="en-US" sz="1100" b="0" dirty="0" err="1">
                <a:solidFill>
                  <a:srgbClr val="CCCCCC"/>
                </a:solidFill>
                <a:effectLst/>
                <a:latin typeface="Consolas"/>
                <a:ea typeface="+mn-lt"/>
                <a:cs typeface="+mn-lt"/>
              </a:rPr>
              <a:t>ConsoleDockerApp</a:t>
            </a:r>
            <a:r>
              <a:rPr lang="en-US" sz="1100" b="0" dirty="0">
                <a:solidFill>
                  <a:srgbClr val="D4D4D4"/>
                </a:solidFill>
                <a:effectLst/>
                <a:latin typeface="Consolas"/>
                <a:ea typeface="+mn-lt"/>
                <a:cs typeface="+mn-lt"/>
              </a:rPr>
              <a:t>/</a:t>
            </a:r>
            <a:r>
              <a:rPr lang="en-US" sz="1100" dirty="0">
                <a:solidFill>
                  <a:srgbClr val="9CDCFE"/>
                </a:solidFill>
                <a:latin typeface="Consolas"/>
                <a:ea typeface="+mn-lt"/>
                <a:cs typeface="+mn-lt"/>
              </a:rPr>
              <a:t>pom</a:t>
            </a:r>
            <a:r>
              <a:rPr lang="en-US" sz="1100" dirty="0">
                <a:solidFill>
                  <a:srgbClr val="CCCCCC"/>
                </a:solidFill>
                <a:latin typeface="Consolas"/>
                <a:ea typeface="+mn-lt"/>
                <a:cs typeface="+mn-lt"/>
              </a:rPr>
              <a:t>.</a:t>
            </a:r>
            <a:r>
              <a:rPr lang="en-US" sz="1100" dirty="0">
                <a:solidFill>
                  <a:srgbClr val="9CDCFE"/>
                </a:solidFill>
                <a:latin typeface="Consolas"/>
                <a:ea typeface="+mn-lt"/>
                <a:cs typeface="+mn-lt"/>
              </a:rPr>
              <a:t>xml</a:t>
            </a:r>
            <a:r>
              <a:rPr lang="en-US" sz="1100" dirty="0">
                <a:solidFill>
                  <a:srgbClr val="CCCCCC"/>
                </a:solidFill>
                <a:latin typeface="Consolas"/>
                <a:ea typeface="+mn-lt"/>
                <a:cs typeface="+mn-lt"/>
              </a:rPr>
              <a:t> </a:t>
            </a:r>
            <a:r>
              <a:rPr lang="en-US" sz="1100" dirty="0" err="1">
                <a:solidFill>
                  <a:srgbClr val="CCCCCC"/>
                </a:solidFill>
                <a:latin typeface="Consolas"/>
                <a:ea typeface="+mn-lt"/>
                <a:cs typeface="+mn-lt"/>
              </a:rPr>
              <a:t>dependency</a:t>
            </a:r>
            <a:r>
              <a:rPr lang="en-US" sz="1100" dirty="0" err="1">
                <a:solidFill>
                  <a:srgbClr val="C586C0"/>
                </a:solidFill>
                <a:latin typeface="Consolas"/>
                <a:ea typeface="+mn-lt"/>
                <a:cs typeface="+mn-lt"/>
              </a:rPr>
              <a:t>:</a:t>
            </a:r>
            <a:r>
              <a:rPr lang="en-US" sz="1100" dirty="0" err="1">
                <a:solidFill>
                  <a:srgbClr val="CCCCCC"/>
                </a:solidFill>
                <a:latin typeface="Consolas"/>
                <a:ea typeface="+mn-lt"/>
                <a:cs typeface="+mn-lt"/>
              </a:rPr>
              <a:t>go</a:t>
            </a:r>
            <a:r>
              <a:rPr lang="en-US" sz="1100" dirty="0" err="1">
                <a:solidFill>
                  <a:srgbClr val="D4D4D4"/>
                </a:solidFill>
                <a:latin typeface="Consolas"/>
                <a:ea typeface="+mn-lt"/>
                <a:cs typeface="+mn-lt"/>
              </a:rPr>
              <a:t>-</a:t>
            </a:r>
            <a:r>
              <a:rPr lang="en-US" sz="1100" dirty="0" err="1">
                <a:solidFill>
                  <a:srgbClr val="CCCCCC"/>
                </a:solidFill>
                <a:latin typeface="Consolas"/>
                <a:ea typeface="+mn-lt"/>
                <a:cs typeface="+mn-lt"/>
              </a:rPr>
              <a:t>offline</a:t>
            </a:r>
            <a:endParaRPr lang="en-US" dirty="0" err="1"/>
          </a:p>
          <a:p>
            <a:r>
              <a:rPr lang="en-US" sz="1100" dirty="0">
                <a:solidFill>
                  <a:srgbClr val="CCCCCC"/>
                </a:solidFill>
                <a:latin typeface="Consolas"/>
                <a:ea typeface="+mn-lt"/>
                <a:cs typeface="+mn-lt"/>
              </a:rPr>
              <a:t># </a:t>
            </a:r>
            <a:r>
              <a:rPr lang="en-US" sz="1100" dirty="0">
                <a:solidFill>
                  <a:srgbClr val="4EC9B0"/>
                </a:solidFill>
                <a:latin typeface="Consolas"/>
                <a:ea typeface="+mn-lt"/>
                <a:cs typeface="+mn-lt"/>
              </a:rPr>
              <a:t>Copy</a:t>
            </a:r>
            <a:r>
              <a:rPr lang="en-US" sz="1100" dirty="0">
                <a:solidFill>
                  <a:srgbClr val="CCCCCC"/>
                </a:solidFill>
                <a:latin typeface="Consolas"/>
                <a:ea typeface="+mn-lt"/>
                <a:cs typeface="+mn-lt"/>
              </a:rPr>
              <a:t> source code and build the app</a:t>
            </a:r>
            <a:endParaRPr lang="en-US" dirty="0"/>
          </a:p>
          <a:p>
            <a:r>
              <a:rPr lang="en-US" sz="1100" dirty="0">
                <a:solidFill>
                  <a:srgbClr val="4EC9B0"/>
                </a:solidFill>
                <a:latin typeface="Consolas"/>
                <a:ea typeface="+mn-lt"/>
                <a:cs typeface="+mn-lt"/>
              </a:rPr>
              <a:t>COPY</a:t>
            </a:r>
            <a:r>
              <a:rPr lang="en-US" sz="1100" dirty="0">
                <a:solidFill>
                  <a:srgbClr val="CCCCCC"/>
                </a:solidFill>
                <a:latin typeface="Consolas"/>
                <a:ea typeface="+mn-lt"/>
                <a:cs typeface="+mn-lt"/>
              </a:rPr>
              <a:t> </a:t>
            </a:r>
            <a:r>
              <a:rPr lang="en-US" sz="1100" b="0" dirty="0" err="1">
                <a:solidFill>
                  <a:srgbClr val="CCCCCC"/>
                </a:solidFill>
                <a:effectLst/>
                <a:latin typeface="Consolas"/>
                <a:ea typeface="+mn-lt"/>
                <a:cs typeface="+mn-lt"/>
              </a:rPr>
              <a:t>ConsoleDockerApp</a:t>
            </a:r>
            <a:r>
              <a:rPr lang="en-US" sz="1100" b="0" dirty="0">
                <a:solidFill>
                  <a:srgbClr val="D4D4D4"/>
                </a:solidFill>
                <a:effectLst/>
                <a:latin typeface="Consolas"/>
                <a:ea typeface="+mn-lt"/>
                <a:cs typeface="+mn-lt"/>
              </a:rPr>
              <a:t>/</a:t>
            </a:r>
            <a:r>
              <a:rPr lang="en-US" sz="1100" dirty="0">
                <a:solidFill>
                  <a:srgbClr val="CCCCCC"/>
                </a:solidFill>
                <a:latin typeface="Consolas"/>
                <a:ea typeface="+mn-lt"/>
                <a:cs typeface="+mn-lt"/>
              </a:rPr>
              <a:t> </a:t>
            </a:r>
            <a:r>
              <a:rPr lang="en-US" sz="1100" b="0" dirty="0" err="1">
                <a:solidFill>
                  <a:srgbClr val="CCCCCC"/>
                </a:solidFill>
                <a:effectLst/>
                <a:latin typeface="Consolas"/>
                <a:ea typeface="+mn-lt"/>
                <a:cs typeface="+mn-lt"/>
              </a:rPr>
              <a:t>ConsoleDockerApp</a:t>
            </a:r>
            <a:r>
              <a:rPr lang="en-US" sz="1100" b="0" dirty="0">
                <a:solidFill>
                  <a:srgbClr val="D4D4D4"/>
                </a:solidFill>
                <a:effectLst/>
                <a:latin typeface="Consolas"/>
                <a:ea typeface="+mn-lt"/>
                <a:cs typeface="+mn-lt"/>
              </a:rPr>
              <a:t>/</a:t>
            </a:r>
            <a:endParaRPr lang="en-US" sz="1100" dirty="0">
              <a:solidFill>
                <a:srgbClr val="D4D4D4"/>
              </a:solidFill>
            </a:endParaRPr>
          </a:p>
          <a:p>
            <a:r>
              <a:rPr lang="en-US" sz="1100" b="0" dirty="0">
                <a:solidFill>
                  <a:srgbClr val="4EC9B0"/>
                </a:solidFill>
                <a:effectLst/>
                <a:latin typeface="Consolas"/>
                <a:ea typeface="+mn-lt"/>
                <a:cs typeface="+mn-lt"/>
              </a:rPr>
              <a:t>RUN</a:t>
            </a:r>
            <a:r>
              <a:rPr lang="en-US" sz="1100" b="0" dirty="0">
                <a:solidFill>
                  <a:srgbClr val="CCCCCC"/>
                </a:solidFill>
                <a:effectLst/>
                <a:latin typeface="Consolas"/>
                <a:ea typeface="+mn-lt"/>
                <a:cs typeface="+mn-lt"/>
              </a:rPr>
              <a:t> </a:t>
            </a:r>
            <a:r>
              <a:rPr lang="en-US" sz="1100" dirty="0" err="1">
                <a:solidFill>
                  <a:srgbClr val="CCCCCC"/>
                </a:solidFill>
                <a:latin typeface="Consolas"/>
                <a:ea typeface="+mn-lt"/>
                <a:cs typeface="+mn-lt"/>
              </a:rPr>
              <a:t>mvn</a:t>
            </a:r>
            <a:r>
              <a:rPr lang="en-US" sz="1100" dirty="0">
                <a:solidFill>
                  <a:srgbClr val="CCCCCC"/>
                </a:solidFill>
                <a:latin typeface="Consolas"/>
                <a:ea typeface="+mn-lt"/>
                <a:cs typeface="+mn-lt"/>
              </a:rPr>
              <a:t> </a:t>
            </a:r>
            <a:r>
              <a:rPr lang="en-US" sz="1100" dirty="0">
                <a:solidFill>
                  <a:srgbClr val="D4D4D4"/>
                </a:solidFill>
                <a:latin typeface="Consolas"/>
                <a:ea typeface="+mn-lt"/>
                <a:cs typeface="+mn-lt"/>
              </a:rPr>
              <a:t>-</a:t>
            </a:r>
            <a:r>
              <a:rPr lang="en-US" sz="1100" dirty="0">
                <a:solidFill>
                  <a:srgbClr val="CCCCCC"/>
                </a:solidFill>
                <a:latin typeface="Consolas"/>
                <a:ea typeface="+mn-lt"/>
                <a:cs typeface="+mn-lt"/>
              </a:rPr>
              <a:t>f </a:t>
            </a:r>
            <a:r>
              <a:rPr lang="en-US" sz="1100" b="0" dirty="0" err="1">
                <a:solidFill>
                  <a:srgbClr val="CCCCCC"/>
                </a:solidFill>
                <a:effectLst/>
                <a:latin typeface="Consolas"/>
                <a:ea typeface="+mn-lt"/>
                <a:cs typeface="+mn-lt"/>
              </a:rPr>
              <a:t>ConsoleDockerApp</a:t>
            </a:r>
            <a:r>
              <a:rPr lang="en-US" sz="1100" b="0" dirty="0">
                <a:solidFill>
                  <a:srgbClr val="D4D4D4"/>
                </a:solidFill>
                <a:effectLst/>
                <a:latin typeface="Consolas"/>
                <a:ea typeface="+mn-lt"/>
                <a:cs typeface="+mn-lt"/>
              </a:rPr>
              <a:t>/</a:t>
            </a:r>
            <a:r>
              <a:rPr lang="en-US" sz="1100" dirty="0">
                <a:solidFill>
                  <a:srgbClr val="9CDCFE"/>
                </a:solidFill>
                <a:latin typeface="Consolas"/>
                <a:ea typeface="+mn-lt"/>
                <a:cs typeface="+mn-lt"/>
              </a:rPr>
              <a:t>pom</a:t>
            </a:r>
            <a:r>
              <a:rPr lang="en-US" sz="1100" b="0" dirty="0">
                <a:solidFill>
                  <a:srgbClr val="CCCCCC"/>
                </a:solidFill>
                <a:effectLst/>
                <a:latin typeface="Consolas"/>
                <a:ea typeface="+mn-lt"/>
                <a:cs typeface="+mn-lt"/>
              </a:rPr>
              <a:t>.</a:t>
            </a:r>
            <a:r>
              <a:rPr lang="en-US" sz="1100" dirty="0">
                <a:solidFill>
                  <a:srgbClr val="9CDCFE"/>
                </a:solidFill>
                <a:latin typeface="Consolas"/>
                <a:ea typeface="+mn-lt"/>
                <a:cs typeface="+mn-lt"/>
              </a:rPr>
              <a:t>xml</a:t>
            </a:r>
            <a:r>
              <a:rPr lang="en-US" sz="1100" dirty="0">
                <a:solidFill>
                  <a:srgbClr val="CCCCCC"/>
                </a:solidFill>
                <a:latin typeface="Consolas"/>
                <a:ea typeface="+mn-lt"/>
                <a:cs typeface="+mn-lt"/>
              </a:rPr>
              <a:t> clean </a:t>
            </a:r>
            <a:r>
              <a:rPr lang="en-US" sz="1100" dirty="0">
                <a:solidFill>
                  <a:srgbClr val="569CD6"/>
                </a:solidFill>
                <a:latin typeface="Consolas"/>
                <a:ea typeface="+mn-lt"/>
                <a:cs typeface="+mn-lt"/>
              </a:rPr>
              <a:t>package</a:t>
            </a:r>
            <a:r>
              <a:rPr lang="en-US" sz="1100" dirty="0">
                <a:solidFill>
                  <a:srgbClr val="CCCCCC"/>
                </a:solidFill>
                <a:latin typeface="Consolas"/>
                <a:ea typeface="+mn-lt"/>
                <a:cs typeface="+mn-lt"/>
              </a:rPr>
              <a:t> </a:t>
            </a:r>
            <a:r>
              <a:rPr lang="en-US" sz="1100" b="0" dirty="0">
                <a:solidFill>
                  <a:srgbClr val="F44747"/>
                </a:solidFill>
                <a:effectLst/>
                <a:latin typeface="Consolas"/>
                <a:ea typeface="+mn-lt"/>
                <a:cs typeface="+mn-lt"/>
              </a:rPr>
              <a:t>-</a:t>
            </a:r>
            <a:r>
              <a:rPr lang="en-US" sz="1100" dirty="0" err="1">
                <a:solidFill>
                  <a:srgbClr val="F44747"/>
                </a:solidFill>
                <a:latin typeface="Consolas"/>
                <a:ea typeface="+mn-lt"/>
                <a:cs typeface="+mn-lt"/>
              </a:rPr>
              <a:t>D</a:t>
            </a:r>
            <a:r>
              <a:rPr lang="en-US" sz="1100" dirty="0" err="1">
                <a:solidFill>
                  <a:srgbClr val="D4D4D4"/>
                </a:solidFill>
                <a:latin typeface="Consolas"/>
                <a:ea typeface="+mn-lt"/>
                <a:cs typeface="+mn-lt"/>
              </a:rPr>
              <a:t>skip</a:t>
            </a:r>
            <a:r>
              <a:rPr lang="en-US" sz="1100" dirty="0" err="1">
                <a:solidFill>
                  <a:srgbClr val="F44747"/>
                </a:solidFill>
                <a:latin typeface="Consolas"/>
                <a:ea typeface="+mn-lt"/>
                <a:cs typeface="+mn-lt"/>
              </a:rPr>
              <a:t>T</a:t>
            </a:r>
            <a:r>
              <a:rPr lang="en-US" sz="1100" dirty="0" err="1">
                <a:solidFill>
                  <a:srgbClr val="D4D4D4"/>
                </a:solidFill>
                <a:latin typeface="Consolas"/>
                <a:ea typeface="+mn-lt"/>
                <a:cs typeface="+mn-lt"/>
              </a:rPr>
              <a:t>ests</a:t>
            </a:r>
            <a:endParaRPr lang="en-US" dirty="0" err="1"/>
          </a:p>
          <a:p>
            <a:r>
              <a:rPr lang="en-US" sz="1100" dirty="0">
                <a:solidFill>
                  <a:srgbClr val="D4D4D4"/>
                </a:solidFill>
                <a:latin typeface="Consolas"/>
                <a:ea typeface="+mn-lt"/>
                <a:cs typeface="+mn-lt"/>
              </a:rPr>
              <a:t># </a:t>
            </a:r>
            <a:r>
              <a:rPr lang="en-US" sz="1100" dirty="0">
                <a:solidFill>
                  <a:srgbClr val="F44747"/>
                </a:solidFill>
                <a:latin typeface="Consolas"/>
                <a:ea typeface="+mn-lt"/>
                <a:cs typeface="+mn-lt"/>
              </a:rPr>
              <a:t>S</a:t>
            </a:r>
            <a:r>
              <a:rPr lang="en-US" sz="1100" dirty="0">
                <a:solidFill>
                  <a:srgbClr val="D4D4D4"/>
                </a:solidFill>
                <a:latin typeface="Consolas"/>
                <a:ea typeface="+mn-lt"/>
                <a:cs typeface="+mn-lt"/>
              </a:rPr>
              <a:t>tage </a:t>
            </a:r>
            <a:r>
              <a:rPr lang="en-US" sz="1100" dirty="0">
                <a:solidFill>
                  <a:srgbClr val="F44747"/>
                </a:solidFill>
                <a:latin typeface="Consolas"/>
                <a:ea typeface="+mn-lt"/>
                <a:cs typeface="+mn-lt"/>
              </a:rPr>
              <a:t>2</a:t>
            </a:r>
            <a:r>
              <a:rPr lang="en-US" sz="1100" dirty="0">
                <a:solidFill>
                  <a:srgbClr val="D4D4D4"/>
                </a:solidFill>
                <a:latin typeface="Consolas"/>
                <a:ea typeface="+mn-lt"/>
                <a:cs typeface="+mn-lt"/>
              </a:rPr>
              <a:t>: </a:t>
            </a:r>
            <a:r>
              <a:rPr lang="en-US" sz="1100" dirty="0">
                <a:solidFill>
                  <a:srgbClr val="F44747"/>
                </a:solidFill>
                <a:latin typeface="Consolas"/>
                <a:ea typeface="+mn-lt"/>
                <a:cs typeface="+mn-lt"/>
              </a:rPr>
              <a:t>R</a:t>
            </a:r>
            <a:r>
              <a:rPr lang="en-US" sz="1100" dirty="0">
                <a:solidFill>
                  <a:srgbClr val="D4D4D4"/>
                </a:solidFill>
                <a:latin typeface="Consolas"/>
                <a:ea typeface="+mn-lt"/>
                <a:cs typeface="+mn-lt"/>
              </a:rPr>
              <a:t>un</a:t>
            </a:r>
            <a:endParaRPr lang="en-US" dirty="0"/>
          </a:p>
          <a:p>
            <a:r>
              <a:rPr lang="en-US" sz="1100" dirty="0">
                <a:solidFill>
                  <a:srgbClr val="F44747"/>
                </a:solidFill>
                <a:latin typeface="Consolas"/>
                <a:ea typeface="+mn-lt"/>
                <a:cs typeface="+mn-lt"/>
              </a:rPr>
              <a:t>FROM</a:t>
            </a:r>
            <a:r>
              <a:rPr lang="en-US" sz="1100" b="0" dirty="0">
                <a:solidFill>
                  <a:srgbClr val="D4D4D4"/>
                </a:solidFill>
                <a:effectLst/>
                <a:latin typeface="Consolas"/>
                <a:ea typeface="+mn-lt"/>
                <a:cs typeface="+mn-lt"/>
              </a:rPr>
              <a:t> </a:t>
            </a:r>
            <a:r>
              <a:rPr lang="en-US" sz="1100" dirty="0">
                <a:solidFill>
                  <a:srgbClr val="D4D4D4"/>
                </a:solidFill>
                <a:latin typeface="Consolas"/>
                <a:ea typeface="+mn-lt"/>
                <a:cs typeface="+mn-lt"/>
              </a:rPr>
              <a:t>eclipse</a:t>
            </a:r>
            <a:r>
              <a:rPr lang="en-US" sz="1100" dirty="0">
                <a:solidFill>
                  <a:srgbClr val="F44747"/>
                </a:solidFill>
                <a:latin typeface="Consolas"/>
                <a:ea typeface="+mn-lt"/>
                <a:cs typeface="+mn-lt"/>
              </a:rPr>
              <a:t>-</a:t>
            </a:r>
            <a:r>
              <a:rPr lang="en-US" sz="1100" dirty="0">
                <a:solidFill>
                  <a:srgbClr val="D4D4D4"/>
                </a:solidFill>
                <a:latin typeface="Consolas"/>
                <a:ea typeface="+mn-lt"/>
                <a:cs typeface="+mn-lt"/>
              </a:rPr>
              <a:t>temurin:</a:t>
            </a:r>
            <a:r>
              <a:rPr lang="en-US" sz="1100" dirty="0">
                <a:solidFill>
                  <a:srgbClr val="F44747"/>
                </a:solidFill>
                <a:latin typeface="Consolas"/>
                <a:ea typeface="+mn-lt"/>
                <a:cs typeface="+mn-lt"/>
              </a:rPr>
              <a:t>21-</a:t>
            </a:r>
            <a:r>
              <a:rPr lang="en-US" sz="1100" dirty="0">
                <a:solidFill>
                  <a:srgbClr val="D4D4D4"/>
                </a:solidFill>
                <a:latin typeface="Consolas"/>
                <a:ea typeface="+mn-lt"/>
                <a:cs typeface="+mn-lt"/>
              </a:rPr>
              <a:t>jre </a:t>
            </a:r>
            <a:r>
              <a:rPr lang="en-US" sz="1100" b="0" dirty="0">
                <a:solidFill>
                  <a:srgbClr val="F44747"/>
                </a:solidFill>
                <a:effectLst/>
                <a:latin typeface="Consolas"/>
                <a:ea typeface="+mn-lt"/>
                <a:cs typeface="+mn-lt"/>
              </a:rPr>
              <a:t>AS</a:t>
            </a:r>
            <a:r>
              <a:rPr lang="en-US" sz="1100" b="0" dirty="0">
                <a:solidFill>
                  <a:srgbClr val="D4D4D4"/>
                </a:solidFill>
                <a:effectLst/>
                <a:latin typeface="Consolas"/>
                <a:ea typeface="+mn-lt"/>
                <a:cs typeface="+mn-lt"/>
              </a:rPr>
              <a:t> </a:t>
            </a:r>
            <a:r>
              <a:rPr lang="en-US" sz="1100" dirty="0">
                <a:solidFill>
                  <a:srgbClr val="D4D4D4"/>
                </a:solidFill>
                <a:latin typeface="Consolas"/>
                <a:ea typeface="+mn-lt"/>
                <a:cs typeface="+mn-lt"/>
              </a:rPr>
              <a:t>runtime</a:t>
            </a:r>
            <a:endParaRPr lang="en-US" dirty="0"/>
          </a:p>
          <a:p>
            <a:r>
              <a:rPr lang="en-US" sz="1100" b="0" dirty="0">
                <a:solidFill>
                  <a:srgbClr val="F44747"/>
                </a:solidFill>
                <a:effectLst/>
                <a:latin typeface="Consolas"/>
                <a:ea typeface="+mn-lt"/>
                <a:cs typeface="+mn-lt"/>
              </a:rPr>
              <a:t>WORKDIR</a:t>
            </a:r>
            <a:r>
              <a:rPr lang="en-US" sz="1100" b="0" dirty="0">
                <a:solidFill>
                  <a:srgbClr val="D4D4D4"/>
                </a:solidFill>
                <a:effectLst/>
                <a:latin typeface="Consolas"/>
                <a:ea typeface="+mn-lt"/>
                <a:cs typeface="+mn-lt"/>
              </a:rPr>
              <a:t> /app</a:t>
            </a:r>
            <a:endParaRPr lang="en-US" sz="1100" dirty="0">
              <a:solidFill>
                <a:srgbClr val="D4D4D4"/>
              </a:solidFill>
            </a:endParaRPr>
          </a:p>
          <a:p>
            <a:r>
              <a:rPr lang="en-US" sz="1100" dirty="0">
                <a:solidFill>
                  <a:srgbClr val="D4D4D4"/>
                </a:solidFill>
                <a:latin typeface="Consolas"/>
                <a:ea typeface="+mn-lt"/>
                <a:cs typeface="+mn-lt"/>
              </a:rPr>
              <a:t># </a:t>
            </a:r>
            <a:r>
              <a:rPr lang="en-US" sz="1100" dirty="0">
                <a:solidFill>
                  <a:srgbClr val="F44747"/>
                </a:solidFill>
                <a:latin typeface="Consolas"/>
                <a:ea typeface="+mn-lt"/>
                <a:cs typeface="+mn-lt"/>
              </a:rPr>
              <a:t>C</a:t>
            </a:r>
            <a:r>
              <a:rPr lang="en-US" sz="1100" dirty="0">
                <a:solidFill>
                  <a:srgbClr val="D4D4D4"/>
                </a:solidFill>
                <a:latin typeface="Consolas"/>
                <a:ea typeface="+mn-lt"/>
                <a:cs typeface="+mn-lt"/>
              </a:rPr>
              <a:t>opy compiled app from build stage</a:t>
            </a:r>
            <a:endParaRPr lang="en-US" dirty="0"/>
          </a:p>
          <a:p>
            <a:r>
              <a:rPr lang="en-US" sz="1100" b="0" dirty="0">
                <a:solidFill>
                  <a:srgbClr val="F44747"/>
                </a:solidFill>
                <a:effectLst/>
                <a:latin typeface="Consolas"/>
                <a:ea typeface="+mn-lt"/>
                <a:cs typeface="+mn-lt"/>
              </a:rPr>
              <a:t>COPY</a:t>
            </a:r>
            <a:r>
              <a:rPr lang="en-US" sz="1100" b="0" dirty="0">
                <a:solidFill>
                  <a:srgbClr val="D4D4D4"/>
                </a:solidFill>
                <a:effectLst/>
                <a:latin typeface="Consolas"/>
                <a:ea typeface="+mn-lt"/>
                <a:cs typeface="+mn-lt"/>
              </a:rPr>
              <a:t> </a:t>
            </a:r>
            <a:r>
              <a:rPr lang="en-US" sz="1100" b="0" dirty="0">
                <a:solidFill>
                  <a:srgbClr val="F44747"/>
                </a:solidFill>
                <a:effectLst/>
                <a:latin typeface="Consolas"/>
                <a:ea typeface="+mn-lt"/>
                <a:cs typeface="+mn-lt"/>
              </a:rPr>
              <a:t>--</a:t>
            </a:r>
            <a:r>
              <a:rPr lang="en-US" sz="1100" b="0" dirty="0">
                <a:solidFill>
                  <a:srgbClr val="D4D4D4"/>
                </a:solidFill>
                <a:effectLst/>
                <a:latin typeface="Consolas"/>
                <a:ea typeface="+mn-lt"/>
                <a:cs typeface="+mn-lt"/>
              </a:rPr>
              <a:t>from=</a:t>
            </a:r>
            <a:r>
              <a:rPr lang="en-US" sz="1100" dirty="0">
                <a:solidFill>
                  <a:srgbClr val="D4D4D4"/>
                </a:solidFill>
                <a:latin typeface="Consolas"/>
                <a:ea typeface="+mn-lt"/>
                <a:cs typeface="+mn-lt"/>
              </a:rPr>
              <a:t>build </a:t>
            </a:r>
            <a:r>
              <a:rPr lang="en-US" sz="1100" b="0" dirty="0">
                <a:solidFill>
                  <a:srgbClr val="D4D4D4"/>
                </a:solidFill>
                <a:effectLst/>
                <a:latin typeface="Consolas"/>
                <a:ea typeface="+mn-lt"/>
                <a:cs typeface="+mn-lt"/>
              </a:rPr>
              <a:t>/app/</a:t>
            </a:r>
            <a:r>
              <a:rPr lang="en-US" sz="1100" dirty="0" err="1">
                <a:solidFill>
                  <a:srgbClr val="F44747"/>
                </a:solidFill>
                <a:latin typeface="Consolas"/>
                <a:ea typeface="+mn-lt"/>
                <a:cs typeface="+mn-lt"/>
              </a:rPr>
              <a:t>C</a:t>
            </a:r>
            <a:r>
              <a:rPr lang="en-US" sz="1100" dirty="0" err="1">
                <a:solidFill>
                  <a:srgbClr val="D4D4D4"/>
                </a:solidFill>
                <a:latin typeface="Consolas"/>
                <a:ea typeface="+mn-lt"/>
                <a:cs typeface="+mn-lt"/>
              </a:rPr>
              <a:t>onsole</a:t>
            </a:r>
            <a:r>
              <a:rPr lang="en-US" sz="1100" dirty="0" err="1">
                <a:solidFill>
                  <a:srgbClr val="F44747"/>
                </a:solidFill>
                <a:latin typeface="Consolas"/>
                <a:ea typeface="+mn-lt"/>
                <a:cs typeface="+mn-lt"/>
              </a:rPr>
              <a:t>D</a:t>
            </a:r>
            <a:r>
              <a:rPr lang="en-US" sz="1100" dirty="0" err="1">
                <a:solidFill>
                  <a:srgbClr val="D4D4D4"/>
                </a:solidFill>
                <a:latin typeface="Consolas"/>
                <a:ea typeface="+mn-lt"/>
                <a:cs typeface="+mn-lt"/>
              </a:rPr>
              <a:t>ocker</a:t>
            </a:r>
            <a:r>
              <a:rPr lang="en-US" sz="1100" dirty="0" err="1">
                <a:solidFill>
                  <a:srgbClr val="F44747"/>
                </a:solidFill>
                <a:latin typeface="Consolas"/>
                <a:ea typeface="+mn-lt"/>
                <a:cs typeface="+mn-lt"/>
              </a:rPr>
              <a:t>A</a:t>
            </a:r>
            <a:r>
              <a:rPr lang="en-US" sz="1100" dirty="0" err="1">
                <a:solidFill>
                  <a:srgbClr val="D4D4D4"/>
                </a:solidFill>
                <a:latin typeface="Consolas"/>
                <a:ea typeface="+mn-lt"/>
                <a:cs typeface="+mn-lt"/>
              </a:rPr>
              <a:t>pp</a:t>
            </a:r>
            <a:r>
              <a:rPr lang="en-US" sz="1100" dirty="0">
                <a:solidFill>
                  <a:srgbClr val="D4D4D4"/>
                </a:solidFill>
                <a:latin typeface="Consolas"/>
                <a:ea typeface="+mn-lt"/>
                <a:cs typeface="+mn-lt"/>
              </a:rPr>
              <a:t>/target/</a:t>
            </a:r>
            <a:r>
              <a:rPr lang="en-US" sz="1100" dirty="0">
                <a:solidFill>
                  <a:srgbClr val="F44747"/>
                </a:solidFill>
                <a:latin typeface="Consolas"/>
                <a:ea typeface="+mn-lt"/>
                <a:cs typeface="+mn-lt"/>
              </a:rPr>
              <a:t>C</a:t>
            </a:r>
            <a:r>
              <a:rPr lang="en-US" sz="1100" dirty="0">
                <a:solidFill>
                  <a:srgbClr val="D4D4D4"/>
                </a:solidFill>
                <a:latin typeface="Consolas"/>
                <a:ea typeface="+mn-lt"/>
                <a:cs typeface="+mn-lt"/>
              </a:rPr>
              <a:t>onsole</a:t>
            </a:r>
            <a:r>
              <a:rPr lang="en-US" sz="1100" dirty="0">
                <a:solidFill>
                  <a:srgbClr val="F44747"/>
                </a:solidFill>
                <a:latin typeface="Consolas"/>
                <a:ea typeface="+mn-lt"/>
                <a:cs typeface="+mn-lt"/>
              </a:rPr>
              <a:t>D</a:t>
            </a:r>
            <a:r>
              <a:rPr lang="en-US" sz="1100" dirty="0">
                <a:solidFill>
                  <a:srgbClr val="D4D4D4"/>
                </a:solidFill>
                <a:latin typeface="Consolas"/>
                <a:ea typeface="+mn-lt"/>
                <a:cs typeface="+mn-lt"/>
              </a:rPr>
              <a:t>ocker</a:t>
            </a:r>
            <a:r>
              <a:rPr lang="en-US" sz="1100" dirty="0">
                <a:solidFill>
                  <a:srgbClr val="F44747"/>
                </a:solidFill>
                <a:latin typeface="Consolas"/>
                <a:ea typeface="+mn-lt"/>
                <a:cs typeface="+mn-lt"/>
              </a:rPr>
              <a:t>A</a:t>
            </a:r>
            <a:r>
              <a:rPr lang="en-US" sz="1100" dirty="0">
                <a:solidFill>
                  <a:srgbClr val="D4D4D4"/>
                </a:solidFill>
                <a:latin typeface="Consolas"/>
                <a:ea typeface="+mn-lt"/>
                <a:cs typeface="+mn-lt"/>
              </a:rPr>
              <a:t>pp</a:t>
            </a:r>
            <a:r>
              <a:rPr lang="en-US" sz="1100" dirty="0">
                <a:solidFill>
                  <a:srgbClr val="F44747"/>
                </a:solidFill>
                <a:latin typeface="Consolas"/>
                <a:ea typeface="+mn-lt"/>
                <a:cs typeface="+mn-lt"/>
              </a:rPr>
              <a:t>-</a:t>
            </a:r>
            <a:r>
              <a:rPr lang="en-US" sz="1100" dirty="0">
                <a:solidFill>
                  <a:srgbClr val="D4D4D4"/>
                </a:solidFill>
                <a:latin typeface="Consolas"/>
                <a:ea typeface="+mn-lt"/>
                <a:cs typeface="+mn-lt"/>
              </a:rPr>
              <a:t>*.jar app</a:t>
            </a:r>
            <a:r>
              <a:rPr lang="en-US" sz="1100" b="0" dirty="0">
                <a:solidFill>
                  <a:srgbClr val="D4D4D4"/>
                </a:solidFill>
                <a:effectLst/>
                <a:latin typeface="Consolas"/>
                <a:ea typeface="+mn-lt"/>
                <a:cs typeface="+mn-lt"/>
              </a:rPr>
              <a:t>.</a:t>
            </a:r>
            <a:r>
              <a:rPr lang="en-US" sz="1100" dirty="0">
                <a:solidFill>
                  <a:srgbClr val="D4D4D4"/>
                </a:solidFill>
                <a:latin typeface="Consolas"/>
                <a:ea typeface="+mn-lt"/>
                <a:cs typeface="+mn-lt"/>
              </a:rPr>
              <a:t>jar</a:t>
            </a:r>
            <a:endParaRPr lang="en-US" dirty="0"/>
          </a:p>
          <a:p>
            <a:r>
              <a:rPr lang="en-US" sz="1100" dirty="0">
                <a:solidFill>
                  <a:srgbClr val="D4D4D4"/>
                </a:solidFill>
                <a:latin typeface="Consolas"/>
                <a:ea typeface="+mn-lt"/>
                <a:cs typeface="+mn-lt"/>
              </a:rPr>
              <a:t># </a:t>
            </a:r>
            <a:r>
              <a:rPr lang="en-US" sz="1100" dirty="0">
                <a:solidFill>
                  <a:srgbClr val="F44747"/>
                </a:solidFill>
                <a:latin typeface="Consolas"/>
                <a:ea typeface="+mn-lt"/>
                <a:cs typeface="+mn-lt"/>
              </a:rPr>
              <a:t>R</a:t>
            </a:r>
            <a:r>
              <a:rPr lang="en-US" sz="1100" dirty="0">
                <a:solidFill>
                  <a:srgbClr val="D4D4D4"/>
                </a:solidFill>
                <a:latin typeface="Consolas"/>
                <a:ea typeface="+mn-lt"/>
                <a:cs typeface="+mn-lt"/>
              </a:rPr>
              <a:t>un the app</a:t>
            </a:r>
            <a:endParaRPr lang="en-US" dirty="0"/>
          </a:p>
          <a:p>
            <a:r>
              <a:rPr lang="en-US" sz="1100" b="0" dirty="0">
                <a:solidFill>
                  <a:srgbClr val="F44747"/>
                </a:solidFill>
                <a:effectLst/>
                <a:latin typeface="Consolas"/>
                <a:ea typeface="+mn-lt"/>
                <a:cs typeface="+mn-lt"/>
              </a:rPr>
              <a:t>ENTRYPOINT</a:t>
            </a:r>
            <a:r>
              <a:rPr lang="en-US" sz="1100" b="0" dirty="0">
                <a:solidFill>
                  <a:srgbClr val="D4D4D4"/>
                </a:solidFill>
                <a:effectLst/>
                <a:latin typeface="Consolas"/>
                <a:ea typeface="+mn-lt"/>
                <a:cs typeface="+mn-lt"/>
              </a:rPr>
              <a:t> ["</a:t>
            </a:r>
            <a:r>
              <a:rPr lang="en-US" sz="1100" dirty="0">
                <a:solidFill>
                  <a:srgbClr val="D4D4D4"/>
                </a:solidFill>
                <a:latin typeface="Consolas"/>
                <a:ea typeface="+mn-lt"/>
                <a:cs typeface="+mn-lt"/>
              </a:rPr>
              <a:t>java", "</a:t>
            </a:r>
            <a:r>
              <a:rPr lang="en-US" sz="1100" dirty="0">
                <a:solidFill>
                  <a:srgbClr val="F44747"/>
                </a:solidFill>
                <a:latin typeface="Consolas"/>
                <a:ea typeface="+mn-lt"/>
                <a:cs typeface="+mn-lt"/>
              </a:rPr>
              <a:t>-</a:t>
            </a:r>
            <a:r>
              <a:rPr lang="en-US" sz="1100" dirty="0">
                <a:solidFill>
                  <a:srgbClr val="D4D4D4"/>
                </a:solidFill>
                <a:latin typeface="Consolas"/>
                <a:ea typeface="+mn-lt"/>
                <a:cs typeface="+mn-lt"/>
              </a:rPr>
              <a:t>jar</a:t>
            </a:r>
            <a:r>
              <a:rPr lang="en-US" sz="1100" b="0" dirty="0">
                <a:solidFill>
                  <a:srgbClr val="D4D4D4"/>
                </a:solidFill>
                <a:effectLst/>
                <a:latin typeface="Consolas"/>
                <a:ea typeface="+mn-lt"/>
                <a:cs typeface="+mn-lt"/>
              </a:rPr>
              <a:t>", "</a:t>
            </a:r>
            <a:r>
              <a:rPr lang="en-US" sz="1100" dirty="0">
                <a:solidFill>
                  <a:srgbClr val="D4D4D4"/>
                </a:solidFill>
                <a:latin typeface="Consolas"/>
                <a:ea typeface="+mn-lt"/>
                <a:cs typeface="+mn-lt"/>
              </a:rPr>
              <a:t>app</a:t>
            </a:r>
            <a:r>
              <a:rPr lang="en-US" sz="1100" b="0" dirty="0">
                <a:solidFill>
                  <a:srgbClr val="D4D4D4"/>
                </a:solidFill>
                <a:effectLst/>
                <a:latin typeface="Consolas"/>
                <a:ea typeface="+mn-lt"/>
                <a:cs typeface="+mn-lt"/>
              </a:rPr>
              <a:t>.</a:t>
            </a:r>
            <a:r>
              <a:rPr lang="en-US" sz="1100" dirty="0">
                <a:solidFill>
                  <a:srgbClr val="D4D4D4"/>
                </a:solidFill>
                <a:latin typeface="Consolas"/>
                <a:ea typeface="+mn-lt"/>
                <a:cs typeface="+mn-lt"/>
              </a:rPr>
              <a:t>jar</a:t>
            </a:r>
            <a:r>
              <a:rPr lang="en-US" sz="1100" b="0" dirty="0">
                <a:solidFill>
                  <a:srgbClr val="D4D4D4"/>
                </a:solidFill>
                <a:effectLst/>
                <a:latin typeface="Consolas"/>
                <a:ea typeface="+mn-lt"/>
                <a:cs typeface="+mn-lt"/>
              </a:rPr>
              <a:t>"]</a:t>
            </a:r>
            <a:endParaRPr lang="en-US" sz="1100" dirty="0">
              <a:solidFill>
                <a:srgbClr val="D4D4D4"/>
              </a:solidFill>
            </a:endParaRPr>
          </a:p>
          <a:p>
            <a:pPr>
              <a:lnSpc>
                <a:spcPts val="1800"/>
              </a:lnSpc>
            </a:pPr>
            <a:endParaRPr lang="en-US" sz="1600" dirty="0">
              <a:solidFill>
                <a:srgbClr val="CCCCCC"/>
              </a:solidFill>
              <a:latin typeface="Consolas"/>
              <a:ea typeface="Roboto Light"/>
              <a:cs typeface="Roboto Light"/>
            </a:endParaRPr>
          </a:p>
        </p:txBody>
      </p:sp>
    </p:spTree>
    <p:extLst>
      <p:ext uri="{BB962C8B-B14F-4D97-AF65-F5344CB8AC3E}">
        <p14:creationId xmlns:p14="http://schemas.microsoft.com/office/powerpoint/2010/main" val="2581144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0"/>
          </p:nvPr>
        </p:nvSpPr>
        <p:spPr/>
        <p:txBody>
          <a:bodyPr/>
          <a:lstStyle/>
          <a:p>
            <a:r>
              <a:rPr lang="en-US" altLang="en-US" dirty="0"/>
              <a:t>Layer Sharing between Images</a:t>
            </a:r>
            <a:endParaRPr lang="en-US" dirty="0"/>
          </a:p>
        </p:txBody>
      </p:sp>
      <p:sp>
        <p:nvSpPr>
          <p:cNvPr id="9" name="Rectangle 8"/>
          <p:cNvSpPr/>
          <p:nvPr/>
        </p:nvSpPr>
        <p:spPr>
          <a:xfrm>
            <a:off x="5764697" y="1878914"/>
            <a:ext cx="3470177" cy="3036943"/>
          </a:xfrm>
          <a:prstGeom prst="rect">
            <a:avLst/>
          </a:prstGeom>
          <a:noFill/>
          <a:ln w="28575">
            <a:solidFill>
              <a:srgbClr val="F4814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r>
              <a:rPr lang="en-IN" dirty="0">
                <a:solidFill>
                  <a:schemeClr val="tx2">
                    <a:lumMod val="10000"/>
                    <a:lumOff val="90000"/>
                  </a:schemeClr>
                </a:solidFill>
              </a:rPr>
              <a:t>Java App Image</a:t>
            </a:r>
          </a:p>
        </p:txBody>
      </p:sp>
      <p:grpSp>
        <p:nvGrpSpPr>
          <p:cNvPr id="29" name="Group 28">
            <a:extLst>
              <a:ext uri="{FF2B5EF4-FFF2-40B4-BE49-F238E27FC236}">
                <a16:creationId xmlns:a16="http://schemas.microsoft.com/office/drawing/2014/main" id="{3244E346-945F-4BA2-AE3C-A927B4F799EB}"/>
              </a:ext>
            </a:extLst>
          </p:cNvPr>
          <p:cNvGrpSpPr/>
          <p:nvPr/>
        </p:nvGrpSpPr>
        <p:grpSpPr>
          <a:xfrm>
            <a:off x="2336380" y="2122282"/>
            <a:ext cx="3216792" cy="696850"/>
            <a:chOff x="2336380" y="2452694"/>
            <a:chExt cx="3216792" cy="696850"/>
          </a:xfrm>
        </p:grpSpPr>
        <p:sp>
          <p:nvSpPr>
            <p:cNvPr id="21" name="Freeform: Shape 20">
              <a:extLst>
                <a:ext uri="{FF2B5EF4-FFF2-40B4-BE49-F238E27FC236}">
                  <a16:creationId xmlns:a16="http://schemas.microsoft.com/office/drawing/2014/main" id="{F8C078AA-661A-482B-9FF2-BA6B34E311C4}"/>
                </a:ext>
              </a:extLst>
            </p:cNvPr>
            <p:cNvSpPr/>
            <p:nvPr/>
          </p:nvSpPr>
          <p:spPr>
            <a:xfrm>
              <a:off x="2336380" y="2452694"/>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3000" kern="1200" dirty="0"/>
                <a:t>…</a:t>
              </a:r>
            </a:p>
          </p:txBody>
        </p:sp>
        <p:pic>
          <p:nvPicPr>
            <p:cNvPr id="13" name="Graphic 12" descr="Lock">
              <a:extLst>
                <a:ext uri="{FF2B5EF4-FFF2-40B4-BE49-F238E27FC236}">
                  <a16:creationId xmlns:a16="http://schemas.microsoft.com/office/drawing/2014/main" id="{07BF1AB5-6327-4E01-9411-039E6EE2CA1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12736" y="2582785"/>
              <a:ext cx="342944" cy="401840"/>
            </a:xfrm>
            <a:prstGeom prst="rect">
              <a:avLst/>
            </a:prstGeom>
          </p:spPr>
        </p:pic>
      </p:grpSp>
      <p:grpSp>
        <p:nvGrpSpPr>
          <p:cNvPr id="28" name="Group 27">
            <a:extLst>
              <a:ext uri="{FF2B5EF4-FFF2-40B4-BE49-F238E27FC236}">
                <a16:creationId xmlns:a16="http://schemas.microsoft.com/office/drawing/2014/main" id="{66ADCC4A-C8E9-4A52-BF6E-D53151B1A439}"/>
              </a:ext>
            </a:extLst>
          </p:cNvPr>
          <p:cNvGrpSpPr/>
          <p:nvPr/>
        </p:nvGrpSpPr>
        <p:grpSpPr>
          <a:xfrm>
            <a:off x="2336380" y="2876099"/>
            <a:ext cx="3216792" cy="696850"/>
            <a:chOff x="2336380" y="3206511"/>
            <a:chExt cx="3216792" cy="696850"/>
          </a:xfrm>
        </p:grpSpPr>
        <p:sp>
          <p:nvSpPr>
            <p:cNvPr id="20" name="Freeform: Shape 19">
              <a:extLst>
                <a:ext uri="{FF2B5EF4-FFF2-40B4-BE49-F238E27FC236}">
                  <a16:creationId xmlns:a16="http://schemas.microsoft.com/office/drawing/2014/main" id="{343B5775-381C-4F91-9D5A-334FF92922B5}"/>
                </a:ext>
              </a:extLst>
            </p:cNvPr>
            <p:cNvSpPr/>
            <p:nvPr/>
          </p:nvSpPr>
          <p:spPr>
            <a:xfrm>
              <a:off x="2336380" y="3206511"/>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1850" tIns="111850" rIns="111850" bIns="111850" numCol="1" spcCol="1270" anchor="ctr" anchorCtr="0">
              <a:noAutofit/>
            </a:bodyPr>
            <a:lstStyle/>
            <a:p>
              <a:pPr marL="0" lvl="0" indent="0" algn="ctr" defTabSz="1066800">
                <a:lnSpc>
                  <a:spcPct val="90000"/>
                </a:lnSpc>
                <a:spcBef>
                  <a:spcPct val="0"/>
                </a:spcBef>
                <a:spcAft>
                  <a:spcPct val="35000"/>
                </a:spcAft>
                <a:buNone/>
              </a:pPr>
              <a:r>
                <a:rPr lang="en-IN" sz="2400" kern="1200" dirty="0"/>
                <a:t>.NET Core SDK</a:t>
              </a:r>
            </a:p>
          </p:txBody>
        </p:sp>
        <p:pic>
          <p:nvPicPr>
            <p:cNvPr id="14" name="Graphic 13" descr="Lock">
              <a:extLst>
                <a:ext uri="{FF2B5EF4-FFF2-40B4-BE49-F238E27FC236}">
                  <a16:creationId xmlns:a16="http://schemas.microsoft.com/office/drawing/2014/main" id="{DD0CB1F1-B5AB-46AC-8FCF-B4930FAE75E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12736" y="3313864"/>
              <a:ext cx="342944" cy="401840"/>
            </a:xfrm>
            <a:prstGeom prst="rect">
              <a:avLst/>
            </a:prstGeom>
          </p:spPr>
        </p:pic>
      </p:grpSp>
      <p:pic>
        <p:nvPicPr>
          <p:cNvPr id="15" name="Graphic 14" descr="Lock">
            <a:extLst>
              <a:ext uri="{FF2B5EF4-FFF2-40B4-BE49-F238E27FC236}">
                <a16:creationId xmlns:a16="http://schemas.microsoft.com/office/drawing/2014/main" id="{916C91EB-0335-4510-8A10-2E981F84044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12736" y="3714531"/>
            <a:ext cx="342944" cy="401840"/>
          </a:xfrm>
          <a:prstGeom prst="rect">
            <a:avLst/>
          </a:prstGeom>
        </p:spPr>
      </p:pic>
      <p:sp>
        <p:nvSpPr>
          <p:cNvPr id="8" name="Freeform: Shape 7">
            <a:extLst>
              <a:ext uri="{FF2B5EF4-FFF2-40B4-BE49-F238E27FC236}">
                <a16:creationId xmlns:a16="http://schemas.microsoft.com/office/drawing/2014/main" id="{3C0B92A2-F71F-4218-8FBE-339402015F04}"/>
              </a:ext>
            </a:extLst>
          </p:cNvPr>
          <p:cNvSpPr/>
          <p:nvPr/>
        </p:nvSpPr>
        <p:spPr>
          <a:xfrm>
            <a:off x="5851046" y="2876098"/>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rgbClr val="F4814E"/>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1850" tIns="111850" rIns="111850" bIns="111850" numCol="1" spcCol="1270" anchor="ctr" anchorCtr="0">
            <a:noAutofit/>
          </a:bodyPr>
          <a:lstStyle/>
          <a:p>
            <a:pPr marL="0" lvl="0" indent="0" algn="ctr" defTabSz="1066800">
              <a:lnSpc>
                <a:spcPct val="90000"/>
              </a:lnSpc>
              <a:spcBef>
                <a:spcPct val="0"/>
              </a:spcBef>
              <a:spcAft>
                <a:spcPct val="35000"/>
              </a:spcAft>
              <a:buNone/>
            </a:pPr>
            <a:r>
              <a:rPr lang="en-IN" sz="2400" dirty="0"/>
              <a:t>Java</a:t>
            </a:r>
            <a:r>
              <a:rPr lang="en-IN" sz="2400" kern="1200" dirty="0"/>
              <a:t> SDK</a:t>
            </a:r>
          </a:p>
        </p:txBody>
      </p:sp>
      <p:sp>
        <p:nvSpPr>
          <p:cNvPr id="10" name="Freeform: Shape 9">
            <a:extLst>
              <a:ext uri="{FF2B5EF4-FFF2-40B4-BE49-F238E27FC236}">
                <a16:creationId xmlns:a16="http://schemas.microsoft.com/office/drawing/2014/main" id="{903230F9-66E7-42F8-AB32-BB54A56E1D8F}"/>
              </a:ext>
            </a:extLst>
          </p:cNvPr>
          <p:cNvSpPr/>
          <p:nvPr/>
        </p:nvSpPr>
        <p:spPr>
          <a:xfrm>
            <a:off x="5851046" y="2122281"/>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chemeClr val="accent5">
              <a:lumMod val="75000"/>
            </a:schemeClr>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3000" kern="1200" dirty="0"/>
              <a:t>…</a:t>
            </a:r>
          </a:p>
        </p:txBody>
      </p:sp>
      <p:pic>
        <p:nvPicPr>
          <p:cNvPr id="22" name="Graphic 21" descr="Lock">
            <a:extLst>
              <a:ext uri="{FF2B5EF4-FFF2-40B4-BE49-F238E27FC236}">
                <a16:creationId xmlns:a16="http://schemas.microsoft.com/office/drawing/2014/main" id="{E5C7491C-49F9-48F0-BCA8-8BC3950EED9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46671" y="2269786"/>
            <a:ext cx="342944" cy="401840"/>
          </a:xfrm>
          <a:prstGeom prst="rect">
            <a:avLst/>
          </a:prstGeom>
        </p:spPr>
      </p:pic>
      <p:pic>
        <p:nvPicPr>
          <p:cNvPr id="23" name="Graphic 22" descr="Lock">
            <a:extLst>
              <a:ext uri="{FF2B5EF4-FFF2-40B4-BE49-F238E27FC236}">
                <a16:creationId xmlns:a16="http://schemas.microsoft.com/office/drawing/2014/main" id="{68D97FE9-DB46-472B-A94A-42C76A0D6B2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46671" y="2965218"/>
            <a:ext cx="342944" cy="401840"/>
          </a:xfrm>
          <a:prstGeom prst="rect">
            <a:avLst/>
          </a:prstGeom>
        </p:spPr>
      </p:pic>
      <p:sp>
        <p:nvSpPr>
          <p:cNvPr id="24" name="Rectangle 23">
            <a:extLst>
              <a:ext uri="{FF2B5EF4-FFF2-40B4-BE49-F238E27FC236}">
                <a16:creationId xmlns:a16="http://schemas.microsoft.com/office/drawing/2014/main" id="{92FC2860-4F0E-4CD0-9632-33025663A898}"/>
              </a:ext>
            </a:extLst>
          </p:cNvPr>
          <p:cNvSpPr/>
          <p:nvPr/>
        </p:nvSpPr>
        <p:spPr>
          <a:xfrm>
            <a:off x="2184284" y="1889326"/>
            <a:ext cx="3470177" cy="3036943"/>
          </a:xfrm>
          <a:prstGeom prst="rect">
            <a:avLst/>
          </a:prstGeom>
          <a:noFill/>
          <a:ln w="285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a typeface="Roboto Light"/>
              <a:cs typeface="Roboto Light"/>
            </a:endParaRPr>
          </a:p>
          <a:p>
            <a:pPr algn="ctr"/>
            <a:endParaRPr lang="en-IN" dirty="0">
              <a:solidFill>
                <a:schemeClr val="tx2">
                  <a:lumMod val="10000"/>
                  <a:lumOff val="90000"/>
                </a:schemeClr>
              </a:solidFill>
              <a:ea typeface="Roboto Light"/>
              <a:cs typeface="Roboto Light"/>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r>
              <a:rPr lang="en-IN" dirty="0">
                <a:solidFill>
                  <a:schemeClr val="tx2">
                    <a:lumMod val="10000"/>
                    <a:lumOff val="90000"/>
                  </a:schemeClr>
                </a:solidFill>
              </a:rPr>
              <a:t>.NET Core App Image</a:t>
            </a:r>
          </a:p>
        </p:txBody>
      </p:sp>
      <p:grpSp>
        <p:nvGrpSpPr>
          <p:cNvPr id="27" name="Group 26">
            <a:extLst>
              <a:ext uri="{FF2B5EF4-FFF2-40B4-BE49-F238E27FC236}">
                <a16:creationId xmlns:a16="http://schemas.microsoft.com/office/drawing/2014/main" id="{100DA0E8-7214-43A3-8FA5-3985E1089E73}"/>
              </a:ext>
            </a:extLst>
          </p:cNvPr>
          <p:cNvGrpSpPr/>
          <p:nvPr/>
        </p:nvGrpSpPr>
        <p:grpSpPr>
          <a:xfrm>
            <a:off x="2336380" y="3629915"/>
            <a:ext cx="6731458" cy="696850"/>
            <a:chOff x="2336380" y="3960327"/>
            <a:chExt cx="6731458" cy="696850"/>
          </a:xfrm>
          <a:solidFill>
            <a:schemeClr val="tx2">
              <a:lumMod val="75000"/>
            </a:schemeClr>
          </a:solidFill>
        </p:grpSpPr>
        <p:sp>
          <p:nvSpPr>
            <p:cNvPr id="19" name="Freeform: Shape 18">
              <a:extLst>
                <a:ext uri="{FF2B5EF4-FFF2-40B4-BE49-F238E27FC236}">
                  <a16:creationId xmlns:a16="http://schemas.microsoft.com/office/drawing/2014/main" id="{221F90C2-21B5-4177-ACEC-6E5671849A5F}"/>
                </a:ext>
              </a:extLst>
            </p:cNvPr>
            <p:cNvSpPr/>
            <p:nvPr/>
          </p:nvSpPr>
          <p:spPr>
            <a:xfrm>
              <a:off x="2336380" y="3960327"/>
              <a:ext cx="6731458"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grp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4230" tIns="104230" rIns="104230" bIns="104230" numCol="1" spcCol="1270" anchor="ctr" anchorCtr="0">
              <a:noAutofit/>
            </a:bodyPr>
            <a:lstStyle/>
            <a:p>
              <a:pPr marL="0" lvl="0" indent="0" algn="ctr" defTabSz="977900">
                <a:lnSpc>
                  <a:spcPct val="90000"/>
                </a:lnSpc>
                <a:spcBef>
                  <a:spcPct val="0"/>
                </a:spcBef>
                <a:spcAft>
                  <a:spcPct val="35000"/>
                </a:spcAft>
                <a:buNone/>
              </a:pPr>
              <a:r>
                <a:rPr lang="en-IN" sz="2200" kern="1200" dirty="0"/>
                <a:t>   Base Image (Ubuntu)</a:t>
              </a:r>
            </a:p>
          </p:txBody>
        </p:sp>
        <p:pic>
          <p:nvPicPr>
            <p:cNvPr id="26" name="Graphic 25" descr="Lock">
              <a:extLst>
                <a:ext uri="{FF2B5EF4-FFF2-40B4-BE49-F238E27FC236}">
                  <a16:creationId xmlns:a16="http://schemas.microsoft.com/office/drawing/2014/main" id="{8E72C7E3-2352-4573-8483-FD824A9BCC1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19536" y="4101909"/>
              <a:ext cx="342944" cy="401840"/>
            </a:xfrm>
            <a:prstGeom prst="rect">
              <a:avLst/>
            </a:prstGeom>
          </p:spPr>
        </p:pic>
      </p:grpSp>
      <p:grpSp>
        <p:nvGrpSpPr>
          <p:cNvPr id="41" name="Group 40">
            <a:extLst>
              <a:ext uri="{FF2B5EF4-FFF2-40B4-BE49-F238E27FC236}">
                <a16:creationId xmlns:a16="http://schemas.microsoft.com/office/drawing/2014/main" id="{8369175C-9CB0-4330-89EC-ACD1429E9A19}"/>
              </a:ext>
            </a:extLst>
          </p:cNvPr>
          <p:cNvGrpSpPr/>
          <p:nvPr/>
        </p:nvGrpSpPr>
        <p:grpSpPr>
          <a:xfrm>
            <a:off x="3541495" y="4173337"/>
            <a:ext cx="2223204" cy="1665686"/>
            <a:chOff x="3541495" y="4503749"/>
            <a:chExt cx="2223204" cy="1665686"/>
          </a:xfrm>
        </p:grpSpPr>
        <p:sp>
          <p:nvSpPr>
            <p:cNvPr id="30" name="TextBox 29">
              <a:extLst>
                <a:ext uri="{FF2B5EF4-FFF2-40B4-BE49-F238E27FC236}">
                  <a16:creationId xmlns:a16="http://schemas.microsoft.com/office/drawing/2014/main" id="{B9719EC6-4A3F-4C33-9366-94611ED8D67B}"/>
                </a:ext>
              </a:extLst>
            </p:cNvPr>
            <p:cNvSpPr txBox="1"/>
            <p:nvPr/>
          </p:nvSpPr>
          <p:spPr>
            <a:xfrm>
              <a:off x="3541495" y="5800103"/>
              <a:ext cx="1786066" cy="369332"/>
            </a:xfrm>
            <a:prstGeom prst="rect">
              <a:avLst/>
            </a:prstGeom>
            <a:noFill/>
          </p:spPr>
          <p:txBody>
            <a:bodyPr wrap="none" rtlCol="0">
              <a:spAutoFit/>
            </a:bodyPr>
            <a:lstStyle/>
            <a:p>
              <a:r>
                <a:rPr lang="en-IN" dirty="0">
                  <a:solidFill>
                    <a:schemeClr val="tx2">
                      <a:lumMod val="10000"/>
                      <a:lumOff val="90000"/>
                    </a:schemeClr>
                  </a:solidFill>
                </a:rPr>
                <a:t>No Redundancy</a:t>
              </a:r>
            </a:p>
          </p:txBody>
        </p:sp>
        <p:cxnSp>
          <p:nvCxnSpPr>
            <p:cNvPr id="36" name="Straight Connector 35">
              <a:extLst>
                <a:ext uri="{FF2B5EF4-FFF2-40B4-BE49-F238E27FC236}">
                  <a16:creationId xmlns:a16="http://schemas.microsoft.com/office/drawing/2014/main" id="{EA8FEEC8-9F08-4069-9AF6-8B651696A0FE}"/>
                </a:ext>
              </a:extLst>
            </p:cNvPr>
            <p:cNvCxnSpPr>
              <a:cxnSpLocks/>
            </p:cNvCxnSpPr>
            <p:nvPr/>
          </p:nvCxnSpPr>
          <p:spPr>
            <a:xfrm flipH="1">
              <a:off x="4625009" y="4503749"/>
              <a:ext cx="1139690" cy="1285942"/>
            </a:xfrm>
            <a:prstGeom prst="line">
              <a:avLst/>
            </a:prstGeom>
            <a:ln w="2857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grpSp>
      <p:pic>
        <p:nvPicPr>
          <p:cNvPr id="25" name="Graphic 24" descr="Lock">
            <a:extLst>
              <a:ext uri="{FF2B5EF4-FFF2-40B4-BE49-F238E27FC236}">
                <a16:creationId xmlns:a16="http://schemas.microsoft.com/office/drawing/2014/main" id="{42A2562A-BFAD-4BCD-BB21-CC27AA86FAB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19536" y="3780116"/>
            <a:ext cx="342944" cy="401840"/>
          </a:xfrm>
          <a:prstGeom prst="rect">
            <a:avLst/>
          </a:prstGeom>
        </p:spPr>
      </p:pic>
    </p:spTree>
    <p:extLst>
      <p:ext uri="{BB962C8B-B14F-4D97-AF65-F5344CB8AC3E}">
        <p14:creationId xmlns:p14="http://schemas.microsoft.com/office/powerpoint/2010/main" val="12639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0" grpId="0" animBg="1"/>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0"/>
          </p:nvPr>
        </p:nvSpPr>
        <p:spPr/>
        <p:txBody>
          <a:bodyPr/>
          <a:lstStyle/>
          <a:p>
            <a:r>
              <a:rPr lang="en-US" altLang="en-US" dirty="0"/>
              <a:t>Docker Container</a:t>
            </a:r>
            <a:endParaRPr lang="en-US" dirty="0"/>
          </a:p>
        </p:txBody>
      </p:sp>
      <p:sp>
        <p:nvSpPr>
          <p:cNvPr id="3" name="Content Placeholder 2"/>
          <p:cNvSpPr>
            <a:spLocks noGrp="1"/>
          </p:cNvSpPr>
          <p:nvPr>
            <p:ph sz="half" idx="1"/>
          </p:nvPr>
        </p:nvSpPr>
        <p:spPr/>
        <p:txBody>
          <a:bodyPr>
            <a:noAutofit/>
          </a:bodyPr>
          <a:lstStyle/>
          <a:p>
            <a:r>
              <a:rPr lang="en-US" dirty="0"/>
              <a:t> Container is a running instance of a docker image</a:t>
            </a:r>
          </a:p>
          <a:p>
            <a:r>
              <a:rPr lang="en-US" dirty="0"/>
              <a:t> An isolated and secured shipping container</a:t>
            </a:r>
          </a:p>
          <a:p>
            <a:r>
              <a:rPr lang="en-US" dirty="0"/>
              <a:t> Run by docker run command</a:t>
            </a:r>
          </a:p>
        </p:txBody>
      </p:sp>
      <p:cxnSp>
        <p:nvCxnSpPr>
          <p:cNvPr id="8" name="Elbow Connector 8"/>
          <p:cNvCxnSpPr/>
          <p:nvPr/>
        </p:nvCxnSpPr>
        <p:spPr>
          <a:xfrm>
            <a:off x="2532708" y="4633973"/>
            <a:ext cx="716861" cy="425321"/>
          </a:xfrm>
          <a:prstGeom prst="bentConnector3">
            <a:avLst>
              <a:gd name="adj1" fmla="val -2083"/>
            </a:avLst>
          </a:prstGeom>
          <a:ln w="5715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14"/>
          <p:cNvCxnSpPr/>
          <p:nvPr/>
        </p:nvCxnSpPr>
        <p:spPr>
          <a:xfrm>
            <a:off x="2532706" y="5059294"/>
            <a:ext cx="716861" cy="425321"/>
          </a:xfrm>
          <a:prstGeom prst="bentConnector3">
            <a:avLst>
              <a:gd name="adj1" fmla="val -2083"/>
            </a:avLst>
          </a:prstGeom>
          <a:ln w="5715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15"/>
          <p:cNvCxnSpPr/>
          <p:nvPr/>
        </p:nvCxnSpPr>
        <p:spPr>
          <a:xfrm>
            <a:off x="2532706" y="5442085"/>
            <a:ext cx="716861" cy="425321"/>
          </a:xfrm>
          <a:prstGeom prst="bentConnector3">
            <a:avLst>
              <a:gd name="adj1" fmla="val -2083"/>
            </a:avLst>
          </a:prstGeom>
          <a:ln w="5715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309304" y="4903346"/>
            <a:ext cx="2629309" cy="326070"/>
          </a:xfrm>
          <a:prstGeom prst="rect">
            <a:avLst/>
          </a:prstGeom>
          <a:noFill/>
        </p:spPr>
        <p:txBody>
          <a:bodyPr wrap="square" lIns="0" tIns="0" rIns="0" bIns="0" rtlCol="0">
            <a:noAutofit/>
          </a:bodyPr>
          <a:lstStyle/>
          <a:p>
            <a:pPr>
              <a:lnSpc>
                <a:spcPct val="90000"/>
              </a:lnSpc>
            </a:pPr>
            <a:r>
              <a:rPr lang="en-US" sz="2000" dirty="0">
                <a:solidFill>
                  <a:schemeClr val="tx2">
                    <a:lumMod val="10000"/>
                    <a:lumOff val="90000"/>
                  </a:schemeClr>
                </a:solidFill>
              </a:rPr>
              <a:t>Operating System</a:t>
            </a:r>
          </a:p>
        </p:txBody>
      </p:sp>
      <p:sp>
        <p:nvSpPr>
          <p:cNvPr id="12" name="TextBox 11"/>
          <p:cNvSpPr txBox="1"/>
          <p:nvPr/>
        </p:nvSpPr>
        <p:spPr>
          <a:xfrm>
            <a:off x="3309303" y="5341166"/>
            <a:ext cx="2853292" cy="326070"/>
          </a:xfrm>
          <a:prstGeom prst="rect">
            <a:avLst/>
          </a:prstGeom>
          <a:noFill/>
        </p:spPr>
        <p:txBody>
          <a:bodyPr wrap="square" lIns="0" tIns="0" rIns="0" bIns="0" rtlCol="0">
            <a:noAutofit/>
          </a:bodyPr>
          <a:lstStyle/>
          <a:p>
            <a:pPr>
              <a:lnSpc>
                <a:spcPct val="90000"/>
              </a:lnSpc>
            </a:pPr>
            <a:r>
              <a:rPr lang="en-US" sz="2000" dirty="0">
                <a:solidFill>
                  <a:schemeClr val="tx2">
                    <a:lumMod val="10000"/>
                    <a:lumOff val="90000"/>
                  </a:schemeClr>
                </a:solidFill>
              </a:rPr>
              <a:t>Software: SDK/Runtime</a:t>
            </a:r>
          </a:p>
        </p:txBody>
      </p:sp>
      <p:sp>
        <p:nvSpPr>
          <p:cNvPr id="13" name="TextBox 12"/>
          <p:cNvSpPr txBox="1"/>
          <p:nvPr/>
        </p:nvSpPr>
        <p:spPr>
          <a:xfrm>
            <a:off x="3309303" y="5704370"/>
            <a:ext cx="2629309" cy="326070"/>
          </a:xfrm>
          <a:prstGeom prst="rect">
            <a:avLst/>
          </a:prstGeom>
          <a:noFill/>
        </p:spPr>
        <p:txBody>
          <a:bodyPr wrap="square" lIns="0" tIns="0" rIns="0" bIns="0" rtlCol="0">
            <a:noAutofit/>
          </a:bodyPr>
          <a:lstStyle/>
          <a:p>
            <a:pPr>
              <a:lnSpc>
                <a:spcPct val="90000"/>
              </a:lnSpc>
            </a:pPr>
            <a:r>
              <a:rPr lang="en-US" sz="2000" dirty="0">
                <a:solidFill>
                  <a:schemeClr val="tx2">
                    <a:lumMod val="10000"/>
                    <a:lumOff val="90000"/>
                  </a:schemeClr>
                </a:solidFill>
              </a:rPr>
              <a:t>Application Code</a:t>
            </a:r>
          </a:p>
        </p:txBody>
      </p:sp>
      <p:grpSp>
        <p:nvGrpSpPr>
          <p:cNvPr id="16" name="Group 15">
            <a:extLst>
              <a:ext uri="{FF2B5EF4-FFF2-40B4-BE49-F238E27FC236}">
                <a16:creationId xmlns:a16="http://schemas.microsoft.com/office/drawing/2014/main" id="{0460EDD5-3E36-4CF7-B44C-1B790F3826C9}"/>
              </a:ext>
            </a:extLst>
          </p:cNvPr>
          <p:cNvGrpSpPr/>
          <p:nvPr/>
        </p:nvGrpSpPr>
        <p:grpSpPr>
          <a:xfrm>
            <a:off x="3249567" y="3662933"/>
            <a:ext cx="3739204" cy="323975"/>
            <a:chOff x="3255318" y="3879011"/>
            <a:chExt cx="3880357" cy="354163"/>
          </a:xfrm>
        </p:grpSpPr>
        <p:cxnSp>
          <p:nvCxnSpPr>
            <p:cNvPr id="14" name="Straight Arrow Connector 13"/>
            <p:cNvCxnSpPr>
              <a:cxnSpLocks/>
            </p:cNvCxnSpPr>
            <p:nvPr/>
          </p:nvCxnSpPr>
          <p:spPr>
            <a:xfrm flipV="1">
              <a:off x="3255318" y="4226612"/>
              <a:ext cx="3880357" cy="6562"/>
            </a:xfrm>
            <a:prstGeom prst="straightConnector1">
              <a:avLst/>
            </a:prstGeom>
            <a:ln w="5715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291150" y="3879011"/>
              <a:ext cx="1816716" cy="253097"/>
            </a:xfrm>
            <a:prstGeom prst="rect">
              <a:avLst/>
            </a:prstGeom>
            <a:noFill/>
          </p:spPr>
          <p:txBody>
            <a:bodyPr wrap="square" lIns="0" tIns="0" rIns="0" bIns="0" rtlCol="0">
              <a:noAutofit/>
            </a:bodyPr>
            <a:lstStyle>
              <a:defPPr>
                <a:defRPr lang="en-US"/>
              </a:defPPr>
              <a:lvl1pPr>
                <a:lnSpc>
                  <a:spcPct val="90000"/>
                </a:lnSpc>
                <a:defRPr sz="2400"/>
              </a:lvl1pPr>
            </a:lstStyle>
            <a:p>
              <a:r>
                <a:rPr lang="en-US" sz="2000" dirty="0">
                  <a:solidFill>
                    <a:schemeClr val="tx2">
                      <a:lumMod val="10000"/>
                      <a:lumOff val="90000"/>
                    </a:schemeClr>
                  </a:solidFill>
                </a:rPr>
                <a:t>docker run</a:t>
              </a:r>
            </a:p>
          </p:txBody>
        </p:sp>
      </p:grpSp>
      <p:grpSp>
        <p:nvGrpSpPr>
          <p:cNvPr id="30" name="Group 29">
            <a:extLst>
              <a:ext uri="{FF2B5EF4-FFF2-40B4-BE49-F238E27FC236}">
                <a16:creationId xmlns:a16="http://schemas.microsoft.com/office/drawing/2014/main" id="{BDF0C499-88C8-3849-BDB2-94697C9375DD}"/>
              </a:ext>
            </a:extLst>
          </p:cNvPr>
          <p:cNvGrpSpPr/>
          <p:nvPr/>
        </p:nvGrpSpPr>
        <p:grpSpPr>
          <a:xfrm>
            <a:off x="7010763" y="3282771"/>
            <a:ext cx="1423375" cy="1351202"/>
            <a:chOff x="7010763" y="3282771"/>
            <a:chExt cx="1423375" cy="1351202"/>
          </a:xfrm>
          <a:effectLst>
            <a:outerShdw blurRad="50800" dist="38100" dir="8100000" algn="tr" rotWithShape="0">
              <a:prstClr val="black">
                <a:alpha val="40000"/>
              </a:prstClr>
            </a:outerShdw>
          </a:effectLst>
        </p:grpSpPr>
        <p:sp>
          <p:nvSpPr>
            <p:cNvPr id="6" name="Freeform: Shape 5">
              <a:extLst>
                <a:ext uri="{FF2B5EF4-FFF2-40B4-BE49-F238E27FC236}">
                  <a16:creationId xmlns:a16="http://schemas.microsoft.com/office/drawing/2014/main" id="{29C9570F-83A4-44A3-F7C2-6F177EF370D4}"/>
                </a:ext>
              </a:extLst>
            </p:cNvPr>
            <p:cNvSpPr/>
            <p:nvPr/>
          </p:nvSpPr>
          <p:spPr>
            <a:xfrm rot="10800000">
              <a:off x="7010763" y="3282771"/>
              <a:ext cx="1423375" cy="1351202"/>
            </a:xfrm>
            <a:custGeom>
              <a:avLst/>
              <a:gdLst>
                <a:gd name="connsiteX0" fmla="*/ 0 w 1423375"/>
                <a:gd name="connsiteY0" fmla="*/ 0 h 1351202"/>
                <a:gd name="connsiteX1" fmla="*/ 1423375 w 1423375"/>
                <a:gd name="connsiteY1" fmla="*/ 0 h 1351202"/>
                <a:gd name="connsiteX2" fmla="*/ 1423375 w 1423375"/>
                <a:gd name="connsiteY2" fmla="*/ 1351202 h 1351202"/>
                <a:gd name="connsiteX3" fmla="*/ 0 w 1423375"/>
                <a:gd name="connsiteY3" fmla="*/ 1351202 h 1351202"/>
              </a:gdLst>
              <a:ahLst/>
              <a:cxnLst>
                <a:cxn ang="0">
                  <a:pos x="connsiteX0" y="connsiteY0"/>
                </a:cxn>
                <a:cxn ang="0">
                  <a:pos x="connsiteX1" y="connsiteY1"/>
                </a:cxn>
                <a:cxn ang="0">
                  <a:pos x="connsiteX2" y="connsiteY2"/>
                </a:cxn>
                <a:cxn ang="0">
                  <a:pos x="connsiteX3" y="connsiteY3"/>
                </a:cxn>
              </a:cxnLst>
              <a:rect l="l" t="t" r="r" b="b"/>
              <a:pathLst>
                <a:path w="1423375" h="1351202">
                  <a:moveTo>
                    <a:pt x="0" y="0"/>
                  </a:moveTo>
                  <a:lnTo>
                    <a:pt x="1423375" y="0"/>
                  </a:lnTo>
                  <a:lnTo>
                    <a:pt x="1423375" y="1351202"/>
                  </a:lnTo>
                  <a:lnTo>
                    <a:pt x="0" y="1351202"/>
                  </a:lnTo>
                  <a:close/>
                </a:path>
              </a:pathLst>
            </a:custGeom>
            <a:noFill/>
            <a:ln w="14192"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75EE35F3-F98E-CB73-7CC3-5A7089CDBC99}"/>
                </a:ext>
              </a:extLst>
            </p:cNvPr>
            <p:cNvSpPr/>
            <p:nvPr/>
          </p:nvSpPr>
          <p:spPr>
            <a:xfrm>
              <a:off x="7137304" y="3340649"/>
              <a:ext cx="1164264" cy="1249564"/>
            </a:xfrm>
            <a:custGeom>
              <a:avLst/>
              <a:gdLst>
                <a:gd name="connsiteX0" fmla="*/ 1164264 w 1164264"/>
                <a:gd name="connsiteY0" fmla="*/ 941043 h 1249564"/>
                <a:gd name="connsiteX1" fmla="*/ 582132 w 1164264"/>
                <a:gd name="connsiteY1" fmla="*/ 1249566 h 1249564"/>
                <a:gd name="connsiteX2" fmla="*/ 0 w 1164264"/>
                <a:gd name="connsiteY2" fmla="*/ 941043 h 1249564"/>
                <a:gd name="connsiteX3" fmla="*/ 0 w 1164264"/>
                <a:gd name="connsiteY3" fmla="*/ 266816 h 1249564"/>
                <a:gd name="connsiteX4" fmla="*/ 582132 w 1164264"/>
                <a:gd name="connsiteY4" fmla="*/ 1 h 1249564"/>
                <a:gd name="connsiteX5" fmla="*/ 1164264 w 1164264"/>
                <a:gd name="connsiteY5" fmla="*/ 266816 h 1249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4264" h="1249564">
                  <a:moveTo>
                    <a:pt x="1164264" y="941043"/>
                  </a:moveTo>
                  <a:lnTo>
                    <a:pt x="582132" y="1249566"/>
                  </a:lnTo>
                  <a:lnTo>
                    <a:pt x="0" y="941043"/>
                  </a:lnTo>
                  <a:lnTo>
                    <a:pt x="0" y="266816"/>
                  </a:lnTo>
                  <a:lnTo>
                    <a:pt x="582132" y="1"/>
                  </a:lnTo>
                  <a:lnTo>
                    <a:pt x="1164264" y="266816"/>
                  </a:lnTo>
                  <a:close/>
                </a:path>
              </a:pathLst>
            </a:custGeom>
            <a:solidFill>
              <a:srgbClr val="20C2EF"/>
            </a:solidFill>
            <a:ln w="79664" cap="flat">
              <a:solidFill>
                <a:srgbClr val="394D54"/>
              </a:solidFill>
              <a:prstDash val="solid"/>
              <a:round/>
            </a:ln>
          </p:spPr>
          <p:txBody>
            <a:bodyPr rtlCol="0" anchor="ctr"/>
            <a:lstStyle/>
            <a:p>
              <a:endParaRPr lang="en-US"/>
            </a:p>
          </p:txBody>
        </p:sp>
        <p:sp>
          <p:nvSpPr>
            <p:cNvPr id="17" name="Freeform: Shape 16">
              <a:extLst>
                <a:ext uri="{FF2B5EF4-FFF2-40B4-BE49-F238E27FC236}">
                  <a16:creationId xmlns:a16="http://schemas.microsoft.com/office/drawing/2014/main" id="{B7D91505-67B7-8E9F-D1F7-DEEC0531F44E}"/>
                </a:ext>
              </a:extLst>
            </p:cNvPr>
            <p:cNvSpPr/>
            <p:nvPr/>
          </p:nvSpPr>
          <p:spPr>
            <a:xfrm>
              <a:off x="7719437" y="3607464"/>
              <a:ext cx="582132" cy="982749"/>
            </a:xfrm>
            <a:custGeom>
              <a:avLst/>
              <a:gdLst>
                <a:gd name="connsiteX0" fmla="*/ 9 w 582132"/>
                <a:gd name="connsiteY0" fmla="*/ 292538 h 982749"/>
                <a:gd name="connsiteX1" fmla="*/ 9 w 582132"/>
                <a:gd name="connsiteY1" fmla="*/ 982756 h 982749"/>
                <a:gd name="connsiteX2" fmla="*/ 582141 w 582132"/>
                <a:gd name="connsiteY2" fmla="*/ 674233 h 982749"/>
                <a:gd name="connsiteX3" fmla="*/ 582141 w 582132"/>
                <a:gd name="connsiteY3" fmla="*/ 6 h 982749"/>
              </a:gdLst>
              <a:ahLst/>
              <a:cxnLst>
                <a:cxn ang="0">
                  <a:pos x="connsiteX0" y="connsiteY0"/>
                </a:cxn>
                <a:cxn ang="0">
                  <a:pos x="connsiteX1" y="connsiteY1"/>
                </a:cxn>
                <a:cxn ang="0">
                  <a:pos x="connsiteX2" y="connsiteY2"/>
                </a:cxn>
                <a:cxn ang="0">
                  <a:pos x="connsiteX3" y="connsiteY3"/>
                </a:cxn>
              </a:cxnLst>
              <a:rect l="l" t="t" r="r" b="b"/>
              <a:pathLst>
                <a:path w="582132" h="982749">
                  <a:moveTo>
                    <a:pt x="9" y="292538"/>
                  </a:moveTo>
                  <a:lnTo>
                    <a:pt x="9" y="982756"/>
                  </a:lnTo>
                  <a:lnTo>
                    <a:pt x="582141" y="674233"/>
                  </a:lnTo>
                  <a:lnTo>
                    <a:pt x="582141" y="6"/>
                  </a:lnTo>
                  <a:close/>
                </a:path>
              </a:pathLst>
            </a:custGeom>
            <a:solidFill>
              <a:srgbClr val="20C2EF"/>
            </a:solidFill>
            <a:ln w="26554" cap="flat">
              <a:solidFill>
                <a:srgbClr val="394D54"/>
              </a:solidFill>
              <a:prstDash val="solid"/>
              <a:round/>
            </a:ln>
          </p:spPr>
          <p:txBody>
            <a:bodyPr rtlCol="0" anchor="ctr"/>
            <a:lstStyle/>
            <a:p>
              <a:endParaRPr lang="en-US"/>
            </a:p>
          </p:txBody>
        </p:sp>
        <p:sp>
          <p:nvSpPr>
            <p:cNvPr id="19" name="Freeform: Shape 18">
              <a:extLst>
                <a:ext uri="{FF2B5EF4-FFF2-40B4-BE49-F238E27FC236}">
                  <a16:creationId xmlns:a16="http://schemas.microsoft.com/office/drawing/2014/main" id="{4D7131F8-2AB3-1D71-D879-95AE1267A7AB}"/>
                </a:ext>
              </a:extLst>
            </p:cNvPr>
            <p:cNvSpPr/>
            <p:nvPr/>
          </p:nvSpPr>
          <p:spPr>
            <a:xfrm>
              <a:off x="7137304" y="3340649"/>
              <a:ext cx="1164264" cy="559346"/>
            </a:xfrm>
            <a:custGeom>
              <a:avLst/>
              <a:gdLst>
                <a:gd name="connsiteX0" fmla="*/ 582132 w 1164264"/>
                <a:gd name="connsiteY0" fmla="*/ -11 h 559346"/>
                <a:gd name="connsiteX1" fmla="*/ 0 w 1164264"/>
                <a:gd name="connsiteY1" fmla="*/ 266804 h 559346"/>
                <a:gd name="connsiteX2" fmla="*/ 582132 w 1164264"/>
                <a:gd name="connsiteY2" fmla="*/ 559336 h 559346"/>
                <a:gd name="connsiteX3" fmla="*/ 1164264 w 1164264"/>
                <a:gd name="connsiteY3" fmla="*/ 266804 h 559346"/>
              </a:gdLst>
              <a:ahLst/>
              <a:cxnLst>
                <a:cxn ang="0">
                  <a:pos x="connsiteX0" y="connsiteY0"/>
                </a:cxn>
                <a:cxn ang="0">
                  <a:pos x="connsiteX1" y="connsiteY1"/>
                </a:cxn>
                <a:cxn ang="0">
                  <a:pos x="connsiteX2" y="connsiteY2"/>
                </a:cxn>
                <a:cxn ang="0">
                  <a:pos x="connsiteX3" y="connsiteY3"/>
                </a:cxn>
              </a:cxnLst>
              <a:rect l="l" t="t" r="r" b="b"/>
              <a:pathLst>
                <a:path w="1164264" h="559346">
                  <a:moveTo>
                    <a:pt x="582132" y="-11"/>
                  </a:moveTo>
                  <a:lnTo>
                    <a:pt x="0" y="266804"/>
                  </a:lnTo>
                  <a:lnTo>
                    <a:pt x="582132" y="559336"/>
                  </a:lnTo>
                  <a:lnTo>
                    <a:pt x="1164264" y="266804"/>
                  </a:lnTo>
                  <a:close/>
                </a:path>
              </a:pathLst>
            </a:custGeom>
            <a:solidFill>
              <a:srgbClr val="20C2EF"/>
            </a:solidFill>
            <a:ln w="26554" cap="flat">
              <a:solidFill>
                <a:srgbClr val="394D54"/>
              </a:solidFill>
              <a:prstDash val="solid"/>
              <a:round/>
            </a:ln>
          </p:spPr>
          <p:txBody>
            <a:bodyPr rtlCol="0" anchor="ctr"/>
            <a:lstStyle/>
            <a:p>
              <a:endParaRPr lang="en-US"/>
            </a:p>
          </p:txBody>
        </p:sp>
        <p:sp>
          <p:nvSpPr>
            <p:cNvPr id="20" name="Freeform: Shape 19">
              <a:extLst>
                <a:ext uri="{FF2B5EF4-FFF2-40B4-BE49-F238E27FC236}">
                  <a16:creationId xmlns:a16="http://schemas.microsoft.com/office/drawing/2014/main" id="{04516491-8E58-8272-4D4F-F5EF87F42D8B}"/>
                </a:ext>
              </a:extLst>
            </p:cNvPr>
            <p:cNvSpPr/>
            <p:nvPr/>
          </p:nvSpPr>
          <p:spPr>
            <a:xfrm>
              <a:off x="7167446" y="3354977"/>
              <a:ext cx="1104059" cy="264994"/>
            </a:xfrm>
            <a:custGeom>
              <a:avLst/>
              <a:gdLst>
                <a:gd name="connsiteX0" fmla="*/ 0 w 1104059"/>
                <a:gd name="connsiteY0" fmla="*/ 253434 h 264994"/>
                <a:gd name="connsiteX1" fmla="*/ 551991 w 1104059"/>
                <a:gd name="connsiteY1" fmla="*/ -16 h 264994"/>
                <a:gd name="connsiteX2" fmla="*/ 1104059 w 1104059"/>
                <a:gd name="connsiteY2" fmla="*/ 252966 h 264994"/>
                <a:gd name="connsiteX3" fmla="*/ 1080385 w 1104059"/>
                <a:gd name="connsiteY3" fmla="*/ 264979 h 264994"/>
                <a:gd name="connsiteX4" fmla="*/ 551991 w 1104059"/>
                <a:gd name="connsiteY4" fmla="*/ 22789 h 264994"/>
                <a:gd name="connsiteX5" fmla="*/ 24216 w 1104059"/>
                <a:gd name="connsiteY5" fmla="*/ 264693 h 264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4059" h="264994">
                  <a:moveTo>
                    <a:pt x="0" y="253434"/>
                  </a:moveTo>
                  <a:lnTo>
                    <a:pt x="551991" y="-16"/>
                  </a:lnTo>
                  <a:lnTo>
                    <a:pt x="1104059" y="252966"/>
                  </a:lnTo>
                  <a:lnTo>
                    <a:pt x="1080385" y="264979"/>
                  </a:lnTo>
                  <a:lnTo>
                    <a:pt x="551991" y="22789"/>
                  </a:lnTo>
                  <a:lnTo>
                    <a:pt x="24216" y="264693"/>
                  </a:lnTo>
                  <a:close/>
                </a:path>
              </a:pathLst>
            </a:custGeom>
            <a:solidFill>
              <a:srgbClr val="FFFFFF">
                <a:alpha val="30000"/>
              </a:srgbClr>
            </a:solidFill>
            <a:ln w="265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BB7DC72-A5AE-9821-2BE1-B6790E2E5A50}"/>
                </a:ext>
              </a:extLst>
            </p:cNvPr>
            <p:cNvSpPr/>
            <p:nvPr/>
          </p:nvSpPr>
          <p:spPr>
            <a:xfrm>
              <a:off x="7732114" y="3628708"/>
              <a:ext cx="556414" cy="302334"/>
            </a:xfrm>
            <a:custGeom>
              <a:avLst/>
              <a:gdLst>
                <a:gd name="connsiteX0" fmla="*/ 268 w 556414"/>
                <a:gd name="connsiteY0" fmla="*/ 302329 h 302334"/>
                <a:gd name="connsiteX1" fmla="*/ 9 w 556414"/>
                <a:gd name="connsiteY1" fmla="*/ 279603 h 302334"/>
                <a:gd name="connsiteX2" fmla="*/ 556424 w 556414"/>
                <a:gd name="connsiteY2" fmla="*/ -5 h 302334"/>
                <a:gd name="connsiteX3" fmla="*/ 556424 w 556414"/>
                <a:gd name="connsiteY3" fmla="*/ 22851 h 302334"/>
              </a:gdLst>
              <a:ahLst/>
              <a:cxnLst>
                <a:cxn ang="0">
                  <a:pos x="connsiteX0" y="connsiteY0"/>
                </a:cxn>
                <a:cxn ang="0">
                  <a:pos x="connsiteX1" y="connsiteY1"/>
                </a:cxn>
                <a:cxn ang="0">
                  <a:pos x="connsiteX2" y="connsiteY2"/>
                </a:cxn>
                <a:cxn ang="0">
                  <a:pos x="connsiteX3" y="connsiteY3"/>
                </a:cxn>
              </a:cxnLst>
              <a:rect l="l" t="t" r="r" b="b"/>
              <a:pathLst>
                <a:path w="556414" h="302334">
                  <a:moveTo>
                    <a:pt x="268" y="302329"/>
                  </a:moveTo>
                  <a:lnTo>
                    <a:pt x="9" y="279603"/>
                  </a:lnTo>
                  <a:lnTo>
                    <a:pt x="556424" y="-5"/>
                  </a:lnTo>
                  <a:lnTo>
                    <a:pt x="556424" y="22851"/>
                  </a:lnTo>
                  <a:close/>
                </a:path>
              </a:pathLst>
            </a:custGeom>
            <a:solidFill>
              <a:srgbClr val="FFFFFF">
                <a:alpha val="30000"/>
              </a:srgbClr>
            </a:solidFill>
            <a:ln w="265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022257-0B36-6D58-C78C-77C1F17F9027}"/>
                </a:ext>
              </a:extLst>
            </p:cNvPr>
            <p:cNvSpPr/>
            <p:nvPr/>
          </p:nvSpPr>
          <p:spPr>
            <a:xfrm>
              <a:off x="7137304" y="3607464"/>
              <a:ext cx="582132" cy="982749"/>
            </a:xfrm>
            <a:custGeom>
              <a:avLst/>
              <a:gdLst>
                <a:gd name="connsiteX0" fmla="*/ 582123 w 582132"/>
                <a:gd name="connsiteY0" fmla="*/ 292538 h 982749"/>
                <a:gd name="connsiteX1" fmla="*/ 582123 w 582132"/>
                <a:gd name="connsiteY1" fmla="*/ 982756 h 982749"/>
                <a:gd name="connsiteX2" fmla="*/ -9 w 582132"/>
                <a:gd name="connsiteY2" fmla="*/ 674233 h 982749"/>
                <a:gd name="connsiteX3" fmla="*/ -9 w 582132"/>
                <a:gd name="connsiteY3" fmla="*/ 6 h 982749"/>
              </a:gdLst>
              <a:ahLst/>
              <a:cxnLst>
                <a:cxn ang="0">
                  <a:pos x="connsiteX0" y="connsiteY0"/>
                </a:cxn>
                <a:cxn ang="0">
                  <a:pos x="connsiteX1" y="connsiteY1"/>
                </a:cxn>
                <a:cxn ang="0">
                  <a:pos x="connsiteX2" y="connsiteY2"/>
                </a:cxn>
                <a:cxn ang="0">
                  <a:pos x="connsiteX3" y="connsiteY3"/>
                </a:cxn>
              </a:cxnLst>
              <a:rect l="l" t="t" r="r" b="b"/>
              <a:pathLst>
                <a:path w="582132" h="982749">
                  <a:moveTo>
                    <a:pt x="582123" y="292538"/>
                  </a:moveTo>
                  <a:lnTo>
                    <a:pt x="582123" y="982756"/>
                  </a:lnTo>
                  <a:lnTo>
                    <a:pt x="-9" y="674233"/>
                  </a:lnTo>
                  <a:lnTo>
                    <a:pt x="-9" y="6"/>
                  </a:lnTo>
                  <a:close/>
                </a:path>
              </a:pathLst>
            </a:custGeom>
            <a:solidFill>
              <a:srgbClr val="0EACD1"/>
            </a:solidFill>
            <a:ln w="26554" cap="flat">
              <a:solidFill>
                <a:srgbClr val="394D54"/>
              </a:solidFill>
              <a:prstDash val="solid"/>
              <a:round/>
            </a:ln>
          </p:spPr>
          <p:txBody>
            <a:bodyPr rtlCol="0" anchor="ctr"/>
            <a:lstStyle/>
            <a:p>
              <a:endParaRPr lang="en-US"/>
            </a:p>
          </p:txBody>
        </p:sp>
        <p:sp>
          <p:nvSpPr>
            <p:cNvPr id="23" name="Freeform: Shape 22">
              <a:extLst>
                <a:ext uri="{FF2B5EF4-FFF2-40B4-BE49-F238E27FC236}">
                  <a16:creationId xmlns:a16="http://schemas.microsoft.com/office/drawing/2014/main" id="{7BF91ED3-067B-8E5D-FC2C-513D60857299}"/>
                </a:ext>
              </a:extLst>
            </p:cNvPr>
            <p:cNvSpPr/>
            <p:nvPr/>
          </p:nvSpPr>
          <p:spPr>
            <a:xfrm>
              <a:off x="8127731" y="3761660"/>
              <a:ext cx="68588" cy="526894"/>
            </a:xfrm>
            <a:custGeom>
              <a:avLst/>
              <a:gdLst>
                <a:gd name="connsiteX0" fmla="*/ 68602 w 68588"/>
                <a:gd name="connsiteY0" fmla="*/ 4 h 526894"/>
                <a:gd name="connsiteX1" fmla="*/ 14 w 68588"/>
                <a:gd name="connsiteY1" fmla="*/ 36434 h 526894"/>
                <a:gd name="connsiteX2" fmla="*/ 14 w 68588"/>
                <a:gd name="connsiteY2" fmla="*/ 526898 h 526894"/>
                <a:gd name="connsiteX3" fmla="*/ 68602 w 68588"/>
                <a:gd name="connsiteY3" fmla="*/ 490547 h 526894"/>
              </a:gdLst>
              <a:ahLst/>
              <a:cxnLst>
                <a:cxn ang="0">
                  <a:pos x="connsiteX0" y="connsiteY0"/>
                </a:cxn>
                <a:cxn ang="0">
                  <a:pos x="connsiteX1" y="connsiteY1"/>
                </a:cxn>
                <a:cxn ang="0">
                  <a:pos x="connsiteX2" y="connsiteY2"/>
                </a:cxn>
                <a:cxn ang="0">
                  <a:pos x="connsiteX3" y="connsiteY3"/>
                </a:cxn>
              </a:cxnLst>
              <a:rect l="l" t="t" r="r" b="b"/>
              <a:pathLst>
                <a:path w="68588" h="526894">
                  <a:moveTo>
                    <a:pt x="68602" y="4"/>
                  </a:moveTo>
                  <a:lnTo>
                    <a:pt x="14" y="36434"/>
                  </a:lnTo>
                  <a:lnTo>
                    <a:pt x="14" y="526898"/>
                  </a:lnTo>
                  <a:lnTo>
                    <a:pt x="68602" y="490547"/>
                  </a:lnTo>
                  <a:close/>
                </a:path>
              </a:pathLst>
            </a:custGeom>
            <a:solidFill>
              <a:srgbClr val="0EACD1"/>
            </a:solidFill>
            <a:ln w="13277" cap="flat">
              <a:solidFill>
                <a:srgbClr val="394D54"/>
              </a:solidFill>
              <a:prstDash val="solid"/>
              <a:round/>
            </a:ln>
          </p:spPr>
          <p:txBody>
            <a:bodyPr rtlCol="0" anchor="ctr"/>
            <a:lstStyle/>
            <a:p>
              <a:endParaRPr lang="en-US"/>
            </a:p>
          </p:txBody>
        </p:sp>
        <p:sp>
          <p:nvSpPr>
            <p:cNvPr id="24" name="Freeform: Shape 23">
              <a:extLst>
                <a:ext uri="{FF2B5EF4-FFF2-40B4-BE49-F238E27FC236}">
                  <a16:creationId xmlns:a16="http://schemas.microsoft.com/office/drawing/2014/main" id="{B99C5047-FDBC-4CE6-FB9B-DFFCC8B8CE54}"/>
                </a:ext>
              </a:extLst>
            </p:cNvPr>
            <p:cNvSpPr/>
            <p:nvPr/>
          </p:nvSpPr>
          <p:spPr>
            <a:xfrm>
              <a:off x="7989158" y="3832830"/>
              <a:ext cx="68588" cy="526894"/>
            </a:xfrm>
            <a:custGeom>
              <a:avLst/>
              <a:gdLst>
                <a:gd name="connsiteX0" fmla="*/ 68598 w 68588"/>
                <a:gd name="connsiteY0" fmla="*/ 6 h 526894"/>
                <a:gd name="connsiteX1" fmla="*/ 9 w 68588"/>
                <a:gd name="connsiteY1" fmla="*/ 36436 h 526894"/>
                <a:gd name="connsiteX2" fmla="*/ 9 w 68588"/>
                <a:gd name="connsiteY2" fmla="*/ 526901 h 526894"/>
                <a:gd name="connsiteX3" fmla="*/ 68598 w 68588"/>
                <a:gd name="connsiteY3" fmla="*/ 490549 h 526894"/>
              </a:gdLst>
              <a:ahLst/>
              <a:cxnLst>
                <a:cxn ang="0">
                  <a:pos x="connsiteX0" y="connsiteY0"/>
                </a:cxn>
                <a:cxn ang="0">
                  <a:pos x="connsiteX1" y="connsiteY1"/>
                </a:cxn>
                <a:cxn ang="0">
                  <a:pos x="connsiteX2" y="connsiteY2"/>
                </a:cxn>
                <a:cxn ang="0">
                  <a:pos x="connsiteX3" y="connsiteY3"/>
                </a:cxn>
              </a:cxnLst>
              <a:rect l="l" t="t" r="r" b="b"/>
              <a:pathLst>
                <a:path w="68588" h="526894">
                  <a:moveTo>
                    <a:pt x="68598" y="6"/>
                  </a:moveTo>
                  <a:lnTo>
                    <a:pt x="9" y="36436"/>
                  </a:lnTo>
                  <a:lnTo>
                    <a:pt x="9" y="526901"/>
                  </a:lnTo>
                  <a:lnTo>
                    <a:pt x="68598" y="490549"/>
                  </a:lnTo>
                  <a:close/>
                </a:path>
              </a:pathLst>
            </a:custGeom>
            <a:solidFill>
              <a:srgbClr val="0EACD1"/>
            </a:solidFill>
            <a:ln w="13277" cap="flat">
              <a:solidFill>
                <a:srgbClr val="394D54"/>
              </a:solidFill>
              <a:prstDash val="solid"/>
              <a:round/>
            </a:ln>
          </p:spPr>
          <p:txBody>
            <a:bodyPr rtlCol="0" anchor="ctr"/>
            <a:lstStyle/>
            <a:p>
              <a:endParaRPr lang="en-US"/>
            </a:p>
          </p:txBody>
        </p:sp>
        <p:sp>
          <p:nvSpPr>
            <p:cNvPr id="25" name="Freeform: Shape 24">
              <a:extLst>
                <a:ext uri="{FF2B5EF4-FFF2-40B4-BE49-F238E27FC236}">
                  <a16:creationId xmlns:a16="http://schemas.microsoft.com/office/drawing/2014/main" id="{C350220B-E2D2-96E7-84CD-828915E164CE}"/>
                </a:ext>
              </a:extLst>
            </p:cNvPr>
            <p:cNvSpPr/>
            <p:nvPr/>
          </p:nvSpPr>
          <p:spPr>
            <a:xfrm>
              <a:off x="7850585" y="3909876"/>
              <a:ext cx="68614" cy="526894"/>
            </a:xfrm>
            <a:custGeom>
              <a:avLst/>
              <a:gdLst>
                <a:gd name="connsiteX0" fmla="*/ 68619 w 68614"/>
                <a:gd name="connsiteY0" fmla="*/ 9 h 526894"/>
                <a:gd name="connsiteX1" fmla="*/ 5 w 68614"/>
                <a:gd name="connsiteY1" fmla="*/ 36439 h 526894"/>
                <a:gd name="connsiteX2" fmla="*/ 5 w 68614"/>
                <a:gd name="connsiteY2" fmla="*/ 526904 h 526894"/>
                <a:gd name="connsiteX3" fmla="*/ 68619 w 68614"/>
                <a:gd name="connsiteY3" fmla="*/ 490552 h 526894"/>
              </a:gdLst>
              <a:ahLst/>
              <a:cxnLst>
                <a:cxn ang="0">
                  <a:pos x="connsiteX0" y="connsiteY0"/>
                </a:cxn>
                <a:cxn ang="0">
                  <a:pos x="connsiteX1" y="connsiteY1"/>
                </a:cxn>
                <a:cxn ang="0">
                  <a:pos x="connsiteX2" y="connsiteY2"/>
                </a:cxn>
                <a:cxn ang="0">
                  <a:pos x="connsiteX3" y="connsiteY3"/>
                </a:cxn>
              </a:cxnLst>
              <a:rect l="l" t="t" r="r" b="b"/>
              <a:pathLst>
                <a:path w="68614" h="526894">
                  <a:moveTo>
                    <a:pt x="68619" y="9"/>
                  </a:moveTo>
                  <a:lnTo>
                    <a:pt x="5" y="36439"/>
                  </a:lnTo>
                  <a:lnTo>
                    <a:pt x="5" y="526904"/>
                  </a:lnTo>
                  <a:lnTo>
                    <a:pt x="68619" y="490552"/>
                  </a:lnTo>
                  <a:close/>
                </a:path>
              </a:pathLst>
            </a:custGeom>
            <a:solidFill>
              <a:srgbClr val="0EACD1"/>
            </a:solidFill>
            <a:ln w="13277" cap="flat">
              <a:solidFill>
                <a:srgbClr val="394D54"/>
              </a:solidFill>
              <a:prstDash val="solid"/>
              <a:round/>
            </a:ln>
          </p:spPr>
          <p:txBody>
            <a:bodyPr rtlCol="0" anchor="ctr"/>
            <a:lstStyle/>
            <a:p>
              <a:endParaRPr lang="en-US"/>
            </a:p>
          </p:txBody>
        </p:sp>
        <p:sp>
          <p:nvSpPr>
            <p:cNvPr id="26" name="Freeform: Shape 25">
              <a:extLst>
                <a:ext uri="{FF2B5EF4-FFF2-40B4-BE49-F238E27FC236}">
                  <a16:creationId xmlns:a16="http://schemas.microsoft.com/office/drawing/2014/main" id="{28A75EA3-4F2F-AACC-1642-F95F90978E7C}"/>
                </a:ext>
              </a:extLst>
            </p:cNvPr>
            <p:cNvSpPr/>
            <p:nvPr/>
          </p:nvSpPr>
          <p:spPr>
            <a:xfrm>
              <a:off x="8134303" y="3772738"/>
              <a:ext cx="55548" cy="485654"/>
            </a:xfrm>
            <a:custGeom>
              <a:avLst/>
              <a:gdLst>
                <a:gd name="connsiteX0" fmla="*/ 36623 w 55548"/>
                <a:gd name="connsiteY0" fmla="*/ 485658 h 485654"/>
                <a:gd name="connsiteX1" fmla="*/ 36572 w 55548"/>
                <a:gd name="connsiteY1" fmla="*/ 31909 h 485654"/>
                <a:gd name="connsiteX2" fmla="*/ 36572 w 55548"/>
                <a:gd name="connsiteY2" fmla="*/ 31909 h 485654"/>
                <a:gd name="connsiteX3" fmla="*/ 14 w 55548"/>
                <a:gd name="connsiteY3" fmla="*/ 49201 h 485654"/>
                <a:gd name="connsiteX4" fmla="*/ 14 w 55548"/>
                <a:gd name="connsiteY4" fmla="*/ 29230 h 485654"/>
                <a:gd name="connsiteX5" fmla="*/ 55562 w 55548"/>
                <a:gd name="connsiteY5" fmla="*/ 3 h 485654"/>
                <a:gd name="connsiteX6" fmla="*/ 55562 w 55548"/>
                <a:gd name="connsiteY6" fmla="*/ 475568 h 485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48" h="485654">
                  <a:moveTo>
                    <a:pt x="36623" y="485658"/>
                  </a:moveTo>
                  <a:lnTo>
                    <a:pt x="36572" y="31909"/>
                  </a:lnTo>
                  <a:lnTo>
                    <a:pt x="36572" y="31909"/>
                  </a:lnTo>
                  <a:lnTo>
                    <a:pt x="14" y="49201"/>
                  </a:lnTo>
                  <a:lnTo>
                    <a:pt x="14" y="29230"/>
                  </a:lnTo>
                  <a:lnTo>
                    <a:pt x="55562" y="3"/>
                  </a:lnTo>
                  <a:lnTo>
                    <a:pt x="55562" y="475568"/>
                  </a:lnTo>
                  <a:close/>
                </a:path>
              </a:pathLst>
            </a:custGeom>
            <a:solidFill>
              <a:srgbClr val="000000">
                <a:alpha val="12000"/>
              </a:srgbClr>
            </a:solidFill>
            <a:ln w="265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910D0A6-3DC6-1790-7E7F-20229DC17E40}"/>
                </a:ext>
              </a:extLst>
            </p:cNvPr>
            <p:cNvSpPr/>
            <p:nvPr/>
          </p:nvSpPr>
          <p:spPr>
            <a:xfrm>
              <a:off x="7995523" y="3843413"/>
              <a:ext cx="55832" cy="485498"/>
            </a:xfrm>
            <a:custGeom>
              <a:avLst/>
              <a:gdLst>
                <a:gd name="connsiteX0" fmla="*/ 37525 w 55832"/>
                <a:gd name="connsiteY0" fmla="*/ 485504 h 485498"/>
                <a:gd name="connsiteX1" fmla="*/ 37473 w 55832"/>
                <a:gd name="connsiteY1" fmla="*/ 32327 h 485498"/>
                <a:gd name="connsiteX2" fmla="*/ 37473 w 55832"/>
                <a:gd name="connsiteY2" fmla="*/ 32327 h 485498"/>
                <a:gd name="connsiteX3" fmla="*/ 9 w 55832"/>
                <a:gd name="connsiteY3" fmla="*/ 50035 h 485498"/>
                <a:gd name="connsiteX4" fmla="*/ 9 w 55832"/>
                <a:gd name="connsiteY4" fmla="*/ 29831 h 485498"/>
                <a:gd name="connsiteX5" fmla="*/ 55842 w 55832"/>
                <a:gd name="connsiteY5" fmla="*/ 6 h 485498"/>
                <a:gd name="connsiteX6" fmla="*/ 55842 w 55832"/>
                <a:gd name="connsiteY6" fmla="*/ 476169 h 48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32" h="485498">
                  <a:moveTo>
                    <a:pt x="37525" y="485504"/>
                  </a:moveTo>
                  <a:lnTo>
                    <a:pt x="37473" y="32327"/>
                  </a:lnTo>
                  <a:lnTo>
                    <a:pt x="37473" y="32327"/>
                  </a:lnTo>
                  <a:lnTo>
                    <a:pt x="9" y="50035"/>
                  </a:lnTo>
                  <a:lnTo>
                    <a:pt x="9" y="29831"/>
                  </a:lnTo>
                  <a:lnTo>
                    <a:pt x="55842" y="6"/>
                  </a:lnTo>
                  <a:lnTo>
                    <a:pt x="55842" y="476169"/>
                  </a:lnTo>
                  <a:close/>
                </a:path>
              </a:pathLst>
            </a:custGeom>
            <a:solidFill>
              <a:srgbClr val="000000">
                <a:alpha val="12000"/>
              </a:srgbClr>
            </a:solidFill>
            <a:ln w="265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A96AAB3-567C-ECAE-1E08-A465DDB389B7}"/>
                </a:ext>
              </a:extLst>
            </p:cNvPr>
            <p:cNvSpPr/>
            <p:nvPr/>
          </p:nvSpPr>
          <p:spPr>
            <a:xfrm>
              <a:off x="7857027" y="3920512"/>
              <a:ext cx="55703" cy="485420"/>
            </a:xfrm>
            <a:custGeom>
              <a:avLst/>
              <a:gdLst>
                <a:gd name="connsiteX0" fmla="*/ 37443 w 55703"/>
                <a:gd name="connsiteY0" fmla="*/ 485429 h 485420"/>
                <a:gd name="connsiteX1" fmla="*/ 37391 w 55703"/>
                <a:gd name="connsiteY1" fmla="*/ 32408 h 485420"/>
                <a:gd name="connsiteX2" fmla="*/ 37391 w 55703"/>
                <a:gd name="connsiteY2" fmla="*/ 32434 h 485420"/>
                <a:gd name="connsiteX3" fmla="*/ 5 w 55703"/>
                <a:gd name="connsiteY3" fmla="*/ 50116 h 485420"/>
                <a:gd name="connsiteX4" fmla="*/ 5 w 55703"/>
                <a:gd name="connsiteY4" fmla="*/ 29834 h 485420"/>
                <a:gd name="connsiteX5" fmla="*/ 55709 w 55703"/>
                <a:gd name="connsiteY5" fmla="*/ 9 h 485420"/>
                <a:gd name="connsiteX6" fmla="*/ 55709 w 55703"/>
                <a:gd name="connsiteY6" fmla="*/ 476016 h 48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03" h="485420">
                  <a:moveTo>
                    <a:pt x="37443" y="485429"/>
                  </a:moveTo>
                  <a:lnTo>
                    <a:pt x="37391" y="32408"/>
                  </a:lnTo>
                  <a:lnTo>
                    <a:pt x="37391" y="32434"/>
                  </a:lnTo>
                  <a:lnTo>
                    <a:pt x="5" y="50116"/>
                  </a:lnTo>
                  <a:lnTo>
                    <a:pt x="5" y="29834"/>
                  </a:lnTo>
                  <a:lnTo>
                    <a:pt x="55709" y="9"/>
                  </a:lnTo>
                  <a:lnTo>
                    <a:pt x="55709" y="476016"/>
                  </a:lnTo>
                  <a:close/>
                </a:path>
              </a:pathLst>
            </a:custGeom>
            <a:solidFill>
              <a:srgbClr val="000000">
                <a:alpha val="12000"/>
              </a:srgbClr>
            </a:solidFill>
            <a:ln w="265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8C254E4-F400-BC3B-62E5-481CC8D1BF40}"/>
                </a:ext>
              </a:extLst>
            </p:cNvPr>
            <p:cNvSpPr/>
            <p:nvPr/>
          </p:nvSpPr>
          <p:spPr>
            <a:xfrm>
              <a:off x="7150241" y="3628812"/>
              <a:ext cx="556673" cy="699631"/>
            </a:xfrm>
            <a:custGeom>
              <a:avLst/>
              <a:gdLst>
                <a:gd name="connsiteX0" fmla="*/ 556664 w 556673"/>
                <a:gd name="connsiteY0" fmla="*/ 302232 h 699631"/>
                <a:gd name="connsiteX1" fmla="*/ 103067 w 556673"/>
                <a:gd name="connsiteY1" fmla="*/ 699633 h 699631"/>
                <a:gd name="connsiteX2" fmla="*/ -9 w 556673"/>
                <a:gd name="connsiteY2" fmla="*/ 645183 h 699631"/>
                <a:gd name="connsiteX3" fmla="*/ -9 w 556673"/>
                <a:gd name="connsiteY3" fmla="*/ 2 h 699631"/>
                <a:gd name="connsiteX4" fmla="*/ 556664 w 556673"/>
                <a:gd name="connsiteY4" fmla="*/ 279922 h 699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673" h="699631">
                  <a:moveTo>
                    <a:pt x="556664" y="302232"/>
                  </a:moveTo>
                  <a:lnTo>
                    <a:pt x="103067" y="699633"/>
                  </a:lnTo>
                  <a:lnTo>
                    <a:pt x="-9" y="645183"/>
                  </a:lnTo>
                  <a:lnTo>
                    <a:pt x="-9" y="2"/>
                  </a:lnTo>
                  <a:lnTo>
                    <a:pt x="556664" y="279922"/>
                  </a:lnTo>
                  <a:close/>
                </a:path>
              </a:pathLst>
            </a:custGeom>
            <a:solidFill>
              <a:srgbClr val="000000">
                <a:alpha val="5000"/>
              </a:srgbClr>
            </a:solidFill>
            <a:ln w="26554" cap="flat">
              <a:noFill/>
              <a:prstDash val="solid"/>
              <a:miter/>
            </a:ln>
          </p:spPr>
          <p:txBody>
            <a:bodyPr rtlCol="0" anchor="ctr"/>
            <a:lstStyle/>
            <a:p>
              <a:endParaRPr lang="en-US"/>
            </a:p>
          </p:txBody>
        </p:sp>
      </p:grpSp>
      <p:pic>
        <p:nvPicPr>
          <p:cNvPr id="5" name="Picture 4" descr="A blue square with a white whale and boxes&#10;&#10;Description automatically generated">
            <a:extLst>
              <a:ext uri="{FF2B5EF4-FFF2-40B4-BE49-F238E27FC236}">
                <a16:creationId xmlns:a16="http://schemas.microsoft.com/office/drawing/2014/main" id="{07BC7B7A-9234-8F57-F90A-A23CD2D094F4}"/>
              </a:ext>
            </a:extLst>
          </p:cNvPr>
          <p:cNvPicPr>
            <a:picLocks noChangeAspect="1"/>
          </p:cNvPicPr>
          <p:nvPr/>
        </p:nvPicPr>
        <p:blipFill rotWithShape="1">
          <a:blip r:embed="rId3">
            <a:extLst>
              <a:ext uri="{28A0092B-C50C-407E-A947-70E740481C1C}">
                <a14:useLocalDpi xmlns:a14="http://schemas.microsoft.com/office/drawing/2010/main" val="0"/>
              </a:ext>
            </a:extLst>
          </a:blip>
          <a:srcRect l="6806" t="6437" r="7631" b="6471"/>
          <a:stretch/>
        </p:blipFill>
        <p:spPr>
          <a:xfrm>
            <a:off x="1958575" y="3363013"/>
            <a:ext cx="1148262" cy="1168807"/>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4E32B-85F7-4625-A400-133FAD1D4B8A}"/>
              </a:ext>
            </a:extLst>
          </p:cNvPr>
          <p:cNvSpPr>
            <a:spLocks noGrp="1"/>
          </p:cNvSpPr>
          <p:nvPr>
            <p:ph sz="half" idx="10"/>
          </p:nvPr>
        </p:nvSpPr>
        <p:spPr/>
        <p:txBody>
          <a:bodyPr/>
          <a:lstStyle/>
          <a:p>
            <a:r>
              <a:rPr lang="en-IN" dirty="0"/>
              <a:t>Image Sharing Between Containers</a:t>
            </a:r>
          </a:p>
        </p:txBody>
      </p:sp>
      <p:grpSp>
        <p:nvGrpSpPr>
          <p:cNvPr id="2" name="Group 1">
            <a:extLst>
              <a:ext uri="{FF2B5EF4-FFF2-40B4-BE49-F238E27FC236}">
                <a16:creationId xmlns:a16="http://schemas.microsoft.com/office/drawing/2014/main" id="{394A8EAB-0755-8428-51FC-926CC948707E}"/>
              </a:ext>
            </a:extLst>
          </p:cNvPr>
          <p:cNvGrpSpPr/>
          <p:nvPr/>
        </p:nvGrpSpPr>
        <p:grpSpPr>
          <a:xfrm>
            <a:off x="3842933" y="1388639"/>
            <a:ext cx="3661675" cy="4500283"/>
            <a:chOff x="3340704" y="1683949"/>
            <a:chExt cx="3866255" cy="4781994"/>
          </a:xfrm>
        </p:grpSpPr>
        <p:grpSp>
          <p:nvGrpSpPr>
            <p:cNvPr id="24" name="Group 23">
              <a:extLst>
                <a:ext uri="{FF2B5EF4-FFF2-40B4-BE49-F238E27FC236}">
                  <a16:creationId xmlns:a16="http://schemas.microsoft.com/office/drawing/2014/main" id="{8C1CB6B0-4653-4245-BC8F-CD3552082BCB}"/>
                </a:ext>
              </a:extLst>
            </p:cNvPr>
            <p:cNvGrpSpPr/>
            <p:nvPr/>
          </p:nvGrpSpPr>
          <p:grpSpPr>
            <a:xfrm>
              <a:off x="3340704" y="3429000"/>
              <a:ext cx="3866255" cy="3036943"/>
              <a:chOff x="3393713" y="2901279"/>
              <a:chExt cx="3866255" cy="3036943"/>
            </a:xfrm>
          </p:grpSpPr>
          <p:sp>
            <p:nvSpPr>
              <p:cNvPr id="6" name="Freeform: Shape 5">
                <a:extLst>
                  <a:ext uri="{FF2B5EF4-FFF2-40B4-BE49-F238E27FC236}">
                    <a16:creationId xmlns:a16="http://schemas.microsoft.com/office/drawing/2014/main" id="{0BF44BFD-4A71-432B-9AF9-96CB2FB6D427}"/>
                  </a:ext>
                </a:extLst>
              </p:cNvPr>
              <p:cNvSpPr/>
              <p:nvPr/>
            </p:nvSpPr>
            <p:spPr>
              <a:xfrm>
                <a:off x="3761935" y="3888052"/>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1850" tIns="111850" rIns="111850" bIns="111850" numCol="1" spcCol="1270" anchor="ctr" anchorCtr="0">
                <a:noAutofit/>
              </a:bodyPr>
              <a:lstStyle/>
              <a:p>
                <a:pPr marL="0" lvl="0" indent="0" algn="ctr" defTabSz="1066800">
                  <a:lnSpc>
                    <a:spcPct val="90000"/>
                  </a:lnSpc>
                  <a:spcBef>
                    <a:spcPct val="0"/>
                  </a:spcBef>
                  <a:spcAft>
                    <a:spcPct val="35000"/>
                  </a:spcAft>
                  <a:buNone/>
                </a:pPr>
                <a:r>
                  <a:rPr lang="en-IN" sz="2400" kern="1200" dirty="0"/>
                  <a:t>.NET Core SDK</a:t>
                </a:r>
              </a:p>
            </p:txBody>
          </p:sp>
          <p:sp>
            <p:nvSpPr>
              <p:cNvPr id="7" name="Freeform: Shape 6">
                <a:extLst>
                  <a:ext uri="{FF2B5EF4-FFF2-40B4-BE49-F238E27FC236}">
                    <a16:creationId xmlns:a16="http://schemas.microsoft.com/office/drawing/2014/main" id="{98AE488E-F1E1-4BC7-9CA8-C76D85005EAB}"/>
                  </a:ext>
                </a:extLst>
              </p:cNvPr>
              <p:cNvSpPr/>
              <p:nvPr/>
            </p:nvSpPr>
            <p:spPr>
              <a:xfrm>
                <a:off x="3761935" y="3134235"/>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3000" kern="1200" dirty="0"/>
                  <a:t>…</a:t>
                </a:r>
              </a:p>
            </p:txBody>
          </p:sp>
          <p:pic>
            <p:nvPicPr>
              <p:cNvPr id="8" name="Graphic 7" descr="Lock">
                <a:extLst>
                  <a:ext uri="{FF2B5EF4-FFF2-40B4-BE49-F238E27FC236}">
                    <a16:creationId xmlns:a16="http://schemas.microsoft.com/office/drawing/2014/main" id="{B3B2BAAB-F8CC-409A-99F4-7786EF87209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38291" y="3264326"/>
                <a:ext cx="342944" cy="401840"/>
              </a:xfrm>
              <a:prstGeom prst="rect">
                <a:avLst/>
              </a:prstGeom>
            </p:spPr>
          </p:pic>
          <p:pic>
            <p:nvPicPr>
              <p:cNvPr id="9" name="Graphic 8" descr="Lock">
                <a:extLst>
                  <a:ext uri="{FF2B5EF4-FFF2-40B4-BE49-F238E27FC236}">
                    <a16:creationId xmlns:a16="http://schemas.microsoft.com/office/drawing/2014/main" id="{90625EBE-8B85-4EE0-8BD3-ED20C90782B7}"/>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38291" y="3995405"/>
                <a:ext cx="342944" cy="401840"/>
              </a:xfrm>
              <a:prstGeom prst="rect">
                <a:avLst/>
              </a:prstGeom>
            </p:spPr>
          </p:pic>
          <p:pic>
            <p:nvPicPr>
              <p:cNvPr id="10" name="Graphic 9" descr="Lock">
                <a:extLst>
                  <a:ext uri="{FF2B5EF4-FFF2-40B4-BE49-F238E27FC236}">
                    <a16:creationId xmlns:a16="http://schemas.microsoft.com/office/drawing/2014/main" id="{F0E30370-5973-41EC-8823-3EB3264350AB}"/>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38291" y="4726484"/>
                <a:ext cx="342944" cy="401840"/>
              </a:xfrm>
              <a:prstGeom prst="rect">
                <a:avLst/>
              </a:prstGeom>
            </p:spPr>
          </p:pic>
          <p:sp>
            <p:nvSpPr>
              <p:cNvPr id="15" name="Rectangle 14">
                <a:extLst>
                  <a:ext uri="{FF2B5EF4-FFF2-40B4-BE49-F238E27FC236}">
                    <a16:creationId xmlns:a16="http://schemas.microsoft.com/office/drawing/2014/main" id="{7D7928CC-F67A-48BA-8042-96A11BBE1CC4}"/>
                  </a:ext>
                </a:extLst>
              </p:cNvPr>
              <p:cNvSpPr/>
              <p:nvPr/>
            </p:nvSpPr>
            <p:spPr>
              <a:xfrm>
                <a:off x="3393713" y="2901279"/>
                <a:ext cx="3866255" cy="3036943"/>
              </a:xfrm>
              <a:prstGeom prst="rect">
                <a:avLst/>
              </a:prstGeom>
              <a:noFill/>
              <a:ln w="28575">
                <a:solidFill>
                  <a:schemeClr val="accent4">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r>
                  <a:rPr lang="en-IN" dirty="0">
                    <a:solidFill>
                      <a:schemeClr val="tx2">
                        <a:lumMod val="10000"/>
                        <a:lumOff val="90000"/>
                      </a:schemeClr>
                    </a:solidFill>
                  </a:rPr>
                  <a:t>.NET Core App Image</a:t>
                </a:r>
              </a:p>
            </p:txBody>
          </p:sp>
          <p:sp>
            <p:nvSpPr>
              <p:cNvPr id="16" name="Freeform: Shape 15">
                <a:extLst>
                  <a:ext uri="{FF2B5EF4-FFF2-40B4-BE49-F238E27FC236}">
                    <a16:creationId xmlns:a16="http://schemas.microsoft.com/office/drawing/2014/main" id="{349330AF-01F5-4DB0-9980-514D337D26A6}"/>
                  </a:ext>
                </a:extLst>
              </p:cNvPr>
              <p:cNvSpPr/>
              <p:nvPr/>
            </p:nvSpPr>
            <p:spPr>
              <a:xfrm>
                <a:off x="3761935" y="4641868"/>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chemeClr val="tx2">
                  <a:lumMod val="75000"/>
                </a:schemeClr>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4230" tIns="104230" rIns="104230" bIns="104230" numCol="1" spcCol="1270" anchor="ctr" anchorCtr="0">
                <a:noAutofit/>
              </a:bodyPr>
              <a:lstStyle/>
              <a:p>
                <a:pPr marL="0" lvl="0" indent="0" algn="ctr" defTabSz="977900">
                  <a:lnSpc>
                    <a:spcPct val="90000"/>
                  </a:lnSpc>
                  <a:spcBef>
                    <a:spcPct val="0"/>
                  </a:spcBef>
                  <a:spcAft>
                    <a:spcPct val="35000"/>
                  </a:spcAft>
                  <a:buNone/>
                </a:pPr>
                <a:r>
                  <a:rPr lang="en-IN" sz="2000" kern="1200" dirty="0"/>
                  <a:t>    Base Image (Ubuntu)</a:t>
                </a:r>
              </a:p>
            </p:txBody>
          </p:sp>
          <p:pic>
            <p:nvPicPr>
              <p:cNvPr id="17" name="Graphic 16" descr="Lock">
                <a:extLst>
                  <a:ext uri="{FF2B5EF4-FFF2-40B4-BE49-F238E27FC236}">
                    <a16:creationId xmlns:a16="http://schemas.microsoft.com/office/drawing/2014/main" id="{1C52972D-4AB9-42A8-BFBE-76D14E05B3D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38291" y="4727793"/>
                <a:ext cx="342944" cy="401840"/>
              </a:xfrm>
              <a:prstGeom prst="rect">
                <a:avLst/>
              </a:prstGeom>
            </p:spPr>
          </p:pic>
        </p:grpSp>
        <p:cxnSp>
          <p:nvCxnSpPr>
            <p:cNvPr id="29" name="Straight Arrow Connector 28">
              <a:extLst>
                <a:ext uri="{FF2B5EF4-FFF2-40B4-BE49-F238E27FC236}">
                  <a16:creationId xmlns:a16="http://schemas.microsoft.com/office/drawing/2014/main" id="{0F1C5DD9-83D9-4AAF-B067-608BAAE25545}"/>
                </a:ext>
              </a:extLst>
            </p:cNvPr>
            <p:cNvCxnSpPr>
              <a:cxnSpLocks/>
            </p:cNvCxnSpPr>
            <p:nvPr/>
          </p:nvCxnSpPr>
          <p:spPr>
            <a:xfrm>
              <a:off x="4509143" y="2628575"/>
              <a:ext cx="585437" cy="670350"/>
            </a:xfrm>
            <a:prstGeom prst="straightConnector1">
              <a:avLst/>
            </a:prstGeom>
            <a:ln w="38100">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BD53FF1-4348-4D73-B8AD-56D7EDE5313A}"/>
                </a:ext>
              </a:extLst>
            </p:cNvPr>
            <p:cNvCxnSpPr>
              <a:cxnSpLocks/>
            </p:cNvCxnSpPr>
            <p:nvPr/>
          </p:nvCxnSpPr>
          <p:spPr>
            <a:xfrm flipH="1">
              <a:off x="5208104" y="2589192"/>
              <a:ext cx="609600" cy="709733"/>
            </a:xfrm>
            <a:prstGeom prst="straightConnector1">
              <a:avLst/>
            </a:prstGeom>
            <a:ln w="38100">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982841F3-ABAF-4E5E-A954-9AAB5BAD27B4}"/>
                </a:ext>
              </a:extLst>
            </p:cNvPr>
            <p:cNvGrpSpPr/>
            <p:nvPr/>
          </p:nvGrpSpPr>
          <p:grpSpPr>
            <a:xfrm>
              <a:off x="3695848" y="1683949"/>
              <a:ext cx="952500" cy="952500"/>
              <a:chOff x="3695848" y="1683949"/>
              <a:chExt cx="952500" cy="952500"/>
            </a:xfrm>
          </p:grpSpPr>
          <p:pic>
            <p:nvPicPr>
              <p:cNvPr id="27" name="Graphic 26">
                <a:extLst>
                  <a:ext uri="{FF2B5EF4-FFF2-40B4-BE49-F238E27FC236}">
                    <a16:creationId xmlns:a16="http://schemas.microsoft.com/office/drawing/2014/main" id="{18C5BEEE-5EDD-4600-9145-AFB904A7F17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95848" y="1683949"/>
                <a:ext cx="952500" cy="952500"/>
              </a:xfrm>
              <a:prstGeom prst="rect">
                <a:avLst/>
              </a:prstGeom>
            </p:spPr>
          </p:pic>
          <p:sp>
            <p:nvSpPr>
              <p:cNvPr id="40" name="TextBox 39">
                <a:extLst>
                  <a:ext uri="{FF2B5EF4-FFF2-40B4-BE49-F238E27FC236}">
                    <a16:creationId xmlns:a16="http://schemas.microsoft.com/office/drawing/2014/main" id="{1FA7B393-CBE3-4F12-BF70-FD6BA7C7BC18}"/>
                  </a:ext>
                </a:extLst>
              </p:cNvPr>
              <p:cNvSpPr txBox="1"/>
              <p:nvPr/>
            </p:nvSpPr>
            <p:spPr>
              <a:xfrm>
                <a:off x="3785282" y="2083106"/>
                <a:ext cx="425116" cy="369332"/>
              </a:xfrm>
              <a:prstGeom prst="rect">
                <a:avLst/>
              </a:prstGeom>
              <a:noFill/>
            </p:spPr>
            <p:txBody>
              <a:bodyPr wrap="none" rtlCol="0">
                <a:spAutoFit/>
              </a:bodyPr>
              <a:lstStyle/>
              <a:p>
                <a:r>
                  <a:rPr lang="en-IN" dirty="0"/>
                  <a:t>C1</a:t>
                </a:r>
              </a:p>
            </p:txBody>
          </p:sp>
        </p:grpSp>
        <p:grpSp>
          <p:nvGrpSpPr>
            <p:cNvPr id="43" name="Group 42">
              <a:extLst>
                <a:ext uri="{FF2B5EF4-FFF2-40B4-BE49-F238E27FC236}">
                  <a16:creationId xmlns:a16="http://schemas.microsoft.com/office/drawing/2014/main" id="{741A03A9-716E-4E5B-B8C5-8A372D6DF398}"/>
                </a:ext>
              </a:extLst>
            </p:cNvPr>
            <p:cNvGrpSpPr/>
            <p:nvPr/>
          </p:nvGrpSpPr>
          <p:grpSpPr>
            <a:xfrm>
              <a:off x="5619750" y="1726971"/>
              <a:ext cx="952500" cy="952500"/>
              <a:chOff x="5619750" y="1726971"/>
              <a:chExt cx="952500" cy="952500"/>
            </a:xfrm>
          </p:grpSpPr>
          <p:pic>
            <p:nvPicPr>
              <p:cNvPr id="28" name="Graphic 27">
                <a:extLst>
                  <a:ext uri="{FF2B5EF4-FFF2-40B4-BE49-F238E27FC236}">
                    <a16:creationId xmlns:a16="http://schemas.microsoft.com/office/drawing/2014/main" id="{0EFB79D1-CAC3-4250-8101-C8F86A78D1B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19750" y="1726971"/>
                <a:ext cx="952500" cy="952500"/>
              </a:xfrm>
              <a:prstGeom prst="rect">
                <a:avLst/>
              </a:prstGeom>
            </p:spPr>
          </p:pic>
          <p:sp>
            <p:nvSpPr>
              <p:cNvPr id="41" name="TextBox 40">
                <a:extLst>
                  <a:ext uri="{FF2B5EF4-FFF2-40B4-BE49-F238E27FC236}">
                    <a16:creationId xmlns:a16="http://schemas.microsoft.com/office/drawing/2014/main" id="{549925DF-1FFA-4AA8-8A46-FF7B41248169}"/>
                  </a:ext>
                </a:extLst>
              </p:cNvPr>
              <p:cNvSpPr txBox="1"/>
              <p:nvPr/>
            </p:nvSpPr>
            <p:spPr>
              <a:xfrm>
                <a:off x="5670884" y="2089785"/>
                <a:ext cx="425116" cy="369332"/>
              </a:xfrm>
              <a:prstGeom prst="rect">
                <a:avLst/>
              </a:prstGeom>
              <a:noFill/>
            </p:spPr>
            <p:txBody>
              <a:bodyPr wrap="none" rtlCol="0">
                <a:spAutoFit/>
              </a:bodyPr>
              <a:lstStyle/>
              <a:p>
                <a:r>
                  <a:rPr lang="en-IN" dirty="0"/>
                  <a:t>C2</a:t>
                </a:r>
              </a:p>
            </p:txBody>
          </p:sp>
        </p:grpSp>
      </p:grpSp>
    </p:spTree>
    <p:extLst>
      <p:ext uri="{BB962C8B-B14F-4D97-AF65-F5344CB8AC3E}">
        <p14:creationId xmlns:p14="http://schemas.microsoft.com/office/powerpoint/2010/main" val="1724937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4E32B-85F7-4625-A400-133FAD1D4B8A}"/>
              </a:ext>
            </a:extLst>
          </p:cNvPr>
          <p:cNvSpPr>
            <a:spLocks noGrp="1"/>
          </p:cNvSpPr>
          <p:nvPr>
            <p:ph sz="half" idx="10"/>
          </p:nvPr>
        </p:nvSpPr>
        <p:spPr/>
        <p:txBody>
          <a:bodyPr/>
          <a:lstStyle/>
          <a:p>
            <a:r>
              <a:rPr lang="en-IN" dirty="0"/>
              <a:t>Containers and Layers</a:t>
            </a:r>
          </a:p>
        </p:txBody>
      </p:sp>
      <p:grpSp>
        <p:nvGrpSpPr>
          <p:cNvPr id="2" name="Group 1">
            <a:extLst>
              <a:ext uri="{FF2B5EF4-FFF2-40B4-BE49-F238E27FC236}">
                <a16:creationId xmlns:a16="http://schemas.microsoft.com/office/drawing/2014/main" id="{8B0F497B-B8A9-50AF-052B-849124AB0E4C}"/>
              </a:ext>
            </a:extLst>
          </p:cNvPr>
          <p:cNvGrpSpPr/>
          <p:nvPr/>
        </p:nvGrpSpPr>
        <p:grpSpPr>
          <a:xfrm>
            <a:off x="2737943" y="1303111"/>
            <a:ext cx="5069626" cy="4513014"/>
            <a:chOff x="2737943" y="1618155"/>
            <a:chExt cx="5300122" cy="4895288"/>
          </a:xfrm>
        </p:grpSpPr>
        <p:grpSp>
          <p:nvGrpSpPr>
            <p:cNvPr id="37" name="Group 36">
              <a:extLst>
                <a:ext uri="{FF2B5EF4-FFF2-40B4-BE49-F238E27FC236}">
                  <a16:creationId xmlns:a16="http://schemas.microsoft.com/office/drawing/2014/main" id="{36F7CCA9-EA22-404A-8347-08DE8B66C9BA}"/>
                </a:ext>
              </a:extLst>
            </p:cNvPr>
            <p:cNvGrpSpPr/>
            <p:nvPr/>
          </p:nvGrpSpPr>
          <p:grpSpPr>
            <a:xfrm>
              <a:off x="3485323" y="3685101"/>
              <a:ext cx="3601600" cy="2828342"/>
              <a:chOff x="3485323" y="3685101"/>
              <a:chExt cx="3601600" cy="2828342"/>
            </a:xfrm>
          </p:grpSpPr>
          <p:sp>
            <p:nvSpPr>
              <p:cNvPr id="6" name="Freeform: Shape 5">
                <a:extLst>
                  <a:ext uri="{FF2B5EF4-FFF2-40B4-BE49-F238E27FC236}">
                    <a16:creationId xmlns:a16="http://schemas.microsoft.com/office/drawing/2014/main" id="{0BF44BFD-4A71-432B-9AF9-96CB2FB6D427}"/>
                  </a:ext>
                </a:extLst>
              </p:cNvPr>
              <p:cNvSpPr/>
              <p:nvPr/>
            </p:nvSpPr>
            <p:spPr>
              <a:xfrm>
                <a:off x="3694178" y="4597043"/>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1850" tIns="111850" rIns="111850" bIns="111850" numCol="1" spcCol="1270" anchor="ctr" anchorCtr="0">
                <a:noAutofit/>
              </a:bodyPr>
              <a:lstStyle/>
              <a:p>
                <a:pPr marL="0" lvl="0" indent="0" algn="ctr" defTabSz="1066800">
                  <a:lnSpc>
                    <a:spcPct val="90000"/>
                  </a:lnSpc>
                  <a:spcBef>
                    <a:spcPct val="0"/>
                  </a:spcBef>
                  <a:spcAft>
                    <a:spcPct val="35000"/>
                  </a:spcAft>
                  <a:buNone/>
                </a:pPr>
                <a:r>
                  <a:rPr lang="en-IN" sz="2400" kern="1200" dirty="0"/>
                  <a:t>.NET Core SDK</a:t>
                </a:r>
              </a:p>
            </p:txBody>
          </p:sp>
          <p:sp>
            <p:nvSpPr>
              <p:cNvPr id="7" name="Freeform: Shape 6">
                <a:extLst>
                  <a:ext uri="{FF2B5EF4-FFF2-40B4-BE49-F238E27FC236}">
                    <a16:creationId xmlns:a16="http://schemas.microsoft.com/office/drawing/2014/main" id="{98AE488E-F1E1-4BC7-9CA8-C76D85005EAB}"/>
                  </a:ext>
                </a:extLst>
              </p:cNvPr>
              <p:cNvSpPr/>
              <p:nvPr/>
            </p:nvSpPr>
            <p:spPr>
              <a:xfrm>
                <a:off x="3694178" y="3843226"/>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3000" kern="1200" dirty="0"/>
                  <a:t>…</a:t>
                </a:r>
              </a:p>
            </p:txBody>
          </p:sp>
          <p:pic>
            <p:nvPicPr>
              <p:cNvPr id="8" name="Graphic 7" descr="Lock">
                <a:extLst>
                  <a:ext uri="{FF2B5EF4-FFF2-40B4-BE49-F238E27FC236}">
                    <a16:creationId xmlns:a16="http://schemas.microsoft.com/office/drawing/2014/main" id="{B3B2BAAB-F8CC-409A-99F4-7786EF87209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70534" y="3973317"/>
                <a:ext cx="342944" cy="401840"/>
              </a:xfrm>
              <a:prstGeom prst="rect">
                <a:avLst/>
              </a:prstGeom>
            </p:spPr>
          </p:pic>
          <p:pic>
            <p:nvPicPr>
              <p:cNvPr id="9" name="Graphic 8" descr="Lock">
                <a:extLst>
                  <a:ext uri="{FF2B5EF4-FFF2-40B4-BE49-F238E27FC236}">
                    <a16:creationId xmlns:a16="http://schemas.microsoft.com/office/drawing/2014/main" id="{90625EBE-8B85-4EE0-8BD3-ED20C90782B7}"/>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70534" y="4704396"/>
                <a:ext cx="342944" cy="401840"/>
              </a:xfrm>
              <a:prstGeom prst="rect">
                <a:avLst/>
              </a:prstGeom>
            </p:spPr>
          </p:pic>
          <p:pic>
            <p:nvPicPr>
              <p:cNvPr id="10" name="Graphic 9" descr="Lock">
                <a:extLst>
                  <a:ext uri="{FF2B5EF4-FFF2-40B4-BE49-F238E27FC236}">
                    <a16:creationId xmlns:a16="http://schemas.microsoft.com/office/drawing/2014/main" id="{F0E30370-5973-41EC-8823-3EB3264350AB}"/>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70534" y="5435475"/>
                <a:ext cx="342944" cy="401840"/>
              </a:xfrm>
              <a:prstGeom prst="rect">
                <a:avLst/>
              </a:prstGeom>
            </p:spPr>
          </p:pic>
          <p:sp>
            <p:nvSpPr>
              <p:cNvPr id="15" name="Rectangle 14">
                <a:extLst>
                  <a:ext uri="{FF2B5EF4-FFF2-40B4-BE49-F238E27FC236}">
                    <a16:creationId xmlns:a16="http://schemas.microsoft.com/office/drawing/2014/main" id="{7D7928CC-F67A-48BA-8042-96A11BBE1CC4}"/>
                  </a:ext>
                </a:extLst>
              </p:cNvPr>
              <p:cNvSpPr/>
              <p:nvPr/>
            </p:nvSpPr>
            <p:spPr>
              <a:xfrm>
                <a:off x="3485323" y="3685101"/>
                <a:ext cx="3601600" cy="2828342"/>
              </a:xfrm>
              <a:prstGeom prst="rect">
                <a:avLst/>
              </a:prstGeom>
              <a:noFill/>
              <a:ln w="285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sz="500" dirty="0">
                  <a:solidFill>
                    <a:schemeClr val="accent1">
                      <a:lumMod val="20000"/>
                      <a:lumOff val="80000"/>
                    </a:schemeClr>
                  </a:solidFill>
                </a:endParaRPr>
              </a:p>
              <a:p>
                <a:pPr algn="ctr"/>
                <a:r>
                  <a:rPr lang="en-IN" dirty="0">
                    <a:solidFill>
                      <a:schemeClr val="accent1">
                        <a:lumMod val="20000"/>
                        <a:lumOff val="80000"/>
                      </a:schemeClr>
                    </a:solidFill>
                  </a:rPr>
                  <a:t>.NET Core App Image</a:t>
                </a:r>
              </a:p>
            </p:txBody>
          </p:sp>
          <p:sp>
            <p:nvSpPr>
              <p:cNvPr id="16" name="Freeform: Shape 15">
                <a:extLst>
                  <a:ext uri="{FF2B5EF4-FFF2-40B4-BE49-F238E27FC236}">
                    <a16:creationId xmlns:a16="http://schemas.microsoft.com/office/drawing/2014/main" id="{349330AF-01F5-4DB0-9980-514D337D26A6}"/>
                  </a:ext>
                </a:extLst>
              </p:cNvPr>
              <p:cNvSpPr/>
              <p:nvPr/>
            </p:nvSpPr>
            <p:spPr>
              <a:xfrm>
                <a:off x="3694178" y="5350859"/>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chemeClr val="tx2">
                  <a:lumMod val="75000"/>
                </a:schemeClr>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4230" tIns="104230" rIns="104230" bIns="104230" numCol="1" spcCol="1270" anchor="ctr" anchorCtr="0">
                <a:noAutofit/>
              </a:bodyPr>
              <a:lstStyle/>
              <a:p>
                <a:pPr marL="0" lvl="0" indent="0" algn="ctr" defTabSz="977900">
                  <a:lnSpc>
                    <a:spcPct val="90000"/>
                  </a:lnSpc>
                  <a:spcBef>
                    <a:spcPct val="0"/>
                  </a:spcBef>
                  <a:spcAft>
                    <a:spcPct val="35000"/>
                  </a:spcAft>
                  <a:buNone/>
                </a:pPr>
                <a:r>
                  <a:rPr lang="en-IN" sz="2200" kern="1200" dirty="0"/>
                  <a:t>   </a:t>
                </a:r>
                <a:r>
                  <a:rPr lang="en-IN" sz="2000" kern="1200" dirty="0"/>
                  <a:t>Base Image (Ubuntu)</a:t>
                </a:r>
                <a:endParaRPr lang="en-IN" sz="2200" kern="1200" dirty="0"/>
              </a:p>
            </p:txBody>
          </p:sp>
          <p:pic>
            <p:nvPicPr>
              <p:cNvPr id="17" name="Graphic 16" descr="Lock">
                <a:extLst>
                  <a:ext uri="{FF2B5EF4-FFF2-40B4-BE49-F238E27FC236}">
                    <a16:creationId xmlns:a16="http://schemas.microsoft.com/office/drawing/2014/main" id="{1C52972D-4AB9-42A8-BFBE-76D14E05B3D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70534" y="5436784"/>
                <a:ext cx="342944" cy="401840"/>
              </a:xfrm>
              <a:prstGeom prst="rect">
                <a:avLst/>
              </a:prstGeom>
            </p:spPr>
          </p:pic>
        </p:grpSp>
        <p:pic>
          <p:nvPicPr>
            <p:cNvPr id="28" name="Graphic 27" descr="Pencil">
              <a:extLst>
                <a:ext uri="{FF2B5EF4-FFF2-40B4-BE49-F238E27FC236}">
                  <a16:creationId xmlns:a16="http://schemas.microsoft.com/office/drawing/2014/main" id="{B9125EBA-3458-408E-9104-62DB48B31E2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86923" y="2409627"/>
              <a:ext cx="237083" cy="237083"/>
            </a:xfrm>
            <a:prstGeom prst="rect">
              <a:avLst/>
            </a:prstGeom>
          </p:spPr>
        </p:pic>
        <p:cxnSp>
          <p:nvCxnSpPr>
            <p:cNvPr id="30" name="Straight Arrow Connector 29">
              <a:extLst>
                <a:ext uri="{FF2B5EF4-FFF2-40B4-BE49-F238E27FC236}">
                  <a16:creationId xmlns:a16="http://schemas.microsoft.com/office/drawing/2014/main" id="{9610E055-4DB5-4B1B-B751-083352A5AB7B}"/>
                </a:ext>
              </a:extLst>
            </p:cNvPr>
            <p:cNvCxnSpPr>
              <a:cxnSpLocks/>
            </p:cNvCxnSpPr>
            <p:nvPr/>
          </p:nvCxnSpPr>
          <p:spPr>
            <a:xfrm>
              <a:off x="4118782" y="3090100"/>
              <a:ext cx="645375" cy="579658"/>
            </a:xfrm>
            <a:prstGeom prst="straightConnector1">
              <a:avLst/>
            </a:prstGeom>
            <a:ln w="38100">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73754E8-BA4F-4832-859C-205562A692E0}"/>
                </a:ext>
              </a:extLst>
            </p:cNvPr>
            <p:cNvCxnSpPr>
              <a:cxnSpLocks/>
            </p:cNvCxnSpPr>
            <p:nvPr/>
          </p:nvCxnSpPr>
          <p:spPr>
            <a:xfrm flipH="1">
              <a:off x="5948308" y="3090100"/>
              <a:ext cx="591640" cy="548914"/>
            </a:xfrm>
            <a:prstGeom prst="straightConnector1">
              <a:avLst/>
            </a:prstGeom>
            <a:ln w="38100">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E3002D89-3F99-44F9-89B2-3B943AB66219}"/>
                </a:ext>
              </a:extLst>
            </p:cNvPr>
            <p:cNvGrpSpPr/>
            <p:nvPr/>
          </p:nvGrpSpPr>
          <p:grpSpPr>
            <a:xfrm>
              <a:off x="2737943" y="1647286"/>
              <a:ext cx="2485360" cy="1428176"/>
              <a:chOff x="2737943" y="1647286"/>
              <a:chExt cx="2485360" cy="1428176"/>
            </a:xfrm>
          </p:grpSpPr>
          <p:grpSp>
            <p:nvGrpSpPr>
              <p:cNvPr id="12" name="Group 11">
                <a:extLst>
                  <a:ext uri="{FF2B5EF4-FFF2-40B4-BE49-F238E27FC236}">
                    <a16:creationId xmlns:a16="http://schemas.microsoft.com/office/drawing/2014/main" id="{28373797-085B-437B-8409-A4815691C9A8}"/>
                  </a:ext>
                </a:extLst>
              </p:cNvPr>
              <p:cNvGrpSpPr/>
              <p:nvPr/>
            </p:nvGrpSpPr>
            <p:grpSpPr>
              <a:xfrm>
                <a:off x="2737943" y="1647286"/>
                <a:ext cx="2485360" cy="1428176"/>
                <a:chOff x="2033631" y="1387911"/>
                <a:chExt cx="2485360" cy="1428176"/>
              </a:xfrm>
            </p:grpSpPr>
            <p:sp>
              <p:nvSpPr>
                <p:cNvPr id="19" name="Freeform: Shape 18">
                  <a:extLst>
                    <a:ext uri="{FF2B5EF4-FFF2-40B4-BE49-F238E27FC236}">
                      <a16:creationId xmlns:a16="http://schemas.microsoft.com/office/drawing/2014/main" id="{10F6F59F-6C7B-4B49-8C24-5C7B49D2926E}"/>
                    </a:ext>
                  </a:extLst>
                </p:cNvPr>
                <p:cNvSpPr/>
                <p:nvPr/>
              </p:nvSpPr>
              <p:spPr>
                <a:xfrm>
                  <a:off x="2033631" y="2188081"/>
                  <a:ext cx="2485360" cy="628006"/>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rgbClr val="00B0F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2000" kern="1200" dirty="0"/>
                    <a:t>   Thin R/W Layer</a:t>
                  </a:r>
                </a:p>
              </p:txBody>
            </p:sp>
            <p:pic>
              <p:nvPicPr>
                <p:cNvPr id="29" name="Graphic 28">
                  <a:extLst>
                    <a:ext uri="{FF2B5EF4-FFF2-40B4-BE49-F238E27FC236}">
                      <a16:creationId xmlns:a16="http://schemas.microsoft.com/office/drawing/2014/main" id="{847B94C8-7C22-4811-8CB6-9098A865D164}"/>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75543" y="1387911"/>
                  <a:ext cx="952500" cy="952500"/>
                </a:xfrm>
                <a:prstGeom prst="rect">
                  <a:avLst/>
                </a:prstGeom>
              </p:spPr>
            </p:pic>
          </p:grpSp>
          <p:sp>
            <p:nvSpPr>
              <p:cNvPr id="38" name="TextBox 37">
                <a:extLst>
                  <a:ext uri="{FF2B5EF4-FFF2-40B4-BE49-F238E27FC236}">
                    <a16:creationId xmlns:a16="http://schemas.microsoft.com/office/drawing/2014/main" id="{B04004C5-3B5B-42BE-9641-6143E125D6B9}"/>
                  </a:ext>
                </a:extLst>
              </p:cNvPr>
              <p:cNvSpPr txBox="1"/>
              <p:nvPr/>
            </p:nvSpPr>
            <p:spPr>
              <a:xfrm>
                <a:off x="3437905" y="2040295"/>
                <a:ext cx="470375" cy="367231"/>
              </a:xfrm>
              <a:prstGeom prst="rect">
                <a:avLst/>
              </a:prstGeom>
              <a:noFill/>
            </p:spPr>
            <p:txBody>
              <a:bodyPr wrap="square" rtlCol="0">
                <a:spAutoFit/>
              </a:bodyPr>
              <a:lstStyle/>
              <a:p>
                <a:r>
                  <a:rPr lang="en-IN" sz="1600" dirty="0"/>
                  <a:t>C1</a:t>
                </a:r>
              </a:p>
            </p:txBody>
          </p:sp>
        </p:grpSp>
        <p:grpSp>
          <p:nvGrpSpPr>
            <p:cNvPr id="41" name="Group 40">
              <a:extLst>
                <a:ext uri="{FF2B5EF4-FFF2-40B4-BE49-F238E27FC236}">
                  <a16:creationId xmlns:a16="http://schemas.microsoft.com/office/drawing/2014/main" id="{B6257928-7674-4679-ABDD-6669A73D4469}"/>
                </a:ext>
              </a:extLst>
            </p:cNvPr>
            <p:cNvGrpSpPr/>
            <p:nvPr/>
          </p:nvGrpSpPr>
          <p:grpSpPr>
            <a:xfrm>
              <a:off x="5552705" y="1618155"/>
              <a:ext cx="2485360" cy="1451568"/>
              <a:chOff x="5552705" y="1618155"/>
              <a:chExt cx="2485360" cy="1451568"/>
            </a:xfrm>
          </p:grpSpPr>
          <p:grpSp>
            <p:nvGrpSpPr>
              <p:cNvPr id="13" name="Group 12">
                <a:extLst>
                  <a:ext uri="{FF2B5EF4-FFF2-40B4-BE49-F238E27FC236}">
                    <a16:creationId xmlns:a16="http://schemas.microsoft.com/office/drawing/2014/main" id="{BC0462E3-6E41-4022-B88E-88494D427B82}"/>
                  </a:ext>
                </a:extLst>
              </p:cNvPr>
              <p:cNvGrpSpPr/>
              <p:nvPr/>
            </p:nvGrpSpPr>
            <p:grpSpPr>
              <a:xfrm>
                <a:off x="5552705" y="1618155"/>
                <a:ext cx="2485360" cy="1451568"/>
                <a:chOff x="6998605" y="1364519"/>
                <a:chExt cx="2485360" cy="1451568"/>
              </a:xfrm>
            </p:grpSpPr>
            <p:sp>
              <p:nvSpPr>
                <p:cNvPr id="21" name="Freeform: Shape 20">
                  <a:extLst>
                    <a:ext uri="{FF2B5EF4-FFF2-40B4-BE49-F238E27FC236}">
                      <a16:creationId xmlns:a16="http://schemas.microsoft.com/office/drawing/2014/main" id="{7FEE5A41-E727-4AA5-9568-F19011EFC56C}"/>
                    </a:ext>
                  </a:extLst>
                </p:cNvPr>
                <p:cNvSpPr/>
                <p:nvPr/>
              </p:nvSpPr>
              <p:spPr>
                <a:xfrm>
                  <a:off x="6998605" y="2188081"/>
                  <a:ext cx="2485360" cy="628006"/>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rgbClr val="0070C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2000" kern="1200" dirty="0"/>
                    <a:t>   Thin R/W Layer</a:t>
                  </a:r>
                </a:p>
              </p:txBody>
            </p:sp>
            <p:pic>
              <p:nvPicPr>
                <p:cNvPr id="5" name="Graphic 4">
                  <a:extLst>
                    <a:ext uri="{FF2B5EF4-FFF2-40B4-BE49-F238E27FC236}">
                      <a16:creationId xmlns:a16="http://schemas.microsoft.com/office/drawing/2014/main" id="{F9C0C6A6-7090-4AFA-AAAD-6454502891D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65035" y="1364519"/>
                  <a:ext cx="952500" cy="952500"/>
                </a:xfrm>
                <a:prstGeom prst="rect">
                  <a:avLst/>
                </a:prstGeom>
              </p:spPr>
            </p:pic>
          </p:grpSp>
          <p:sp>
            <p:nvSpPr>
              <p:cNvPr id="39" name="TextBox 38">
                <a:extLst>
                  <a:ext uri="{FF2B5EF4-FFF2-40B4-BE49-F238E27FC236}">
                    <a16:creationId xmlns:a16="http://schemas.microsoft.com/office/drawing/2014/main" id="{F5F5354A-AA03-4C3C-BA43-A608E7364E87}"/>
                  </a:ext>
                </a:extLst>
              </p:cNvPr>
              <p:cNvSpPr txBox="1"/>
              <p:nvPr/>
            </p:nvSpPr>
            <p:spPr>
              <a:xfrm>
                <a:off x="6403412" y="2013046"/>
                <a:ext cx="451148" cy="367231"/>
              </a:xfrm>
              <a:prstGeom prst="rect">
                <a:avLst/>
              </a:prstGeom>
              <a:noFill/>
            </p:spPr>
            <p:txBody>
              <a:bodyPr wrap="none" rtlCol="0">
                <a:spAutoFit/>
              </a:bodyPr>
              <a:lstStyle/>
              <a:p>
                <a:r>
                  <a:rPr lang="en-IN" sz="1600" dirty="0"/>
                  <a:t>C2</a:t>
                </a:r>
                <a:endParaRPr lang="en-IN" dirty="0"/>
              </a:p>
            </p:txBody>
          </p:sp>
        </p:grpSp>
      </p:grpSp>
    </p:spTree>
    <p:extLst>
      <p:ext uri="{BB962C8B-B14F-4D97-AF65-F5344CB8AC3E}">
        <p14:creationId xmlns:p14="http://schemas.microsoft.com/office/powerpoint/2010/main" val="2955772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IN" dirty="0"/>
              <a:t>Docker Registry</a:t>
            </a:r>
          </a:p>
        </p:txBody>
      </p:sp>
      <p:sp>
        <p:nvSpPr>
          <p:cNvPr id="2" name="Content Placeholder 1"/>
          <p:cNvSpPr>
            <a:spLocks noGrp="1"/>
          </p:cNvSpPr>
          <p:nvPr>
            <p:ph sz="half" idx="1"/>
          </p:nvPr>
        </p:nvSpPr>
        <p:spPr/>
        <p:txBody>
          <a:bodyPr>
            <a:normAutofit/>
          </a:bodyPr>
          <a:lstStyle/>
          <a:p>
            <a:pPr>
              <a:lnSpc>
                <a:spcPct val="100000"/>
              </a:lnSpc>
            </a:pPr>
            <a:r>
              <a:rPr lang="en-US" dirty="0">
                <a:latin typeface="+mn-lt"/>
              </a:rPr>
              <a:t>A Service to host Docker images</a:t>
            </a:r>
          </a:p>
          <a:p>
            <a:pPr>
              <a:lnSpc>
                <a:spcPct val="100000"/>
              </a:lnSpc>
            </a:pPr>
            <a:r>
              <a:rPr lang="en-US" dirty="0">
                <a:latin typeface="+mn-lt"/>
              </a:rPr>
              <a:t>Multiple options are available:</a:t>
            </a:r>
          </a:p>
          <a:p>
            <a:pPr lvl="1">
              <a:lnSpc>
                <a:spcPct val="100000"/>
              </a:lnSpc>
            </a:pPr>
            <a:r>
              <a:rPr lang="en-US" dirty="0"/>
              <a:t>Docker Hub - (Free for public images and Paid for private images)</a:t>
            </a:r>
          </a:p>
          <a:p>
            <a:pPr lvl="1">
              <a:lnSpc>
                <a:spcPct val="100000"/>
              </a:lnSpc>
            </a:pPr>
            <a:r>
              <a:rPr lang="en-US" dirty="0"/>
              <a:t>Docker Trusted Registry - (on-prem or on-cloud)</a:t>
            </a:r>
          </a:p>
        </p:txBody>
      </p:sp>
      <p:grpSp>
        <p:nvGrpSpPr>
          <p:cNvPr id="4" name="Group 3">
            <a:extLst>
              <a:ext uri="{FF2B5EF4-FFF2-40B4-BE49-F238E27FC236}">
                <a16:creationId xmlns:a16="http://schemas.microsoft.com/office/drawing/2014/main" id="{D7E102BD-33E2-F29B-18A7-CDAE33288F58}"/>
              </a:ext>
            </a:extLst>
          </p:cNvPr>
          <p:cNvGrpSpPr/>
          <p:nvPr/>
        </p:nvGrpSpPr>
        <p:grpSpPr>
          <a:xfrm>
            <a:off x="5925582" y="3805292"/>
            <a:ext cx="1430316" cy="1497328"/>
            <a:chOff x="5792722" y="3805292"/>
            <a:chExt cx="1430316" cy="1497328"/>
          </a:xfrm>
        </p:grpSpPr>
        <p:pic>
          <p:nvPicPr>
            <p:cNvPr id="9" name="Picture 8">
              <a:extLst>
                <a:ext uri="{FF2B5EF4-FFF2-40B4-BE49-F238E27FC236}">
                  <a16:creationId xmlns:a16="http://schemas.microsoft.com/office/drawing/2014/main" id="{344F0700-6ACE-4DF8-BF0A-AE95FEAA5EC8}"/>
                </a:ext>
              </a:extLst>
            </p:cNvPr>
            <p:cNvPicPr>
              <a:picLocks noChangeAspect="1"/>
            </p:cNvPicPr>
            <p:nvPr/>
          </p:nvPicPr>
          <p:blipFill rotWithShape="1">
            <a:blip r:embed="rId2">
              <a:extLst>
                <a:ext uri="{28A0092B-C50C-407E-A947-70E740481C1C}">
                  <a14:useLocalDpi xmlns:a14="http://schemas.microsoft.com/office/drawing/2010/main" val="0"/>
                </a:ext>
              </a:extLst>
            </a:blip>
            <a:srcRect t="12653" b="3922"/>
            <a:stretch/>
          </p:blipFill>
          <p:spPr>
            <a:xfrm>
              <a:off x="5792722" y="3805292"/>
              <a:ext cx="1430316" cy="1497328"/>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984D419A-596D-489D-9833-6C73A5BD41C8}"/>
                </a:ext>
              </a:extLst>
            </p:cNvPr>
            <p:cNvSpPr txBox="1"/>
            <p:nvPr/>
          </p:nvSpPr>
          <p:spPr>
            <a:xfrm>
              <a:off x="5872305" y="5043092"/>
              <a:ext cx="1294740" cy="198660"/>
            </a:xfrm>
            <a:prstGeom prst="rect">
              <a:avLst/>
            </a:prstGeom>
            <a:noFill/>
          </p:spPr>
          <p:txBody>
            <a:bodyPr wrap="square" lIns="0" tIns="0" rIns="0" bIns="0" rtlCol="0">
              <a:noAutofit/>
            </a:bodyPr>
            <a:lstStyle>
              <a:defPPr>
                <a:defRPr lang="en-US"/>
              </a:defPPr>
              <a:lvl1pPr>
                <a:lnSpc>
                  <a:spcPct val="90000"/>
                </a:lnSpc>
                <a:defRPr sz="2400"/>
              </a:lvl1pPr>
            </a:lstStyle>
            <a:p>
              <a:r>
                <a:rPr lang="en-US" sz="1400" dirty="0">
                  <a:solidFill>
                    <a:schemeClr val="bg1"/>
                  </a:solidFill>
                </a:rPr>
                <a:t>Docker Registry</a:t>
              </a:r>
            </a:p>
          </p:txBody>
        </p:sp>
      </p:grpSp>
      <p:grpSp>
        <p:nvGrpSpPr>
          <p:cNvPr id="19" name="Group 18">
            <a:extLst>
              <a:ext uri="{FF2B5EF4-FFF2-40B4-BE49-F238E27FC236}">
                <a16:creationId xmlns:a16="http://schemas.microsoft.com/office/drawing/2014/main" id="{F123DC1C-81DC-4514-96F8-81277AB4C372}"/>
              </a:ext>
            </a:extLst>
          </p:cNvPr>
          <p:cNvGrpSpPr/>
          <p:nvPr/>
        </p:nvGrpSpPr>
        <p:grpSpPr>
          <a:xfrm>
            <a:off x="4418760" y="3957571"/>
            <a:ext cx="1336948" cy="378568"/>
            <a:chOff x="4418760" y="4440110"/>
            <a:chExt cx="1336948" cy="378568"/>
          </a:xfrm>
        </p:grpSpPr>
        <p:cxnSp>
          <p:nvCxnSpPr>
            <p:cNvPr id="13" name="Straight Arrow Connector 12">
              <a:extLst>
                <a:ext uri="{FF2B5EF4-FFF2-40B4-BE49-F238E27FC236}">
                  <a16:creationId xmlns:a16="http://schemas.microsoft.com/office/drawing/2014/main" id="{3EB79943-BC89-4520-AF8F-9AAA7B2F8933}"/>
                </a:ext>
              </a:extLst>
            </p:cNvPr>
            <p:cNvCxnSpPr>
              <a:cxnSpLocks/>
            </p:cNvCxnSpPr>
            <p:nvPr/>
          </p:nvCxnSpPr>
          <p:spPr>
            <a:xfrm>
              <a:off x="4448089" y="4818678"/>
              <a:ext cx="1307619" cy="0"/>
            </a:xfrm>
            <a:prstGeom prst="straightConnector1">
              <a:avLst/>
            </a:prstGeom>
            <a:ln w="5715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9E45094-AF86-496E-BD4D-C6016C5F394C}"/>
                </a:ext>
              </a:extLst>
            </p:cNvPr>
            <p:cNvSpPr txBox="1"/>
            <p:nvPr/>
          </p:nvSpPr>
          <p:spPr>
            <a:xfrm>
              <a:off x="4418760" y="4440110"/>
              <a:ext cx="1336948" cy="338554"/>
            </a:xfrm>
            <a:prstGeom prst="rect">
              <a:avLst/>
            </a:prstGeom>
            <a:noFill/>
          </p:spPr>
          <p:txBody>
            <a:bodyPr wrap="square" rtlCol="0">
              <a:spAutoFit/>
            </a:bodyPr>
            <a:lstStyle/>
            <a:p>
              <a:r>
                <a:rPr lang="en-IN" sz="1600" dirty="0">
                  <a:solidFill>
                    <a:schemeClr val="tx2">
                      <a:lumMod val="10000"/>
                      <a:lumOff val="90000"/>
                    </a:schemeClr>
                  </a:solidFill>
                </a:rPr>
                <a:t>docker push</a:t>
              </a:r>
            </a:p>
          </p:txBody>
        </p:sp>
      </p:grpSp>
      <p:grpSp>
        <p:nvGrpSpPr>
          <p:cNvPr id="20" name="Group 19">
            <a:extLst>
              <a:ext uri="{FF2B5EF4-FFF2-40B4-BE49-F238E27FC236}">
                <a16:creationId xmlns:a16="http://schemas.microsoft.com/office/drawing/2014/main" id="{230C0986-E0B2-4069-A88C-BB1229E56C74}"/>
              </a:ext>
            </a:extLst>
          </p:cNvPr>
          <p:cNvGrpSpPr/>
          <p:nvPr/>
        </p:nvGrpSpPr>
        <p:grpSpPr>
          <a:xfrm>
            <a:off x="4382875" y="4693472"/>
            <a:ext cx="1359104" cy="338554"/>
            <a:chOff x="4382875" y="5176011"/>
            <a:chExt cx="1359104" cy="338554"/>
          </a:xfrm>
        </p:grpSpPr>
        <p:cxnSp>
          <p:nvCxnSpPr>
            <p:cNvPr id="14" name="Straight Arrow Connector 13">
              <a:extLst>
                <a:ext uri="{FF2B5EF4-FFF2-40B4-BE49-F238E27FC236}">
                  <a16:creationId xmlns:a16="http://schemas.microsoft.com/office/drawing/2014/main" id="{2C41E033-7345-4BC2-A7FF-958F9787DC5D}"/>
                </a:ext>
              </a:extLst>
            </p:cNvPr>
            <p:cNvCxnSpPr>
              <a:cxnSpLocks/>
            </p:cNvCxnSpPr>
            <p:nvPr/>
          </p:nvCxnSpPr>
          <p:spPr>
            <a:xfrm flipH="1">
              <a:off x="4382875" y="5181219"/>
              <a:ext cx="1359104" cy="0"/>
            </a:xfrm>
            <a:prstGeom prst="straightConnector1">
              <a:avLst/>
            </a:prstGeom>
            <a:ln w="5715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641FD10-680C-4677-9BB2-B8C92E9C31A0}"/>
                </a:ext>
              </a:extLst>
            </p:cNvPr>
            <p:cNvSpPr txBox="1"/>
            <p:nvPr/>
          </p:nvSpPr>
          <p:spPr>
            <a:xfrm>
              <a:off x="4491148" y="5176011"/>
              <a:ext cx="1235231" cy="338554"/>
            </a:xfrm>
            <a:prstGeom prst="rect">
              <a:avLst/>
            </a:prstGeom>
            <a:noFill/>
          </p:spPr>
          <p:txBody>
            <a:bodyPr wrap="square" rtlCol="0">
              <a:spAutoFit/>
            </a:bodyPr>
            <a:lstStyle/>
            <a:p>
              <a:r>
                <a:rPr lang="en-IN" sz="1600" dirty="0">
                  <a:solidFill>
                    <a:schemeClr val="tx2">
                      <a:lumMod val="10000"/>
                      <a:lumOff val="90000"/>
                    </a:schemeClr>
                  </a:solidFill>
                </a:rPr>
                <a:t>docker pull</a:t>
              </a:r>
            </a:p>
          </p:txBody>
        </p:sp>
      </p:grpSp>
      <p:pic>
        <p:nvPicPr>
          <p:cNvPr id="5" name="Picture 4" descr="A blue square with a white whale and boxes&#10;&#10;Description automatically generated">
            <a:extLst>
              <a:ext uri="{FF2B5EF4-FFF2-40B4-BE49-F238E27FC236}">
                <a16:creationId xmlns:a16="http://schemas.microsoft.com/office/drawing/2014/main" id="{521BB6AF-A270-64CD-5C22-81492B74AAE1}"/>
              </a:ext>
            </a:extLst>
          </p:cNvPr>
          <p:cNvPicPr>
            <a:picLocks noChangeAspect="1"/>
          </p:cNvPicPr>
          <p:nvPr/>
        </p:nvPicPr>
        <p:blipFill rotWithShape="1">
          <a:blip r:embed="rId3">
            <a:extLst>
              <a:ext uri="{28A0092B-C50C-407E-A947-70E740481C1C}">
                <a14:useLocalDpi xmlns:a14="http://schemas.microsoft.com/office/drawing/2010/main" val="0"/>
              </a:ext>
            </a:extLst>
          </a:blip>
          <a:srcRect l="6806" t="6437" r="7631" b="6471"/>
          <a:stretch/>
        </p:blipFill>
        <p:spPr>
          <a:xfrm>
            <a:off x="2803767" y="3785844"/>
            <a:ext cx="1430316" cy="1455908"/>
          </a:xfrm>
          <a:prstGeom prst="rect">
            <a:avLst/>
          </a:prstGeom>
        </p:spPr>
      </p:pic>
    </p:spTree>
    <p:extLst>
      <p:ext uri="{BB962C8B-B14F-4D97-AF65-F5344CB8AC3E}">
        <p14:creationId xmlns:p14="http://schemas.microsoft.com/office/powerpoint/2010/main" val="17628333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nSpc>
                <a:spcPct val="100000"/>
              </a:lnSpc>
            </a:pPr>
            <a:r>
              <a:rPr lang="en-US" dirty="0"/>
              <a:t>A cloud-based repository for public and private images</a:t>
            </a:r>
          </a:p>
          <a:p>
            <a:pPr>
              <a:lnSpc>
                <a:spcPct val="100000"/>
              </a:lnSpc>
            </a:pPr>
            <a:r>
              <a:rPr lang="en-US" dirty="0"/>
              <a:t>Here, Docker users and partners create, test, store and distribute container images</a:t>
            </a:r>
          </a:p>
          <a:p>
            <a:pPr>
              <a:lnSpc>
                <a:spcPct val="100000"/>
              </a:lnSpc>
            </a:pPr>
            <a:r>
              <a:rPr lang="en-US" dirty="0"/>
              <a:t>Users can host and share their own custom images</a:t>
            </a:r>
          </a:p>
          <a:p>
            <a:pPr>
              <a:lnSpc>
                <a:spcPct val="100000"/>
              </a:lnSpc>
            </a:pPr>
            <a:r>
              <a:rPr lang="en-US" dirty="0"/>
              <a:t>For example, Nodejs image: https://hub.docker.com/_/node</a:t>
            </a:r>
            <a:endParaRPr lang="en-IN" dirty="0"/>
          </a:p>
        </p:txBody>
      </p:sp>
      <p:sp>
        <p:nvSpPr>
          <p:cNvPr id="3" name="Content Placeholder 2"/>
          <p:cNvSpPr>
            <a:spLocks noGrp="1"/>
          </p:cNvSpPr>
          <p:nvPr>
            <p:ph sz="half" idx="10"/>
          </p:nvPr>
        </p:nvSpPr>
        <p:spPr/>
        <p:txBody>
          <a:bodyPr/>
          <a:lstStyle/>
          <a:p>
            <a:r>
              <a:rPr lang="en-IN" dirty="0"/>
              <a:t>Docker Hub</a:t>
            </a:r>
          </a:p>
        </p:txBody>
      </p:sp>
    </p:spTree>
    <p:extLst>
      <p:ext uri="{BB962C8B-B14F-4D97-AF65-F5344CB8AC3E}">
        <p14:creationId xmlns:p14="http://schemas.microsoft.com/office/powerpoint/2010/main" val="125396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0"/>
          </p:nvPr>
        </p:nvSpPr>
        <p:spPr/>
        <p:txBody>
          <a:bodyPr>
            <a:normAutofit/>
          </a:bodyPr>
          <a:lstStyle/>
          <a:p>
            <a:r>
              <a:rPr lang="en-IN" dirty="0"/>
              <a:t>Docker Container Life Cycle</a:t>
            </a:r>
            <a:endParaRPr lang="en-US" dirty="0"/>
          </a:p>
        </p:txBody>
      </p:sp>
      <p:grpSp>
        <p:nvGrpSpPr>
          <p:cNvPr id="6" name="Group 5">
            <a:extLst>
              <a:ext uri="{FF2B5EF4-FFF2-40B4-BE49-F238E27FC236}">
                <a16:creationId xmlns:a16="http://schemas.microsoft.com/office/drawing/2014/main" id="{9B2904AE-A0DF-4F99-8EFC-30185E38D0F1}"/>
              </a:ext>
            </a:extLst>
          </p:cNvPr>
          <p:cNvGrpSpPr/>
          <p:nvPr/>
        </p:nvGrpSpPr>
        <p:grpSpPr>
          <a:xfrm>
            <a:off x="4953565" y="4248702"/>
            <a:ext cx="1584395" cy="331891"/>
            <a:chOff x="4953565" y="4471538"/>
            <a:chExt cx="1584395" cy="331891"/>
          </a:xfrm>
        </p:grpSpPr>
        <p:cxnSp>
          <p:nvCxnSpPr>
            <p:cNvPr id="10" name="Straight Arrow Connector 9">
              <a:extLst>
                <a:ext uri="{FF2B5EF4-FFF2-40B4-BE49-F238E27FC236}">
                  <a16:creationId xmlns:a16="http://schemas.microsoft.com/office/drawing/2014/main" id="{778E74AD-D14D-42ED-9A90-FBC7BFDB181B}"/>
                </a:ext>
              </a:extLst>
            </p:cNvPr>
            <p:cNvCxnSpPr>
              <a:cxnSpLocks/>
            </p:cNvCxnSpPr>
            <p:nvPr/>
          </p:nvCxnSpPr>
          <p:spPr>
            <a:xfrm>
              <a:off x="4953565" y="4803429"/>
              <a:ext cx="1584395" cy="0"/>
            </a:xfrm>
            <a:prstGeom prst="straightConnector1">
              <a:avLst/>
            </a:prstGeom>
            <a:ln w="5715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D26C04B-B4C8-418B-86A2-F4CC3EE0BDCC}"/>
                </a:ext>
              </a:extLst>
            </p:cNvPr>
            <p:cNvSpPr txBox="1"/>
            <p:nvPr/>
          </p:nvSpPr>
          <p:spPr>
            <a:xfrm>
              <a:off x="5417658" y="4471538"/>
              <a:ext cx="537976" cy="270280"/>
            </a:xfrm>
            <a:prstGeom prst="rect">
              <a:avLst/>
            </a:prstGeom>
            <a:noFill/>
          </p:spPr>
          <p:txBody>
            <a:bodyPr wrap="square" lIns="0" tIns="0" rIns="0" bIns="0" rtlCol="0">
              <a:noAutofit/>
            </a:bodyPr>
            <a:lstStyle>
              <a:defPPr>
                <a:defRPr lang="en-US"/>
              </a:defPPr>
              <a:lvl1pPr>
                <a:lnSpc>
                  <a:spcPct val="90000"/>
                </a:lnSpc>
                <a:defRPr sz="2400"/>
              </a:lvl1pPr>
            </a:lstStyle>
            <a:p>
              <a:r>
                <a:rPr lang="en-US" sz="1800" dirty="0">
                  <a:solidFill>
                    <a:schemeClr val="tx2">
                      <a:lumMod val="10000"/>
                      <a:lumOff val="90000"/>
                    </a:schemeClr>
                  </a:solidFill>
                </a:rPr>
                <a:t>Run</a:t>
              </a:r>
            </a:p>
          </p:txBody>
        </p:sp>
      </p:grpSp>
      <p:grpSp>
        <p:nvGrpSpPr>
          <p:cNvPr id="3" name="Group 2">
            <a:extLst>
              <a:ext uri="{FF2B5EF4-FFF2-40B4-BE49-F238E27FC236}">
                <a16:creationId xmlns:a16="http://schemas.microsoft.com/office/drawing/2014/main" id="{D0351F0E-8B6E-414C-9D76-818ED21CB4D9}"/>
              </a:ext>
            </a:extLst>
          </p:cNvPr>
          <p:cNvGrpSpPr/>
          <p:nvPr/>
        </p:nvGrpSpPr>
        <p:grpSpPr>
          <a:xfrm>
            <a:off x="698416" y="3950748"/>
            <a:ext cx="1407927" cy="2035092"/>
            <a:chOff x="698416" y="4173584"/>
            <a:chExt cx="1407927" cy="2035092"/>
          </a:xfrm>
        </p:grpSpPr>
        <p:grpSp>
          <p:nvGrpSpPr>
            <p:cNvPr id="2" name="Group 1">
              <a:extLst>
                <a:ext uri="{FF2B5EF4-FFF2-40B4-BE49-F238E27FC236}">
                  <a16:creationId xmlns:a16="http://schemas.microsoft.com/office/drawing/2014/main" id="{4F45B279-14C4-4704-8D04-0A5D6ED8A81D}"/>
                </a:ext>
              </a:extLst>
            </p:cNvPr>
            <p:cNvGrpSpPr/>
            <p:nvPr/>
          </p:nvGrpSpPr>
          <p:grpSpPr>
            <a:xfrm>
              <a:off x="698416" y="4173584"/>
              <a:ext cx="1407927" cy="2035092"/>
              <a:chOff x="698416" y="4173584"/>
              <a:chExt cx="1407927" cy="2035092"/>
            </a:xfrm>
          </p:grpSpPr>
          <p:sp>
            <p:nvSpPr>
              <p:cNvPr id="12" name="Flowchart: Internal Storage 11">
                <a:extLst>
                  <a:ext uri="{FF2B5EF4-FFF2-40B4-BE49-F238E27FC236}">
                    <a16:creationId xmlns:a16="http://schemas.microsoft.com/office/drawing/2014/main" id="{83C8D5C6-8A62-477C-A565-BCD9C0BBA98B}"/>
                  </a:ext>
                </a:extLst>
              </p:cNvPr>
              <p:cNvSpPr/>
              <p:nvPr/>
            </p:nvSpPr>
            <p:spPr>
              <a:xfrm>
                <a:off x="698416" y="4173584"/>
                <a:ext cx="1407927" cy="1536096"/>
              </a:xfrm>
              <a:prstGeom prst="flowChartInternalStorage">
                <a:avLst/>
              </a:prstGeom>
              <a:solidFill>
                <a:schemeClr val="accent1">
                  <a:lumMod val="20000"/>
                  <a:lumOff val="80000"/>
                </a:schemeClr>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endParaRPr lang="en-US"/>
              </a:p>
            </p:txBody>
          </p:sp>
          <p:sp>
            <p:nvSpPr>
              <p:cNvPr id="13" name="TextBox 12">
                <a:extLst>
                  <a:ext uri="{FF2B5EF4-FFF2-40B4-BE49-F238E27FC236}">
                    <a16:creationId xmlns:a16="http://schemas.microsoft.com/office/drawing/2014/main" id="{7F6ED14B-C494-45D4-9FA8-0AA2DE509B76}"/>
                  </a:ext>
                </a:extLst>
              </p:cNvPr>
              <p:cNvSpPr txBox="1"/>
              <p:nvPr/>
            </p:nvSpPr>
            <p:spPr>
              <a:xfrm>
                <a:off x="796388" y="5852488"/>
                <a:ext cx="1309955" cy="356188"/>
              </a:xfrm>
              <a:prstGeom prst="rect">
                <a:avLst/>
              </a:prstGeom>
              <a:noFill/>
            </p:spPr>
            <p:txBody>
              <a:bodyPr wrap="square" lIns="0" tIns="0" rIns="0" bIns="0" rtlCol="0">
                <a:noAutofit/>
              </a:bodyPr>
              <a:lstStyle/>
              <a:p>
                <a:pPr>
                  <a:lnSpc>
                    <a:spcPct val="90000"/>
                  </a:lnSpc>
                </a:pPr>
                <a:r>
                  <a:rPr lang="en-US" dirty="0">
                    <a:solidFill>
                      <a:schemeClr val="tx2">
                        <a:lumMod val="10000"/>
                        <a:lumOff val="90000"/>
                      </a:schemeClr>
                    </a:solidFill>
                  </a:rPr>
                  <a:t>Dockerfile</a:t>
                </a:r>
              </a:p>
            </p:txBody>
          </p:sp>
        </p:grpSp>
        <p:cxnSp>
          <p:nvCxnSpPr>
            <p:cNvPr id="17" name="Straight Connector 16">
              <a:extLst>
                <a:ext uri="{FF2B5EF4-FFF2-40B4-BE49-F238E27FC236}">
                  <a16:creationId xmlns:a16="http://schemas.microsoft.com/office/drawing/2014/main" id="{AA22ED18-EB4B-4436-A887-2239C0FACE96}"/>
                </a:ext>
              </a:extLst>
            </p:cNvPr>
            <p:cNvCxnSpPr/>
            <p:nvPr/>
          </p:nvCxnSpPr>
          <p:spPr>
            <a:xfrm>
              <a:off x="925818" y="4486820"/>
              <a:ext cx="945741"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785291F-93BD-4E9E-80C7-CD59B934AFDB}"/>
                </a:ext>
              </a:extLst>
            </p:cNvPr>
            <p:cNvCxnSpPr/>
            <p:nvPr/>
          </p:nvCxnSpPr>
          <p:spPr>
            <a:xfrm>
              <a:off x="935104" y="4617984"/>
              <a:ext cx="945741"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AB57D7A-64C1-4A29-9CBF-CD630BB67B9A}"/>
                </a:ext>
              </a:extLst>
            </p:cNvPr>
            <p:cNvCxnSpPr/>
            <p:nvPr/>
          </p:nvCxnSpPr>
          <p:spPr>
            <a:xfrm>
              <a:off x="935103" y="4762205"/>
              <a:ext cx="945741"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CE63293-F6BD-4459-9A08-A11ACBE0A702}"/>
                </a:ext>
              </a:extLst>
            </p:cNvPr>
            <p:cNvCxnSpPr/>
            <p:nvPr/>
          </p:nvCxnSpPr>
          <p:spPr>
            <a:xfrm>
              <a:off x="935102" y="4942134"/>
              <a:ext cx="945741"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AE85EDA-5ACE-4215-8197-2601B019E9FF}"/>
                </a:ext>
              </a:extLst>
            </p:cNvPr>
            <p:cNvCxnSpPr/>
            <p:nvPr/>
          </p:nvCxnSpPr>
          <p:spPr>
            <a:xfrm>
              <a:off x="925817" y="5098434"/>
              <a:ext cx="945741"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AB5302F-B57F-4E59-A3EA-F1D899EB9F72}"/>
                </a:ext>
              </a:extLst>
            </p:cNvPr>
            <p:cNvCxnSpPr/>
            <p:nvPr/>
          </p:nvCxnSpPr>
          <p:spPr>
            <a:xfrm>
              <a:off x="923912" y="5262031"/>
              <a:ext cx="945741"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F96DA80-E802-4968-A3B3-A9452A97C5AF}"/>
                </a:ext>
              </a:extLst>
            </p:cNvPr>
            <p:cNvCxnSpPr/>
            <p:nvPr/>
          </p:nvCxnSpPr>
          <p:spPr>
            <a:xfrm>
              <a:off x="933198" y="5393195"/>
              <a:ext cx="945741"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8C4B613-844E-4E20-AF07-CB3A0ECBC386}"/>
                </a:ext>
              </a:extLst>
            </p:cNvPr>
            <p:cNvCxnSpPr/>
            <p:nvPr/>
          </p:nvCxnSpPr>
          <p:spPr>
            <a:xfrm>
              <a:off x="933197" y="5537416"/>
              <a:ext cx="945741" cy="0"/>
            </a:xfrm>
            <a:prstGeom prst="line">
              <a:avLst/>
            </a:prstGeom>
            <a:ln w="76200">
              <a:solidFill>
                <a:schemeClr val="accent5"/>
              </a:solidFill>
              <a:miter lim="800000"/>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08886E4B-3482-40AE-8292-6A564949FDEC}"/>
              </a:ext>
            </a:extLst>
          </p:cNvPr>
          <p:cNvGrpSpPr/>
          <p:nvPr/>
        </p:nvGrpSpPr>
        <p:grpSpPr>
          <a:xfrm>
            <a:off x="2108318" y="4354682"/>
            <a:ext cx="1307619" cy="359932"/>
            <a:chOff x="2108318" y="4577518"/>
            <a:chExt cx="1307619" cy="359932"/>
          </a:xfrm>
        </p:grpSpPr>
        <p:cxnSp>
          <p:nvCxnSpPr>
            <p:cNvPr id="15" name="Straight Arrow Connector 14">
              <a:extLst>
                <a:ext uri="{FF2B5EF4-FFF2-40B4-BE49-F238E27FC236}">
                  <a16:creationId xmlns:a16="http://schemas.microsoft.com/office/drawing/2014/main" id="{4E156623-ADB5-4AA3-B04E-86140D730383}"/>
                </a:ext>
              </a:extLst>
            </p:cNvPr>
            <p:cNvCxnSpPr>
              <a:cxnSpLocks/>
            </p:cNvCxnSpPr>
            <p:nvPr/>
          </p:nvCxnSpPr>
          <p:spPr>
            <a:xfrm>
              <a:off x="2108318" y="4937450"/>
              <a:ext cx="1307619" cy="0"/>
            </a:xfrm>
            <a:prstGeom prst="straightConnector1">
              <a:avLst/>
            </a:prstGeom>
            <a:ln w="57150">
              <a:solidFill>
                <a:schemeClr val="accent5"/>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5A8D7C1-9942-470D-92C2-077648B16B4A}"/>
                </a:ext>
              </a:extLst>
            </p:cNvPr>
            <p:cNvSpPr txBox="1"/>
            <p:nvPr/>
          </p:nvSpPr>
          <p:spPr>
            <a:xfrm>
              <a:off x="2410175" y="4577518"/>
              <a:ext cx="623266" cy="331362"/>
            </a:xfrm>
            <a:prstGeom prst="rect">
              <a:avLst/>
            </a:prstGeom>
            <a:noFill/>
          </p:spPr>
          <p:txBody>
            <a:bodyPr wrap="square" lIns="0" tIns="0" rIns="0" bIns="0" rtlCol="0">
              <a:noAutofit/>
            </a:bodyPr>
            <a:lstStyle/>
            <a:p>
              <a:pPr>
                <a:lnSpc>
                  <a:spcPct val="90000"/>
                </a:lnSpc>
              </a:pPr>
              <a:r>
                <a:rPr lang="en-US" dirty="0">
                  <a:solidFill>
                    <a:schemeClr val="tx2">
                      <a:lumMod val="10000"/>
                      <a:lumOff val="90000"/>
                    </a:schemeClr>
                  </a:solidFill>
                </a:rPr>
                <a:t>Build</a:t>
              </a:r>
            </a:p>
          </p:txBody>
        </p:sp>
      </p:grpSp>
      <p:pic>
        <p:nvPicPr>
          <p:cNvPr id="27" name="Picture 26">
            <a:extLst>
              <a:ext uri="{FF2B5EF4-FFF2-40B4-BE49-F238E27FC236}">
                <a16:creationId xmlns:a16="http://schemas.microsoft.com/office/drawing/2014/main" id="{AE8796AE-B2FE-4FCF-91BE-EA2C31D6DDE6}"/>
              </a:ext>
            </a:extLst>
          </p:cNvPr>
          <p:cNvPicPr>
            <a:picLocks noChangeAspect="1"/>
          </p:cNvPicPr>
          <p:nvPr/>
        </p:nvPicPr>
        <p:blipFill rotWithShape="1">
          <a:blip r:embed="rId3">
            <a:extLst>
              <a:ext uri="{28A0092B-C50C-407E-A947-70E740481C1C}">
                <a14:useLocalDpi xmlns:a14="http://schemas.microsoft.com/office/drawing/2010/main" val="0"/>
              </a:ext>
            </a:extLst>
          </a:blip>
          <a:srcRect t="12653" b="3922"/>
          <a:stretch/>
        </p:blipFill>
        <p:spPr>
          <a:xfrm>
            <a:off x="5342776" y="1300735"/>
            <a:ext cx="1430316" cy="1497328"/>
          </a:xfrm>
          <a:prstGeom prst="rect">
            <a:avLst/>
          </a:prstGeom>
        </p:spPr>
      </p:pic>
      <p:sp>
        <p:nvSpPr>
          <p:cNvPr id="28" name="TextBox 27">
            <a:extLst>
              <a:ext uri="{FF2B5EF4-FFF2-40B4-BE49-F238E27FC236}">
                <a16:creationId xmlns:a16="http://schemas.microsoft.com/office/drawing/2014/main" id="{B3D0404E-3183-4271-B8D6-F28295C93AE1}"/>
              </a:ext>
            </a:extLst>
          </p:cNvPr>
          <p:cNvSpPr txBox="1"/>
          <p:nvPr/>
        </p:nvSpPr>
        <p:spPr>
          <a:xfrm>
            <a:off x="5430043" y="2538535"/>
            <a:ext cx="1294740" cy="198660"/>
          </a:xfrm>
          <a:prstGeom prst="rect">
            <a:avLst/>
          </a:prstGeom>
          <a:noFill/>
        </p:spPr>
        <p:txBody>
          <a:bodyPr wrap="square" lIns="0" tIns="0" rIns="0" bIns="0" rtlCol="0">
            <a:noAutofit/>
          </a:bodyPr>
          <a:lstStyle>
            <a:defPPr>
              <a:defRPr lang="en-US"/>
            </a:defPPr>
            <a:lvl1pPr>
              <a:lnSpc>
                <a:spcPct val="90000"/>
              </a:lnSpc>
              <a:defRPr sz="2400"/>
            </a:lvl1pPr>
          </a:lstStyle>
          <a:p>
            <a:r>
              <a:rPr lang="en-US" sz="1400" dirty="0">
                <a:solidFill>
                  <a:schemeClr val="bg1"/>
                </a:solidFill>
              </a:rPr>
              <a:t>Docker Registry</a:t>
            </a:r>
          </a:p>
        </p:txBody>
      </p:sp>
      <p:grpSp>
        <p:nvGrpSpPr>
          <p:cNvPr id="26" name="Group 25">
            <a:extLst>
              <a:ext uri="{FF2B5EF4-FFF2-40B4-BE49-F238E27FC236}">
                <a16:creationId xmlns:a16="http://schemas.microsoft.com/office/drawing/2014/main" id="{C44C8A54-1B35-45D5-9EA3-E49B1187709E}"/>
              </a:ext>
            </a:extLst>
          </p:cNvPr>
          <p:cNvGrpSpPr/>
          <p:nvPr/>
        </p:nvGrpSpPr>
        <p:grpSpPr>
          <a:xfrm>
            <a:off x="4463172" y="2818868"/>
            <a:ext cx="1302299" cy="1184129"/>
            <a:chOff x="4463172" y="3041704"/>
            <a:chExt cx="1302299" cy="1184129"/>
          </a:xfrm>
        </p:grpSpPr>
        <p:cxnSp>
          <p:nvCxnSpPr>
            <p:cNvPr id="33" name="Straight Arrow Connector 32">
              <a:extLst>
                <a:ext uri="{FF2B5EF4-FFF2-40B4-BE49-F238E27FC236}">
                  <a16:creationId xmlns:a16="http://schemas.microsoft.com/office/drawing/2014/main" id="{26A652F3-CDAC-4FE0-BB80-449EB31A121C}"/>
                </a:ext>
              </a:extLst>
            </p:cNvPr>
            <p:cNvCxnSpPr>
              <a:cxnSpLocks/>
            </p:cNvCxnSpPr>
            <p:nvPr/>
          </p:nvCxnSpPr>
          <p:spPr>
            <a:xfrm rot="5400000">
              <a:off x="4588524" y="3048887"/>
              <a:ext cx="1184129" cy="1169764"/>
            </a:xfrm>
            <a:prstGeom prst="curvedConnector3">
              <a:avLst>
                <a:gd name="adj1" fmla="val 50000"/>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C8F199E2-F769-49D0-B258-2AAC78182B9B}"/>
                </a:ext>
              </a:extLst>
            </p:cNvPr>
            <p:cNvSpPr txBox="1"/>
            <p:nvPr/>
          </p:nvSpPr>
          <p:spPr>
            <a:xfrm>
              <a:off x="4463172" y="3520089"/>
              <a:ext cx="537976" cy="270280"/>
            </a:xfrm>
            <a:prstGeom prst="rect">
              <a:avLst/>
            </a:prstGeom>
            <a:noFill/>
          </p:spPr>
          <p:txBody>
            <a:bodyPr wrap="square" lIns="0" tIns="0" rIns="0" bIns="0" rtlCol="0">
              <a:noAutofit/>
            </a:bodyPr>
            <a:lstStyle>
              <a:defPPr>
                <a:defRPr lang="en-US"/>
              </a:defPPr>
              <a:lvl1pPr>
                <a:lnSpc>
                  <a:spcPct val="90000"/>
                </a:lnSpc>
                <a:defRPr sz="2400"/>
              </a:lvl1pPr>
            </a:lstStyle>
            <a:p>
              <a:r>
                <a:rPr lang="en-US" sz="1800" dirty="0">
                  <a:solidFill>
                    <a:schemeClr val="tx2">
                      <a:lumMod val="10000"/>
                      <a:lumOff val="90000"/>
                    </a:schemeClr>
                  </a:solidFill>
                </a:rPr>
                <a:t>Pull</a:t>
              </a:r>
            </a:p>
          </p:txBody>
        </p:sp>
      </p:grpSp>
      <p:grpSp>
        <p:nvGrpSpPr>
          <p:cNvPr id="30" name="Group 29">
            <a:extLst>
              <a:ext uri="{FF2B5EF4-FFF2-40B4-BE49-F238E27FC236}">
                <a16:creationId xmlns:a16="http://schemas.microsoft.com/office/drawing/2014/main" id="{99E28C35-CC0C-4077-AF5F-AAADA3C761FA}"/>
              </a:ext>
            </a:extLst>
          </p:cNvPr>
          <p:cNvGrpSpPr/>
          <p:nvPr/>
        </p:nvGrpSpPr>
        <p:grpSpPr>
          <a:xfrm>
            <a:off x="4868614" y="2818869"/>
            <a:ext cx="1364712" cy="1497327"/>
            <a:chOff x="4868614" y="3041705"/>
            <a:chExt cx="1364712" cy="1497327"/>
          </a:xfrm>
        </p:grpSpPr>
        <p:sp>
          <p:nvSpPr>
            <p:cNvPr id="43" name="TextBox 42">
              <a:extLst>
                <a:ext uri="{FF2B5EF4-FFF2-40B4-BE49-F238E27FC236}">
                  <a16:creationId xmlns:a16="http://schemas.microsoft.com/office/drawing/2014/main" id="{9C17703E-0AEC-462B-8E1B-8813D9FD492B}"/>
                </a:ext>
              </a:extLst>
            </p:cNvPr>
            <p:cNvSpPr txBox="1"/>
            <p:nvPr/>
          </p:nvSpPr>
          <p:spPr>
            <a:xfrm>
              <a:off x="5207786" y="3763233"/>
              <a:ext cx="537976" cy="270280"/>
            </a:xfrm>
            <a:prstGeom prst="rect">
              <a:avLst/>
            </a:prstGeom>
            <a:noFill/>
          </p:spPr>
          <p:txBody>
            <a:bodyPr wrap="square" lIns="0" tIns="0" rIns="0" bIns="0" rtlCol="0">
              <a:noAutofit/>
            </a:bodyPr>
            <a:lstStyle>
              <a:defPPr>
                <a:defRPr lang="en-US"/>
              </a:defPPr>
              <a:lvl1pPr>
                <a:lnSpc>
                  <a:spcPct val="90000"/>
                </a:lnSpc>
                <a:defRPr sz="2400"/>
              </a:lvl1pPr>
            </a:lstStyle>
            <a:p>
              <a:r>
                <a:rPr lang="en-US" sz="1800" dirty="0">
                  <a:solidFill>
                    <a:schemeClr val="tx2">
                      <a:lumMod val="10000"/>
                      <a:lumOff val="90000"/>
                    </a:schemeClr>
                  </a:solidFill>
                </a:rPr>
                <a:t>Push</a:t>
              </a:r>
            </a:p>
          </p:txBody>
        </p:sp>
        <p:cxnSp>
          <p:nvCxnSpPr>
            <p:cNvPr id="46" name="Straight Arrow Connector 45">
              <a:extLst>
                <a:ext uri="{FF2B5EF4-FFF2-40B4-BE49-F238E27FC236}">
                  <a16:creationId xmlns:a16="http://schemas.microsoft.com/office/drawing/2014/main" id="{D15204AC-7776-41FE-A8E7-0B8C0605A8AC}"/>
                </a:ext>
              </a:extLst>
            </p:cNvPr>
            <p:cNvCxnSpPr>
              <a:cxnSpLocks/>
            </p:cNvCxnSpPr>
            <p:nvPr/>
          </p:nvCxnSpPr>
          <p:spPr>
            <a:xfrm rot="5400000" flipH="1" flipV="1">
              <a:off x="4802306" y="3108013"/>
              <a:ext cx="1497327" cy="1364712"/>
            </a:xfrm>
            <a:prstGeom prst="curvedConnector3">
              <a:avLst>
                <a:gd name="adj1" fmla="val 31243"/>
              </a:avLst>
            </a:prstGeom>
            <a:ln w="38100">
              <a:solidFill>
                <a:srgbClr val="F4814E"/>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64BCE4D2-B01A-4D21-B26A-B1FD78B37513}"/>
              </a:ext>
            </a:extLst>
          </p:cNvPr>
          <p:cNvGrpSpPr/>
          <p:nvPr/>
        </p:nvGrpSpPr>
        <p:grpSpPr>
          <a:xfrm>
            <a:off x="7344108" y="3746079"/>
            <a:ext cx="2332740" cy="1129520"/>
            <a:chOff x="7348247" y="3895356"/>
            <a:chExt cx="2329174" cy="1215700"/>
          </a:xfrm>
        </p:grpSpPr>
        <p:cxnSp>
          <p:nvCxnSpPr>
            <p:cNvPr id="54" name="Straight Arrow Connector 53">
              <a:extLst>
                <a:ext uri="{FF2B5EF4-FFF2-40B4-BE49-F238E27FC236}">
                  <a16:creationId xmlns:a16="http://schemas.microsoft.com/office/drawing/2014/main" id="{A6407AD5-97DD-441F-AAD3-5891198346E4}"/>
                </a:ext>
              </a:extLst>
            </p:cNvPr>
            <p:cNvCxnSpPr>
              <a:cxnSpLocks/>
            </p:cNvCxnSpPr>
            <p:nvPr/>
          </p:nvCxnSpPr>
          <p:spPr>
            <a:xfrm rot="16200000" flipH="1">
              <a:off x="7469574" y="4230314"/>
              <a:ext cx="759415" cy="1002070"/>
            </a:xfrm>
            <a:prstGeom prst="curvedConnector4">
              <a:avLst>
                <a:gd name="adj1" fmla="val -67085"/>
                <a:gd name="adj2" fmla="val 127038"/>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348607D5-EAEB-4526-AC15-5E5EF765EE8D}"/>
                </a:ext>
              </a:extLst>
            </p:cNvPr>
            <p:cNvSpPr txBox="1"/>
            <p:nvPr/>
          </p:nvSpPr>
          <p:spPr>
            <a:xfrm>
              <a:off x="8814632" y="3895356"/>
              <a:ext cx="862789" cy="831874"/>
            </a:xfrm>
            <a:prstGeom prst="rect">
              <a:avLst/>
            </a:prstGeom>
            <a:noFill/>
          </p:spPr>
          <p:txBody>
            <a:bodyPr wrap="square" lIns="0" tIns="0" rIns="0" bIns="0" rtlCol="0">
              <a:noAutofit/>
            </a:bodyPr>
            <a:lstStyle>
              <a:defPPr>
                <a:defRPr lang="en-US"/>
              </a:defPPr>
              <a:lvl1pPr>
                <a:lnSpc>
                  <a:spcPct val="90000"/>
                </a:lnSpc>
                <a:defRPr sz="2400"/>
              </a:lvl1pPr>
            </a:lstStyle>
            <a:p>
              <a:r>
                <a:rPr lang="en-US" sz="1800" dirty="0">
                  <a:solidFill>
                    <a:schemeClr val="tx2">
                      <a:lumMod val="10000"/>
                      <a:lumOff val="90000"/>
                    </a:schemeClr>
                  </a:solidFill>
                </a:rPr>
                <a:t>Stop</a:t>
              </a:r>
            </a:p>
            <a:p>
              <a:r>
                <a:rPr lang="en-US" sz="1800" dirty="0">
                  <a:solidFill>
                    <a:schemeClr val="tx2">
                      <a:lumMod val="10000"/>
                      <a:lumOff val="90000"/>
                    </a:schemeClr>
                  </a:solidFill>
                </a:rPr>
                <a:t>Start</a:t>
              </a:r>
            </a:p>
            <a:p>
              <a:r>
                <a:rPr lang="en-US" sz="1800" dirty="0">
                  <a:solidFill>
                    <a:schemeClr val="tx2">
                      <a:lumMod val="10000"/>
                      <a:lumOff val="90000"/>
                    </a:schemeClr>
                  </a:solidFill>
                </a:rPr>
                <a:t>Restart</a:t>
              </a:r>
            </a:p>
          </p:txBody>
        </p:sp>
      </p:grpSp>
      <p:grpSp>
        <p:nvGrpSpPr>
          <p:cNvPr id="31" name="Group 30">
            <a:extLst>
              <a:ext uri="{FF2B5EF4-FFF2-40B4-BE49-F238E27FC236}">
                <a16:creationId xmlns:a16="http://schemas.microsoft.com/office/drawing/2014/main" id="{F15CFD45-C49B-42B7-8EED-76EAF3A2BB94}"/>
              </a:ext>
            </a:extLst>
          </p:cNvPr>
          <p:cNvGrpSpPr/>
          <p:nvPr/>
        </p:nvGrpSpPr>
        <p:grpSpPr>
          <a:xfrm>
            <a:off x="3148150" y="3206165"/>
            <a:ext cx="6633676" cy="2932580"/>
            <a:chOff x="3148149" y="3429001"/>
            <a:chExt cx="7302137" cy="2932580"/>
          </a:xfrm>
        </p:grpSpPr>
        <p:sp>
          <p:nvSpPr>
            <p:cNvPr id="58" name="Rectangle 57">
              <a:extLst>
                <a:ext uri="{FF2B5EF4-FFF2-40B4-BE49-F238E27FC236}">
                  <a16:creationId xmlns:a16="http://schemas.microsoft.com/office/drawing/2014/main" id="{9F88A3CA-4F98-4387-BB72-355F26F068E1}"/>
                </a:ext>
              </a:extLst>
            </p:cNvPr>
            <p:cNvSpPr/>
            <p:nvPr/>
          </p:nvSpPr>
          <p:spPr>
            <a:xfrm>
              <a:off x="3148149" y="3429001"/>
              <a:ext cx="7302137" cy="2459556"/>
            </a:xfrm>
            <a:prstGeom prst="rect">
              <a:avLst/>
            </a:prstGeom>
            <a:noFill/>
            <a:ln w="38100">
              <a:solidFill>
                <a:schemeClr val="tx2">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TextBox 64">
              <a:extLst>
                <a:ext uri="{FF2B5EF4-FFF2-40B4-BE49-F238E27FC236}">
                  <a16:creationId xmlns:a16="http://schemas.microsoft.com/office/drawing/2014/main" id="{C32D33EF-D604-412E-8FFA-31E79DDBF03A}"/>
                </a:ext>
              </a:extLst>
            </p:cNvPr>
            <p:cNvSpPr txBox="1"/>
            <p:nvPr/>
          </p:nvSpPr>
          <p:spPr>
            <a:xfrm>
              <a:off x="4635586" y="6030219"/>
              <a:ext cx="2243957" cy="331362"/>
            </a:xfrm>
            <a:prstGeom prst="rect">
              <a:avLst/>
            </a:prstGeom>
            <a:noFill/>
          </p:spPr>
          <p:txBody>
            <a:bodyPr wrap="square" lIns="0" tIns="0" rIns="0" bIns="0" rtlCol="0">
              <a:noAutofit/>
            </a:bodyPr>
            <a:lstStyle/>
            <a:p>
              <a:pPr>
                <a:lnSpc>
                  <a:spcPct val="90000"/>
                </a:lnSpc>
              </a:pPr>
              <a:r>
                <a:rPr lang="en-US" sz="1600" dirty="0">
                  <a:solidFill>
                    <a:schemeClr val="tx2">
                      <a:lumMod val="10000"/>
                      <a:lumOff val="90000"/>
                    </a:schemeClr>
                  </a:solidFill>
                </a:rPr>
                <a:t>Docker Local Instance</a:t>
              </a:r>
            </a:p>
          </p:txBody>
        </p:sp>
      </p:grpSp>
      <p:grpSp>
        <p:nvGrpSpPr>
          <p:cNvPr id="9" name="Group 8">
            <a:extLst>
              <a:ext uri="{FF2B5EF4-FFF2-40B4-BE49-F238E27FC236}">
                <a16:creationId xmlns:a16="http://schemas.microsoft.com/office/drawing/2014/main" id="{D7B485E6-652F-4A07-90D6-1617F7ABDF64}"/>
              </a:ext>
            </a:extLst>
          </p:cNvPr>
          <p:cNvGrpSpPr/>
          <p:nvPr/>
        </p:nvGrpSpPr>
        <p:grpSpPr>
          <a:xfrm>
            <a:off x="4907084" y="4906278"/>
            <a:ext cx="1630876" cy="330652"/>
            <a:chOff x="4907084" y="5129114"/>
            <a:chExt cx="1630876" cy="330652"/>
          </a:xfrm>
        </p:grpSpPr>
        <p:cxnSp>
          <p:nvCxnSpPr>
            <p:cNvPr id="66" name="Straight Arrow Connector 65">
              <a:extLst>
                <a:ext uri="{FF2B5EF4-FFF2-40B4-BE49-F238E27FC236}">
                  <a16:creationId xmlns:a16="http://schemas.microsoft.com/office/drawing/2014/main" id="{839455A8-16DE-4515-B979-EA60360314A8}"/>
                </a:ext>
              </a:extLst>
            </p:cNvPr>
            <p:cNvCxnSpPr>
              <a:cxnSpLocks/>
            </p:cNvCxnSpPr>
            <p:nvPr/>
          </p:nvCxnSpPr>
          <p:spPr>
            <a:xfrm flipH="1">
              <a:off x="4907084" y="5129114"/>
              <a:ext cx="1630876" cy="4968"/>
            </a:xfrm>
            <a:prstGeom prst="straightConnector1">
              <a:avLst/>
            </a:prstGeom>
            <a:ln w="57150">
              <a:solidFill>
                <a:schemeClr val="tx2">
                  <a:lumMod val="50000"/>
                  <a:lumOff val="50000"/>
                </a:schemeClr>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7973D05C-6187-4CD5-B21E-07187AAFAB6A}"/>
                </a:ext>
              </a:extLst>
            </p:cNvPr>
            <p:cNvSpPr txBox="1"/>
            <p:nvPr/>
          </p:nvSpPr>
          <p:spPr>
            <a:xfrm>
              <a:off x="5258198" y="5190726"/>
              <a:ext cx="975127" cy="269040"/>
            </a:xfrm>
            <a:prstGeom prst="rect">
              <a:avLst/>
            </a:prstGeom>
            <a:noFill/>
          </p:spPr>
          <p:txBody>
            <a:bodyPr wrap="square" lIns="0" tIns="0" rIns="0" bIns="0" rtlCol="0">
              <a:noAutofit/>
            </a:bodyPr>
            <a:lstStyle>
              <a:defPPr>
                <a:defRPr lang="en-US"/>
              </a:defPPr>
              <a:lvl1pPr>
                <a:lnSpc>
                  <a:spcPct val="90000"/>
                </a:lnSpc>
                <a:defRPr sz="2400"/>
              </a:lvl1pPr>
            </a:lstStyle>
            <a:p>
              <a:r>
                <a:rPr lang="en-US" sz="1800" dirty="0">
                  <a:solidFill>
                    <a:schemeClr val="tx2">
                      <a:lumMod val="10000"/>
                      <a:lumOff val="90000"/>
                    </a:schemeClr>
                  </a:solidFill>
                </a:rPr>
                <a:t>Commit</a:t>
              </a:r>
            </a:p>
          </p:txBody>
        </p:sp>
      </p:grpSp>
      <p:pic>
        <p:nvPicPr>
          <p:cNvPr id="41" name="Graphic 40">
            <a:extLst>
              <a:ext uri="{FF2B5EF4-FFF2-40B4-BE49-F238E27FC236}">
                <a16:creationId xmlns:a16="http://schemas.microsoft.com/office/drawing/2014/main" id="{2ED7F521-5856-4DF7-91AE-84D4ECF1A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44517" y="4019521"/>
            <a:ext cx="1474051" cy="1351725"/>
          </a:xfrm>
          <a:prstGeom prst="rect">
            <a:avLst/>
          </a:prstGeom>
        </p:spPr>
      </p:pic>
      <p:pic>
        <p:nvPicPr>
          <p:cNvPr id="29" name="Picture 28" descr="A blue square with a white whale and boxes&#10;&#10;Description automatically generated">
            <a:extLst>
              <a:ext uri="{FF2B5EF4-FFF2-40B4-BE49-F238E27FC236}">
                <a16:creationId xmlns:a16="http://schemas.microsoft.com/office/drawing/2014/main" id="{833C9C1C-A832-DA88-E07F-2B0130C879CA}"/>
              </a:ext>
            </a:extLst>
          </p:cNvPr>
          <p:cNvPicPr>
            <a:picLocks noChangeAspect="1"/>
          </p:cNvPicPr>
          <p:nvPr/>
        </p:nvPicPr>
        <p:blipFill rotWithShape="1">
          <a:blip r:embed="rId6">
            <a:extLst>
              <a:ext uri="{28A0092B-C50C-407E-A947-70E740481C1C}">
                <a14:useLocalDpi xmlns:a14="http://schemas.microsoft.com/office/drawing/2010/main" val="0"/>
              </a:ext>
            </a:extLst>
          </a:blip>
          <a:srcRect l="6806" t="6437" r="7631" b="6471"/>
          <a:stretch/>
        </p:blipFill>
        <p:spPr>
          <a:xfrm>
            <a:off x="3527611" y="4058188"/>
            <a:ext cx="1148262" cy="116880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Autofit/>
          </a:bodyPr>
          <a:lstStyle/>
          <a:p>
            <a:r>
              <a:rPr lang="en-US" sz="2400" dirty="0"/>
              <a:t>Conception - BUILD an Image from a Dockerfile  </a:t>
            </a:r>
          </a:p>
          <a:p>
            <a:r>
              <a:rPr lang="en-US" sz="2400" dirty="0"/>
              <a:t>Birth  - RUN (create + start) a container  </a:t>
            </a:r>
          </a:p>
          <a:p>
            <a:r>
              <a:rPr lang="en-US" sz="2400" dirty="0"/>
              <a:t>Reproduction  </a:t>
            </a:r>
          </a:p>
          <a:p>
            <a:pPr lvl="1"/>
            <a:r>
              <a:rPr lang="en-US" sz="2000" dirty="0"/>
              <a:t>COMMIT (persist) a container to a new image  </a:t>
            </a:r>
          </a:p>
          <a:p>
            <a:pPr lvl="1"/>
            <a:r>
              <a:rPr lang="en-US" sz="2000" dirty="0"/>
              <a:t>RUN a new container from an image  </a:t>
            </a:r>
            <a:endParaRPr lang="en-US" dirty="0"/>
          </a:p>
          <a:p>
            <a:r>
              <a:rPr lang="en-US" sz="2400" dirty="0"/>
              <a:t>Sleep  - KILL a running container  </a:t>
            </a:r>
          </a:p>
          <a:p>
            <a:r>
              <a:rPr lang="en-US" sz="2400" dirty="0"/>
              <a:t>Wake  - START a stopped container  </a:t>
            </a:r>
          </a:p>
          <a:p>
            <a:r>
              <a:rPr lang="en-US" sz="2400" dirty="0"/>
              <a:t>Death  - RM (delete) a stopped container  </a:t>
            </a:r>
          </a:p>
          <a:p>
            <a:r>
              <a:rPr lang="en-US" sz="2400" dirty="0"/>
              <a:t>Extinction  - RMI (delete image) a container image</a:t>
            </a:r>
          </a:p>
        </p:txBody>
      </p:sp>
      <p:sp>
        <p:nvSpPr>
          <p:cNvPr id="2" name="Content Placeholder 1"/>
          <p:cNvSpPr>
            <a:spLocks noGrp="1"/>
          </p:cNvSpPr>
          <p:nvPr>
            <p:ph sz="half" idx="10"/>
          </p:nvPr>
        </p:nvSpPr>
        <p:spPr/>
        <p:txBody>
          <a:bodyPr/>
          <a:lstStyle/>
          <a:p>
            <a:r>
              <a:rPr lang="en-US" altLang="en-US" dirty="0"/>
              <a:t>Docker Container Lifecycle Contd..</a:t>
            </a:r>
            <a:endParaRPr lang="en-US" dirty="0"/>
          </a:p>
        </p:txBody>
      </p:sp>
    </p:spTree>
    <p:extLst>
      <p:ext uri="{BB962C8B-B14F-4D97-AF65-F5344CB8AC3E}">
        <p14:creationId xmlns:p14="http://schemas.microsoft.com/office/powerpoint/2010/main" val="131318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6FB0B8-5B13-4A14-90F0-5BDEA469D8DC}"/>
              </a:ext>
            </a:extLst>
          </p:cNvPr>
          <p:cNvSpPr>
            <a:spLocks noGrp="1"/>
          </p:cNvSpPr>
          <p:nvPr>
            <p:ph sz="half" idx="1"/>
          </p:nvPr>
        </p:nvSpPr>
        <p:spPr/>
        <p:txBody>
          <a:bodyPr>
            <a:noAutofit/>
          </a:bodyPr>
          <a:lstStyle/>
          <a:p>
            <a:pPr>
              <a:lnSpc>
                <a:spcPct val="100000"/>
              </a:lnSpc>
            </a:pPr>
            <a:r>
              <a:rPr lang="en-US" sz="2000" dirty="0"/>
              <a:t>FROM : specifies the base (parent) image.</a:t>
            </a:r>
          </a:p>
          <a:p>
            <a:pPr>
              <a:lnSpc>
                <a:spcPct val="100000"/>
              </a:lnSpc>
            </a:pPr>
            <a:r>
              <a:rPr lang="en-US" sz="2000" dirty="0"/>
              <a:t>WORKDIR : sets the working directory for the instructions that follow.</a:t>
            </a:r>
          </a:p>
          <a:p>
            <a:pPr>
              <a:lnSpc>
                <a:spcPct val="100000"/>
              </a:lnSpc>
            </a:pPr>
            <a:r>
              <a:rPr lang="en-US" sz="2000" dirty="0"/>
              <a:t>RUN : runs a command and creates an image layer. Used to install packages into containers.</a:t>
            </a:r>
          </a:p>
          <a:p>
            <a:pPr>
              <a:lnSpc>
                <a:spcPct val="100000"/>
              </a:lnSpc>
            </a:pPr>
            <a:r>
              <a:rPr lang="en-US" sz="2000" dirty="0"/>
              <a:t>COPY : copies files and directories to the container.</a:t>
            </a:r>
          </a:p>
          <a:p>
            <a:pPr>
              <a:lnSpc>
                <a:spcPct val="100000"/>
              </a:lnSpc>
            </a:pPr>
            <a:r>
              <a:rPr lang="en-US" sz="2000" dirty="0"/>
              <a:t>CMD : provides command &amp; arguments for a container. Support parameters override.</a:t>
            </a:r>
          </a:p>
          <a:p>
            <a:pPr>
              <a:lnSpc>
                <a:spcPct val="100000"/>
              </a:lnSpc>
            </a:pPr>
            <a:r>
              <a:rPr lang="en-US" sz="2000" dirty="0"/>
              <a:t>ENTRYPOINT : provides command &amp; arguments for a container. Arguments persist.</a:t>
            </a:r>
          </a:p>
          <a:p>
            <a:pPr>
              <a:lnSpc>
                <a:spcPct val="100000"/>
              </a:lnSpc>
            </a:pPr>
            <a:r>
              <a:rPr lang="en-US" sz="2000" dirty="0"/>
              <a:t>EXPOSE : exposes a port.</a:t>
            </a:r>
          </a:p>
          <a:p>
            <a:r>
              <a:rPr lang="en-US" sz="2000" dirty="0"/>
              <a:t>VOLUME : creates a directory at host to access and store persistent data.</a:t>
            </a:r>
          </a:p>
          <a:p>
            <a:r>
              <a:rPr lang="en-US" sz="2000" dirty="0"/>
              <a:t>LABEL : provides metadata. Good place to include maintainer info.</a:t>
            </a:r>
          </a:p>
          <a:p>
            <a:r>
              <a:rPr lang="en-US" sz="2000" dirty="0"/>
              <a:t>ENV : sets a persistent environment variable.</a:t>
            </a:r>
          </a:p>
          <a:p>
            <a:r>
              <a:rPr lang="en-US" sz="2000" dirty="0"/>
              <a:t>ARG : defines a variable to pass to Docker at build-time.</a:t>
            </a:r>
          </a:p>
        </p:txBody>
      </p:sp>
      <p:sp>
        <p:nvSpPr>
          <p:cNvPr id="3" name="Content Placeholder 2">
            <a:extLst>
              <a:ext uri="{FF2B5EF4-FFF2-40B4-BE49-F238E27FC236}">
                <a16:creationId xmlns:a16="http://schemas.microsoft.com/office/drawing/2014/main" id="{4C3EDE6F-F3B9-4F95-99C9-A05EE5B8F4E0}"/>
              </a:ext>
            </a:extLst>
          </p:cNvPr>
          <p:cNvSpPr>
            <a:spLocks noGrp="1"/>
          </p:cNvSpPr>
          <p:nvPr>
            <p:ph sz="half" idx="10"/>
          </p:nvPr>
        </p:nvSpPr>
        <p:spPr/>
        <p:txBody>
          <a:bodyPr/>
          <a:lstStyle/>
          <a:p>
            <a:r>
              <a:rPr lang="en-IN" dirty="0"/>
              <a:t>Dockerfile Instructions</a:t>
            </a:r>
          </a:p>
        </p:txBody>
      </p:sp>
    </p:spTree>
    <p:extLst>
      <p:ext uri="{BB962C8B-B14F-4D97-AF65-F5344CB8AC3E}">
        <p14:creationId xmlns:p14="http://schemas.microsoft.com/office/powerpoint/2010/main" val="292753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500"/>
                                        <p:tgtEl>
                                          <p:spTgt spid="2">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500"/>
                                        <p:tgtEl>
                                          <p:spTgt spid="2">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fade">
                                      <p:cBhvr>
                                        <p:cTn id="31" dur="500"/>
                                        <p:tgtEl>
                                          <p:spTgt spid="2">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
                                            <p:txEl>
                                              <p:pRg st="9" end="9"/>
                                            </p:txEl>
                                          </p:spTgt>
                                        </p:tgtEl>
                                        <p:attrNameLst>
                                          <p:attrName>style.visibility</p:attrName>
                                        </p:attrNameLst>
                                      </p:cBhvr>
                                      <p:to>
                                        <p:strVal val="visible"/>
                                      </p:to>
                                    </p:set>
                                    <p:animEffect transition="in" filter="fade">
                                      <p:cBhvr>
                                        <p:cTn id="34" dur="500"/>
                                        <p:tgtEl>
                                          <p:spTgt spid="2">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animEffect transition="in" filter="fade">
                                      <p:cBhvr>
                                        <p:cTn id="3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D0B284-7D79-4086-8A6E-0BBCFB091602}"/>
              </a:ext>
            </a:extLst>
          </p:cNvPr>
          <p:cNvSpPr>
            <a:spLocks noGrp="1"/>
          </p:cNvSpPr>
          <p:nvPr>
            <p:ph sz="half" idx="1"/>
          </p:nvPr>
        </p:nvSpPr>
        <p:spPr/>
        <p:txBody>
          <a:bodyPr>
            <a:normAutofit/>
          </a:bodyPr>
          <a:lstStyle/>
          <a:p>
            <a:pPr algn="just">
              <a:lnSpc>
                <a:spcPct val="100000"/>
              </a:lnSpc>
            </a:pPr>
            <a:r>
              <a:rPr lang="en-US" dirty="0"/>
              <a:t>Contains multiple FROM statement in Docker file.</a:t>
            </a:r>
          </a:p>
          <a:p>
            <a:pPr algn="just">
              <a:lnSpc>
                <a:spcPct val="100000"/>
              </a:lnSpc>
            </a:pPr>
            <a:r>
              <a:rPr lang="en-US" dirty="0"/>
              <a:t>Multistage Docker file is for creating intermediate images and from them create the final image to keep image small.</a:t>
            </a:r>
          </a:p>
          <a:p>
            <a:pPr algn="just">
              <a:lnSpc>
                <a:spcPct val="100000"/>
              </a:lnSpc>
            </a:pPr>
            <a:r>
              <a:rPr lang="en-US" dirty="0"/>
              <a:t>Use </a:t>
            </a:r>
            <a:r>
              <a:rPr lang="en-US" i="1" dirty="0"/>
              <a:t>As</a:t>
            </a:r>
            <a:r>
              <a:rPr lang="en-US" dirty="0"/>
              <a:t> for labeling or naming your build stage.</a:t>
            </a:r>
          </a:p>
          <a:p>
            <a:pPr algn="just">
              <a:lnSpc>
                <a:spcPct val="100000"/>
              </a:lnSpc>
            </a:pPr>
            <a:r>
              <a:rPr lang="en-US" dirty="0"/>
              <a:t>Only the instructions </a:t>
            </a:r>
            <a:r>
              <a:rPr lang="en-US" i="1" dirty="0"/>
              <a:t>RUN, COPY, ADD </a:t>
            </a:r>
            <a:r>
              <a:rPr lang="en-US" dirty="0"/>
              <a:t>create layers. Other instructions create temporary intermediate images, and do not increase the size of the build.</a:t>
            </a:r>
            <a:endParaRPr lang="en-IN" dirty="0"/>
          </a:p>
        </p:txBody>
      </p:sp>
      <p:sp>
        <p:nvSpPr>
          <p:cNvPr id="3" name="Content Placeholder 2">
            <a:extLst>
              <a:ext uri="{FF2B5EF4-FFF2-40B4-BE49-F238E27FC236}">
                <a16:creationId xmlns:a16="http://schemas.microsoft.com/office/drawing/2014/main" id="{721550EA-252E-43E2-972F-BD8C608527B3}"/>
              </a:ext>
            </a:extLst>
          </p:cNvPr>
          <p:cNvSpPr>
            <a:spLocks noGrp="1"/>
          </p:cNvSpPr>
          <p:nvPr>
            <p:ph sz="half" idx="10"/>
          </p:nvPr>
        </p:nvSpPr>
        <p:spPr/>
        <p:txBody>
          <a:bodyPr/>
          <a:lstStyle/>
          <a:p>
            <a:r>
              <a:rPr lang="en-IN" dirty="0"/>
              <a:t>Docker Multi-Stage Builds</a:t>
            </a:r>
          </a:p>
        </p:txBody>
      </p:sp>
    </p:spTree>
    <p:extLst>
      <p:ext uri="{BB962C8B-B14F-4D97-AF65-F5344CB8AC3E}">
        <p14:creationId xmlns:p14="http://schemas.microsoft.com/office/powerpoint/2010/main" val="107926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75126-5FE0-451D-ACA9-B002181A9963}"/>
              </a:ext>
            </a:extLst>
          </p:cNvPr>
          <p:cNvSpPr>
            <a:spLocks noGrp="1"/>
          </p:cNvSpPr>
          <p:nvPr>
            <p:ph sz="half" idx="10"/>
          </p:nvPr>
        </p:nvSpPr>
        <p:spPr/>
        <p:txBody>
          <a:bodyPr/>
          <a:lstStyle/>
          <a:p>
            <a:r>
              <a:rPr lang="en-IN" dirty="0"/>
              <a:t>Docker Multi-Stage Builds</a:t>
            </a:r>
          </a:p>
        </p:txBody>
      </p:sp>
      <p:sp>
        <p:nvSpPr>
          <p:cNvPr id="7" name="Rectangle 6">
            <a:extLst>
              <a:ext uri="{FF2B5EF4-FFF2-40B4-BE49-F238E27FC236}">
                <a16:creationId xmlns:a16="http://schemas.microsoft.com/office/drawing/2014/main" id="{D1396263-8D2B-4F98-8F8E-E164265A61FA}"/>
              </a:ext>
            </a:extLst>
          </p:cNvPr>
          <p:cNvSpPr/>
          <p:nvPr/>
        </p:nvSpPr>
        <p:spPr>
          <a:xfrm>
            <a:off x="6432062" y="1283806"/>
            <a:ext cx="5183289" cy="5016758"/>
          </a:xfrm>
          <a:prstGeom prst="rect">
            <a:avLst/>
          </a:prstGeom>
          <a:solidFill>
            <a:schemeClr val="tx1">
              <a:lumMod val="85000"/>
              <a:lumOff val="15000"/>
            </a:schemeClr>
          </a:solidFill>
        </p:spPr>
        <p:txBody>
          <a:bodyPr wrap="square">
            <a:spAutoFit/>
          </a:bodyPr>
          <a:lstStyle/>
          <a:p>
            <a:r>
              <a:rPr lang="en-IN" sz="1600" i="1" dirty="0">
                <a:solidFill>
                  <a:srgbClr val="545454"/>
                </a:solidFill>
                <a:latin typeface="Consolas" panose="020B0609020204030204" pitchFamily="49" charset="0"/>
              </a:rPr>
              <a:t>//create image</a:t>
            </a:r>
            <a:endParaRPr lang="en-IN" sz="1600" i="1" dirty="0">
              <a:solidFill>
                <a:srgbClr val="89DDFF"/>
              </a:solidFill>
              <a:latin typeface="Consolas" panose="020B0609020204030204" pitchFamily="49" charset="0"/>
            </a:endParaRPr>
          </a:p>
          <a:p>
            <a:r>
              <a:rPr lang="en-IN" sz="1600" i="1" dirty="0">
                <a:solidFill>
                  <a:srgbClr val="89DDFF"/>
                </a:solidFill>
                <a:latin typeface="Consolas" panose="020B0609020204030204" pitchFamily="49" charset="0"/>
              </a:rPr>
              <a:t>docker</a:t>
            </a:r>
            <a:r>
              <a:rPr lang="en-IN" sz="1600" dirty="0">
                <a:solidFill>
                  <a:srgbClr val="EEFFFF"/>
                </a:solidFill>
                <a:latin typeface="Consolas" panose="020B0609020204030204" pitchFamily="49" charset="0"/>
              </a:rPr>
              <a:t> build -t aspnet:v1 .</a:t>
            </a:r>
            <a:endParaRPr lang="en-IN" sz="1600" i="1" dirty="0">
              <a:solidFill>
                <a:srgbClr val="545454"/>
              </a:solidFill>
              <a:latin typeface="Consolas" panose="020B0609020204030204" pitchFamily="49" charset="0"/>
            </a:endParaRPr>
          </a:p>
          <a:p>
            <a:r>
              <a:rPr lang="en-IN" sz="1600" i="1" dirty="0">
                <a:solidFill>
                  <a:srgbClr val="545454"/>
                </a:solidFill>
                <a:latin typeface="Consolas" panose="020B0609020204030204" pitchFamily="49" charset="0"/>
              </a:rPr>
              <a:t>//or</a:t>
            </a:r>
            <a:endParaRPr lang="en-IN" sz="1600" i="1" dirty="0">
              <a:solidFill>
                <a:srgbClr val="89DDFF"/>
              </a:solidFill>
              <a:latin typeface="Consolas" panose="020B0609020204030204" pitchFamily="49" charset="0"/>
            </a:endParaRPr>
          </a:p>
          <a:p>
            <a:r>
              <a:rPr lang="en-IN" sz="1600" i="1" dirty="0">
                <a:solidFill>
                  <a:srgbClr val="89DDFF"/>
                </a:solidFill>
                <a:latin typeface="Consolas" panose="020B0609020204030204" pitchFamily="49" charset="0"/>
              </a:rPr>
              <a:t>docker</a:t>
            </a:r>
            <a:r>
              <a:rPr lang="en-IN" sz="1600" dirty="0">
                <a:solidFill>
                  <a:srgbClr val="EEFFFF"/>
                </a:solidFill>
                <a:latin typeface="Consolas" panose="020B0609020204030204" pitchFamily="49" charset="0"/>
              </a:rPr>
              <a:t> build -t aspnet:v1 –f ./</a:t>
            </a:r>
            <a:r>
              <a:rPr lang="en-IN" sz="1600" dirty="0" err="1">
                <a:solidFill>
                  <a:srgbClr val="EEFFFF"/>
                </a:solidFill>
                <a:latin typeface="Consolas" panose="020B0609020204030204" pitchFamily="49" charset="0"/>
              </a:rPr>
              <a:t>Dockerfile</a:t>
            </a:r>
            <a:r>
              <a:rPr lang="en-IN" sz="1600" dirty="0">
                <a:solidFill>
                  <a:srgbClr val="EEFFFF"/>
                </a:solidFill>
                <a:latin typeface="Consolas" panose="020B0609020204030204" pitchFamily="49" charset="0"/>
              </a:rPr>
              <a:t> .</a:t>
            </a:r>
          </a:p>
          <a:p>
            <a:endParaRPr lang="en-IN" sz="1600" i="1" dirty="0">
              <a:solidFill>
                <a:srgbClr val="545454"/>
              </a:solidFill>
              <a:latin typeface="Consolas" panose="020B0609020204030204" pitchFamily="49" charset="0"/>
            </a:endParaRPr>
          </a:p>
          <a:p>
            <a:r>
              <a:rPr lang="en-IN" sz="1600" i="1" dirty="0">
                <a:solidFill>
                  <a:srgbClr val="545454"/>
                </a:solidFill>
                <a:latin typeface="Consolas" panose="020B0609020204030204" pitchFamily="49" charset="0"/>
              </a:rPr>
              <a:t>//run container</a:t>
            </a:r>
            <a:endParaRPr lang="en-IN" sz="1600" dirty="0">
              <a:solidFill>
                <a:srgbClr val="EEFFFF"/>
              </a:solidFill>
              <a:latin typeface="Consolas" panose="020B0609020204030204" pitchFamily="49" charset="0"/>
            </a:endParaRPr>
          </a:p>
          <a:p>
            <a:r>
              <a:rPr lang="en-IN" sz="1600" i="1" dirty="0">
                <a:solidFill>
                  <a:srgbClr val="89DDFF"/>
                </a:solidFill>
                <a:latin typeface="Consolas" panose="020B0609020204030204" pitchFamily="49" charset="0"/>
              </a:rPr>
              <a:t>docker</a:t>
            </a:r>
            <a:r>
              <a:rPr lang="en-IN" sz="1600" dirty="0">
                <a:solidFill>
                  <a:srgbClr val="EEFFFF"/>
                </a:solidFill>
                <a:latin typeface="Consolas" panose="020B0609020204030204" pitchFamily="49" charset="0"/>
              </a:rPr>
              <a:t> run –p 8081:8080 </a:t>
            </a:r>
            <a:r>
              <a:rPr lang="en-IN" sz="1600" b="0" dirty="0">
                <a:solidFill>
                  <a:srgbClr val="EEFFFF"/>
                </a:solidFill>
                <a:effectLst/>
                <a:latin typeface="Consolas" panose="020B0609020204030204" pitchFamily="49" charset="0"/>
              </a:rPr>
              <a:t>--name </a:t>
            </a:r>
            <a:r>
              <a:rPr lang="en-IN" sz="1600" b="0" dirty="0" err="1">
                <a:solidFill>
                  <a:srgbClr val="EEFFFF"/>
                </a:solidFill>
                <a:effectLst/>
                <a:latin typeface="Consolas" panose="020B0609020204030204" pitchFamily="49" charset="0"/>
              </a:rPr>
              <a:t>aspnetapp</a:t>
            </a:r>
            <a:r>
              <a:rPr lang="en-IN" sz="1600" b="0" dirty="0">
                <a:solidFill>
                  <a:srgbClr val="EEFFFF"/>
                </a:solidFill>
                <a:effectLst/>
                <a:latin typeface="Consolas" panose="020B0609020204030204" pitchFamily="49" charset="0"/>
              </a:rPr>
              <a:t> aspnet:v1</a:t>
            </a:r>
          </a:p>
          <a:p>
            <a:endParaRPr lang="en-IN" sz="1600" dirty="0">
              <a:solidFill>
                <a:srgbClr val="EEFFFF"/>
              </a:solidFill>
              <a:latin typeface="Consolas" panose="020B0609020204030204" pitchFamily="49" charset="0"/>
            </a:endParaRPr>
          </a:p>
          <a:p>
            <a:r>
              <a:rPr lang="en-IN" sz="1600" i="1" dirty="0">
                <a:solidFill>
                  <a:srgbClr val="545454"/>
                </a:solidFill>
                <a:latin typeface="Consolas" panose="020B0609020204030204" pitchFamily="49" charset="0"/>
              </a:rPr>
              <a:t>//or</a:t>
            </a:r>
            <a:endParaRPr lang="en-IN" sz="1600" dirty="0">
              <a:solidFill>
                <a:srgbClr val="EEFFFF"/>
              </a:solidFill>
              <a:latin typeface="Consolas" panose="020B0609020204030204" pitchFamily="49" charset="0"/>
            </a:endParaRPr>
          </a:p>
          <a:p>
            <a:r>
              <a:rPr lang="en-IN" sz="1600" i="1" dirty="0">
                <a:solidFill>
                  <a:srgbClr val="89DDFF"/>
                </a:solidFill>
                <a:latin typeface="Consolas" panose="020B0609020204030204" pitchFamily="49" charset="0"/>
              </a:rPr>
              <a:t>docker</a:t>
            </a:r>
            <a:r>
              <a:rPr lang="en-IN" sz="1600" dirty="0">
                <a:solidFill>
                  <a:srgbClr val="EEFFFF"/>
                </a:solidFill>
                <a:latin typeface="Consolas" panose="020B0609020204030204" pitchFamily="49" charset="0"/>
              </a:rPr>
              <a:t> run –d –p 8081:8080 --rm --name </a:t>
            </a:r>
            <a:r>
              <a:rPr lang="en-IN" sz="1600" dirty="0" err="1">
                <a:solidFill>
                  <a:srgbClr val="EEFFFF"/>
                </a:solidFill>
                <a:latin typeface="Consolas" panose="020B0609020204030204" pitchFamily="49" charset="0"/>
              </a:rPr>
              <a:t>aspnetapp</a:t>
            </a:r>
            <a:r>
              <a:rPr lang="en-IN" sz="1600" dirty="0">
                <a:solidFill>
                  <a:srgbClr val="EEFFFF"/>
                </a:solidFill>
                <a:latin typeface="Consolas" panose="020B0609020204030204" pitchFamily="49" charset="0"/>
              </a:rPr>
              <a:t> aspnet:v1</a:t>
            </a:r>
          </a:p>
          <a:p>
            <a:endParaRPr lang="en-IN" sz="1600" b="0" dirty="0">
              <a:solidFill>
                <a:srgbClr val="EEFFFF"/>
              </a:solidFill>
              <a:effectLst/>
              <a:latin typeface="Consolas" panose="020B0609020204030204" pitchFamily="49" charset="0"/>
            </a:endParaRPr>
          </a:p>
          <a:p>
            <a:r>
              <a:rPr lang="en-IN" sz="1600" dirty="0">
                <a:solidFill>
                  <a:schemeClr val="accent4">
                    <a:lumMod val="60000"/>
                    <a:lumOff val="40000"/>
                  </a:schemeClr>
                </a:solidFill>
                <a:latin typeface="Consolas" panose="020B0609020204030204" pitchFamily="49" charset="0"/>
              </a:rPr>
              <a:t>docker</a:t>
            </a:r>
            <a:r>
              <a:rPr lang="en-IN" sz="1600" dirty="0">
                <a:solidFill>
                  <a:srgbClr val="EEFFFF"/>
                </a:solidFill>
                <a:latin typeface="Consolas" panose="020B0609020204030204" pitchFamily="49" charset="0"/>
              </a:rPr>
              <a:t> run -d -e "</a:t>
            </a:r>
            <a:r>
              <a:rPr lang="en-IN" sz="1600" dirty="0" err="1">
                <a:solidFill>
                  <a:srgbClr val="EEFFFF"/>
                </a:solidFill>
                <a:latin typeface="Consolas" panose="020B0609020204030204" pitchFamily="49" charset="0"/>
              </a:rPr>
              <a:t>DefaultConnection</a:t>
            </a:r>
            <a:r>
              <a:rPr lang="en-IN" sz="1600" dirty="0">
                <a:solidFill>
                  <a:srgbClr val="EEFFFF"/>
                </a:solidFill>
                <a:latin typeface="Consolas" panose="020B0609020204030204" pitchFamily="49" charset="0"/>
              </a:rPr>
              <a:t>=data source=172.17.0.2,1433; initial </a:t>
            </a:r>
            <a:r>
              <a:rPr lang="en-IN" sz="1600" dirty="0" err="1">
                <a:solidFill>
                  <a:srgbClr val="EEFFFF"/>
                </a:solidFill>
                <a:latin typeface="Consolas" panose="020B0609020204030204" pitchFamily="49" charset="0"/>
              </a:rPr>
              <a:t>catalog</a:t>
            </a:r>
            <a:r>
              <a:rPr lang="en-IN" sz="1600" dirty="0">
                <a:solidFill>
                  <a:srgbClr val="EEFFFF"/>
                </a:solidFill>
                <a:latin typeface="Consolas" panose="020B0609020204030204" pitchFamily="49" charset="0"/>
              </a:rPr>
              <a:t>=</a:t>
            </a:r>
            <a:r>
              <a:rPr lang="en-IN" sz="1600" dirty="0" err="1">
                <a:solidFill>
                  <a:srgbClr val="EEFFFF"/>
                </a:solidFill>
                <a:latin typeface="Consolas" panose="020B0609020204030204" pitchFamily="49" charset="0"/>
              </a:rPr>
              <a:t>IBMDB;persist</a:t>
            </a:r>
            <a:r>
              <a:rPr lang="en-IN" sz="1600" dirty="0">
                <a:solidFill>
                  <a:srgbClr val="EEFFFF"/>
                </a:solidFill>
                <a:latin typeface="Consolas" panose="020B0609020204030204" pitchFamily="49" charset="0"/>
              </a:rPr>
              <a:t> security info=</a:t>
            </a:r>
            <a:r>
              <a:rPr lang="en-IN" sz="1600" dirty="0" err="1">
                <a:solidFill>
                  <a:srgbClr val="EEFFFF"/>
                </a:solidFill>
                <a:latin typeface="Consolas" panose="020B0609020204030204" pitchFamily="49" charset="0"/>
              </a:rPr>
              <a:t>True;user</a:t>
            </a:r>
            <a:r>
              <a:rPr lang="en-IN" sz="1600" dirty="0">
                <a:solidFill>
                  <a:srgbClr val="EEFFFF"/>
                </a:solidFill>
                <a:latin typeface="Consolas" panose="020B0609020204030204" pitchFamily="49" charset="0"/>
              </a:rPr>
              <a:t> id=</a:t>
            </a:r>
            <a:r>
              <a:rPr lang="en-IN" sz="1600" dirty="0" err="1">
                <a:solidFill>
                  <a:srgbClr val="EEFFFF"/>
                </a:solidFill>
                <a:latin typeface="Consolas" panose="020B0609020204030204" pitchFamily="49" charset="0"/>
              </a:rPr>
              <a:t>sa;password</a:t>
            </a:r>
            <a:r>
              <a:rPr lang="en-IN" sz="1600" dirty="0">
                <a:solidFill>
                  <a:srgbClr val="EEFFFF"/>
                </a:solidFill>
                <a:latin typeface="Consolas" panose="020B0609020204030204" pitchFamily="49" charset="0"/>
              </a:rPr>
              <a:t>=YourStrong@Passw0rd;TrustServerCertificate=True" -p 8082:8080 --name webapi-container1 webapi:v1</a:t>
            </a:r>
            <a:endParaRPr lang="en-IN" sz="1600" b="0" dirty="0">
              <a:solidFill>
                <a:srgbClr val="EEFFFF"/>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35F8D4EF-ADD7-416E-840C-1C96C7050217}"/>
              </a:ext>
            </a:extLst>
          </p:cNvPr>
          <p:cNvSpPr/>
          <p:nvPr/>
        </p:nvSpPr>
        <p:spPr>
          <a:xfrm>
            <a:off x="493295" y="1283806"/>
            <a:ext cx="5602705" cy="4401205"/>
          </a:xfrm>
          <a:prstGeom prst="rect">
            <a:avLst/>
          </a:prstGeom>
          <a:solidFill>
            <a:schemeClr val="tx1">
              <a:lumMod val="85000"/>
              <a:lumOff val="15000"/>
            </a:schemeClr>
          </a:solidFill>
        </p:spPr>
        <p:txBody>
          <a:bodyPr wrap="square">
            <a:spAutoFit/>
          </a:bodyPr>
          <a:lstStyle/>
          <a:p>
            <a:r>
              <a:rPr lang="en-IN" sz="1400" i="1" dirty="0">
                <a:solidFill>
                  <a:srgbClr val="545454"/>
                </a:solidFill>
                <a:latin typeface="Consolas" panose="020B0609020204030204" pitchFamily="49" charset="0"/>
              </a:rPr>
              <a:t># Stage0: Download Base Image to host code</a:t>
            </a:r>
            <a:endParaRPr lang="en-IN" sz="1400" dirty="0">
              <a:solidFill>
                <a:srgbClr val="EEFFFF"/>
              </a:solidFill>
              <a:latin typeface="Consolas" panose="020B0609020204030204" pitchFamily="49" charset="0"/>
            </a:endParaRPr>
          </a:p>
          <a:p>
            <a:r>
              <a:rPr lang="en-IN" sz="1400" i="1" dirty="0">
                <a:solidFill>
                  <a:srgbClr val="89DDFF"/>
                </a:solidFill>
                <a:latin typeface="Consolas" panose="020B0609020204030204" pitchFamily="49" charset="0"/>
              </a:rPr>
              <a:t>FROM</a:t>
            </a:r>
            <a:r>
              <a:rPr lang="en-IN" sz="1400" dirty="0">
                <a:solidFill>
                  <a:srgbClr val="EEFFFF"/>
                </a:solidFill>
                <a:latin typeface="Consolas" panose="020B0609020204030204" pitchFamily="49" charset="0"/>
              </a:rPr>
              <a:t> mcr.microsoft.com/</a:t>
            </a:r>
            <a:r>
              <a:rPr lang="en-IN" sz="1400" dirty="0">
                <a:solidFill>
                  <a:srgbClr val="FFCB6B"/>
                </a:solidFill>
                <a:latin typeface="Consolas" panose="020B0609020204030204" pitchFamily="49" charset="0"/>
              </a:rPr>
              <a:t>dotnet/aspnet</a:t>
            </a:r>
            <a:r>
              <a:rPr lang="en-IN" sz="1400" dirty="0">
                <a:solidFill>
                  <a:srgbClr val="EEFFFF"/>
                </a:solidFill>
                <a:latin typeface="Consolas" panose="020B0609020204030204" pitchFamily="49" charset="0"/>
              </a:rPr>
              <a:t>:9.0 </a:t>
            </a:r>
            <a:r>
              <a:rPr lang="en-IN" sz="1400" i="1" dirty="0">
                <a:solidFill>
                  <a:srgbClr val="89DDFF"/>
                </a:solidFill>
                <a:latin typeface="Consolas" panose="020B0609020204030204" pitchFamily="49" charset="0"/>
              </a:rPr>
              <a:t>AS</a:t>
            </a:r>
            <a:r>
              <a:rPr lang="en-IN" sz="1400" dirty="0">
                <a:solidFill>
                  <a:srgbClr val="EEFFFF"/>
                </a:solidFill>
                <a:latin typeface="Consolas" panose="020B0609020204030204" pitchFamily="49" charset="0"/>
              </a:rPr>
              <a:t> base</a:t>
            </a:r>
          </a:p>
          <a:p>
            <a:r>
              <a:rPr lang="en-IN" sz="1400" i="1" dirty="0">
                <a:solidFill>
                  <a:srgbClr val="89DDFF"/>
                </a:solidFill>
                <a:latin typeface="Consolas" panose="020B0609020204030204" pitchFamily="49" charset="0"/>
              </a:rPr>
              <a:t>WORKDIR</a:t>
            </a:r>
            <a:r>
              <a:rPr lang="en-IN" sz="1400" dirty="0">
                <a:solidFill>
                  <a:srgbClr val="EEFFFF"/>
                </a:solidFill>
                <a:latin typeface="Consolas" panose="020B0609020204030204" pitchFamily="49" charset="0"/>
              </a:rPr>
              <a:t> /app</a:t>
            </a:r>
          </a:p>
          <a:p>
            <a:r>
              <a:rPr lang="en-IN" sz="1400" dirty="0">
                <a:solidFill>
                  <a:srgbClr val="EEFFFF"/>
                </a:solidFill>
                <a:latin typeface="Consolas" panose="020B0609020204030204" pitchFamily="49" charset="0"/>
              </a:rPr>
              <a:t>EXPOSE 8080</a:t>
            </a:r>
          </a:p>
          <a:p>
            <a:br>
              <a:rPr lang="en-IN" sz="1400" dirty="0">
                <a:solidFill>
                  <a:srgbClr val="EEFFFF"/>
                </a:solidFill>
                <a:latin typeface="Consolas" panose="020B0609020204030204" pitchFamily="49" charset="0"/>
              </a:rPr>
            </a:br>
            <a:r>
              <a:rPr lang="en-IN" sz="1400" i="1" dirty="0">
                <a:solidFill>
                  <a:srgbClr val="545454"/>
                </a:solidFill>
                <a:latin typeface="Consolas" panose="020B0609020204030204" pitchFamily="49" charset="0"/>
              </a:rPr>
              <a:t># Stage1: Create build environment</a:t>
            </a:r>
            <a:endParaRPr lang="en-IN" sz="1400" dirty="0">
              <a:solidFill>
                <a:srgbClr val="EEFFFF"/>
              </a:solidFill>
              <a:latin typeface="Consolas" panose="020B0609020204030204" pitchFamily="49" charset="0"/>
            </a:endParaRPr>
          </a:p>
          <a:p>
            <a:r>
              <a:rPr lang="en-IN" sz="1400" i="1" dirty="0">
                <a:solidFill>
                  <a:srgbClr val="89DDFF"/>
                </a:solidFill>
                <a:latin typeface="Consolas" panose="020B0609020204030204" pitchFamily="49" charset="0"/>
              </a:rPr>
              <a:t>FROM</a:t>
            </a:r>
            <a:r>
              <a:rPr lang="en-IN" sz="1400" dirty="0">
                <a:solidFill>
                  <a:srgbClr val="EEFFFF"/>
                </a:solidFill>
                <a:latin typeface="Consolas" panose="020B0609020204030204" pitchFamily="49" charset="0"/>
              </a:rPr>
              <a:t> mcr.microsoft.com/</a:t>
            </a:r>
            <a:r>
              <a:rPr lang="en-IN" sz="1400" dirty="0">
                <a:solidFill>
                  <a:srgbClr val="FFCB6B"/>
                </a:solidFill>
                <a:latin typeface="Consolas" panose="020B0609020204030204" pitchFamily="49" charset="0"/>
              </a:rPr>
              <a:t>dotnet/</a:t>
            </a:r>
            <a:r>
              <a:rPr lang="en-IN" sz="1400">
                <a:solidFill>
                  <a:srgbClr val="FFCB6B"/>
                </a:solidFill>
                <a:latin typeface="Consolas" panose="020B0609020204030204" pitchFamily="49" charset="0"/>
              </a:rPr>
              <a:t>sdk</a:t>
            </a:r>
            <a:r>
              <a:rPr lang="en-IN" sz="1400">
                <a:solidFill>
                  <a:srgbClr val="EEFFFF"/>
                </a:solidFill>
                <a:latin typeface="Consolas" panose="020B0609020204030204" pitchFamily="49" charset="0"/>
              </a:rPr>
              <a:t>:9.0 </a:t>
            </a:r>
            <a:r>
              <a:rPr lang="en-IN" sz="1400" i="1" dirty="0">
                <a:solidFill>
                  <a:srgbClr val="89DDFF"/>
                </a:solidFill>
                <a:latin typeface="Consolas" panose="020B0609020204030204" pitchFamily="49" charset="0"/>
              </a:rPr>
              <a:t>AS</a:t>
            </a:r>
            <a:r>
              <a:rPr lang="en-IN" sz="1400" dirty="0">
                <a:solidFill>
                  <a:srgbClr val="EEFFFF"/>
                </a:solidFill>
                <a:latin typeface="Consolas" panose="020B0609020204030204" pitchFamily="49" charset="0"/>
              </a:rPr>
              <a:t> build</a:t>
            </a:r>
          </a:p>
          <a:p>
            <a:r>
              <a:rPr lang="en-IN" sz="1400" i="1" dirty="0">
                <a:solidFill>
                  <a:srgbClr val="89DDFF"/>
                </a:solidFill>
                <a:latin typeface="Consolas" panose="020B0609020204030204" pitchFamily="49" charset="0"/>
              </a:rPr>
              <a:t>WORKDIR</a:t>
            </a:r>
            <a:r>
              <a:rPr lang="en-IN" sz="1400" dirty="0">
                <a:solidFill>
                  <a:srgbClr val="EEFFFF"/>
                </a:solidFill>
                <a:latin typeface="Consolas" panose="020B0609020204030204" pitchFamily="49" charset="0"/>
              </a:rPr>
              <a:t> /</a:t>
            </a:r>
            <a:r>
              <a:rPr lang="en-IN" sz="1400" dirty="0" err="1">
                <a:solidFill>
                  <a:srgbClr val="EEFFFF"/>
                </a:solidFill>
                <a:latin typeface="Consolas" panose="020B0609020204030204" pitchFamily="49" charset="0"/>
              </a:rPr>
              <a:t>src</a:t>
            </a:r>
            <a:br>
              <a:rPr lang="en-IN" sz="1400" dirty="0">
                <a:solidFill>
                  <a:srgbClr val="EEFFFF"/>
                </a:solidFill>
                <a:latin typeface="Consolas" panose="020B0609020204030204" pitchFamily="49" charset="0"/>
              </a:rPr>
            </a:br>
            <a:r>
              <a:rPr lang="en-IN" sz="1400" i="1" dirty="0">
                <a:solidFill>
                  <a:srgbClr val="545454"/>
                </a:solidFill>
                <a:latin typeface="Consolas" panose="020B0609020204030204" pitchFamily="49" charset="0"/>
              </a:rPr>
              <a:t># Copy </a:t>
            </a:r>
            <a:r>
              <a:rPr lang="en-IN" sz="1400" i="1" dirty="0" err="1">
                <a:solidFill>
                  <a:srgbClr val="545454"/>
                </a:solidFill>
                <a:latin typeface="Consolas" panose="020B0609020204030204" pitchFamily="49" charset="0"/>
              </a:rPr>
              <a:t>csproj</a:t>
            </a:r>
            <a:r>
              <a:rPr lang="en-IN" sz="1400" i="1" dirty="0">
                <a:solidFill>
                  <a:srgbClr val="545454"/>
                </a:solidFill>
                <a:latin typeface="Consolas" panose="020B0609020204030204" pitchFamily="49" charset="0"/>
              </a:rPr>
              <a:t> and restore as distinct layers</a:t>
            </a:r>
            <a:endParaRPr lang="en-IN" sz="1400" dirty="0">
              <a:solidFill>
                <a:srgbClr val="EEFFFF"/>
              </a:solidFill>
              <a:latin typeface="Consolas" panose="020B0609020204030204" pitchFamily="49" charset="0"/>
            </a:endParaRPr>
          </a:p>
          <a:p>
            <a:r>
              <a:rPr lang="en-IN" sz="1400" i="1" dirty="0">
                <a:solidFill>
                  <a:srgbClr val="89DDFF"/>
                </a:solidFill>
                <a:latin typeface="Consolas" panose="020B0609020204030204" pitchFamily="49" charset="0"/>
              </a:rPr>
              <a:t>COPY</a:t>
            </a:r>
            <a:r>
              <a:rPr lang="en-IN" sz="1400" dirty="0">
                <a:solidFill>
                  <a:srgbClr val="EEFFFF"/>
                </a:solidFill>
                <a:latin typeface="Consolas" panose="020B0609020204030204" pitchFamily="49" charset="0"/>
              </a:rPr>
              <a:t> *.</a:t>
            </a:r>
            <a:r>
              <a:rPr lang="en-IN" sz="1400" dirty="0" err="1">
                <a:solidFill>
                  <a:srgbClr val="EEFFFF"/>
                </a:solidFill>
                <a:latin typeface="Consolas" panose="020B0609020204030204" pitchFamily="49" charset="0"/>
              </a:rPr>
              <a:t>csproj</a:t>
            </a:r>
            <a:r>
              <a:rPr lang="en-IN" sz="1400" dirty="0">
                <a:solidFill>
                  <a:srgbClr val="EEFFFF"/>
                </a:solidFill>
                <a:latin typeface="Consolas" panose="020B0609020204030204" pitchFamily="49" charset="0"/>
              </a:rPr>
              <a:t> .</a:t>
            </a:r>
          </a:p>
          <a:p>
            <a:r>
              <a:rPr lang="en-IN" sz="1400" i="1" dirty="0">
                <a:solidFill>
                  <a:srgbClr val="89DDFF"/>
                </a:solidFill>
                <a:latin typeface="Consolas" panose="020B0609020204030204" pitchFamily="49" charset="0"/>
              </a:rPr>
              <a:t>RUN</a:t>
            </a:r>
            <a:r>
              <a:rPr lang="en-IN" sz="1400" dirty="0">
                <a:solidFill>
                  <a:srgbClr val="EEFFFF"/>
                </a:solidFill>
                <a:latin typeface="Consolas" panose="020B0609020204030204" pitchFamily="49" charset="0"/>
              </a:rPr>
              <a:t> dotnet restore</a:t>
            </a:r>
            <a:br>
              <a:rPr lang="en-IN" sz="1400" dirty="0">
                <a:solidFill>
                  <a:srgbClr val="EEFFFF"/>
                </a:solidFill>
                <a:latin typeface="Consolas" panose="020B0609020204030204" pitchFamily="49" charset="0"/>
              </a:rPr>
            </a:br>
            <a:r>
              <a:rPr lang="en-IN" sz="1400" i="1" dirty="0">
                <a:solidFill>
                  <a:srgbClr val="545454"/>
                </a:solidFill>
                <a:latin typeface="Consolas" panose="020B0609020204030204" pitchFamily="49" charset="0"/>
              </a:rPr>
              <a:t># Copy everything else and build</a:t>
            </a:r>
            <a:endParaRPr lang="en-IN" sz="1400" dirty="0">
              <a:solidFill>
                <a:srgbClr val="EEFFFF"/>
              </a:solidFill>
              <a:latin typeface="Consolas" panose="020B0609020204030204" pitchFamily="49" charset="0"/>
            </a:endParaRPr>
          </a:p>
          <a:p>
            <a:r>
              <a:rPr lang="en-IN" sz="1400" i="1" dirty="0">
                <a:solidFill>
                  <a:srgbClr val="89DDFF"/>
                </a:solidFill>
                <a:latin typeface="Consolas" panose="020B0609020204030204" pitchFamily="49" charset="0"/>
              </a:rPr>
              <a:t>COPY</a:t>
            </a:r>
            <a:r>
              <a:rPr lang="en-IN" sz="1400" dirty="0">
                <a:solidFill>
                  <a:srgbClr val="EEFFFF"/>
                </a:solidFill>
                <a:latin typeface="Consolas" panose="020B0609020204030204" pitchFamily="49" charset="0"/>
              </a:rPr>
              <a:t> . .</a:t>
            </a:r>
          </a:p>
          <a:p>
            <a:r>
              <a:rPr lang="en-IN" sz="1400" i="1" dirty="0">
                <a:solidFill>
                  <a:srgbClr val="89DDFF"/>
                </a:solidFill>
                <a:latin typeface="Consolas" panose="020B0609020204030204" pitchFamily="49" charset="0"/>
              </a:rPr>
              <a:t>RUN</a:t>
            </a:r>
            <a:r>
              <a:rPr lang="en-IN" sz="1400" dirty="0">
                <a:solidFill>
                  <a:srgbClr val="EEFFFF"/>
                </a:solidFill>
                <a:latin typeface="Consolas" panose="020B0609020204030204" pitchFamily="49" charset="0"/>
              </a:rPr>
              <a:t> dotnet publish -c Release -o out</a:t>
            </a:r>
          </a:p>
          <a:p>
            <a:br>
              <a:rPr lang="en-IN" sz="1400" dirty="0">
                <a:solidFill>
                  <a:srgbClr val="EEFFFF"/>
                </a:solidFill>
                <a:latin typeface="Consolas" panose="020B0609020204030204" pitchFamily="49" charset="0"/>
              </a:rPr>
            </a:br>
            <a:r>
              <a:rPr lang="en-IN" sz="1400" i="1" dirty="0">
                <a:solidFill>
                  <a:srgbClr val="545454"/>
                </a:solidFill>
                <a:latin typeface="Consolas" panose="020B0609020204030204" pitchFamily="49" charset="0"/>
              </a:rPr>
              <a:t># Stage2: Build final runtime image</a:t>
            </a:r>
            <a:endParaRPr lang="en-IN" sz="1400" dirty="0">
              <a:solidFill>
                <a:srgbClr val="EEFFFF"/>
              </a:solidFill>
              <a:latin typeface="Consolas" panose="020B0609020204030204" pitchFamily="49" charset="0"/>
            </a:endParaRPr>
          </a:p>
          <a:p>
            <a:r>
              <a:rPr lang="en-IN" sz="1400" i="1" dirty="0">
                <a:solidFill>
                  <a:srgbClr val="89DDFF"/>
                </a:solidFill>
                <a:latin typeface="Consolas" panose="020B0609020204030204" pitchFamily="49" charset="0"/>
              </a:rPr>
              <a:t>FROM</a:t>
            </a:r>
            <a:r>
              <a:rPr lang="en-IN" sz="1400" dirty="0">
                <a:solidFill>
                  <a:srgbClr val="EEFFFF"/>
                </a:solidFill>
                <a:latin typeface="Consolas" panose="020B0609020204030204" pitchFamily="49" charset="0"/>
              </a:rPr>
              <a:t> </a:t>
            </a:r>
            <a:r>
              <a:rPr lang="en-IN" sz="1400" dirty="0">
                <a:solidFill>
                  <a:srgbClr val="FFCB6B"/>
                </a:solidFill>
                <a:latin typeface="Consolas" panose="020B0609020204030204" pitchFamily="49" charset="0"/>
              </a:rPr>
              <a:t>base</a:t>
            </a:r>
            <a:r>
              <a:rPr lang="en-IN" sz="1400" dirty="0">
                <a:solidFill>
                  <a:srgbClr val="EEFFFF"/>
                </a:solidFill>
                <a:latin typeface="Consolas" panose="020B0609020204030204" pitchFamily="49" charset="0"/>
              </a:rPr>
              <a:t> </a:t>
            </a:r>
            <a:r>
              <a:rPr lang="en-IN" sz="1400" i="1" dirty="0">
                <a:solidFill>
                  <a:srgbClr val="89DDFF"/>
                </a:solidFill>
                <a:latin typeface="Consolas" panose="020B0609020204030204" pitchFamily="49" charset="0"/>
              </a:rPr>
              <a:t>AS</a:t>
            </a:r>
            <a:r>
              <a:rPr lang="en-IN" sz="1400" dirty="0">
                <a:solidFill>
                  <a:srgbClr val="EEFFFF"/>
                </a:solidFill>
                <a:latin typeface="Consolas" panose="020B0609020204030204" pitchFamily="49" charset="0"/>
              </a:rPr>
              <a:t> final</a:t>
            </a:r>
          </a:p>
          <a:p>
            <a:r>
              <a:rPr lang="en-IN" sz="1400" i="1" dirty="0">
                <a:solidFill>
                  <a:srgbClr val="89DDFF"/>
                </a:solidFill>
                <a:latin typeface="Consolas" panose="020B0609020204030204" pitchFamily="49" charset="0"/>
              </a:rPr>
              <a:t>WORKDIR</a:t>
            </a:r>
            <a:r>
              <a:rPr lang="en-IN" sz="1400" dirty="0">
                <a:solidFill>
                  <a:srgbClr val="EEFFFF"/>
                </a:solidFill>
                <a:latin typeface="Consolas" panose="020B0609020204030204" pitchFamily="49" charset="0"/>
              </a:rPr>
              <a:t> /app</a:t>
            </a:r>
          </a:p>
          <a:p>
            <a:r>
              <a:rPr lang="en-IN" sz="1400" i="1" dirty="0">
                <a:solidFill>
                  <a:srgbClr val="89DDFF"/>
                </a:solidFill>
                <a:latin typeface="Consolas" panose="020B0609020204030204" pitchFamily="49" charset="0"/>
              </a:rPr>
              <a:t>COPY</a:t>
            </a:r>
            <a:r>
              <a:rPr lang="en-IN" sz="1400" dirty="0">
                <a:solidFill>
                  <a:srgbClr val="EEFFFF"/>
                </a:solidFill>
                <a:latin typeface="Consolas" panose="020B0609020204030204" pitchFamily="49" charset="0"/>
              </a:rPr>
              <a:t> --from</a:t>
            </a:r>
            <a:r>
              <a:rPr lang="en-IN" sz="1400" dirty="0">
                <a:solidFill>
                  <a:srgbClr val="89DDFF"/>
                </a:solidFill>
                <a:latin typeface="Consolas" panose="020B0609020204030204" pitchFamily="49" charset="0"/>
              </a:rPr>
              <a:t>=</a:t>
            </a:r>
            <a:r>
              <a:rPr lang="en-IN" sz="1400" dirty="0">
                <a:solidFill>
                  <a:srgbClr val="EEFFFF"/>
                </a:solidFill>
                <a:latin typeface="Consolas" panose="020B0609020204030204" pitchFamily="49" charset="0"/>
              </a:rPr>
              <a:t>build /</a:t>
            </a:r>
            <a:r>
              <a:rPr lang="en-IN" sz="1400" dirty="0" err="1">
                <a:solidFill>
                  <a:srgbClr val="EEFFFF"/>
                </a:solidFill>
                <a:latin typeface="Consolas" panose="020B0609020204030204" pitchFamily="49" charset="0"/>
              </a:rPr>
              <a:t>src</a:t>
            </a:r>
            <a:r>
              <a:rPr lang="en-IN" sz="1400" dirty="0">
                <a:solidFill>
                  <a:srgbClr val="EEFFFF"/>
                </a:solidFill>
                <a:latin typeface="Consolas" panose="020B0609020204030204" pitchFamily="49" charset="0"/>
              </a:rPr>
              <a:t>/out .</a:t>
            </a:r>
          </a:p>
          <a:p>
            <a:r>
              <a:rPr lang="en-IN" sz="1400" i="1" dirty="0">
                <a:solidFill>
                  <a:srgbClr val="89DDFF"/>
                </a:solidFill>
                <a:latin typeface="Consolas" panose="020B0609020204030204" pitchFamily="49" charset="0"/>
              </a:rPr>
              <a:t>ENTRYPOINT</a:t>
            </a:r>
            <a:r>
              <a:rPr lang="en-IN" sz="1400" dirty="0">
                <a:solidFill>
                  <a:srgbClr val="EEFFFF"/>
                </a:solidFill>
                <a:latin typeface="Consolas" panose="020B0609020204030204" pitchFamily="49" charset="0"/>
              </a:rPr>
              <a:t> [</a:t>
            </a:r>
            <a:r>
              <a:rPr lang="en-IN" sz="1400" dirty="0">
                <a:solidFill>
                  <a:srgbClr val="C3E88D"/>
                </a:solidFill>
                <a:latin typeface="Consolas" panose="020B0609020204030204" pitchFamily="49" charset="0"/>
              </a:rPr>
              <a:t>"dotnet"</a:t>
            </a:r>
            <a:r>
              <a:rPr lang="en-IN" sz="1400" dirty="0">
                <a:solidFill>
                  <a:srgbClr val="EEFFFF"/>
                </a:solidFill>
                <a:latin typeface="Consolas" panose="020B0609020204030204" pitchFamily="49" charset="0"/>
              </a:rPr>
              <a:t>, </a:t>
            </a:r>
            <a:r>
              <a:rPr lang="en-IN" sz="1400" dirty="0">
                <a:solidFill>
                  <a:srgbClr val="C3E88D"/>
                </a:solidFill>
                <a:latin typeface="Consolas" panose="020B0609020204030204" pitchFamily="49" charset="0"/>
              </a:rPr>
              <a:t>"ASPNETApp.dll"</a:t>
            </a:r>
            <a:r>
              <a:rPr lang="en-IN" sz="1400" dirty="0">
                <a:solidFill>
                  <a:srgbClr val="EEFFFF"/>
                </a:solidFill>
                <a:latin typeface="Consolas" panose="020B0609020204030204" pitchFamily="49" charset="0"/>
              </a:rPr>
              <a:t>]</a:t>
            </a:r>
            <a:endParaRPr lang="en-IN" sz="1400" b="0" dirty="0">
              <a:solidFill>
                <a:srgbClr val="EEFFFF"/>
              </a:solidFill>
              <a:effectLst/>
              <a:latin typeface="Consolas" panose="020B0609020204030204" pitchFamily="49" charset="0"/>
            </a:endParaRPr>
          </a:p>
        </p:txBody>
      </p:sp>
    </p:spTree>
    <p:extLst>
      <p:ext uri="{BB962C8B-B14F-4D97-AF65-F5344CB8AC3E}">
        <p14:creationId xmlns:p14="http://schemas.microsoft.com/office/powerpoint/2010/main" val="153157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9971CB-FDE8-45C4-BFA0-F14946B5255B}"/>
              </a:ext>
            </a:extLst>
          </p:cNvPr>
          <p:cNvSpPr>
            <a:spLocks noGrp="1"/>
          </p:cNvSpPr>
          <p:nvPr>
            <p:ph sz="half" idx="1"/>
          </p:nvPr>
        </p:nvSpPr>
        <p:spPr/>
        <p:txBody>
          <a:bodyPr>
            <a:normAutofit/>
          </a:bodyPr>
          <a:lstStyle/>
          <a:p>
            <a:pPr algn="just">
              <a:lnSpc>
                <a:spcPct val="100000"/>
              </a:lnSpc>
            </a:pPr>
            <a:r>
              <a:rPr lang="en-US" dirty="0"/>
              <a:t>Use the smallest base image (alpine images) possible</a:t>
            </a:r>
          </a:p>
          <a:p>
            <a:pPr algn="just">
              <a:lnSpc>
                <a:spcPct val="100000"/>
              </a:lnSpc>
            </a:pPr>
            <a:r>
              <a:rPr lang="en-US" dirty="0"/>
              <a:t>Reduce the amount of clutter in your image</a:t>
            </a:r>
          </a:p>
          <a:p>
            <a:pPr algn="just">
              <a:lnSpc>
                <a:spcPct val="100000"/>
              </a:lnSpc>
            </a:pPr>
            <a:r>
              <a:rPr lang="en-US" dirty="0"/>
              <a:t>Use multi-stage builds</a:t>
            </a:r>
          </a:p>
          <a:p>
            <a:pPr algn="just">
              <a:lnSpc>
                <a:spcPct val="100000"/>
              </a:lnSpc>
            </a:pPr>
            <a:r>
              <a:rPr lang="en-US" dirty="0"/>
              <a:t>Try to create images with common layers</a:t>
            </a:r>
          </a:p>
          <a:p>
            <a:pPr algn="just">
              <a:lnSpc>
                <a:spcPct val="100000"/>
              </a:lnSpc>
            </a:pPr>
            <a:r>
              <a:rPr lang="en-US" dirty="0"/>
              <a:t>Tagging using semantic versioning</a:t>
            </a:r>
          </a:p>
          <a:p>
            <a:pPr algn="just">
              <a:lnSpc>
                <a:spcPct val="100000"/>
              </a:lnSpc>
            </a:pPr>
            <a:r>
              <a:rPr lang="en-US" dirty="0"/>
              <a:t>Try to avoid installing unnecessary packages and dependencies</a:t>
            </a:r>
          </a:p>
          <a:p>
            <a:pPr algn="just">
              <a:lnSpc>
                <a:spcPct val="100000"/>
              </a:lnSpc>
            </a:pPr>
            <a:r>
              <a:rPr lang="en-US" dirty="0"/>
              <a:t>Use a .</a:t>
            </a:r>
            <a:r>
              <a:rPr lang="en-US" dirty="0" err="1"/>
              <a:t>dockerignore</a:t>
            </a:r>
            <a:r>
              <a:rPr lang="en-US" dirty="0"/>
              <a:t> file to remove unnecessary content from the build context</a:t>
            </a:r>
          </a:p>
        </p:txBody>
      </p:sp>
      <p:sp>
        <p:nvSpPr>
          <p:cNvPr id="3" name="Content Placeholder 2">
            <a:extLst>
              <a:ext uri="{FF2B5EF4-FFF2-40B4-BE49-F238E27FC236}">
                <a16:creationId xmlns:a16="http://schemas.microsoft.com/office/drawing/2014/main" id="{7E693DF8-E3FB-4B10-8186-6C8F7923C46E}"/>
              </a:ext>
            </a:extLst>
          </p:cNvPr>
          <p:cNvSpPr>
            <a:spLocks noGrp="1"/>
          </p:cNvSpPr>
          <p:nvPr>
            <p:ph sz="half" idx="10"/>
          </p:nvPr>
        </p:nvSpPr>
        <p:spPr/>
        <p:txBody>
          <a:bodyPr/>
          <a:lstStyle/>
          <a:p>
            <a:r>
              <a:rPr lang="en-IN" dirty="0"/>
              <a:t>Docker Build Best Practices</a:t>
            </a:r>
          </a:p>
        </p:txBody>
      </p:sp>
    </p:spTree>
    <p:extLst>
      <p:ext uri="{BB962C8B-B14F-4D97-AF65-F5344CB8AC3E}">
        <p14:creationId xmlns:p14="http://schemas.microsoft.com/office/powerpoint/2010/main" val="9083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lIns="91440" tIns="45720" rIns="91440" bIns="45720" anchor="t">
            <a:normAutofit/>
          </a:bodyPr>
          <a:lstStyle/>
          <a:p>
            <a:pPr algn="just">
              <a:lnSpc>
                <a:spcPct val="100000"/>
              </a:lnSpc>
            </a:pPr>
            <a:r>
              <a:rPr lang="en-US" dirty="0"/>
              <a:t>A runtime to build and run container based applications which can run anywhere consistently on any infrastructure.</a:t>
            </a:r>
          </a:p>
          <a:p>
            <a:pPr algn="just">
              <a:lnSpc>
                <a:spcPct val="100000"/>
              </a:lnSpc>
            </a:pPr>
            <a:r>
              <a:rPr lang="en-US" dirty="0"/>
              <a:t>Runs on various Linux (CentOS, Debian, Fedora, Oracle Linux, RHEL, SUSE, and Ubuntu) and Windows Server OS.</a:t>
            </a:r>
          </a:p>
          <a:p>
            <a:pPr algn="just">
              <a:lnSpc>
                <a:spcPct val="100000"/>
              </a:lnSpc>
            </a:pPr>
            <a:r>
              <a:rPr lang="en-US" dirty="0"/>
              <a:t>Provides built in orchestration, container networking, out of the box security, volume and plugins.</a:t>
            </a:r>
          </a:p>
        </p:txBody>
      </p:sp>
      <p:sp>
        <p:nvSpPr>
          <p:cNvPr id="3" name="Content Placeholder 2"/>
          <p:cNvSpPr>
            <a:spLocks noGrp="1"/>
          </p:cNvSpPr>
          <p:nvPr>
            <p:ph sz="half" idx="10"/>
          </p:nvPr>
        </p:nvSpPr>
        <p:spPr/>
        <p:txBody>
          <a:bodyPr/>
          <a:lstStyle/>
          <a:p>
            <a:r>
              <a:rPr lang="en-IN" dirty="0"/>
              <a:t>Docker Engine</a:t>
            </a:r>
          </a:p>
        </p:txBody>
      </p:sp>
    </p:spTree>
    <p:extLst>
      <p:ext uri="{BB962C8B-B14F-4D97-AF65-F5344CB8AC3E}">
        <p14:creationId xmlns:p14="http://schemas.microsoft.com/office/powerpoint/2010/main" val="1351504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IN" dirty="0"/>
              <a:t>Docker Engine Architecture</a:t>
            </a:r>
          </a:p>
        </p:txBody>
      </p:sp>
      <p:grpSp>
        <p:nvGrpSpPr>
          <p:cNvPr id="2" name="Group 1">
            <a:extLst>
              <a:ext uri="{FF2B5EF4-FFF2-40B4-BE49-F238E27FC236}">
                <a16:creationId xmlns:a16="http://schemas.microsoft.com/office/drawing/2014/main" id="{8B3573CE-5EF6-7610-F1A0-BDB1FF87E6F1}"/>
              </a:ext>
            </a:extLst>
          </p:cNvPr>
          <p:cNvGrpSpPr/>
          <p:nvPr/>
        </p:nvGrpSpPr>
        <p:grpSpPr>
          <a:xfrm>
            <a:off x="680200" y="1670548"/>
            <a:ext cx="9936907" cy="3992474"/>
            <a:chOff x="664832" y="2024014"/>
            <a:chExt cx="9936907" cy="3992474"/>
          </a:xfrm>
        </p:grpSpPr>
        <p:sp>
          <p:nvSpPr>
            <p:cNvPr id="19" name="Rectangle 18">
              <a:extLst>
                <a:ext uri="{FF2B5EF4-FFF2-40B4-BE49-F238E27FC236}">
                  <a16:creationId xmlns:a16="http://schemas.microsoft.com/office/drawing/2014/main" id="{FC8BD496-CA03-42DF-9AA3-8FC1FA740837}"/>
                </a:ext>
              </a:extLst>
            </p:cNvPr>
            <p:cNvSpPr/>
            <p:nvPr/>
          </p:nvSpPr>
          <p:spPr>
            <a:xfrm>
              <a:off x="4205388" y="2373200"/>
              <a:ext cx="6008914" cy="3153431"/>
            </a:xfrm>
            <a:prstGeom prst="rect">
              <a:avLst/>
            </a:prstGeom>
            <a:solidFill>
              <a:schemeClr val="accent4">
                <a:lumMod val="20000"/>
                <a:lumOff val="80000"/>
              </a:schemeClr>
            </a:solidFill>
            <a:ln w="2857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r>
                <a:rPr lang="en-IN" dirty="0">
                  <a:solidFill>
                    <a:schemeClr val="tx1">
                      <a:lumMod val="75000"/>
                      <a:lumOff val="25000"/>
                    </a:schemeClr>
                  </a:solidFill>
                </a:rPr>
                <a:t>Server Daemon</a:t>
              </a:r>
            </a:p>
          </p:txBody>
        </p:sp>
        <p:grpSp>
          <p:nvGrpSpPr>
            <p:cNvPr id="48" name="Group 47">
              <a:extLst>
                <a:ext uri="{FF2B5EF4-FFF2-40B4-BE49-F238E27FC236}">
                  <a16:creationId xmlns:a16="http://schemas.microsoft.com/office/drawing/2014/main" id="{1E43301B-DB91-40BE-8386-9C086EB0BE3C}"/>
                </a:ext>
              </a:extLst>
            </p:cNvPr>
            <p:cNvGrpSpPr/>
            <p:nvPr/>
          </p:nvGrpSpPr>
          <p:grpSpPr>
            <a:xfrm>
              <a:off x="7893034" y="2708006"/>
              <a:ext cx="2033886" cy="2340374"/>
              <a:chOff x="7893034" y="2708006"/>
              <a:chExt cx="2033886" cy="2340374"/>
            </a:xfrm>
          </p:grpSpPr>
          <p:sp>
            <p:nvSpPr>
              <p:cNvPr id="14" name="Freeform: Shape 13">
                <a:extLst>
                  <a:ext uri="{FF2B5EF4-FFF2-40B4-BE49-F238E27FC236}">
                    <a16:creationId xmlns:a16="http://schemas.microsoft.com/office/drawing/2014/main" id="{111769E0-4C87-43E1-BAB3-DBB5ACDA042B}"/>
                  </a:ext>
                </a:extLst>
              </p:cNvPr>
              <p:cNvSpPr/>
              <p:nvPr/>
            </p:nvSpPr>
            <p:spPr>
              <a:xfrm>
                <a:off x="7893035" y="3298536"/>
                <a:ext cx="2033885" cy="47517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1850" tIns="111850" rIns="111850" bIns="111850" numCol="1" spcCol="1270" anchor="ctr" anchorCtr="0">
                <a:noAutofit/>
              </a:bodyPr>
              <a:lstStyle/>
              <a:p>
                <a:pPr marL="0" lvl="0" indent="0" algn="ctr" defTabSz="1066800">
                  <a:lnSpc>
                    <a:spcPct val="90000"/>
                  </a:lnSpc>
                  <a:spcBef>
                    <a:spcPct val="0"/>
                  </a:spcBef>
                  <a:spcAft>
                    <a:spcPct val="35000"/>
                  </a:spcAft>
                  <a:buNone/>
                </a:pPr>
                <a:r>
                  <a:rPr lang="en-IN" sz="2400" kern="1200" dirty="0"/>
                  <a:t>Volumes</a:t>
                </a:r>
              </a:p>
            </p:txBody>
          </p:sp>
          <p:sp>
            <p:nvSpPr>
              <p:cNvPr id="15" name="Freeform: Shape 14">
                <a:extLst>
                  <a:ext uri="{FF2B5EF4-FFF2-40B4-BE49-F238E27FC236}">
                    <a16:creationId xmlns:a16="http://schemas.microsoft.com/office/drawing/2014/main" id="{3C9FE266-9656-4BA9-92C4-940917751603}"/>
                  </a:ext>
                </a:extLst>
              </p:cNvPr>
              <p:cNvSpPr/>
              <p:nvPr/>
            </p:nvSpPr>
            <p:spPr>
              <a:xfrm>
                <a:off x="7893035" y="2708006"/>
                <a:ext cx="2033885" cy="47517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2400" kern="1200" dirty="0"/>
                  <a:t>Images</a:t>
                </a:r>
                <a:endParaRPr lang="en-IN" sz="2800" kern="1200" dirty="0"/>
              </a:p>
            </p:txBody>
          </p:sp>
          <p:sp>
            <p:nvSpPr>
              <p:cNvPr id="20" name="Freeform: Shape 19">
                <a:extLst>
                  <a:ext uri="{FF2B5EF4-FFF2-40B4-BE49-F238E27FC236}">
                    <a16:creationId xmlns:a16="http://schemas.microsoft.com/office/drawing/2014/main" id="{62FC4281-85B7-4D84-8502-B4D583B97BD8}"/>
                  </a:ext>
                </a:extLst>
              </p:cNvPr>
              <p:cNvSpPr/>
              <p:nvPr/>
            </p:nvSpPr>
            <p:spPr>
              <a:xfrm>
                <a:off x="7893034" y="3917916"/>
                <a:ext cx="2033885" cy="47517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chemeClr val="tx2">
                  <a:lumMod val="75000"/>
                </a:schemeClr>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4230" tIns="104230" rIns="104230" bIns="104230" numCol="1" spcCol="1270" anchor="ctr" anchorCtr="0">
                <a:noAutofit/>
              </a:bodyPr>
              <a:lstStyle/>
              <a:p>
                <a:pPr marL="0" lvl="0" indent="0" algn="ctr" defTabSz="977900">
                  <a:lnSpc>
                    <a:spcPct val="90000"/>
                  </a:lnSpc>
                  <a:spcBef>
                    <a:spcPct val="0"/>
                  </a:spcBef>
                  <a:spcAft>
                    <a:spcPct val="35000"/>
                  </a:spcAft>
                  <a:buNone/>
                </a:pPr>
                <a:r>
                  <a:rPr lang="en-IN" sz="2200" kern="1200" dirty="0"/>
                  <a:t>Networks</a:t>
                </a:r>
              </a:p>
            </p:txBody>
          </p:sp>
          <p:sp>
            <p:nvSpPr>
              <p:cNvPr id="22" name="Freeform: Shape 21">
                <a:extLst>
                  <a:ext uri="{FF2B5EF4-FFF2-40B4-BE49-F238E27FC236}">
                    <a16:creationId xmlns:a16="http://schemas.microsoft.com/office/drawing/2014/main" id="{F8BD234C-C879-476E-A912-8D861583032C}"/>
                  </a:ext>
                </a:extLst>
              </p:cNvPr>
              <p:cNvSpPr/>
              <p:nvPr/>
            </p:nvSpPr>
            <p:spPr>
              <a:xfrm>
                <a:off x="7893034" y="4573210"/>
                <a:ext cx="2033885" cy="47517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rgbClr val="00B05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4230" tIns="104230" rIns="104230" bIns="104230" numCol="1" spcCol="1270" anchor="ctr" anchorCtr="0">
                <a:noAutofit/>
              </a:bodyPr>
              <a:lstStyle/>
              <a:p>
                <a:pPr marL="0" lvl="0" indent="0" algn="ctr" defTabSz="977900">
                  <a:lnSpc>
                    <a:spcPct val="90000"/>
                  </a:lnSpc>
                  <a:spcBef>
                    <a:spcPct val="0"/>
                  </a:spcBef>
                  <a:spcAft>
                    <a:spcPct val="35000"/>
                  </a:spcAft>
                  <a:buNone/>
                </a:pPr>
                <a:r>
                  <a:rPr lang="en-IN" sz="2200" kern="1200" dirty="0"/>
                  <a:t>Plugins</a:t>
                </a:r>
              </a:p>
            </p:txBody>
          </p:sp>
        </p:grpSp>
        <p:sp>
          <p:nvSpPr>
            <p:cNvPr id="36" name="Freeform: Shape 35">
              <a:extLst>
                <a:ext uri="{FF2B5EF4-FFF2-40B4-BE49-F238E27FC236}">
                  <a16:creationId xmlns:a16="http://schemas.microsoft.com/office/drawing/2014/main" id="{E3D81802-487F-43C6-A833-A9C9E51E78D6}"/>
                </a:ext>
              </a:extLst>
            </p:cNvPr>
            <p:cNvSpPr/>
            <p:nvPr/>
          </p:nvSpPr>
          <p:spPr>
            <a:xfrm>
              <a:off x="2924211" y="2220688"/>
              <a:ext cx="692330" cy="333860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rgbClr val="7030A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2400" kern="1200" dirty="0"/>
                <a:t>R</a:t>
              </a:r>
            </a:p>
            <a:p>
              <a:pPr marL="0" lvl="0" indent="0" algn="ctr" defTabSz="1333500">
                <a:lnSpc>
                  <a:spcPct val="90000"/>
                </a:lnSpc>
                <a:spcBef>
                  <a:spcPct val="0"/>
                </a:spcBef>
                <a:spcAft>
                  <a:spcPct val="35000"/>
                </a:spcAft>
                <a:buNone/>
              </a:pPr>
              <a:r>
                <a:rPr lang="en-IN" sz="2400" kern="1200" dirty="0"/>
                <a:t>E</a:t>
              </a:r>
            </a:p>
            <a:p>
              <a:pPr marL="0" lvl="0" indent="0" algn="ctr" defTabSz="1333500">
                <a:lnSpc>
                  <a:spcPct val="90000"/>
                </a:lnSpc>
                <a:spcBef>
                  <a:spcPct val="0"/>
                </a:spcBef>
                <a:spcAft>
                  <a:spcPct val="35000"/>
                </a:spcAft>
                <a:buNone/>
              </a:pPr>
              <a:r>
                <a:rPr lang="en-IN" sz="2400" kern="1200" dirty="0"/>
                <a:t>S</a:t>
              </a:r>
            </a:p>
            <a:p>
              <a:pPr marL="0" lvl="0" indent="0" algn="ctr" defTabSz="1333500">
                <a:lnSpc>
                  <a:spcPct val="90000"/>
                </a:lnSpc>
                <a:spcBef>
                  <a:spcPct val="0"/>
                </a:spcBef>
                <a:spcAft>
                  <a:spcPct val="35000"/>
                </a:spcAft>
                <a:buNone/>
              </a:pPr>
              <a:r>
                <a:rPr lang="en-IN" sz="2400" kern="1200" dirty="0"/>
                <a:t>T </a:t>
              </a:r>
            </a:p>
            <a:p>
              <a:pPr marL="0" lvl="0" indent="0" algn="ctr" defTabSz="1333500">
                <a:lnSpc>
                  <a:spcPct val="90000"/>
                </a:lnSpc>
                <a:spcBef>
                  <a:spcPct val="0"/>
                </a:spcBef>
                <a:spcAft>
                  <a:spcPct val="35000"/>
                </a:spcAft>
                <a:buNone/>
              </a:pPr>
              <a:r>
                <a:rPr lang="en-IN" sz="2400" kern="1200" dirty="0"/>
                <a:t>A</a:t>
              </a:r>
            </a:p>
            <a:p>
              <a:pPr marL="0" lvl="0" indent="0" algn="ctr" defTabSz="1333500">
                <a:lnSpc>
                  <a:spcPct val="90000"/>
                </a:lnSpc>
                <a:spcBef>
                  <a:spcPct val="0"/>
                </a:spcBef>
                <a:spcAft>
                  <a:spcPct val="35000"/>
                </a:spcAft>
                <a:buNone/>
              </a:pPr>
              <a:r>
                <a:rPr lang="en-IN" sz="2400" kern="1200" dirty="0"/>
                <a:t>P</a:t>
              </a:r>
            </a:p>
            <a:p>
              <a:pPr marL="0" lvl="0" indent="0" algn="ctr" defTabSz="1333500">
                <a:lnSpc>
                  <a:spcPct val="90000"/>
                </a:lnSpc>
                <a:spcBef>
                  <a:spcPct val="0"/>
                </a:spcBef>
                <a:spcAft>
                  <a:spcPct val="35000"/>
                </a:spcAft>
                <a:buNone/>
              </a:pPr>
              <a:r>
                <a:rPr lang="en-IN" sz="2400" kern="1200" dirty="0"/>
                <a:t>I</a:t>
              </a:r>
            </a:p>
          </p:txBody>
        </p:sp>
        <p:grpSp>
          <p:nvGrpSpPr>
            <p:cNvPr id="37" name="Group 36">
              <a:extLst>
                <a:ext uri="{FF2B5EF4-FFF2-40B4-BE49-F238E27FC236}">
                  <a16:creationId xmlns:a16="http://schemas.microsoft.com/office/drawing/2014/main" id="{CD95065A-AFAB-4311-9B60-30A605083B9D}"/>
                </a:ext>
              </a:extLst>
            </p:cNvPr>
            <p:cNvGrpSpPr/>
            <p:nvPr/>
          </p:nvGrpSpPr>
          <p:grpSpPr>
            <a:xfrm>
              <a:off x="664832" y="3243327"/>
              <a:ext cx="1217666" cy="1135140"/>
              <a:chOff x="407069" y="2925586"/>
              <a:chExt cx="869347" cy="831875"/>
            </a:xfrm>
          </p:grpSpPr>
          <p:pic>
            <p:nvPicPr>
              <p:cNvPr id="38" name="Picture 2" descr="Related image">
                <a:extLst>
                  <a:ext uri="{FF2B5EF4-FFF2-40B4-BE49-F238E27FC236}">
                    <a16:creationId xmlns:a16="http://schemas.microsoft.com/office/drawing/2014/main" id="{4F79C5C0-C16B-44B1-A514-5F362E02501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733" r="20267"/>
              <a:stretch/>
            </p:blipFill>
            <p:spPr bwMode="auto">
              <a:xfrm>
                <a:off x="407069" y="2925586"/>
                <a:ext cx="869347" cy="83187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71309AC7-0C07-4A54-B520-FCD981ABB62B}"/>
                  </a:ext>
                </a:extLst>
              </p:cNvPr>
              <p:cNvSpPr txBox="1"/>
              <p:nvPr/>
            </p:nvSpPr>
            <p:spPr>
              <a:xfrm>
                <a:off x="440502" y="3419951"/>
                <a:ext cx="757722" cy="248106"/>
              </a:xfrm>
              <a:prstGeom prst="rect">
                <a:avLst/>
              </a:prstGeom>
              <a:noFill/>
            </p:spPr>
            <p:txBody>
              <a:bodyPr wrap="none" rtlCol="0">
                <a:spAutoFit/>
              </a:bodyPr>
              <a:lstStyle/>
              <a:p>
                <a:r>
                  <a:rPr lang="en-US" sz="1600" dirty="0">
                    <a:solidFill>
                      <a:schemeClr val="bg1"/>
                    </a:solidFill>
                  </a:rPr>
                  <a:t>Docker CLI</a:t>
                </a:r>
                <a:endParaRPr lang="en-IN" sz="1600" dirty="0">
                  <a:solidFill>
                    <a:schemeClr val="bg1"/>
                  </a:solidFill>
                </a:endParaRPr>
              </a:p>
            </p:txBody>
          </p:sp>
        </p:grpSp>
        <p:cxnSp>
          <p:nvCxnSpPr>
            <p:cNvPr id="40" name="Straight Arrow Connector 39">
              <a:extLst>
                <a:ext uri="{FF2B5EF4-FFF2-40B4-BE49-F238E27FC236}">
                  <a16:creationId xmlns:a16="http://schemas.microsoft.com/office/drawing/2014/main" id="{BA388840-0729-448B-9BF7-EFB8F4E8BED3}"/>
                </a:ext>
              </a:extLst>
            </p:cNvPr>
            <p:cNvCxnSpPr>
              <a:cxnSpLocks/>
            </p:cNvCxnSpPr>
            <p:nvPr/>
          </p:nvCxnSpPr>
          <p:spPr>
            <a:xfrm>
              <a:off x="1882498" y="3808395"/>
              <a:ext cx="960093" cy="2502"/>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903669A-E59A-4C32-A0EF-82FA31A02BB6}"/>
                </a:ext>
              </a:extLst>
            </p:cNvPr>
            <p:cNvCxnSpPr>
              <a:cxnSpLocks/>
            </p:cNvCxnSpPr>
            <p:nvPr/>
          </p:nvCxnSpPr>
          <p:spPr>
            <a:xfrm>
              <a:off x="3637722" y="3810897"/>
              <a:ext cx="567666" cy="0"/>
            </a:xfrm>
            <a:prstGeom prst="straightConnector1">
              <a:avLst/>
            </a:prstGeom>
            <a:ln w="38100">
              <a:solidFill>
                <a:srgbClr val="A365D1"/>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4DEB7C34-3B44-461F-8D13-F35077627792}"/>
                </a:ext>
              </a:extLst>
            </p:cNvPr>
            <p:cNvSpPr/>
            <p:nvPr/>
          </p:nvSpPr>
          <p:spPr>
            <a:xfrm>
              <a:off x="2592441" y="2024014"/>
              <a:ext cx="8009298" cy="3992474"/>
            </a:xfrm>
            <a:prstGeom prst="rect">
              <a:avLst/>
            </a:prstGeom>
            <a:noFill/>
            <a:ln w="28575">
              <a:solidFill>
                <a:schemeClr val="accent4">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dirty="0">
                <a:solidFill>
                  <a:schemeClr val="accent1">
                    <a:lumMod val="20000"/>
                    <a:lumOff val="80000"/>
                  </a:schemeClr>
                </a:solidFill>
              </a:endParaRPr>
            </a:p>
            <a:p>
              <a:pPr algn="ctr"/>
              <a:endParaRPr lang="en-IN" sz="1600" dirty="0">
                <a:solidFill>
                  <a:schemeClr val="accent1">
                    <a:lumMod val="20000"/>
                    <a:lumOff val="80000"/>
                  </a:schemeClr>
                </a:solidFill>
              </a:endParaRPr>
            </a:p>
            <a:p>
              <a:pPr algn="ctr"/>
              <a:endParaRPr lang="en-IN" sz="1600" dirty="0">
                <a:solidFill>
                  <a:schemeClr val="accent1">
                    <a:lumMod val="20000"/>
                    <a:lumOff val="80000"/>
                  </a:schemeClr>
                </a:solidFill>
              </a:endParaRPr>
            </a:p>
            <a:p>
              <a:pPr algn="ctr"/>
              <a:endParaRPr lang="en-IN" sz="1600" dirty="0">
                <a:solidFill>
                  <a:schemeClr val="accent1">
                    <a:lumMod val="20000"/>
                    <a:lumOff val="80000"/>
                  </a:schemeClr>
                </a:solidFill>
              </a:endParaRPr>
            </a:p>
            <a:p>
              <a:pPr algn="ctr"/>
              <a:endParaRPr lang="en-IN" sz="1600" dirty="0">
                <a:solidFill>
                  <a:schemeClr val="accent1">
                    <a:lumMod val="20000"/>
                    <a:lumOff val="80000"/>
                  </a:schemeClr>
                </a:solidFill>
              </a:endParaRPr>
            </a:p>
            <a:p>
              <a:pPr algn="ctr"/>
              <a:r>
                <a:rPr lang="en-IN" dirty="0">
                  <a:solidFill>
                    <a:schemeClr val="accent1">
                      <a:lumMod val="20000"/>
                      <a:lumOff val="80000"/>
                    </a:schemeClr>
                  </a:solidFill>
                </a:rPr>
                <a:t>Docker Engine</a:t>
              </a:r>
            </a:p>
          </p:txBody>
        </p:sp>
        <p:grpSp>
          <p:nvGrpSpPr>
            <p:cNvPr id="35" name="Group 34">
              <a:extLst>
                <a:ext uri="{FF2B5EF4-FFF2-40B4-BE49-F238E27FC236}">
                  <a16:creationId xmlns:a16="http://schemas.microsoft.com/office/drawing/2014/main" id="{46B8F29C-5AE3-416A-AEA0-FF083E66C5EE}"/>
                </a:ext>
              </a:extLst>
            </p:cNvPr>
            <p:cNvGrpSpPr/>
            <p:nvPr/>
          </p:nvGrpSpPr>
          <p:grpSpPr>
            <a:xfrm>
              <a:off x="4505265" y="2708006"/>
              <a:ext cx="3012472" cy="2357082"/>
              <a:chOff x="1860889" y="2639461"/>
              <a:chExt cx="3012472" cy="2357082"/>
            </a:xfrm>
            <a:solidFill>
              <a:schemeClr val="accent1">
                <a:lumMod val="20000"/>
                <a:lumOff val="80000"/>
              </a:schemeClr>
            </a:solidFill>
          </p:grpSpPr>
          <p:sp>
            <p:nvSpPr>
              <p:cNvPr id="33" name="Rectangle 32">
                <a:extLst>
                  <a:ext uri="{FF2B5EF4-FFF2-40B4-BE49-F238E27FC236}">
                    <a16:creationId xmlns:a16="http://schemas.microsoft.com/office/drawing/2014/main" id="{441058D5-EB60-4E5A-9DF8-74B94BFE0800}"/>
                  </a:ext>
                </a:extLst>
              </p:cNvPr>
              <p:cNvSpPr/>
              <p:nvPr/>
            </p:nvSpPr>
            <p:spPr>
              <a:xfrm>
                <a:off x="1860889" y="2639461"/>
                <a:ext cx="3012472" cy="2357082"/>
              </a:xfrm>
              <a:prstGeom prst="rect">
                <a:avLst/>
              </a:prstGeom>
              <a:grpFill/>
              <a:ln w="28575">
                <a:solidFill>
                  <a:schemeClr val="accent4">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r>
                  <a:rPr lang="en-IN" sz="2000" dirty="0">
                    <a:solidFill>
                      <a:schemeClr val="tx1">
                        <a:lumMod val="75000"/>
                        <a:lumOff val="25000"/>
                      </a:schemeClr>
                    </a:solidFill>
                  </a:rPr>
                  <a:t>Containers</a:t>
                </a:r>
              </a:p>
            </p:txBody>
          </p:sp>
          <p:pic>
            <p:nvPicPr>
              <p:cNvPr id="29" name="Graphic 28">
                <a:extLst>
                  <a:ext uri="{FF2B5EF4-FFF2-40B4-BE49-F238E27FC236}">
                    <a16:creationId xmlns:a16="http://schemas.microsoft.com/office/drawing/2014/main" id="{1B64241C-E9EC-4426-9A33-14C7DD5E069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88029" y="2729115"/>
                <a:ext cx="989804" cy="989804"/>
              </a:xfrm>
              <a:prstGeom prst="rect">
                <a:avLst/>
              </a:prstGeom>
            </p:spPr>
          </p:pic>
          <p:pic>
            <p:nvPicPr>
              <p:cNvPr id="30" name="Graphic 29">
                <a:extLst>
                  <a:ext uri="{FF2B5EF4-FFF2-40B4-BE49-F238E27FC236}">
                    <a16:creationId xmlns:a16="http://schemas.microsoft.com/office/drawing/2014/main" id="{6CEC0237-B2B6-4081-AC6A-3710509BEF9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36470" y="2729113"/>
                <a:ext cx="908015" cy="908015"/>
              </a:xfrm>
              <a:prstGeom prst="rect">
                <a:avLst/>
              </a:prstGeom>
            </p:spPr>
          </p:pic>
          <p:pic>
            <p:nvPicPr>
              <p:cNvPr id="31" name="Graphic 30">
                <a:extLst>
                  <a:ext uri="{FF2B5EF4-FFF2-40B4-BE49-F238E27FC236}">
                    <a16:creationId xmlns:a16="http://schemas.microsoft.com/office/drawing/2014/main" id="{8F783FC4-37B1-439C-8505-949DB71FCA7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72223" y="3617395"/>
                <a:ext cx="989804" cy="989804"/>
              </a:xfrm>
              <a:prstGeom prst="rect">
                <a:avLst/>
              </a:prstGeom>
            </p:spPr>
          </p:pic>
        </p:grpSp>
      </p:grpSp>
    </p:spTree>
    <p:extLst>
      <p:ext uri="{BB962C8B-B14F-4D97-AF65-F5344CB8AC3E}">
        <p14:creationId xmlns:p14="http://schemas.microsoft.com/office/powerpoint/2010/main" val="4101967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sz="2400" dirty="0"/>
              <a:t>Docker engine or Docker is a client server application that builds and executes containers using Docker components.</a:t>
            </a:r>
          </a:p>
          <a:p>
            <a:pPr algn="just">
              <a:lnSpc>
                <a:spcPct val="100000"/>
              </a:lnSpc>
            </a:pPr>
            <a:r>
              <a:rPr lang="en-US" sz="2400" dirty="0"/>
              <a:t>REST API is a primary mode of communication between Docker Client and Docker Daemon.</a:t>
            </a:r>
          </a:p>
          <a:p>
            <a:pPr algn="just">
              <a:lnSpc>
                <a:spcPct val="100000"/>
              </a:lnSpc>
            </a:pPr>
            <a:r>
              <a:rPr lang="en-US" sz="2400" dirty="0"/>
              <a:t>Docker Daemon is a server which interacts with the operating system and performs all kind of services.</a:t>
            </a:r>
          </a:p>
          <a:p>
            <a:pPr algn="just">
              <a:lnSpc>
                <a:spcPct val="100000"/>
              </a:lnSpc>
            </a:pPr>
            <a:r>
              <a:rPr lang="en-US" sz="2400" dirty="0"/>
              <a:t>The Docker Daemon listens for REST API request and performs the operation.</a:t>
            </a:r>
          </a:p>
        </p:txBody>
      </p:sp>
      <p:sp>
        <p:nvSpPr>
          <p:cNvPr id="3" name="Content Placeholder 2"/>
          <p:cNvSpPr>
            <a:spLocks noGrp="1"/>
          </p:cNvSpPr>
          <p:nvPr>
            <p:ph sz="half" idx="10"/>
          </p:nvPr>
        </p:nvSpPr>
        <p:spPr/>
        <p:txBody>
          <a:bodyPr/>
          <a:lstStyle/>
          <a:p>
            <a:r>
              <a:rPr lang="en-IN" dirty="0"/>
              <a:t>Docker Engine Contd..</a:t>
            </a:r>
          </a:p>
        </p:txBody>
      </p:sp>
    </p:spTree>
    <p:extLst>
      <p:ext uri="{BB962C8B-B14F-4D97-AF65-F5344CB8AC3E}">
        <p14:creationId xmlns:p14="http://schemas.microsoft.com/office/powerpoint/2010/main" val="2700197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DEA2D9-C424-42FE-B3EB-C1298D8C38F4}"/>
              </a:ext>
            </a:extLst>
          </p:cNvPr>
          <p:cNvSpPr>
            <a:spLocks noGrp="1"/>
          </p:cNvSpPr>
          <p:nvPr>
            <p:ph sz="half" idx="1"/>
          </p:nvPr>
        </p:nvSpPr>
        <p:spPr/>
        <p:txBody>
          <a:bodyPr>
            <a:noAutofit/>
          </a:bodyPr>
          <a:lstStyle/>
          <a:p>
            <a:pPr algn="just">
              <a:lnSpc>
                <a:spcPct val="120000"/>
              </a:lnSpc>
            </a:pPr>
            <a:r>
              <a:rPr lang="en-US" dirty="0"/>
              <a:t>The main difference between a container and an image is the top writable layer where the container data is stored. </a:t>
            </a:r>
          </a:p>
          <a:p>
            <a:pPr algn="just">
              <a:lnSpc>
                <a:spcPct val="120000"/>
              </a:lnSpc>
            </a:pPr>
            <a:r>
              <a:rPr lang="en-US" dirty="0"/>
              <a:t>When the container is deleted, the writable layer is also deleted. But the underlying image remains unchanged.</a:t>
            </a:r>
          </a:p>
          <a:p>
            <a:pPr algn="just">
              <a:lnSpc>
                <a:spcPct val="120000"/>
              </a:lnSpc>
            </a:pPr>
            <a:r>
              <a:rPr lang="en-US" dirty="0"/>
              <a:t>Use Docker volume to share the same data by multiple containers.</a:t>
            </a:r>
            <a:endParaRPr lang="en-IN" dirty="0"/>
          </a:p>
        </p:txBody>
      </p:sp>
      <p:sp>
        <p:nvSpPr>
          <p:cNvPr id="4" name="Content Placeholder 3">
            <a:extLst>
              <a:ext uri="{FF2B5EF4-FFF2-40B4-BE49-F238E27FC236}">
                <a16:creationId xmlns:a16="http://schemas.microsoft.com/office/drawing/2014/main" id="{5E1D10AF-10B0-4178-972F-EBC247B45AC7}"/>
              </a:ext>
            </a:extLst>
          </p:cNvPr>
          <p:cNvSpPr>
            <a:spLocks noGrp="1"/>
          </p:cNvSpPr>
          <p:nvPr>
            <p:ph sz="half" idx="10"/>
          </p:nvPr>
        </p:nvSpPr>
        <p:spPr/>
        <p:txBody>
          <a:bodyPr/>
          <a:lstStyle/>
          <a:p>
            <a:r>
              <a:rPr lang="en-IN" dirty="0"/>
              <a:t>Docker Storage</a:t>
            </a:r>
          </a:p>
        </p:txBody>
      </p:sp>
    </p:spTree>
    <p:extLst>
      <p:ext uri="{BB962C8B-B14F-4D97-AF65-F5344CB8AC3E}">
        <p14:creationId xmlns:p14="http://schemas.microsoft.com/office/powerpoint/2010/main" val="241087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4E32B-85F7-4625-A400-133FAD1D4B8A}"/>
              </a:ext>
            </a:extLst>
          </p:cNvPr>
          <p:cNvSpPr>
            <a:spLocks noGrp="1"/>
          </p:cNvSpPr>
          <p:nvPr>
            <p:ph sz="half" idx="10"/>
          </p:nvPr>
        </p:nvSpPr>
        <p:spPr/>
        <p:txBody>
          <a:bodyPr/>
          <a:lstStyle/>
          <a:p>
            <a:r>
              <a:rPr lang="en-IN" dirty="0"/>
              <a:t>Container R/W Layer</a:t>
            </a:r>
          </a:p>
        </p:txBody>
      </p:sp>
      <p:grpSp>
        <p:nvGrpSpPr>
          <p:cNvPr id="2" name="Group 1">
            <a:extLst>
              <a:ext uri="{FF2B5EF4-FFF2-40B4-BE49-F238E27FC236}">
                <a16:creationId xmlns:a16="http://schemas.microsoft.com/office/drawing/2014/main" id="{4A077136-77F9-06FB-5775-9BF3DB048AD9}"/>
              </a:ext>
            </a:extLst>
          </p:cNvPr>
          <p:cNvGrpSpPr/>
          <p:nvPr/>
        </p:nvGrpSpPr>
        <p:grpSpPr>
          <a:xfrm>
            <a:off x="736436" y="1217194"/>
            <a:ext cx="3436979" cy="4638662"/>
            <a:chOff x="736436" y="1515953"/>
            <a:chExt cx="3601600" cy="4866862"/>
          </a:xfrm>
        </p:grpSpPr>
        <p:grpSp>
          <p:nvGrpSpPr>
            <p:cNvPr id="37" name="Group 36">
              <a:extLst>
                <a:ext uri="{FF2B5EF4-FFF2-40B4-BE49-F238E27FC236}">
                  <a16:creationId xmlns:a16="http://schemas.microsoft.com/office/drawing/2014/main" id="{36F7CCA9-EA22-404A-8347-08DE8B66C9BA}"/>
                </a:ext>
              </a:extLst>
            </p:cNvPr>
            <p:cNvGrpSpPr/>
            <p:nvPr/>
          </p:nvGrpSpPr>
          <p:grpSpPr>
            <a:xfrm>
              <a:off x="736436" y="3554473"/>
              <a:ext cx="3601600" cy="2828342"/>
              <a:chOff x="3485323" y="3685101"/>
              <a:chExt cx="3601600" cy="2828342"/>
            </a:xfrm>
          </p:grpSpPr>
          <p:sp>
            <p:nvSpPr>
              <p:cNvPr id="6" name="Freeform: Shape 5">
                <a:extLst>
                  <a:ext uri="{FF2B5EF4-FFF2-40B4-BE49-F238E27FC236}">
                    <a16:creationId xmlns:a16="http://schemas.microsoft.com/office/drawing/2014/main" id="{0BF44BFD-4A71-432B-9AF9-96CB2FB6D427}"/>
                  </a:ext>
                </a:extLst>
              </p:cNvPr>
              <p:cNvSpPr/>
              <p:nvPr/>
            </p:nvSpPr>
            <p:spPr>
              <a:xfrm>
                <a:off x="3694178" y="4597043"/>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1850" tIns="111850" rIns="111850" bIns="111850" numCol="1" spcCol="1270" anchor="ctr" anchorCtr="0">
                <a:noAutofit/>
              </a:bodyPr>
              <a:lstStyle/>
              <a:p>
                <a:pPr marL="0" lvl="0" indent="0" algn="ctr" defTabSz="1066800">
                  <a:lnSpc>
                    <a:spcPct val="90000"/>
                  </a:lnSpc>
                  <a:spcBef>
                    <a:spcPct val="0"/>
                  </a:spcBef>
                  <a:spcAft>
                    <a:spcPct val="35000"/>
                  </a:spcAft>
                  <a:buNone/>
                </a:pPr>
                <a:r>
                  <a:rPr lang="en-IN" sz="2000" kern="1200" dirty="0"/>
                  <a:t>SQL Server</a:t>
                </a:r>
              </a:p>
            </p:txBody>
          </p:sp>
          <p:sp>
            <p:nvSpPr>
              <p:cNvPr id="7" name="Freeform: Shape 6">
                <a:extLst>
                  <a:ext uri="{FF2B5EF4-FFF2-40B4-BE49-F238E27FC236}">
                    <a16:creationId xmlns:a16="http://schemas.microsoft.com/office/drawing/2014/main" id="{98AE488E-F1E1-4BC7-9CA8-C76D85005EAB}"/>
                  </a:ext>
                </a:extLst>
              </p:cNvPr>
              <p:cNvSpPr/>
              <p:nvPr/>
            </p:nvSpPr>
            <p:spPr>
              <a:xfrm>
                <a:off x="3694178" y="3843226"/>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3000" kern="1200" dirty="0"/>
                  <a:t>…</a:t>
                </a:r>
              </a:p>
            </p:txBody>
          </p:sp>
          <p:pic>
            <p:nvPicPr>
              <p:cNvPr id="8" name="Graphic 7" descr="Lock">
                <a:extLst>
                  <a:ext uri="{FF2B5EF4-FFF2-40B4-BE49-F238E27FC236}">
                    <a16:creationId xmlns:a16="http://schemas.microsoft.com/office/drawing/2014/main" id="{B3B2BAAB-F8CC-409A-99F4-7786EF87209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70534" y="3973317"/>
                <a:ext cx="342944" cy="401840"/>
              </a:xfrm>
              <a:prstGeom prst="rect">
                <a:avLst/>
              </a:prstGeom>
            </p:spPr>
          </p:pic>
          <p:pic>
            <p:nvPicPr>
              <p:cNvPr id="9" name="Graphic 8" descr="Lock">
                <a:extLst>
                  <a:ext uri="{FF2B5EF4-FFF2-40B4-BE49-F238E27FC236}">
                    <a16:creationId xmlns:a16="http://schemas.microsoft.com/office/drawing/2014/main" id="{90625EBE-8B85-4EE0-8BD3-ED20C90782B7}"/>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70534" y="4704396"/>
                <a:ext cx="342944" cy="401840"/>
              </a:xfrm>
              <a:prstGeom prst="rect">
                <a:avLst/>
              </a:prstGeom>
            </p:spPr>
          </p:pic>
          <p:pic>
            <p:nvPicPr>
              <p:cNvPr id="10" name="Graphic 9" descr="Lock">
                <a:extLst>
                  <a:ext uri="{FF2B5EF4-FFF2-40B4-BE49-F238E27FC236}">
                    <a16:creationId xmlns:a16="http://schemas.microsoft.com/office/drawing/2014/main" id="{F0E30370-5973-41EC-8823-3EB3264350A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70534" y="5435475"/>
                <a:ext cx="342944" cy="401840"/>
              </a:xfrm>
              <a:prstGeom prst="rect">
                <a:avLst/>
              </a:prstGeom>
            </p:spPr>
          </p:pic>
          <p:sp>
            <p:nvSpPr>
              <p:cNvPr id="15" name="Rectangle 14">
                <a:extLst>
                  <a:ext uri="{FF2B5EF4-FFF2-40B4-BE49-F238E27FC236}">
                    <a16:creationId xmlns:a16="http://schemas.microsoft.com/office/drawing/2014/main" id="{7D7928CC-F67A-48BA-8042-96A11BBE1CC4}"/>
                  </a:ext>
                </a:extLst>
              </p:cNvPr>
              <p:cNvSpPr/>
              <p:nvPr/>
            </p:nvSpPr>
            <p:spPr>
              <a:xfrm>
                <a:off x="3485323" y="3685101"/>
                <a:ext cx="3601600" cy="2828342"/>
              </a:xfrm>
              <a:prstGeom prst="rect">
                <a:avLst/>
              </a:prstGeom>
              <a:noFill/>
              <a:ln w="28575">
                <a:solidFill>
                  <a:schemeClr val="accent4">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dirty="0">
                  <a:solidFill>
                    <a:schemeClr val="tx2">
                      <a:lumMod val="10000"/>
                      <a:lumOff val="90000"/>
                    </a:schemeClr>
                  </a:solidFill>
                </a:endParaRPr>
              </a:p>
              <a:p>
                <a:pPr algn="ctr"/>
                <a:endParaRPr lang="en-IN" sz="1100" dirty="0">
                  <a:solidFill>
                    <a:schemeClr val="tx2">
                      <a:lumMod val="10000"/>
                      <a:lumOff val="90000"/>
                    </a:schemeClr>
                  </a:solidFill>
                </a:endParaRPr>
              </a:p>
              <a:p>
                <a:pPr algn="ctr"/>
                <a:r>
                  <a:rPr lang="en-IN" dirty="0">
                    <a:solidFill>
                      <a:schemeClr val="tx2">
                        <a:lumMod val="10000"/>
                        <a:lumOff val="90000"/>
                      </a:schemeClr>
                    </a:solidFill>
                  </a:rPr>
                  <a:t>SQL Database</a:t>
                </a:r>
              </a:p>
            </p:txBody>
          </p:sp>
          <p:sp>
            <p:nvSpPr>
              <p:cNvPr id="16" name="Freeform: Shape 15">
                <a:extLst>
                  <a:ext uri="{FF2B5EF4-FFF2-40B4-BE49-F238E27FC236}">
                    <a16:creationId xmlns:a16="http://schemas.microsoft.com/office/drawing/2014/main" id="{349330AF-01F5-4DB0-9980-514D337D26A6}"/>
                  </a:ext>
                </a:extLst>
              </p:cNvPr>
              <p:cNvSpPr/>
              <p:nvPr/>
            </p:nvSpPr>
            <p:spPr>
              <a:xfrm>
                <a:off x="3694178" y="5350859"/>
                <a:ext cx="3216792"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chemeClr val="tx2">
                  <a:lumMod val="75000"/>
                </a:schemeClr>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4230" tIns="104230" rIns="104230" bIns="104230" numCol="1" spcCol="1270" anchor="ctr" anchorCtr="0">
                <a:noAutofit/>
              </a:bodyPr>
              <a:lstStyle/>
              <a:p>
                <a:pPr marL="0" lvl="0" indent="0" algn="ctr" defTabSz="977900">
                  <a:lnSpc>
                    <a:spcPct val="90000"/>
                  </a:lnSpc>
                  <a:spcBef>
                    <a:spcPct val="0"/>
                  </a:spcBef>
                  <a:spcAft>
                    <a:spcPct val="35000"/>
                  </a:spcAft>
                  <a:buNone/>
                </a:pPr>
                <a:r>
                  <a:rPr lang="en-IN" sz="2000" kern="1200" dirty="0"/>
                  <a:t>   Base Image (Ubuntu)</a:t>
                </a:r>
              </a:p>
            </p:txBody>
          </p:sp>
          <p:pic>
            <p:nvPicPr>
              <p:cNvPr id="17" name="Graphic 16" descr="Lock">
                <a:extLst>
                  <a:ext uri="{FF2B5EF4-FFF2-40B4-BE49-F238E27FC236}">
                    <a16:creationId xmlns:a16="http://schemas.microsoft.com/office/drawing/2014/main" id="{1C52972D-4AB9-42A8-BFBE-76D14E05B3D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70534" y="5436784"/>
                <a:ext cx="342944" cy="401840"/>
              </a:xfrm>
              <a:prstGeom prst="rect">
                <a:avLst/>
              </a:prstGeom>
            </p:spPr>
          </p:pic>
        </p:grpSp>
        <p:cxnSp>
          <p:nvCxnSpPr>
            <p:cNvPr id="30" name="Straight Arrow Connector 29">
              <a:extLst>
                <a:ext uri="{FF2B5EF4-FFF2-40B4-BE49-F238E27FC236}">
                  <a16:creationId xmlns:a16="http://schemas.microsoft.com/office/drawing/2014/main" id="{9610E055-4DB5-4B1B-B751-083352A5AB7B}"/>
                </a:ext>
              </a:extLst>
            </p:cNvPr>
            <p:cNvCxnSpPr>
              <a:cxnSpLocks/>
            </p:cNvCxnSpPr>
            <p:nvPr/>
          </p:nvCxnSpPr>
          <p:spPr>
            <a:xfrm>
              <a:off x="2520754" y="2944129"/>
              <a:ext cx="0" cy="595001"/>
            </a:xfrm>
            <a:prstGeom prst="straightConnector1">
              <a:avLst/>
            </a:prstGeom>
            <a:ln w="38100">
              <a:solidFill>
                <a:schemeClr val="accent1">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E3002D89-3F99-44F9-89B2-3B943AB66219}"/>
                </a:ext>
              </a:extLst>
            </p:cNvPr>
            <p:cNvGrpSpPr/>
            <p:nvPr/>
          </p:nvGrpSpPr>
          <p:grpSpPr>
            <a:xfrm>
              <a:off x="1346474" y="1515953"/>
              <a:ext cx="2485360" cy="1428176"/>
              <a:chOff x="2737943" y="1647286"/>
              <a:chExt cx="2485360" cy="1428176"/>
            </a:xfrm>
          </p:grpSpPr>
          <p:grpSp>
            <p:nvGrpSpPr>
              <p:cNvPr id="12" name="Group 11">
                <a:extLst>
                  <a:ext uri="{FF2B5EF4-FFF2-40B4-BE49-F238E27FC236}">
                    <a16:creationId xmlns:a16="http://schemas.microsoft.com/office/drawing/2014/main" id="{28373797-085B-437B-8409-A4815691C9A8}"/>
                  </a:ext>
                </a:extLst>
              </p:cNvPr>
              <p:cNvGrpSpPr/>
              <p:nvPr/>
            </p:nvGrpSpPr>
            <p:grpSpPr>
              <a:xfrm>
                <a:off x="2737943" y="1647286"/>
                <a:ext cx="2485360" cy="1428176"/>
                <a:chOff x="2033631" y="1387911"/>
                <a:chExt cx="2485360" cy="1428176"/>
              </a:xfrm>
            </p:grpSpPr>
            <p:sp>
              <p:nvSpPr>
                <p:cNvPr id="19" name="Freeform: Shape 18">
                  <a:extLst>
                    <a:ext uri="{FF2B5EF4-FFF2-40B4-BE49-F238E27FC236}">
                      <a16:creationId xmlns:a16="http://schemas.microsoft.com/office/drawing/2014/main" id="{10F6F59F-6C7B-4B49-8C24-5C7B49D2926E}"/>
                    </a:ext>
                  </a:extLst>
                </p:cNvPr>
                <p:cNvSpPr/>
                <p:nvPr/>
              </p:nvSpPr>
              <p:spPr>
                <a:xfrm>
                  <a:off x="2033631" y="2188081"/>
                  <a:ext cx="2485360" cy="628006"/>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rgbClr val="00B0F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34710" tIns="134710" rIns="134710" bIns="134710" numCol="1" spcCol="1270" anchor="ctr" anchorCtr="0">
                  <a:noAutofit/>
                </a:bodyPr>
                <a:lstStyle/>
                <a:p>
                  <a:pPr marL="0" lvl="0" indent="0" algn="ctr" defTabSz="1333500">
                    <a:lnSpc>
                      <a:spcPct val="90000"/>
                    </a:lnSpc>
                    <a:spcBef>
                      <a:spcPct val="0"/>
                    </a:spcBef>
                    <a:spcAft>
                      <a:spcPct val="35000"/>
                    </a:spcAft>
                    <a:buNone/>
                  </a:pPr>
                  <a:r>
                    <a:rPr lang="en-IN" sz="2000" kern="1200" dirty="0"/>
                    <a:t>   Thin R/W Layer</a:t>
                  </a:r>
                </a:p>
              </p:txBody>
            </p:sp>
            <p:pic>
              <p:nvPicPr>
                <p:cNvPr id="29" name="Graphic 28">
                  <a:extLst>
                    <a:ext uri="{FF2B5EF4-FFF2-40B4-BE49-F238E27FC236}">
                      <a16:creationId xmlns:a16="http://schemas.microsoft.com/office/drawing/2014/main" id="{847B94C8-7C22-4811-8CB6-9098A865D164}"/>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83457" y="1387911"/>
                  <a:ext cx="952500" cy="952500"/>
                </a:xfrm>
                <a:prstGeom prst="rect">
                  <a:avLst/>
                </a:prstGeom>
              </p:spPr>
            </p:pic>
          </p:grpSp>
          <p:sp>
            <p:nvSpPr>
              <p:cNvPr id="38" name="TextBox 37">
                <a:extLst>
                  <a:ext uri="{FF2B5EF4-FFF2-40B4-BE49-F238E27FC236}">
                    <a16:creationId xmlns:a16="http://schemas.microsoft.com/office/drawing/2014/main" id="{B04004C5-3B5B-42BE-9641-6143E125D6B9}"/>
                  </a:ext>
                </a:extLst>
              </p:cNvPr>
              <p:cNvSpPr txBox="1"/>
              <p:nvPr/>
            </p:nvSpPr>
            <p:spPr>
              <a:xfrm>
                <a:off x="3528782" y="2040295"/>
                <a:ext cx="665150" cy="387501"/>
              </a:xfrm>
              <a:prstGeom prst="rect">
                <a:avLst/>
              </a:prstGeom>
              <a:noFill/>
            </p:spPr>
            <p:txBody>
              <a:bodyPr wrap="square" rtlCol="0">
                <a:spAutoFit/>
              </a:bodyPr>
              <a:lstStyle/>
              <a:p>
                <a:r>
                  <a:rPr lang="en-IN" dirty="0"/>
                  <a:t>C1</a:t>
                </a:r>
              </a:p>
            </p:txBody>
          </p:sp>
        </p:grpSp>
      </p:grpSp>
      <p:sp>
        <p:nvSpPr>
          <p:cNvPr id="26" name="Rectangle 25">
            <a:extLst>
              <a:ext uri="{FF2B5EF4-FFF2-40B4-BE49-F238E27FC236}">
                <a16:creationId xmlns:a16="http://schemas.microsoft.com/office/drawing/2014/main" id="{7376786D-2036-4250-943D-12EF6DFE67F3}"/>
              </a:ext>
            </a:extLst>
          </p:cNvPr>
          <p:cNvSpPr/>
          <p:nvPr/>
        </p:nvSpPr>
        <p:spPr>
          <a:xfrm>
            <a:off x="4736712" y="3037962"/>
            <a:ext cx="7204273" cy="1323439"/>
          </a:xfrm>
          <a:prstGeom prst="rect">
            <a:avLst/>
          </a:prstGeom>
          <a:solidFill>
            <a:schemeClr val="tx2">
              <a:lumMod val="10000"/>
              <a:lumOff val="90000"/>
            </a:schemeClr>
          </a:solidFill>
        </p:spPr>
        <p:txBody>
          <a:bodyPr wrap="square">
            <a:spAutoFit/>
          </a:bodyPr>
          <a:lstStyle/>
          <a:p>
            <a:r>
              <a:rPr lang="en-IN" sz="1600" dirty="0"/>
              <a:t>&gt;docker pull mcr.microsoft.com/</a:t>
            </a:r>
            <a:r>
              <a:rPr lang="en-IN" sz="1600" dirty="0" err="1"/>
              <a:t>mssql</a:t>
            </a:r>
            <a:r>
              <a:rPr lang="en-IN" sz="1600" dirty="0"/>
              <a:t>/server:2022-CU12-ubuntu-22.04</a:t>
            </a:r>
          </a:p>
          <a:p>
            <a:endParaRPr lang="en-IN" sz="1600" dirty="0"/>
          </a:p>
          <a:p>
            <a:r>
              <a:rPr lang="en-IN" sz="1600" dirty="0"/>
              <a:t>&gt;docker run -e "ACCEPT_EULA=Y" -e "SA_PASSWORD=YourStrong@Passw0rd" -p 5020:1433 --name </a:t>
            </a:r>
            <a:r>
              <a:rPr lang="en-IN" sz="1600" dirty="0" err="1"/>
              <a:t>sqlserver</a:t>
            </a:r>
            <a:r>
              <a:rPr lang="en-IN" sz="1600" dirty="0"/>
              <a:t> -d mcr.microsoft.com/</a:t>
            </a:r>
            <a:r>
              <a:rPr lang="en-IN" sz="1600" dirty="0" err="1"/>
              <a:t>mssql</a:t>
            </a:r>
            <a:r>
              <a:rPr lang="en-IN" sz="1600" dirty="0"/>
              <a:t>/server:2022-CU12-ubuntu-22.04</a:t>
            </a:r>
          </a:p>
        </p:txBody>
      </p:sp>
      <p:sp>
        <p:nvSpPr>
          <p:cNvPr id="5" name="TextBox 4">
            <a:extLst>
              <a:ext uri="{FF2B5EF4-FFF2-40B4-BE49-F238E27FC236}">
                <a16:creationId xmlns:a16="http://schemas.microsoft.com/office/drawing/2014/main" id="{34E87102-4B67-FFD0-940E-9DC6069D7E56}"/>
              </a:ext>
            </a:extLst>
          </p:cNvPr>
          <p:cNvSpPr txBox="1"/>
          <p:nvPr/>
        </p:nvSpPr>
        <p:spPr>
          <a:xfrm>
            <a:off x="4736712" y="4519452"/>
            <a:ext cx="7204272" cy="861774"/>
          </a:xfrm>
          <a:prstGeom prst="rect">
            <a:avLst/>
          </a:prstGeom>
          <a:solidFill>
            <a:schemeClr val="tx2">
              <a:lumMod val="10000"/>
              <a:lumOff val="90000"/>
            </a:schemeClr>
          </a:solidFill>
        </p:spPr>
        <p:txBody>
          <a:bodyPr wrap="square">
            <a:spAutoFit/>
          </a:bodyPr>
          <a:lstStyle/>
          <a:p>
            <a:r>
              <a:rPr lang="en-IN" sz="1600" dirty="0"/>
              <a:t>Server: localhost,5020</a:t>
            </a:r>
          </a:p>
          <a:p>
            <a:r>
              <a:rPr lang="en-IN" sz="1600" dirty="0"/>
              <a:t>User: </a:t>
            </a:r>
            <a:r>
              <a:rPr lang="en-IN" sz="1600" dirty="0" err="1"/>
              <a:t>sa</a:t>
            </a:r>
            <a:endParaRPr lang="en-IN" sz="1600" dirty="0"/>
          </a:p>
          <a:p>
            <a:r>
              <a:rPr lang="en-IN" sz="1600" dirty="0" err="1"/>
              <a:t>Pwd</a:t>
            </a:r>
            <a:r>
              <a:rPr lang="en-IN" sz="1600" dirty="0"/>
              <a:t>: YourStrong@Passw0rd</a:t>
            </a:r>
          </a:p>
        </p:txBody>
      </p:sp>
      <p:pic>
        <p:nvPicPr>
          <p:cNvPr id="22" name="Graphic 21" descr="Pencil">
            <a:extLst>
              <a:ext uri="{FF2B5EF4-FFF2-40B4-BE49-F238E27FC236}">
                <a16:creationId xmlns:a16="http://schemas.microsoft.com/office/drawing/2014/main" id="{7CD032D1-CA3A-4738-97A0-D5A8F1A63DB7}"/>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66616" y="2145835"/>
            <a:ext cx="266579" cy="266579"/>
          </a:xfrm>
          <a:prstGeom prst="rect">
            <a:avLst/>
          </a:prstGeom>
        </p:spPr>
      </p:pic>
    </p:spTree>
    <p:extLst>
      <p:ext uri="{BB962C8B-B14F-4D97-AF65-F5344CB8AC3E}">
        <p14:creationId xmlns:p14="http://schemas.microsoft.com/office/powerpoint/2010/main" val="348074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C2A6A6-C9AC-4F30-923D-CA98ABA36EDB}"/>
              </a:ext>
            </a:extLst>
          </p:cNvPr>
          <p:cNvSpPr>
            <a:spLocks noGrp="1"/>
          </p:cNvSpPr>
          <p:nvPr>
            <p:ph sz="half" idx="10"/>
          </p:nvPr>
        </p:nvSpPr>
        <p:spPr/>
        <p:txBody>
          <a:bodyPr/>
          <a:lstStyle/>
          <a:p>
            <a:r>
              <a:rPr lang="en-IN" dirty="0"/>
              <a:t>Docker Storage Options</a:t>
            </a:r>
          </a:p>
        </p:txBody>
      </p:sp>
      <p:grpSp>
        <p:nvGrpSpPr>
          <p:cNvPr id="3" name="Group 2">
            <a:extLst>
              <a:ext uri="{FF2B5EF4-FFF2-40B4-BE49-F238E27FC236}">
                <a16:creationId xmlns:a16="http://schemas.microsoft.com/office/drawing/2014/main" id="{88DA260B-B35D-4573-93C1-22ABCC475663}"/>
              </a:ext>
            </a:extLst>
          </p:cNvPr>
          <p:cNvGrpSpPr/>
          <p:nvPr/>
        </p:nvGrpSpPr>
        <p:grpSpPr>
          <a:xfrm>
            <a:off x="2354872" y="1602163"/>
            <a:ext cx="5212080" cy="4108881"/>
            <a:chOff x="2354872" y="1602163"/>
            <a:chExt cx="5212080" cy="4108881"/>
          </a:xfrm>
        </p:grpSpPr>
        <p:sp>
          <p:nvSpPr>
            <p:cNvPr id="19" name="Freeform: Shape 18">
              <a:extLst>
                <a:ext uri="{FF2B5EF4-FFF2-40B4-BE49-F238E27FC236}">
                  <a16:creationId xmlns:a16="http://schemas.microsoft.com/office/drawing/2014/main" id="{462D870E-1401-47D2-B1C5-213067846E23}"/>
                </a:ext>
              </a:extLst>
            </p:cNvPr>
            <p:cNvSpPr/>
            <p:nvPr/>
          </p:nvSpPr>
          <p:spPr>
            <a:xfrm>
              <a:off x="2724160" y="4014361"/>
              <a:ext cx="2609043" cy="1353963"/>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04230" tIns="104230" rIns="104230" bIns="104230" numCol="1" spcCol="1270" anchor="ctr" anchorCtr="0">
              <a:noAutofit/>
            </a:bodyPr>
            <a:lstStyle/>
            <a:p>
              <a:pPr lvl="0" algn="ctr" defTabSz="1066800">
                <a:lnSpc>
                  <a:spcPct val="90000"/>
                </a:lnSpc>
                <a:spcBef>
                  <a:spcPct val="0"/>
                </a:spcBef>
                <a:spcAft>
                  <a:spcPct val="35000"/>
                </a:spcAft>
              </a:pPr>
              <a:r>
                <a:rPr lang="en-IN" sz="1600" dirty="0"/>
                <a:t>File System </a:t>
              </a:r>
            </a:p>
            <a:p>
              <a:pPr lvl="0" algn="ctr" defTabSz="1066800">
                <a:lnSpc>
                  <a:spcPct val="90000"/>
                </a:lnSpc>
                <a:spcBef>
                  <a:spcPct val="0"/>
                </a:spcBef>
                <a:spcAft>
                  <a:spcPct val="35000"/>
                </a:spcAft>
              </a:pPr>
              <a:endParaRPr lang="en-IN" sz="1600" dirty="0"/>
            </a:p>
            <a:p>
              <a:pPr lvl="0" algn="ctr" defTabSz="1066800">
                <a:lnSpc>
                  <a:spcPct val="90000"/>
                </a:lnSpc>
                <a:spcBef>
                  <a:spcPct val="0"/>
                </a:spcBef>
                <a:spcAft>
                  <a:spcPct val="35000"/>
                </a:spcAft>
              </a:pPr>
              <a:endParaRPr lang="en-IN" sz="1600" dirty="0"/>
            </a:p>
          </p:txBody>
        </p:sp>
        <p:sp>
          <p:nvSpPr>
            <p:cNvPr id="20" name="Freeform: Shape 19">
              <a:extLst>
                <a:ext uri="{FF2B5EF4-FFF2-40B4-BE49-F238E27FC236}">
                  <a16:creationId xmlns:a16="http://schemas.microsoft.com/office/drawing/2014/main" id="{5FEAFEB6-FBAB-48F3-970A-C46AC213BED6}"/>
                </a:ext>
              </a:extLst>
            </p:cNvPr>
            <p:cNvSpPr/>
            <p:nvPr/>
          </p:nvSpPr>
          <p:spPr>
            <a:xfrm>
              <a:off x="5734409" y="4367439"/>
              <a:ext cx="1378016" cy="696850"/>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a:solidFill>
              <a:srgbClr val="F4814E"/>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1850" tIns="111850" rIns="111850" bIns="111850" numCol="1" spcCol="1270" anchor="ctr" anchorCtr="0">
              <a:noAutofit/>
            </a:bodyPr>
            <a:lstStyle/>
            <a:p>
              <a:pPr marL="0" lvl="0" indent="0" algn="ctr" defTabSz="1066800">
                <a:lnSpc>
                  <a:spcPct val="90000"/>
                </a:lnSpc>
                <a:spcBef>
                  <a:spcPct val="0"/>
                </a:spcBef>
                <a:spcAft>
                  <a:spcPct val="35000"/>
                </a:spcAft>
                <a:buNone/>
              </a:pPr>
              <a:r>
                <a:rPr lang="en-IN" sz="1600" kern="1200" dirty="0"/>
                <a:t>Memory</a:t>
              </a:r>
            </a:p>
          </p:txBody>
        </p:sp>
        <p:sp>
          <p:nvSpPr>
            <p:cNvPr id="18" name="Rectangle 17">
              <a:extLst>
                <a:ext uri="{FF2B5EF4-FFF2-40B4-BE49-F238E27FC236}">
                  <a16:creationId xmlns:a16="http://schemas.microsoft.com/office/drawing/2014/main" id="{7936C87D-BDA8-4956-8394-63EAA130CAD5}"/>
                </a:ext>
              </a:extLst>
            </p:cNvPr>
            <p:cNvSpPr/>
            <p:nvPr/>
          </p:nvSpPr>
          <p:spPr>
            <a:xfrm>
              <a:off x="2354872" y="1602163"/>
              <a:ext cx="5212080" cy="4108881"/>
            </a:xfrm>
            <a:prstGeom prst="rect">
              <a:avLst/>
            </a:prstGeom>
            <a:noFill/>
            <a:ln w="28575">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a:p>
              <a:pPr algn="ctr"/>
              <a:endParaRPr lang="en-IN" dirty="0">
                <a:solidFill>
                  <a:schemeClr val="tx1">
                    <a:lumMod val="75000"/>
                    <a:lumOff val="25000"/>
                  </a:schemeClr>
                </a:solidFill>
              </a:endParaRPr>
            </a:p>
          </p:txBody>
        </p:sp>
        <p:pic>
          <p:nvPicPr>
            <p:cNvPr id="31" name="Graphic 30">
              <a:extLst>
                <a:ext uri="{FF2B5EF4-FFF2-40B4-BE49-F238E27FC236}">
                  <a16:creationId xmlns:a16="http://schemas.microsoft.com/office/drawing/2014/main" id="{9CF28EFF-E10C-4DDE-B5D3-C166D794FA0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81988" y="1817133"/>
              <a:ext cx="1188998" cy="1188998"/>
            </a:xfrm>
            <a:prstGeom prst="rect">
              <a:avLst/>
            </a:prstGeom>
          </p:spPr>
        </p:pic>
        <p:sp>
          <p:nvSpPr>
            <p:cNvPr id="32" name="Freeform: Shape 31">
              <a:extLst>
                <a:ext uri="{FF2B5EF4-FFF2-40B4-BE49-F238E27FC236}">
                  <a16:creationId xmlns:a16="http://schemas.microsoft.com/office/drawing/2014/main" id="{7DF2017D-5B02-4B39-B22B-FA0D1C457634}"/>
                </a:ext>
              </a:extLst>
            </p:cNvPr>
            <p:cNvSpPr/>
            <p:nvPr/>
          </p:nvSpPr>
          <p:spPr>
            <a:xfrm>
              <a:off x="3099165" y="4678319"/>
              <a:ext cx="1842151" cy="504292"/>
            </a:xfrm>
            <a:custGeom>
              <a:avLst/>
              <a:gdLst>
                <a:gd name="connsiteX0" fmla="*/ 0 w 3216792"/>
                <a:gd name="connsiteY0" fmla="*/ 69685 h 696850"/>
                <a:gd name="connsiteX1" fmla="*/ 69685 w 3216792"/>
                <a:gd name="connsiteY1" fmla="*/ 0 h 696850"/>
                <a:gd name="connsiteX2" fmla="*/ 3147107 w 3216792"/>
                <a:gd name="connsiteY2" fmla="*/ 0 h 696850"/>
                <a:gd name="connsiteX3" fmla="*/ 3216792 w 3216792"/>
                <a:gd name="connsiteY3" fmla="*/ 69685 h 696850"/>
                <a:gd name="connsiteX4" fmla="*/ 3216792 w 3216792"/>
                <a:gd name="connsiteY4" fmla="*/ 627165 h 696850"/>
                <a:gd name="connsiteX5" fmla="*/ 3147107 w 3216792"/>
                <a:gd name="connsiteY5" fmla="*/ 696850 h 696850"/>
                <a:gd name="connsiteX6" fmla="*/ 69685 w 3216792"/>
                <a:gd name="connsiteY6" fmla="*/ 696850 h 696850"/>
                <a:gd name="connsiteX7" fmla="*/ 0 w 3216792"/>
                <a:gd name="connsiteY7" fmla="*/ 627165 h 696850"/>
                <a:gd name="connsiteX8" fmla="*/ 0 w 3216792"/>
                <a:gd name="connsiteY8" fmla="*/ 69685 h 69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16792" h="696850">
                  <a:moveTo>
                    <a:pt x="0" y="69685"/>
                  </a:moveTo>
                  <a:cubicBezTo>
                    <a:pt x="0" y="31199"/>
                    <a:pt x="31199" y="0"/>
                    <a:pt x="69685" y="0"/>
                  </a:cubicBezTo>
                  <a:lnTo>
                    <a:pt x="3147107" y="0"/>
                  </a:lnTo>
                  <a:cubicBezTo>
                    <a:pt x="3185593" y="0"/>
                    <a:pt x="3216792" y="31199"/>
                    <a:pt x="3216792" y="69685"/>
                  </a:cubicBezTo>
                  <a:lnTo>
                    <a:pt x="3216792" y="627165"/>
                  </a:lnTo>
                  <a:cubicBezTo>
                    <a:pt x="3216792" y="665651"/>
                    <a:pt x="3185593" y="696850"/>
                    <a:pt x="3147107" y="696850"/>
                  </a:cubicBezTo>
                  <a:lnTo>
                    <a:pt x="69685" y="696850"/>
                  </a:lnTo>
                  <a:cubicBezTo>
                    <a:pt x="31199" y="696850"/>
                    <a:pt x="0" y="665651"/>
                    <a:pt x="0" y="627165"/>
                  </a:cubicBezTo>
                  <a:lnTo>
                    <a:pt x="0" y="69685"/>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1850" tIns="111850" rIns="111850" bIns="111850" numCol="1" spcCol="1270" anchor="ctr" anchorCtr="0">
              <a:noAutofit/>
            </a:bodyPr>
            <a:lstStyle/>
            <a:p>
              <a:pPr marL="0" lvl="0" indent="0" algn="ctr" defTabSz="1066800">
                <a:lnSpc>
                  <a:spcPct val="90000"/>
                </a:lnSpc>
                <a:spcBef>
                  <a:spcPct val="0"/>
                </a:spcBef>
                <a:spcAft>
                  <a:spcPct val="35000"/>
                </a:spcAft>
                <a:buNone/>
              </a:pPr>
              <a:r>
                <a:rPr lang="en-IN" sz="1600" kern="1200" dirty="0"/>
                <a:t>Docker Area</a:t>
              </a:r>
            </a:p>
          </p:txBody>
        </p:sp>
        <p:grpSp>
          <p:nvGrpSpPr>
            <p:cNvPr id="47" name="Group 46">
              <a:extLst>
                <a:ext uri="{FF2B5EF4-FFF2-40B4-BE49-F238E27FC236}">
                  <a16:creationId xmlns:a16="http://schemas.microsoft.com/office/drawing/2014/main" id="{B960A465-4033-44D3-8A6C-AA0CFB4CD9FD}"/>
                </a:ext>
              </a:extLst>
            </p:cNvPr>
            <p:cNvGrpSpPr/>
            <p:nvPr/>
          </p:nvGrpSpPr>
          <p:grpSpPr>
            <a:xfrm>
              <a:off x="3494940" y="2957970"/>
              <a:ext cx="1767450" cy="1029441"/>
              <a:chOff x="3520764" y="3102602"/>
              <a:chExt cx="1705413" cy="947377"/>
            </a:xfrm>
          </p:grpSpPr>
          <p:cxnSp>
            <p:nvCxnSpPr>
              <p:cNvPr id="4" name="Straight Arrow Connector 3">
                <a:extLst>
                  <a:ext uri="{FF2B5EF4-FFF2-40B4-BE49-F238E27FC236}">
                    <a16:creationId xmlns:a16="http://schemas.microsoft.com/office/drawing/2014/main" id="{8A19A322-717B-40F2-BF2B-9C2D8740B18A}"/>
                  </a:ext>
                </a:extLst>
              </p:cNvPr>
              <p:cNvCxnSpPr>
                <a:cxnSpLocks/>
              </p:cNvCxnSpPr>
              <p:nvPr/>
            </p:nvCxnSpPr>
            <p:spPr>
              <a:xfrm flipH="1">
                <a:off x="3520764" y="3123895"/>
                <a:ext cx="1705413" cy="926084"/>
              </a:xfrm>
              <a:prstGeom prst="straightConnector1">
                <a:avLst/>
              </a:prstGeom>
              <a:ln w="381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D6563F0-B1EF-4E24-845C-1A15E30B88A7}"/>
                  </a:ext>
                </a:extLst>
              </p:cNvPr>
              <p:cNvSpPr txBox="1"/>
              <p:nvPr/>
            </p:nvSpPr>
            <p:spPr>
              <a:xfrm>
                <a:off x="3636824" y="3102602"/>
                <a:ext cx="1165003" cy="311565"/>
              </a:xfrm>
              <a:prstGeom prst="rect">
                <a:avLst/>
              </a:prstGeom>
              <a:noFill/>
            </p:spPr>
            <p:txBody>
              <a:bodyPr wrap="none" rtlCol="0">
                <a:spAutoFit/>
              </a:bodyPr>
              <a:lstStyle/>
              <a:p>
                <a:r>
                  <a:rPr lang="en-IN" sz="1600" dirty="0">
                    <a:solidFill>
                      <a:schemeClr val="tx2">
                        <a:lumMod val="10000"/>
                        <a:lumOff val="90000"/>
                      </a:schemeClr>
                    </a:solidFill>
                  </a:rPr>
                  <a:t>bind mount</a:t>
                </a:r>
              </a:p>
            </p:txBody>
          </p:sp>
        </p:grpSp>
        <p:grpSp>
          <p:nvGrpSpPr>
            <p:cNvPr id="48" name="Group 47">
              <a:extLst>
                <a:ext uri="{FF2B5EF4-FFF2-40B4-BE49-F238E27FC236}">
                  <a16:creationId xmlns:a16="http://schemas.microsoft.com/office/drawing/2014/main" id="{9972361C-91CB-41C4-AF07-218CA7CF24CC}"/>
                </a:ext>
              </a:extLst>
            </p:cNvPr>
            <p:cNvGrpSpPr/>
            <p:nvPr/>
          </p:nvGrpSpPr>
          <p:grpSpPr>
            <a:xfrm>
              <a:off x="4188959" y="3006131"/>
              <a:ext cx="1087527" cy="1645240"/>
              <a:chOff x="3828524" y="3026936"/>
              <a:chExt cx="1406057" cy="1673132"/>
            </a:xfrm>
          </p:grpSpPr>
          <p:cxnSp>
            <p:nvCxnSpPr>
              <p:cNvPr id="35" name="Straight Arrow Connector 34">
                <a:extLst>
                  <a:ext uri="{FF2B5EF4-FFF2-40B4-BE49-F238E27FC236}">
                    <a16:creationId xmlns:a16="http://schemas.microsoft.com/office/drawing/2014/main" id="{1B4C42F1-F4D4-4BCE-8999-A4B1445F3E70}"/>
                  </a:ext>
                </a:extLst>
              </p:cNvPr>
              <p:cNvCxnSpPr>
                <a:cxnSpLocks/>
                <a:stCxn id="31" idx="2"/>
              </p:cNvCxnSpPr>
              <p:nvPr/>
            </p:nvCxnSpPr>
            <p:spPr>
              <a:xfrm flipH="1">
                <a:off x="4353240" y="3026936"/>
                <a:ext cx="881341" cy="1673132"/>
              </a:xfrm>
              <a:prstGeom prst="straightConnector1">
                <a:avLst/>
              </a:prstGeom>
              <a:ln w="38100">
                <a:solidFill>
                  <a:srgbClr val="A365D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EC8A19E-55B5-4135-86F5-5EFD8AC22B40}"/>
                  </a:ext>
                </a:extLst>
              </p:cNvPr>
              <p:cNvSpPr txBox="1"/>
              <p:nvPr/>
            </p:nvSpPr>
            <p:spPr>
              <a:xfrm>
                <a:off x="3828524" y="3644667"/>
                <a:ext cx="1092628" cy="344294"/>
              </a:xfrm>
              <a:prstGeom prst="rect">
                <a:avLst/>
              </a:prstGeom>
              <a:noFill/>
            </p:spPr>
            <p:txBody>
              <a:bodyPr wrap="none" rtlCol="0">
                <a:spAutoFit/>
              </a:bodyPr>
              <a:lstStyle/>
              <a:p>
                <a:r>
                  <a:rPr lang="en-IN" sz="1600" dirty="0">
                    <a:solidFill>
                      <a:schemeClr val="tx2">
                        <a:lumMod val="10000"/>
                        <a:lumOff val="90000"/>
                      </a:schemeClr>
                    </a:solidFill>
                  </a:rPr>
                  <a:t>volume</a:t>
                </a:r>
              </a:p>
            </p:txBody>
          </p:sp>
        </p:grpSp>
        <p:grpSp>
          <p:nvGrpSpPr>
            <p:cNvPr id="49" name="Group 48">
              <a:extLst>
                <a:ext uri="{FF2B5EF4-FFF2-40B4-BE49-F238E27FC236}">
                  <a16:creationId xmlns:a16="http://schemas.microsoft.com/office/drawing/2014/main" id="{CE64265B-2B35-4292-BDE2-EDC9B3E69978}"/>
                </a:ext>
              </a:extLst>
            </p:cNvPr>
            <p:cNvGrpSpPr/>
            <p:nvPr/>
          </p:nvGrpSpPr>
          <p:grpSpPr>
            <a:xfrm>
              <a:off x="5276487" y="3006131"/>
              <a:ext cx="2182599" cy="1313471"/>
              <a:chOff x="5291905" y="3029473"/>
              <a:chExt cx="2182599" cy="1313471"/>
            </a:xfrm>
          </p:grpSpPr>
          <p:cxnSp>
            <p:nvCxnSpPr>
              <p:cNvPr id="37" name="Straight Arrow Connector 36">
                <a:extLst>
                  <a:ext uri="{FF2B5EF4-FFF2-40B4-BE49-F238E27FC236}">
                    <a16:creationId xmlns:a16="http://schemas.microsoft.com/office/drawing/2014/main" id="{FF78C143-DEBC-4098-B659-46103F7517FF}"/>
                  </a:ext>
                </a:extLst>
              </p:cNvPr>
              <p:cNvCxnSpPr>
                <a:cxnSpLocks/>
                <a:stCxn id="31" idx="2"/>
              </p:cNvCxnSpPr>
              <p:nvPr/>
            </p:nvCxnSpPr>
            <p:spPr>
              <a:xfrm>
                <a:off x="5291905" y="3029473"/>
                <a:ext cx="1044198" cy="1313471"/>
              </a:xfrm>
              <a:prstGeom prst="straightConnector1">
                <a:avLst/>
              </a:prstGeom>
              <a:ln w="38100">
                <a:solidFill>
                  <a:srgbClr val="FF9933"/>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7A7598F-4467-4278-8E5C-FEB7C5D420D9}"/>
                  </a:ext>
                </a:extLst>
              </p:cNvPr>
              <p:cNvSpPr txBox="1"/>
              <p:nvPr/>
            </p:nvSpPr>
            <p:spPr>
              <a:xfrm>
                <a:off x="6015450" y="3734227"/>
                <a:ext cx="1459054" cy="338554"/>
              </a:xfrm>
              <a:prstGeom prst="rect">
                <a:avLst/>
              </a:prstGeom>
              <a:noFill/>
            </p:spPr>
            <p:txBody>
              <a:bodyPr wrap="none" rtlCol="0">
                <a:spAutoFit/>
              </a:bodyPr>
              <a:lstStyle/>
              <a:p>
                <a:r>
                  <a:rPr lang="en-IN" sz="1600" dirty="0" err="1">
                    <a:solidFill>
                      <a:schemeClr val="tx2">
                        <a:lumMod val="10000"/>
                        <a:lumOff val="90000"/>
                      </a:schemeClr>
                    </a:solidFill>
                  </a:rPr>
                  <a:t>tempfs</a:t>
                </a:r>
                <a:r>
                  <a:rPr lang="en-IN" sz="1600" dirty="0">
                    <a:solidFill>
                      <a:schemeClr val="tx2">
                        <a:lumMod val="10000"/>
                        <a:lumOff val="90000"/>
                      </a:schemeClr>
                    </a:solidFill>
                  </a:rPr>
                  <a:t> mount</a:t>
                </a:r>
              </a:p>
            </p:txBody>
          </p:sp>
        </p:grpSp>
      </p:grpSp>
      <p:pic>
        <p:nvPicPr>
          <p:cNvPr id="5" name="Picture 4" descr="A blue whale with blocks in the shape of a ship&#10;&#10;Description automatically generated">
            <a:extLst>
              <a:ext uri="{FF2B5EF4-FFF2-40B4-BE49-F238E27FC236}">
                <a16:creationId xmlns:a16="http://schemas.microsoft.com/office/drawing/2014/main" id="{FF1264AB-8E4E-E3CA-CF6E-7F91AC42E1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0685" y="5253370"/>
            <a:ext cx="976486" cy="705511"/>
          </a:xfrm>
          <a:prstGeom prst="rect">
            <a:avLst/>
          </a:prstGeom>
        </p:spPr>
      </p:pic>
    </p:spTree>
    <p:extLst>
      <p:ext uri="{BB962C8B-B14F-4D97-AF65-F5344CB8AC3E}">
        <p14:creationId xmlns:p14="http://schemas.microsoft.com/office/powerpoint/2010/main" val="2896548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A9097D-1BC0-4F0C-8AF8-37AB45111C52}"/>
              </a:ext>
            </a:extLst>
          </p:cNvPr>
          <p:cNvSpPr>
            <a:spLocks noGrp="1"/>
          </p:cNvSpPr>
          <p:nvPr>
            <p:ph sz="half" idx="1"/>
          </p:nvPr>
        </p:nvSpPr>
        <p:spPr/>
        <p:txBody>
          <a:bodyPr>
            <a:noAutofit/>
          </a:bodyPr>
          <a:lstStyle/>
          <a:p>
            <a:pPr algn="just">
              <a:lnSpc>
                <a:spcPct val="100000"/>
              </a:lnSpc>
            </a:pPr>
            <a:r>
              <a:rPr lang="en-US" b="1" dirty="0"/>
              <a:t>Bind mounts </a:t>
            </a:r>
            <a:r>
              <a:rPr lang="en-US" dirty="0"/>
              <a:t>may be stored anywhere on the host system. They may even be important system files or directories. Non-Docker processes on the Docker host can modify them at any time.</a:t>
            </a:r>
            <a:endParaRPr lang="en-US" b="1" dirty="0"/>
          </a:p>
          <a:p>
            <a:pPr algn="just">
              <a:lnSpc>
                <a:spcPct val="100000"/>
              </a:lnSpc>
            </a:pPr>
            <a:r>
              <a:rPr lang="en-US" b="1" dirty="0"/>
              <a:t>Volumes</a:t>
            </a:r>
            <a:r>
              <a:rPr lang="en-US" dirty="0"/>
              <a:t> are stored in a part of the host filesystem which is managed by Docker (/var/lib/docker/volumes/ on Linux). Non-Docker processes should not modify this part of the filesystem. Volumes are the best way to persist data in Docker.</a:t>
            </a:r>
          </a:p>
          <a:p>
            <a:pPr algn="just">
              <a:lnSpc>
                <a:spcPct val="100000"/>
              </a:lnSpc>
            </a:pPr>
            <a:r>
              <a:rPr lang="en-US" b="1" dirty="0" err="1"/>
              <a:t>tmpfs</a:t>
            </a:r>
            <a:r>
              <a:rPr lang="en-US" dirty="0"/>
              <a:t> mounts are stored in the host system’s memory only, and are never written to the host system’s filesystem.</a:t>
            </a:r>
            <a:endParaRPr lang="en-IN" dirty="0"/>
          </a:p>
        </p:txBody>
      </p:sp>
      <p:sp>
        <p:nvSpPr>
          <p:cNvPr id="4" name="Content Placeholder 3">
            <a:extLst>
              <a:ext uri="{FF2B5EF4-FFF2-40B4-BE49-F238E27FC236}">
                <a16:creationId xmlns:a16="http://schemas.microsoft.com/office/drawing/2014/main" id="{90879699-E8AB-4D5E-BB3E-EA7AB634815C}"/>
              </a:ext>
            </a:extLst>
          </p:cNvPr>
          <p:cNvSpPr>
            <a:spLocks noGrp="1"/>
          </p:cNvSpPr>
          <p:nvPr>
            <p:ph sz="half" idx="10"/>
          </p:nvPr>
        </p:nvSpPr>
        <p:spPr/>
        <p:txBody>
          <a:bodyPr/>
          <a:lstStyle/>
          <a:p>
            <a:r>
              <a:rPr lang="en-IN" dirty="0"/>
              <a:t>Docker Storage Options Contd..</a:t>
            </a:r>
          </a:p>
        </p:txBody>
      </p:sp>
    </p:spTree>
    <p:extLst>
      <p:ext uri="{BB962C8B-B14F-4D97-AF65-F5344CB8AC3E}">
        <p14:creationId xmlns:p14="http://schemas.microsoft.com/office/powerpoint/2010/main" val="166389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dirty="0"/>
              <a:t>Volumes are used to store data used by a container.</a:t>
            </a:r>
          </a:p>
          <a:p>
            <a:pPr algn="just">
              <a:lnSpc>
                <a:spcPct val="100000"/>
              </a:lnSpc>
            </a:pPr>
            <a:r>
              <a:rPr lang="en-US" dirty="0"/>
              <a:t>Volumes can be shared among multiple containers.</a:t>
            </a:r>
          </a:p>
          <a:p>
            <a:pPr algn="just">
              <a:lnSpc>
                <a:spcPct val="100000"/>
              </a:lnSpc>
            </a:pPr>
            <a:r>
              <a:rPr lang="en-US" dirty="0"/>
              <a:t>A volume does not increase the size of the containers since it exists outside the container lifecycle.</a:t>
            </a:r>
          </a:p>
          <a:p>
            <a:pPr algn="just">
              <a:lnSpc>
                <a:spcPct val="100000"/>
              </a:lnSpc>
            </a:pPr>
            <a:r>
              <a:rPr lang="en-US" dirty="0"/>
              <a:t>Volumes can be used to share files between a host system and the Docker container</a:t>
            </a:r>
          </a:p>
          <a:p>
            <a:pPr algn="just">
              <a:lnSpc>
                <a:spcPct val="100000"/>
              </a:lnSpc>
            </a:pPr>
            <a:r>
              <a:rPr lang="en-US" dirty="0"/>
              <a:t>A volume exists even after the container is deleted.</a:t>
            </a:r>
          </a:p>
          <a:p>
            <a:pPr algn="just">
              <a:lnSpc>
                <a:spcPct val="100000"/>
              </a:lnSpc>
            </a:pPr>
            <a:r>
              <a:rPr lang="en-US" dirty="0"/>
              <a:t>Volumes work on both Linux and Windows containers</a:t>
            </a:r>
          </a:p>
        </p:txBody>
      </p:sp>
      <p:sp>
        <p:nvSpPr>
          <p:cNvPr id="3" name="Content Placeholder 2"/>
          <p:cNvSpPr>
            <a:spLocks noGrp="1"/>
          </p:cNvSpPr>
          <p:nvPr>
            <p:ph sz="half" idx="10"/>
          </p:nvPr>
        </p:nvSpPr>
        <p:spPr/>
        <p:txBody>
          <a:bodyPr/>
          <a:lstStyle/>
          <a:p>
            <a:r>
              <a:rPr lang="en-IN" dirty="0"/>
              <a:t>Docker Volumes</a:t>
            </a:r>
          </a:p>
        </p:txBody>
      </p:sp>
    </p:spTree>
    <p:extLst>
      <p:ext uri="{BB962C8B-B14F-4D97-AF65-F5344CB8AC3E}">
        <p14:creationId xmlns:p14="http://schemas.microsoft.com/office/powerpoint/2010/main" val="23260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1C2ECB8C-7770-49B3-B878-8241BCD40D50}"/>
              </a:ext>
            </a:extLst>
          </p:cNvPr>
          <p:cNvSpPr>
            <a:spLocks noGrp="1"/>
          </p:cNvSpPr>
          <p:nvPr>
            <p:ph sz="half" idx="10"/>
          </p:nvPr>
        </p:nvSpPr>
        <p:spPr/>
        <p:txBody>
          <a:bodyPr/>
          <a:lstStyle/>
          <a:p>
            <a:r>
              <a:rPr lang="en-IN" dirty="0"/>
              <a:t>Docker Volumes Use Case</a:t>
            </a:r>
          </a:p>
        </p:txBody>
      </p:sp>
      <p:sp>
        <p:nvSpPr>
          <p:cNvPr id="3" name="Content Placeholder 2">
            <a:extLst>
              <a:ext uri="{FF2B5EF4-FFF2-40B4-BE49-F238E27FC236}">
                <a16:creationId xmlns:a16="http://schemas.microsoft.com/office/drawing/2014/main" id="{EC592393-F543-47CC-8D58-715079590D09}"/>
              </a:ext>
            </a:extLst>
          </p:cNvPr>
          <p:cNvSpPr>
            <a:spLocks noGrp="1"/>
          </p:cNvSpPr>
          <p:nvPr>
            <p:ph sz="half" idx="1"/>
          </p:nvPr>
        </p:nvSpPr>
        <p:spPr/>
        <p:txBody>
          <a:bodyPr/>
          <a:lstStyle/>
          <a:p>
            <a:pPr marL="0" indent="0">
              <a:buNone/>
            </a:pPr>
            <a:r>
              <a:rPr lang="en-IN" dirty="0"/>
              <a:t>Docker volumes are helpful when you run database as a container for storing your data.</a:t>
            </a:r>
          </a:p>
        </p:txBody>
      </p:sp>
      <p:sp>
        <p:nvSpPr>
          <p:cNvPr id="4" name="Rectangle 3">
            <a:extLst>
              <a:ext uri="{FF2B5EF4-FFF2-40B4-BE49-F238E27FC236}">
                <a16:creationId xmlns:a16="http://schemas.microsoft.com/office/drawing/2014/main" id="{E92031EE-C721-4929-A611-A5247F07CB8E}"/>
              </a:ext>
            </a:extLst>
          </p:cNvPr>
          <p:cNvSpPr/>
          <p:nvPr/>
        </p:nvSpPr>
        <p:spPr>
          <a:xfrm>
            <a:off x="746966" y="5071987"/>
            <a:ext cx="10841947" cy="584775"/>
          </a:xfrm>
          <a:prstGeom prst="rect">
            <a:avLst/>
          </a:prstGeom>
          <a:solidFill>
            <a:schemeClr val="tx2">
              <a:lumMod val="10000"/>
              <a:lumOff val="90000"/>
            </a:schemeClr>
          </a:solidFill>
        </p:spPr>
        <p:txBody>
          <a:bodyPr wrap="square">
            <a:spAutoFit/>
          </a:bodyPr>
          <a:lstStyle/>
          <a:p>
            <a:r>
              <a:rPr lang="en-IN" sz="1600" dirty="0"/>
              <a:t>docker run -e "ACCEPT_EULA=Y" -e "SA_PASSWORD=YourStrong@Passw0rd" -p 5020:1433 --name </a:t>
            </a:r>
            <a:r>
              <a:rPr lang="en-IN" sz="1600" dirty="0" err="1"/>
              <a:t>sqlserver</a:t>
            </a:r>
            <a:r>
              <a:rPr lang="en-IN" sz="1600" dirty="0"/>
              <a:t> </a:t>
            </a:r>
            <a:r>
              <a:rPr lang="en-IN" sz="1600" b="1" dirty="0"/>
              <a:t>-v c:/docker/databases:/var/opt/mssql/data</a:t>
            </a:r>
            <a:r>
              <a:rPr lang="en-IN" sz="1600" dirty="0"/>
              <a:t> -d mcr.microsoft.com/</a:t>
            </a:r>
            <a:r>
              <a:rPr lang="en-IN" sz="1600" dirty="0" err="1"/>
              <a:t>mssql</a:t>
            </a:r>
            <a:r>
              <a:rPr lang="en-IN" sz="1600" dirty="0"/>
              <a:t>/server:2022-CU12-ubuntu-22.04</a:t>
            </a:r>
          </a:p>
        </p:txBody>
      </p:sp>
      <p:sp>
        <p:nvSpPr>
          <p:cNvPr id="5" name="TextBox 4">
            <a:extLst>
              <a:ext uri="{FF2B5EF4-FFF2-40B4-BE49-F238E27FC236}">
                <a16:creationId xmlns:a16="http://schemas.microsoft.com/office/drawing/2014/main" id="{ECA74967-802F-510B-970C-0B81348C30B6}"/>
              </a:ext>
            </a:extLst>
          </p:cNvPr>
          <p:cNvSpPr txBox="1"/>
          <p:nvPr/>
        </p:nvSpPr>
        <p:spPr>
          <a:xfrm>
            <a:off x="8283018" y="3663567"/>
            <a:ext cx="3305895" cy="861774"/>
          </a:xfrm>
          <a:prstGeom prst="rect">
            <a:avLst/>
          </a:prstGeom>
          <a:solidFill>
            <a:schemeClr val="tx2">
              <a:lumMod val="10000"/>
              <a:lumOff val="90000"/>
            </a:schemeClr>
          </a:solidFill>
        </p:spPr>
        <p:txBody>
          <a:bodyPr wrap="square">
            <a:spAutoFit/>
          </a:bodyPr>
          <a:lstStyle/>
          <a:p>
            <a:r>
              <a:rPr lang="en-IN" sz="1600" dirty="0"/>
              <a:t>Server: localhost,5020</a:t>
            </a:r>
          </a:p>
          <a:p>
            <a:r>
              <a:rPr lang="en-IN" sz="1600" dirty="0"/>
              <a:t>User: </a:t>
            </a:r>
            <a:r>
              <a:rPr lang="en-IN" sz="1600" dirty="0" err="1"/>
              <a:t>sa</a:t>
            </a:r>
            <a:endParaRPr lang="en-IN" sz="1600" dirty="0"/>
          </a:p>
          <a:p>
            <a:r>
              <a:rPr lang="en-IN" sz="1600" dirty="0" err="1"/>
              <a:t>Pwd</a:t>
            </a:r>
            <a:r>
              <a:rPr lang="en-IN" sz="1600" dirty="0"/>
              <a:t>: YourStrong@Passw0rd</a:t>
            </a:r>
          </a:p>
        </p:txBody>
      </p:sp>
      <p:grpSp>
        <p:nvGrpSpPr>
          <p:cNvPr id="8" name="Group 7">
            <a:extLst>
              <a:ext uri="{FF2B5EF4-FFF2-40B4-BE49-F238E27FC236}">
                <a16:creationId xmlns:a16="http://schemas.microsoft.com/office/drawing/2014/main" id="{FF8D1104-1C35-5B11-0FCC-561FB5A44FE6}"/>
              </a:ext>
            </a:extLst>
          </p:cNvPr>
          <p:cNvGrpSpPr/>
          <p:nvPr/>
        </p:nvGrpSpPr>
        <p:grpSpPr>
          <a:xfrm>
            <a:off x="1677424" y="2531586"/>
            <a:ext cx="5969725" cy="2145407"/>
            <a:chOff x="1677424" y="2531586"/>
            <a:chExt cx="5969725" cy="2145407"/>
          </a:xfrm>
        </p:grpSpPr>
        <p:sp>
          <p:nvSpPr>
            <p:cNvPr id="15" name="Rectangle 14">
              <a:extLst>
                <a:ext uri="{FF2B5EF4-FFF2-40B4-BE49-F238E27FC236}">
                  <a16:creationId xmlns:a16="http://schemas.microsoft.com/office/drawing/2014/main" id="{E7E21D52-D8A9-4AF9-87D7-43B1D7DCD8EE}"/>
                </a:ext>
              </a:extLst>
            </p:cNvPr>
            <p:cNvSpPr/>
            <p:nvPr/>
          </p:nvSpPr>
          <p:spPr>
            <a:xfrm>
              <a:off x="2348673" y="2867778"/>
              <a:ext cx="3027811" cy="9521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dirty="0"/>
                <a:t>Docker Container</a:t>
              </a:r>
            </a:p>
          </p:txBody>
        </p:sp>
        <p:sp>
          <p:nvSpPr>
            <p:cNvPr id="19" name="Cylinder 18">
              <a:extLst>
                <a:ext uri="{FF2B5EF4-FFF2-40B4-BE49-F238E27FC236}">
                  <a16:creationId xmlns:a16="http://schemas.microsoft.com/office/drawing/2014/main" id="{4C4D840E-19FC-4475-87B2-B3F30307234C}"/>
                </a:ext>
              </a:extLst>
            </p:cNvPr>
            <p:cNvSpPr/>
            <p:nvPr/>
          </p:nvSpPr>
          <p:spPr>
            <a:xfrm>
              <a:off x="4802853" y="3217497"/>
              <a:ext cx="511154" cy="494117"/>
            </a:xfrm>
            <a:prstGeom prst="can">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800" dirty="0"/>
            </a:p>
          </p:txBody>
        </p:sp>
        <p:sp>
          <p:nvSpPr>
            <p:cNvPr id="20" name="Cylinder 19">
              <a:extLst>
                <a:ext uri="{FF2B5EF4-FFF2-40B4-BE49-F238E27FC236}">
                  <a16:creationId xmlns:a16="http://schemas.microsoft.com/office/drawing/2014/main" id="{67ED4927-D0BE-4FF5-BF44-4719FD5843E3}"/>
                </a:ext>
              </a:extLst>
            </p:cNvPr>
            <p:cNvSpPr/>
            <p:nvPr/>
          </p:nvSpPr>
          <p:spPr>
            <a:xfrm>
              <a:off x="6595338" y="3271860"/>
              <a:ext cx="511154" cy="494117"/>
            </a:xfrm>
            <a:prstGeom prst="can">
              <a:avLst/>
            </a:prstGeom>
            <a:solidFill>
              <a:schemeClr val="accent5">
                <a:lumMod val="75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800" dirty="0"/>
            </a:p>
          </p:txBody>
        </p:sp>
        <p:grpSp>
          <p:nvGrpSpPr>
            <p:cNvPr id="21" name="Group 20">
              <a:extLst>
                <a:ext uri="{FF2B5EF4-FFF2-40B4-BE49-F238E27FC236}">
                  <a16:creationId xmlns:a16="http://schemas.microsoft.com/office/drawing/2014/main" id="{954BF446-617F-481E-BCDD-D45B25688DC9}"/>
                </a:ext>
              </a:extLst>
            </p:cNvPr>
            <p:cNvGrpSpPr/>
            <p:nvPr/>
          </p:nvGrpSpPr>
          <p:grpSpPr>
            <a:xfrm>
              <a:off x="5391404" y="3048220"/>
              <a:ext cx="1155059" cy="717757"/>
              <a:chOff x="6177180" y="3056681"/>
              <a:chExt cx="1155059" cy="717757"/>
            </a:xfrm>
          </p:grpSpPr>
          <p:sp>
            <p:nvSpPr>
              <p:cNvPr id="22" name="Arrow: Right 21">
                <a:extLst>
                  <a:ext uri="{FF2B5EF4-FFF2-40B4-BE49-F238E27FC236}">
                    <a16:creationId xmlns:a16="http://schemas.microsoft.com/office/drawing/2014/main" id="{1CB8C127-E3C8-4C89-BF9E-AD73CEB9ADAB}"/>
                  </a:ext>
                </a:extLst>
              </p:cNvPr>
              <p:cNvSpPr/>
              <p:nvPr/>
            </p:nvSpPr>
            <p:spPr>
              <a:xfrm>
                <a:off x="6177180" y="3280320"/>
                <a:ext cx="1155059" cy="494118"/>
              </a:xfrm>
              <a:prstGeom prst="rightArrow">
                <a:avLst/>
              </a:prstGeom>
              <a:solidFill>
                <a:schemeClr val="accent5"/>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23" name="Rectangle 22">
                <a:extLst>
                  <a:ext uri="{FF2B5EF4-FFF2-40B4-BE49-F238E27FC236}">
                    <a16:creationId xmlns:a16="http://schemas.microsoft.com/office/drawing/2014/main" id="{0D4A7AF2-E1C1-405F-A343-757771F13EA3}"/>
                  </a:ext>
                </a:extLst>
              </p:cNvPr>
              <p:cNvSpPr/>
              <p:nvPr/>
            </p:nvSpPr>
            <p:spPr>
              <a:xfrm>
                <a:off x="6177180" y="3056681"/>
                <a:ext cx="872355" cy="338554"/>
              </a:xfrm>
              <a:prstGeom prst="rect">
                <a:avLst/>
              </a:prstGeom>
            </p:spPr>
            <p:txBody>
              <a:bodyPr wrap="none">
                <a:spAutoFit/>
              </a:bodyPr>
              <a:lstStyle/>
              <a:p>
                <a:r>
                  <a:rPr lang="en-IN" sz="1600" dirty="0">
                    <a:solidFill>
                      <a:schemeClr val="tx2">
                        <a:lumMod val="10000"/>
                        <a:lumOff val="90000"/>
                      </a:schemeClr>
                    </a:solidFill>
                  </a:rPr>
                  <a:t>Volume</a:t>
                </a:r>
              </a:p>
            </p:txBody>
          </p:sp>
        </p:grpSp>
        <p:grpSp>
          <p:nvGrpSpPr>
            <p:cNvPr id="16" name="Group 15">
              <a:extLst>
                <a:ext uri="{FF2B5EF4-FFF2-40B4-BE49-F238E27FC236}">
                  <a16:creationId xmlns:a16="http://schemas.microsoft.com/office/drawing/2014/main" id="{98AED8CA-5476-4214-8E16-CA2A31E99A09}"/>
                </a:ext>
              </a:extLst>
            </p:cNvPr>
            <p:cNvGrpSpPr/>
            <p:nvPr/>
          </p:nvGrpSpPr>
          <p:grpSpPr>
            <a:xfrm>
              <a:off x="1677424" y="2531586"/>
              <a:ext cx="5969725" cy="1912046"/>
              <a:chOff x="925759" y="1845812"/>
              <a:chExt cx="8064895" cy="1584581"/>
            </a:xfrm>
          </p:grpSpPr>
          <p:sp>
            <p:nvSpPr>
              <p:cNvPr id="17" name="Rectangle 16">
                <a:extLst>
                  <a:ext uri="{FF2B5EF4-FFF2-40B4-BE49-F238E27FC236}">
                    <a16:creationId xmlns:a16="http://schemas.microsoft.com/office/drawing/2014/main" id="{961589EA-5C4D-4D22-B863-3C6E84446791}"/>
                  </a:ext>
                </a:extLst>
              </p:cNvPr>
              <p:cNvSpPr/>
              <p:nvPr/>
            </p:nvSpPr>
            <p:spPr>
              <a:xfrm>
                <a:off x="925759" y="1845812"/>
                <a:ext cx="8064895" cy="1584581"/>
              </a:xfrm>
              <a:prstGeom prst="rect">
                <a:avLst/>
              </a:prstGeom>
              <a:noFill/>
              <a:ln w="28575">
                <a:solidFill>
                  <a:schemeClr val="accent1">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p>
            </p:txBody>
          </p:sp>
          <p:sp>
            <p:nvSpPr>
              <p:cNvPr id="18" name="TextBox 3">
                <a:extLst>
                  <a:ext uri="{FF2B5EF4-FFF2-40B4-BE49-F238E27FC236}">
                    <a16:creationId xmlns:a16="http://schemas.microsoft.com/office/drawing/2014/main" id="{E405E886-DEC3-4640-9F36-F7D3873D6A4F}"/>
                  </a:ext>
                </a:extLst>
              </p:cNvPr>
              <p:cNvSpPr txBox="1"/>
              <p:nvPr/>
            </p:nvSpPr>
            <p:spPr>
              <a:xfrm>
                <a:off x="1300606" y="3088683"/>
                <a:ext cx="1936483" cy="30607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2">
                        <a:lumMod val="10000"/>
                        <a:lumOff val="90000"/>
                      </a:schemeClr>
                    </a:solidFill>
                  </a:rPr>
                  <a:t>Docker Host</a:t>
                </a:r>
              </a:p>
            </p:txBody>
          </p:sp>
        </p:grpSp>
        <p:pic>
          <p:nvPicPr>
            <p:cNvPr id="7" name="Picture 6" descr="A blue whale with blocks in the shape of a ship&#10;&#10;Description automatically generated">
              <a:extLst>
                <a:ext uri="{FF2B5EF4-FFF2-40B4-BE49-F238E27FC236}">
                  <a16:creationId xmlns:a16="http://schemas.microsoft.com/office/drawing/2014/main" id="{E2CFFEC8-79CA-EBF0-D30E-B4FB71F276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4657" y="3915744"/>
              <a:ext cx="1053632" cy="761249"/>
            </a:xfrm>
            <a:prstGeom prst="rect">
              <a:avLst/>
            </a:prstGeom>
          </p:spPr>
        </p:pic>
      </p:grpSp>
    </p:spTree>
    <p:extLst>
      <p:ext uri="{BB962C8B-B14F-4D97-AF65-F5344CB8AC3E}">
        <p14:creationId xmlns:p14="http://schemas.microsoft.com/office/powerpoint/2010/main" val="3834771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2676</TotalTime>
  <Words>3076</Words>
  <Application>Microsoft Office PowerPoint</Application>
  <PresentationFormat>Widescreen</PresentationFormat>
  <Paragraphs>447</Paragraphs>
  <Slides>35</Slides>
  <Notes>14</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1258</cp:revision>
  <dcterms:created xsi:type="dcterms:W3CDTF">2015-04-26T09:42:00Z</dcterms:created>
  <dcterms:modified xsi:type="dcterms:W3CDTF">2025-06-03T09:39:25Z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1033-11.2.0.9052</vt:lpwstr>
  </property>
</Properties>
</file>