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1"/>
  </p:sldMasterIdLst>
  <p:notesMasterIdLst>
    <p:notesMasterId r:id="rId15"/>
  </p:notesMasterIdLst>
  <p:handoutMasterIdLst>
    <p:handoutMasterId r:id="rId16"/>
  </p:handoutMasterIdLst>
  <p:sldIdLst>
    <p:sldId id="493" r:id="rId2"/>
    <p:sldId id="480" r:id="rId3"/>
    <p:sldId id="482" r:id="rId4"/>
    <p:sldId id="486" r:id="rId5"/>
    <p:sldId id="487" r:id="rId6"/>
    <p:sldId id="490" r:id="rId7"/>
    <p:sldId id="494" r:id="rId8"/>
    <p:sldId id="491" r:id="rId9"/>
    <p:sldId id="488" r:id="rId10"/>
    <p:sldId id="492" r:id="rId11"/>
    <p:sldId id="495" r:id="rId12"/>
    <p:sldId id="496" r:id="rId13"/>
    <p:sldId id="48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6BD8"/>
    <a:srgbClr val="A4CBE9"/>
    <a:srgbClr val="10A2EC"/>
    <a:srgbClr val="F58F61"/>
    <a:srgbClr val="FFB061"/>
    <a:srgbClr val="F4814E"/>
    <a:srgbClr val="FF9933"/>
    <a:srgbClr val="F2B044"/>
    <a:srgbClr val="BA8BDD"/>
    <a:srgbClr val="A36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74CEC9-1687-4F7D-968C-A3BF80BA4B4B}" v="7" dt="2024-08-23T03:48:32.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27" autoAdjust="0"/>
    <p:restoredTop sz="67925" autoAdjust="0"/>
  </p:normalViewPr>
  <p:slideViewPr>
    <p:cSldViewPr snapToGrid="0">
      <p:cViewPr varScale="1">
        <p:scale>
          <a:sx n="82" d="100"/>
          <a:sy n="82" d="100"/>
        </p:scale>
        <p:origin x="282" y="9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E574CEC9-1687-4F7D-968C-A3BF80BA4B4B}"/>
    <pc:docChg chg="undo custSel modSld modMainMaster">
      <pc:chgData name="Shailendra Chauhan" userId="a7d3133f-e197-4b90-bf63-99a63a264234" providerId="ADAL" clId="{E574CEC9-1687-4F7D-968C-A3BF80BA4B4B}" dt="2024-08-23T03:49:20.744" v="39" actId="14100"/>
      <pc:docMkLst>
        <pc:docMk/>
      </pc:docMkLst>
      <pc:sldChg chg="modSp mod">
        <pc:chgData name="Shailendra Chauhan" userId="a7d3133f-e197-4b90-bf63-99a63a264234" providerId="ADAL" clId="{E574CEC9-1687-4F7D-968C-A3BF80BA4B4B}" dt="2024-08-14T04:49:41.157" v="1" actId="27636"/>
        <pc:sldMkLst>
          <pc:docMk/>
          <pc:sldMk cId="0" sldId="480"/>
        </pc:sldMkLst>
        <pc:spChg chg="mod">
          <ac:chgData name="Shailendra Chauhan" userId="a7d3133f-e197-4b90-bf63-99a63a264234" providerId="ADAL" clId="{E574CEC9-1687-4F7D-968C-A3BF80BA4B4B}" dt="2024-08-14T04:49:41.157" v="1" actId="27636"/>
          <ac:spMkLst>
            <pc:docMk/>
            <pc:sldMk cId="0" sldId="480"/>
            <ac:spMk id="4" creationId="{00000000-0000-0000-0000-000000000000}"/>
          </ac:spMkLst>
        </pc:spChg>
      </pc:sldChg>
      <pc:sldChg chg="modSp mod modClrScheme chgLayout">
        <pc:chgData name="Shailendra Chauhan" userId="a7d3133f-e197-4b90-bf63-99a63a264234" providerId="ADAL" clId="{E574CEC9-1687-4F7D-968C-A3BF80BA4B4B}" dt="2024-08-14T04:49:48.086" v="5" actId="27636"/>
        <pc:sldMkLst>
          <pc:docMk/>
          <pc:sldMk cId="0" sldId="482"/>
        </pc:sldMkLst>
        <pc:spChg chg="mod ord">
          <ac:chgData name="Shailendra Chauhan" userId="a7d3133f-e197-4b90-bf63-99a63a264234" providerId="ADAL" clId="{E574CEC9-1687-4F7D-968C-A3BF80BA4B4B}" dt="2024-08-14T04:49:48.070" v="4" actId="700"/>
          <ac:spMkLst>
            <pc:docMk/>
            <pc:sldMk cId="0" sldId="482"/>
            <ac:spMk id="3" creationId="{00000000-0000-0000-0000-000000000000}"/>
          </ac:spMkLst>
        </pc:spChg>
        <pc:spChg chg="mod ord">
          <ac:chgData name="Shailendra Chauhan" userId="a7d3133f-e197-4b90-bf63-99a63a264234" providerId="ADAL" clId="{E574CEC9-1687-4F7D-968C-A3BF80BA4B4B}" dt="2024-08-14T04:49:48.086" v="5" actId="27636"/>
          <ac:spMkLst>
            <pc:docMk/>
            <pc:sldMk cId="0" sldId="482"/>
            <ac:spMk id="4" creationId="{00000000-0000-0000-0000-000000000000}"/>
          </ac:spMkLst>
        </pc:spChg>
      </pc:sldChg>
      <pc:sldChg chg="modSp mod modClrScheme chgLayout">
        <pc:chgData name="Shailendra Chauhan" userId="a7d3133f-e197-4b90-bf63-99a63a264234" providerId="ADAL" clId="{E574CEC9-1687-4F7D-968C-A3BF80BA4B4B}" dt="2024-08-14T04:49:59.087" v="9" actId="27636"/>
        <pc:sldMkLst>
          <pc:docMk/>
          <pc:sldMk cId="235995550" sldId="486"/>
        </pc:sldMkLst>
        <pc:spChg chg="mod ord">
          <ac:chgData name="Shailendra Chauhan" userId="a7d3133f-e197-4b90-bf63-99a63a264234" providerId="ADAL" clId="{E574CEC9-1687-4F7D-968C-A3BF80BA4B4B}" dt="2024-08-14T04:49:59.087" v="9" actId="27636"/>
          <ac:spMkLst>
            <pc:docMk/>
            <pc:sldMk cId="235995550" sldId="486"/>
            <ac:spMk id="3" creationId="{DAF1190B-09A3-46D3-9647-1A084C8529D1}"/>
          </ac:spMkLst>
        </pc:spChg>
        <pc:picChg chg="mod ord">
          <ac:chgData name="Shailendra Chauhan" userId="a7d3133f-e197-4b90-bf63-99a63a264234" providerId="ADAL" clId="{E574CEC9-1687-4F7D-968C-A3BF80BA4B4B}" dt="2024-08-14T04:49:59.068" v="8" actId="700"/>
          <ac:picMkLst>
            <pc:docMk/>
            <pc:sldMk cId="235995550" sldId="486"/>
            <ac:picMk id="5" creationId="{0ECDEF3E-F037-4478-BFDB-B5AA0AD2DAE1}"/>
          </ac:picMkLst>
        </pc:picChg>
      </pc:sldChg>
      <pc:sldChg chg="addSp delSp modSp mod modClrScheme chgLayout">
        <pc:chgData name="Shailendra Chauhan" userId="a7d3133f-e197-4b90-bf63-99a63a264234" providerId="ADAL" clId="{E574CEC9-1687-4F7D-968C-A3BF80BA4B4B}" dt="2024-08-14T04:50:07.362" v="13" actId="27636"/>
        <pc:sldMkLst>
          <pc:docMk/>
          <pc:sldMk cId="3477700531" sldId="487"/>
        </pc:sldMkLst>
        <pc:spChg chg="add del mod ord">
          <ac:chgData name="Shailendra Chauhan" userId="a7d3133f-e197-4b90-bf63-99a63a264234" providerId="ADAL" clId="{E574CEC9-1687-4F7D-968C-A3BF80BA4B4B}" dt="2024-08-14T04:50:07.347" v="12" actId="700"/>
          <ac:spMkLst>
            <pc:docMk/>
            <pc:sldMk cId="3477700531" sldId="487"/>
            <ac:spMk id="2" creationId="{4705EB80-E91F-972C-C514-4E3713DE1576}"/>
          </ac:spMkLst>
        </pc:spChg>
        <pc:spChg chg="mod ord">
          <ac:chgData name="Shailendra Chauhan" userId="a7d3133f-e197-4b90-bf63-99a63a264234" providerId="ADAL" clId="{E574CEC9-1687-4F7D-968C-A3BF80BA4B4B}" dt="2024-08-14T04:50:07.362" v="13" actId="27636"/>
          <ac:spMkLst>
            <pc:docMk/>
            <pc:sldMk cId="3477700531" sldId="487"/>
            <ac:spMk id="3" creationId="{DAF1190B-09A3-46D3-9647-1A084C8529D1}"/>
          </ac:spMkLst>
        </pc:spChg>
      </pc:sldChg>
      <pc:sldChg chg="modSp mod modClrScheme chgLayout">
        <pc:chgData name="Shailendra Chauhan" userId="a7d3133f-e197-4b90-bf63-99a63a264234" providerId="ADAL" clId="{E574CEC9-1687-4F7D-968C-A3BF80BA4B4B}" dt="2024-08-14T04:50:24.329" v="17" actId="27636"/>
        <pc:sldMkLst>
          <pc:docMk/>
          <pc:sldMk cId="3399255069" sldId="488"/>
        </pc:sldMkLst>
        <pc:spChg chg="mod ord">
          <ac:chgData name="Shailendra Chauhan" userId="a7d3133f-e197-4b90-bf63-99a63a264234" providerId="ADAL" clId="{E574CEC9-1687-4F7D-968C-A3BF80BA4B4B}" dt="2024-08-14T04:50:24.329" v="17" actId="27636"/>
          <ac:spMkLst>
            <pc:docMk/>
            <pc:sldMk cId="3399255069" sldId="488"/>
            <ac:spMk id="3" creationId="{174C8B4C-B21B-43A1-BF5D-27AC101AC8E0}"/>
          </ac:spMkLst>
        </pc:spChg>
        <pc:picChg chg="mod ord">
          <ac:chgData name="Shailendra Chauhan" userId="a7d3133f-e197-4b90-bf63-99a63a264234" providerId="ADAL" clId="{E574CEC9-1687-4F7D-968C-A3BF80BA4B4B}" dt="2024-08-14T04:50:24.316" v="16" actId="700"/>
          <ac:picMkLst>
            <pc:docMk/>
            <pc:sldMk cId="3399255069" sldId="488"/>
            <ac:picMk id="5" creationId="{0A7D2D3C-DACC-4C6C-93F1-55B7FC7632FB}"/>
          </ac:picMkLst>
        </pc:picChg>
      </pc:sldChg>
      <pc:sldChg chg="modSp mod modClrScheme chgLayout">
        <pc:chgData name="Shailendra Chauhan" userId="a7d3133f-e197-4b90-bf63-99a63a264234" providerId="ADAL" clId="{E574CEC9-1687-4F7D-968C-A3BF80BA4B4B}" dt="2024-08-14T04:50:57.830" v="24" actId="27636"/>
        <pc:sldMkLst>
          <pc:docMk/>
          <pc:sldMk cId="28255156" sldId="489"/>
        </pc:sldMkLst>
        <pc:spChg chg="mod ord">
          <ac:chgData name="Shailendra Chauhan" userId="a7d3133f-e197-4b90-bf63-99a63a264234" providerId="ADAL" clId="{E574CEC9-1687-4F7D-968C-A3BF80BA4B4B}" dt="2024-08-14T04:50:57.830" v="24" actId="27636"/>
          <ac:spMkLst>
            <pc:docMk/>
            <pc:sldMk cId="28255156" sldId="489"/>
            <ac:spMk id="3" creationId="{174C8B4C-B21B-43A1-BF5D-27AC101AC8E0}"/>
          </ac:spMkLst>
        </pc:spChg>
        <pc:picChg chg="mod ord">
          <ac:chgData name="Shailendra Chauhan" userId="a7d3133f-e197-4b90-bf63-99a63a264234" providerId="ADAL" clId="{E574CEC9-1687-4F7D-968C-A3BF80BA4B4B}" dt="2024-08-14T04:50:57.819" v="23" actId="700"/>
          <ac:picMkLst>
            <pc:docMk/>
            <pc:sldMk cId="28255156" sldId="489"/>
            <ac:picMk id="7" creationId="{0849E1A2-6DFC-4E00-AADF-8E4896A2FF71}"/>
          </ac:picMkLst>
        </pc:picChg>
      </pc:sldChg>
      <pc:sldChg chg="modSp">
        <pc:chgData name="Shailendra Chauhan" userId="a7d3133f-e197-4b90-bf63-99a63a264234" providerId="ADAL" clId="{E574CEC9-1687-4F7D-968C-A3BF80BA4B4B}" dt="2024-08-14T04:49:41.114" v="0"/>
        <pc:sldMkLst>
          <pc:docMk/>
          <pc:sldMk cId="3514050403" sldId="490"/>
        </pc:sldMkLst>
        <pc:spChg chg="mod">
          <ac:chgData name="Shailendra Chauhan" userId="a7d3133f-e197-4b90-bf63-99a63a264234" providerId="ADAL" clId="{E574CEC9-1687-4F7D-968C-A3BF80BA4B4B}" dt="2024-08-14T04:49:41.114" v="0"/>
          <ac:spMkLst>
            <pc:docMk/>
            <pc:sldMk cId="3514050403" sldId="490"/>
            <ac:spMk id="3" creationId="{F373E276-2AAF-49A7-A37F-2478660A9691}"/>
          </ac:spMkLst>
        </pc:spChg>
      </pc:sldChg>
      <pc:sldChg chg="modSp mod modClrScheme chgLayout">
        <pc:chgData name="Shailendra Chauhan" userId="a7d3133f-e197-4b90-bf63-99a63a264234" providerId="ADAL" clId="{E574CEC9-1687-4F7D-968C-A3BF80BA4B4B}" dt="2024-08-14T04:50:15.173" v="14" actId="700"/>
        <pc:sldMkLst>
          <pc:docMk/>
          <pc:sldMk cId="2944079966" sldId="491"/>
        </pc:sldMkLst>
        <pc:spChg chg="mod ord">
          <ac:chgData name="Shailendra Chauhan" userId="a7d3133f-e197-4b90-bf63-99a63a264234" providerId="ADAL" clId="{E574CEC9-1687-4F7D-968C-A3BF80BA4B4B}" dt="2024-08-14T04:50:15.173" v="14" actId="700"/>
          <ac:spMkLst>
            <pc:docMk/>
            <pc:sldMk cId="2944079966" sldId="491"/>
            <ac:spMk id="2" creationId="{00000000-0000-0000-0000-000000000000}"/>
          </ac:spMkLst>
        </pc:spChg>
        <pc:spChg chg="mod ord">
          <ac:chgData name="Shailendra Chauhan" userId="a7d3133f-e197-4b90-bf63-99a63a264234" providerId="ADAL" clId="{E574CEC9-1687-4F7D-968C-A3BF80BA4B4B}" dt="2024-08-14T04:50:15.173" v="14" actId="700"/>
          <ac:spMkLst>
            <pc:docMk/>
            <pc:sldMk cId="2944079966" sldId="491"/>
            <ac:spMk id="3" creationId="{00000000-0000-0000-0000-000000000000}"/>
          </ac:spMkLst>
        </pc:spChg>
      </pc:sldChg>
      <pc:sldChg chg="modSp mod modClrScheme chgLayout">
        <pc:chgData name="Shailendra Chauhan" userId="a7d3133f-e197-4b90-bf63-99a63a264234" providerId="ADAL" clId="{E574CEC9-1687-4F7D-968C-A3BF80BA4B4B}" dt="2024-08-14T04:50:38.194" v="20" actId="700"/>
        <pc:sldMkLst>
          <pc:docMk/>
          <pc:sldMk cId="2688506281" sldId="492"/>
        </pc:sldMkLst>
        <pc:spChg chg="mod ord">
          <ac:chgData name="Shailendra Chauhan" userId="a7d3133f-e197-4b90-bf63-99a63a264234" providerId="ADAL" clId="{E574CEC9-1687-4F7D-968C-A3BF80BA4B4B}" dt="2024-08-14T04:50:38.194" v="20" actId="700"/>
          <ac:spMkLst>
            <pc:docMk/>
            <pc:sldMk cId="2688506281" sldId="492"/>
            <ac:spMk id="3" creationId="{6C3EE13D-5350-4EA7-AE88-88F54B2E053B}"/>
          </ac:spMkLst>
        </pc:spChg>
        <pc:picChg chg="mod ord">
          <ac:chgData name="Shailendra Chauhan" userId="a7d3133f-e197-4b90-bf63-99a63a264234" providerId="ADAL" clId="{E574CEC9-1687-4F7D-968C-A3BF80BA4B4B}" dt="2024-08-14T04:50:38.194" v="20" actId="700"/>
          <ac:picMkLst>
            <pc:docMk/>
            <pc:sldMk cId="2688506281" sldId="492"/>
            <ac:picMk id="5" creationId="{2332060D-B495-4C51-B47C-22D49A094591}"/>
          </ac:picMkLst>
        </pc:picChg>
      </pc:sldChg>
      <pc:sldChg chg="modSp">
        <pc:chgData name="Shailendra Chauhan" userId="a7d3133f-e197-4b90-bf63-99a63a264234" providerId="ADAL" clId="{E574CEC9-1687-4F7D-968C-A3BF80BA4B4B}" dt="2024-08-14T04:49:41.114" v="0"/>
        <pc:sldMkLst>
          <pc:docMk/>
          <pc:sldMk cId="1809041932" sldId="493"/>
        </pc:sldMkLst>
        <pc:spChg chg="mod">
          <ac:chgData name="Shailendra Chauhan" userId="a7d3133f-e197-4b90-bf63-99a63a264234" providerId="ADAL" clId="{E574CEC9-1687-4F7D-968C-A3BF80BA4B4B}" dt="2024-08-14T04:49:41.114" v="0"/>
          <ac:spMkLst>
            <pc:docMk/>
            <pc:sldMk cId="1809041932" sldId="493"/>
            <ac:spMk id="2" creationId="{40D92D1C-9722-FADB-FC08-C755DB2E53A5}"/>
          </ac:spMkLst>
        </pc:spChg>
        <pc:spChg chg="mod">
          <ac:chgData name="Shailendra Chauhan" userId="a7d3133f-e197-4b90-bf63-99a63a264234" providerId="ADAL" clId="{E574CEC9-1687-4F7D-968C-A3BF80BA4B4B}" dt="2024-08-14T04:49:41.114" v="0"/>
          <ac:spMkLst>
            <pc:docMk/>
            <pc:sldMk cId="1809041932" sldId="493"/>
            <ac:spMk id="4" creationId="{EB08A5D9-D8FF-B061-28CE-048B9A25A2E3}"/>
          </ac:spMkLst>
        </pc:spChg>
      </pc:sldChg>
      <pc:sldChg chg="modSp mod">
        <pc:chgData name="Shailendra Chauhan" userId="a7d3133f-e197-4b90-bf63-99a63a264234" providerId="ADAL" clId="{E574CEC9-1687-4F7D-968C-A3BF80BA4B4B}" dt="2024-08-23T03:48:32.637" v="37" actId="404"/>
        <pc:sldMkLst>
          <pc:docMk/>
          <pc:sldMk cId="3528017567" sldId="494"/>
        </pc:sldMkLst>
        <pc:spChg chg="mod">
          <ac:chgData name="Shailendra Chauhan" userId="a7d3133f-e197-4b90-bf63-99a63a264234" providerId="ADAL" clId="{E574CEC9-1687-4F7D-968C-A3BF80BA4B4B}" dt="2024-08-23T03:48:22.060" v="34" actId="404"/>
          <ac:spMkLst>
            <pc:docMk/>
            <pc:sldMk cId="3528017567" sldId="494"/>
            <ac:spMk id="4" creationId="{550586B7-6FAF-420E-9BCB-6B804D1A579E}"/>
          </ac:spMkLst>
        </pc:spChg>
        <pc:spChg chg="mod">
          <ac:chgData name="Shailendra Chauhan" userId="a7d3133f-e197-4b90-bf63-99a63a264234" providerId="ADAL" clId="{E574CEC9-1687-4F7D-968C-A3BF80BA4B4B}" dt="2024-08-23T03:48:25.995" v="35" actId="404"/>
          <ac:spMkLst>
            <pc:docMk/>
            <pc:sldMk cId="3528017567" sldId="494"/>
            <ac:spMk id="6" creationId="{262D161F-C995-4D27-A662-2F39E6D7E4EB}"/>
          </ac:spMkLst>
        </pc:spChg>
        <pc:spChg chg="mod">
          <ac:chgData name="Shailendra Chauhan" userId="a7d3133f-e197-4b90-bf63-99a63a264234" providerId="ADAL" clId="{E574CEC9-1687-4F7D-968C-A3BF80BA4B4B}" dt="2024-08-23T03:48:32.637" v="37" actId="404"/>
          <ac:spMkLst>
            <pc:docMk/>
            <pc:sldMk cId="3528017567" sldId="494"/>
            <ac:spMk id="7" creationId="{FDEAC7D8-8508-400B-94C9-7EB8B36C054E}"/>
          </ac:spMkLst>
        </pc:spChg>
        <pc:spChg chg="mod">
          <ac:chgData name="Shailendra Chauhan" userId="a7d3133f-e197-4b90-bf63-99a63a264234" providerId="ADAL" clId="{E574CEC9-1687-4F7D-968C-A3BF80BA4B4B}" dt="2024-08-23T03:48:22.060" v="34" actId="404"/>
          <ac:spMkLst>
            <pc:docMk/>
            <pc:sldMk cId="3528017567" sldId="494"/>
            <ac:spMk id="8" creationId="{5BB53052-E4E4-475F-AF44-5EEF795F38FB}"/>
          </ac:spMkLst>
        </pc:spChg>
        <pc:spChg chg="mod">
          <ac:chgData name="Shailendra Chauhan" userId="a7d3133f-e197-4b90-bf63-99a63a264234" providerId="ADAL" clId="{E574CEC9-1687-4F7D-968C-A3BF80BA4B4B}" dt="2024-08-23T03:48:28.308" v="36" actId="404"/>
          <ac:spMkLst>
            <pc:docMk/>
            <pc:sldMk cId="3528017567" sldId="494"/>
            <ac:spMk id="9" creationId="{6B5BED95-5B21-4AB3-888E-BCF6D2F2974D}"/>
          </ac:spMkLst>
        </pc:spChg>
      </pc:sldChg>
      <pc:sldChg chg="addSp modSp mod modClrScheme chgLayout">
        <pc:chgData name="Shailendra Chauhan" userId="a7d3133f-e197-4b90-bf63-99a63a264234" providerId="ADAL" clId="{E574CEC9-1687-4F7D-968C-A3BF80BA4B4B}" dt="2024-08-16T04:37:22.598" v="28" actId="20577"/>
        <pc:sldMkLst>
          <pc:docMk/>
          <pc:sldMk cId="666309732" sldId="495"/>
        </pc:sldMkLst>
        <pc:spChg chg="add mod ord">
          <ac:chgData name="Shailendra Chauhan" userId="a7d3133f-e197-4b90-bf63-99a63a264234" providerId="ADAL" clId="{E574CEC9-1687-4F7D-968C-A3BF80BA4B4B}" dt="2024-08-16T04:37:22.598" v="28" actId="20577"/>
          <ac:spMkLst>
            <pc:docMk/>
            <pc:sldMk cId="666309732" sldId="495"/>
            <ac:spMk id="2" creationId="{1ED15F33-D029-BCF3-077B-6B071B2D2D32}"/>
          </ac:spMkLst>
        </pc:spChg>
        <pc:spChg chg="mod">
          <ac:chgData name="Shailendra Chauhan" userId="a7d3133f-e197-4b90-bf63-99a63a264234" providerId="ADAL" clId="{E574CEC9-1687-4F7D-968C-A3BF80BA4B4B}" dt="2024-08-16T04:37:10.845" v="26" actId="1076"/>
          <ac:spMkLst>
            <pc:docMk/>
            <pc:sldMk cId="666309732" sldId="495"/>
            <ac:spMk id="7" creationId="{F05F801D-0985-F9D5-C35F-7538686B30F0}"/>
          </ac:spMkLst>
        </pc:spChg>
      </pc:sldChg>
      <pc:sldChg chg="modSp mod modClrScheme chgLayout">
        <pc:chgData name="Shailendra Chauhan" userId="a7d3133f-e197-4b90-bf63-99a63a264234" providerId="ADAL" clId="{E574CEC9-1687-4F7D-968C-A3BF80BA4B4B}" dt="2024-08-23T03:49:20.744" v="39" actId="14100"/>
        <pc:sldMkLst>
          <pc:docMk/>
          <pc:sldMk cId="3626602481" sldId="496"/>
        </pc:sldMkLst>
        <pc:spChg chg="mod ord">
          <ac:chgData name="Shailendra Chauhan" userId="a7d3133f-e197-4b90-bf63-99a63a264234" providerId="ADAL" clId="{E574CEC9-1687-4F7D-968C-A3BF80BA4B4B}" dt="2024-08-14T04:50:48.233" v="21" actId="700"/>
          <ac:spMkLst>
            <pc:docMk/>
            <pc:sldMk cId="3626602481" sldId="496"/>
            <ac:spMk id="3" creationId="{6C3EE13D-5350-4EA7-AE88-88F54B2E053B}"/>
          </ac:spMkLst>
        </pc:spChg>
        <pc:picChg chg="mod">
          <ac:chgData name="Shailendra Chauhan" userId="a7d3133f-e197-4b90-bf63-99a63a264234" providerId="ADAL" clId="{E574CEC9-1687-4F7D-968C-A3BF80BA4B4B}" dt="2024-08-23T03:49:20.744" v="39" actId="14100"/>
          <ac:picMkLst>
            <pc:docMk/>
            <pc:sldMk cId="3626602481" sldId="496"/>
            <ac:picMk id="10" creationId="{44A5A1A7-2DE4-E469-A7F5-7BF9B004650B}"/>
          </ac:picMkLst>
        </pc:picChg>
      </pc:sldChg>
      <pc:sldMasterChg chg="modSldLayout">
        <pc:chgData name="Shailendra Chauhan" userId="a7d3133f-e197-4b90-bf63-99a63a264234" providerId="ADAL" clId="{E574CEC9-1687-4F7D-968C-A3BF80BA4B4B}" dt="2024-08-14T04:49:41.114" v="0"/>
        <pc:sldMasterMkLst>
          <pc:docMk/>
          <pc:sldMasterMk cId="3774251753" sldId="2147483696"/>
        </pc:sldMasterMkLst>
        <pc:sldLayoutChg chg="delSp">
          <pc:chgData name="Shailendra Chauhan" userId="a7d3133f-e197-4b90-bf63-99a63a264234" providerId="ADAL" clId="{E574CEC9-1687-4F7D-968C-A3BF80BA4B4B}" dt="2024-08-14T04:49:41.114" v="0"/>
          <pc:sldLayoutMkLst>
            <pc:docMk/>
            <pc:sldMasterMk cId="3774251753" sldId="2147483696"/>
            <pc:sldLayoutMk cId="2505511658" sldId="2147483722"/>
          </pc:sldLayoutMkLst>
          <pc:cxnChg chg="del">
            <ac:chgData name="Shailendra Chauhan" userId="a7d3133f-e197-4b90-bf63-99a63a264234" providerId="ADAL" clId="{E574CEC9-1687-4F7D-968C-A3BF80BA4B4B}" dt="2024-08-14T04:49:41.114" v="0"/>
            <ac:cxnSpMkLst>
              <pc:docMk/>
              <pc:sldMasterMk cId="3774251753" sldId="2147483696"/>
              <pc:sldLayoutMk cId="2505511658" sldId="2147483722"/>
              <ac:cxnSpMk id="12" creationId="{CA2E5177-4099-498A-9014-2DDCBC92556F}"/>
            </ac:cxnSpMkLst>
          </pc:cxnChg>
        </pc:sldLayoutChg>
        <pc:sldLayoutChg chg="delSp">
          <pc:chgData name="Shailendra Chauhan" userId="a7d3133f-e197-4b90-bf63-99a63a264234" providerId="ADAL" clId="{E574CEC9-1687-4F7D-968C-A3BF80BA4B4B}" dt="2024-08-14T04:49:41.114" v="0"/>
          <pc:sldLayoutMkLst>
            <pc:docMk/>
            <pc:sldMasterMk cId="3774251753" sldId="2147483696"/>
            <pc:sldLayoutMk cId="416985720" sldId="2147483723"/>
          </pc:sldLayoutMkLst>
          <pc:spChg chg="del">
            <ac:chgData name="Shailendra Chauhan" userId="a7d3133f-e197-4b90-bf63-99a63a264234" providerId="ADAL" clId="{E574CEC9-1687-4F7D-968C-A3BF80BA4B4B}" dt="2024-08-14T04:49:41.114" v="0"/>
            <ac:spMkLst>
              <pc:docMk/>
              <pc:sldMasterMk cId="3774251753" sldId="2147483696"/>
              <pc:sldLayoutMk cId="416985720" sldId="2147483723"/>
              <ac:spMk id="5" creationId="{C9841465-D75E-4E43-BE53-823C2A7BEDB5}"/>
            </ac:spMkLst>
          </pc:spChg>
          <pc:picChg chg="del">
            <ac:chgData name="Shailendra Chauhan" userId="a7d3133f-e197-4b90-bf63-99a63a264234" providerId="ADAL" clId="{E574CEC9-1687-4F7D-968C-A3BF80BA4B4B}" dt="2024-08-14T04:49:41.114" v="0"/>
            <ac:picMkLst>
              <pc:docMk/>
              <pc:sldMasterMk cId="3774251753" sldId="2147483696"/>
              <pc:sldLayoutMk cId="416985720" sldId="2147483723"/>
              <ac:picMk id="6" creationId="{58BC3C27-1960-4458-AD09-609A6A791F9F}"/>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55A6C-8570-481C-B650-679F59D2D196}" type="datetimeFigureOut">
              <a:rPr lang="en-US" smtClean="0"/>
              <a:t>8/23/2024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86080D-7700-48E4-9421-502ABB94370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8/23/2024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azure.microsoft.com/en-in/services/kubernetes-service/#solution-architecture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zure.microsoft.com/en-in/services/kubernetes-service/#solution-architecture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edium.com/@prakashkumar0301/azure-devops-ci-cd-pipeline-with-aks-409fd2af52a0"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docs.microsoft.com/en-us/azure/architecture/example-scenario/apps/devops-with-aks"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earn.microsoft.com/en-us/azure/aks/devops-pipeline?pivots=pipelines-ya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github.com/marketplace/azure-boards" TargetMode="External"/><Relationship Id="rId3" Type="http://schemas.openxmlformats.org/officeDocument/2006/relationships/hyperlink" Target="https://docs.microsoft.com/en-us/azure/architecture/solution-ideas/articles/dev-test-microservice" TargetMode="External"/><Relationship Id="rId7" Type="http://schemas.openxmlformats.org/officeDocument/2006/relationships/hyperlink" Target="https://docs.microsoft.com/en-us/azure/container-registry/container-registry-intro" TargetMode="External"/><Relationship Id="rId12" Type="http://schemas.openxmlformats.org/officeDocument/2006/relationships/hyperlink" Target="https://docs.microsoft.com/en-us/azure/devops/pipelines/release/azure-key-vault"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docs.github.com/en/actions/creating-actions/creating-a-docker-container-action" TargetMode="External"/><Relationship Id="rId11" Type="http://schemas.openxmlformats.org/officeDocument/2006/relationships/hyperlink" Target="https://docs.microsoft.com/en-us/azure/devops/pipelines/ecosystems/kubernetes/aks-template" TargetMode="External"/><Relationship Id="rId5" Type="http://schemas.openxmlformats.org/officeDocument/2006/relationships/hyperlink" Target="https://azure.microsoft.com/en-us/products/github" TargetMode="External"/><Relationship Id="rId10" Type="http://schemas.openxmlformats.org/officeDocument/2006/relationships/hyperlink" Target="https://www.docker.com/" TargetMode="External"/><Relationship Id="rId4" Type="http://schemas.openxmlformats.org/officeDocument/2006/relationships/hyperlink" Target="https://docs.microsoft.com/en-us/visualstudio/containers/overview-local-process-kubernetes" TargetMode="External"/><Relationship Id="rId9" Type="http://schemas.openxmlformats.org/officeDocument/2006/relationships/hyperlink" Target="https://code.visualstudio.co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https://azure.microsoft.com/en-in/services/kubernetes-service/#solution-architectures</a:t>
            </a:r>
            <a:endParaRPr lang="en-IN" dirty="0"/>
          </a:p>
          <a:p>
            <a:r>
              <a:rPr lang="en-IN" dirty="0"/>
              <a:t>https://docs.microsoft.com/en-us/azure/aks/concepts-clusters-workloads</a:t>
            </a:r>
          </a:p>
          <a:p>
            <a:r>
              <a:rPr lang="en-IN" dirty="0"/>
              <a:t>https://docs.microsoft.com/en-us/azure/aks/concepts-network</a:t>
            </a:r>
          </a:p>
          <a:p>
            <a:endParaRPr lang="en-IN" dirty="0"/>
          </a:p>
          <a:p>
            <a:r>
              <a:rPr lang="en-US" b="0" i="0" dirty="0">
                <a:solidFill>
                  <a:srgbClr val="171717"/>
                </a:solidFill>
                <a:effectLst/>
                <a:latin typeface="Segoe UI" panose="020B0502040204020203" pitchFamily="34" charset="0"/>
              </a:rPr>
              <a:t>Nodes of the same configuration are grouped together into </a:t>
            </a:r>
            <a:r>
              <a:rPr lang="en-US" b="0" i="1" dirty="0">
                <a:solidFill>
                  <a:srgbClr val="171717"/>
                </a:solidFill>
                <a:effectLst/>
                <a:latin typeface="Segoe UI" panose="020B0502040204020203" pitchFamily="34" charset="0"/>
              </a:rPr>
              <a:t>node pools</a:t>
            </a:r>
            <a:r>
              <a:rPr lang="en-US" b="0" i="0" dirty="0">
                <a:solidFill>
                  <a:srgbClr val="171717"/>
                </a:solidFill>
                <a:effectLst/>
                <a:latin typeface="Segoe UI" panose="020B0502040204020203" pitchFamily="34" charset="0"/>
              </a:rPr>
              <a:t>. A Kubernetes cluster contains one or more node pools. The initial number of nodes and size are defined when you create an AKS cluster, which creates a </a:t>
            </a:r>
            <a:r>
              <a:rPr lang="en-US" b="0" i="1" dirty="0">
                <a:solidFill>
                  <a:srgbClr val="171717"/>
                </a:solidFill>
                <a:effectLst/>
                <a:latin typeface="Segoe UI" panose="020B0502040204020203" pitchFamily="34" charset="0"/>
              </a:rPr>
              <a:t>default node pool</a:t>
            </a:r>
            <a:r>
              <a:rPr lang="en-US" b="0" i="0" dirty="0">
                <a:solidFill>
                  <a:srgbClr val="171717"/>
                </a:solidFill>
                <a:effectLst/>
                <a:latin typeface="Segoe UI" panose="020B0502040204020203" pitchFamily="34" charset="0"/>
              </a:rPr>
              <a:t>. This default node pool in AKS contains the underlying VMs that run your agent nodes.</a:t>
            </a:r>
            <a:endParaRPr lang="en-IN" b="0" i="0" dirty="0">
              <a:solidFill>
                <a:srgbClr val="171717"/>
              </a:solidFill>
              <a:effectLst/>
              <a:latin typeface="Segoe UI" panose="020B0502040204020203" pitchFamily="34" charset="0"/>
            </a:endParaRP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https://azure.microsoft.com/en-in/services/kubernetes-service/#solution-architectures</a:t>
            </a:r>
            <a:endParaRPr lang="en-IN" dirty="0"/>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4</a:t>
            </a:fld>
            <a:endParaRPr lang="en-US"/>
          </a:p>
        </p:txBody>
      </p:sp>
    </p:spTree>
    <p:extLst>
      <p:ext uri="{BB962C8B-B14F-4D97-AF65-F5344CB8AC3E}">
        <p14:creationId xmlns:p14="http://schemas.microsoft.com/office/powerpoint/2010/main" val="199049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err="1">
                <a:solidFill>
                  <a:srgbClr val="292929"/>
                </a:solidFill>
                <a:effectLst/>
                <a:latin typeface="Menlo"/>
              </a:rPr>
              <a:t>kubectl</a:t>
            </a:r>
            <a:r>
              <a:rPr lang="en-IN" b="0" i="0" dirty="0">
                <a:solidFill>
                  <a:srgbClr val="292929"/>
                </a:solidFill>
                <a:effectLst/>
                <a:latin typeface="Menlo"/>
              </a:rPr>
              <a:t> create secret docker-registry acr-secret1 --docker-server=mydntaks.azurecr.io --docker-username=</a:t>
            </a:r>
            <a:r>
              <a:rPr lang="en-IN" b="0" i="0" dirty="0" err="1">
                <a:solidFill>
                  <a:srgbClr val="000000"/>
                </a:solidFill>
                <a:effectLst/>
                <a:latin typeface="az_ea_font"/>
              </a:rPr>
              <a:t>mydntaks</a:t>
            </a:r>
            <a:r>
              <a:rPr lang="en-IN" b="0" i="0" dirty="0">
                <a:solidFill>
                  <a:srgbClr val="292929"/>
                </a:solidFill>
                <a:effectLst/>
                <a:latin typeface="Menlo"/>
              </a:rPr>
              <a:t> --docker-password=</a:t>
            </a:r>
            <a:r>
              <a:rPr lang="en-IN" b="0" i="0" dirty="0" err="1">
                <a:solidFill>
                  <a:srgbClr val="000000"/>
                </a:solidFill>
                <a:effectLst/>
                <a:latin typeface="az_ea_font"/>
              </a:rPr>
              <a:t>THcUU</a:t>
            </a:r>
            <a:r>
              <a:rPr lang="en-IN" b="0" i="0" dirty="0">
                <a:solidFill>
                  <a:srgbClr val="000000"/>
                </a:solidFill>
                <a:effectLst/>
                <a:latin typeface="az_ea_font"/>
              </a:rPr>
              <a:t>/yUAyKNgUJjQQqK2tXLNFmJFrXV</a:t>
            </a:r>
          </a:p>
          <a:p>
            <a:endParaRPr lang="en-IN" b="0" i="0" dirty="0">
              <a:solidFill>
                <a:srgbClr val="000000"/>
              </a:solidFill>
              <a:effectLst/>
              <a:latin typeface="az_ea_font"/>
            </a:endParaRPr>
          </a:p>
          <a:p>
            <a:pPr algn="l" fontAlgn="base"/>
            <a:r>
              <a:rPr lang="en-US" b="0" i="0" dirty="0">
                <a:solidFill>
                  <a:srgbClr val="242729"/>
                </a:solidFill>
                <a:effectLst/>
                <a:latin typeface="Arial" panose="020B0604020202020204" pitchFamily="34" charset="0"/>
              </a:rPr>
              <a:t>k8s Engine enables 3 types of </a:t>
            </a:r>
            <a:r>
              <a:rPr lang="en-US" b="1" i="0" dirty="0" err="1">
                <a:solidFill>
                  <a:srgbClr val="242729"/>
                </a:solidFill>
                <a:effectLst/>
                <a:latin typeface="inherit"/>
              </a:rPr>
              <a:t>ImagePullPolicy</a:t>
            </a:r>
            <a:r>
              <a:rPr lang="en-US" b="0" i="0" dirty="0">
                <a:solidFill>
                  <a:srgbClr val="242729"/>
                </a:solidFill>
                <a:effectLst/>
                <a:latin typeface="Arial" panose="020B0604020202020204" pitchFamily="34" charset="0"/>
              </a:rPr>
              <a:t> mentioned :</a:t>
            </a:r>
          </a:p>
          <a:p>
            <a:pPr algn="l" fontAlgn="base">
              <a:buFont typeface="+mj-lt"/>
              <a:buAutoNum type="arabicPeriod"/>
            </a:pPr>
            <a:r>
              <a:rPr lang="en-US" b="1" i="0" dirty="0">
                <a:solidFill>
                  <a:srgbClr val="242729"/>
                </a:solidFill>
                <a:effectLst/>
                <a:latin typeface="inherit"/>
              </a:rPr>
              <a:t>Always</a:t>
            </a:r>
            <a:r>
              <a:rPr lang="en-US" b="0" i="0" dirty="0">
                <a:solidFill>
                  <a:srgbClr val="242729"/>
                </a:solidFill>
                <a:effectLst/>
                <a:latin typeface="inherit"/>
              </a:rPr>
              <a:t> : It always pull the image in container irrespective of changes in the image</a:t>
            </a:r>
          </a:p>
          <a:p>
            <a:pPr algn="l" fontAlgn="base">
              <a:buFont typeface="+mj-lt"/>
              <a:buAutoNum type="arabicPeriod"/>
            </a:pPr>
            <a:r>
              <a:rPr lang="en-US" b="1" i="0" dirty="0">
                <a:solidFill>
                  <a:srgbClr val="242729"/>
                </a:solidFill>
                <a:effectLst/>
                <a:latin typeface="inherit"/>
              </a:rPr>
              <a:t>Never</a:t>
            </a:r>
            <a:r>
              <a:rPr lang="en-US" b="0" i="0" dirty="0">
                <a:solidFill>
                  <a:srgbClr val="242729"/>
                </a:solidFill>
                <a:effectLst/>
                <a:latin typeface="inherit"/>
              </a:rPr>
              <a:t> : It will never pull the new image on the container</a:t>
            </a:r>
          </a:p>
          <a:p>
            <a:pPr algn="l" fontAlgn="base">
              <a:buFont typeface="+mj-lt"/>
              <a:buAutoNum type="arabicPeriod"/>
            </a:pPr>
            <a:r>
              <a:rPr lang="en-US" b="1" i="0" dirty="0" err="1">
                <a:solidFill>
                  <a:srgbClr val="242729"/>
                </a:solidFill>
                <a:effectLst/>
                <a:latin typeface="inherit"/>
              </a:rPr>
              <a:t>IfNotPresent</a:t>
            </a:r>
            <a:r>
              <a:rPr lang="en-US" b="0" i="0" dirty="0">
                <a:solidFill>
                  <a:srgbClr val="242729"/>
                </a:solidFill>
                <a:effectLst/>
                <a:latin typeface="inherit"/>
              </a:rPr>
              <a:t> : It will pull the new image in cluster if the image is not present.</a:t>
            </a: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7</a:t>
            </a:fld>
            <a:endParaRPr lang="en-US"/>
          </a:p>
        </p:txBody>
      </p:sp>
    </p:spTree>
    <p:extLst>
      <p:ext uri="{BB962C8B-B14F-4D97-AF65-F5344CB8AC3E}">
        <p14:creationId xmlns:p14="http://schemas.microsoft.com/office/powerpoint/2010/main" val="972611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https://medium.com/@prakashkumar0301/azure-devops-ci-cd-pipeline-with-aks-409fd2af52a0</a:t>
            </a:r>
            <a:endParaRPr lang="en-IN" dirty="0"/>
          </a:p>
          <a:p>
            <a:r>
              <a:rPr lang="en-IN" dirty="0">
                <a:hlinkClick r:id="rId4"/>
              </a:rPr>
              <a:t>https://docs.microsoft.com/en-us/azure/architecture/example-scenario/apps/devops-with-aks</a:t>
            </a:r>
            <a:endParaRPr lang="en-IN" dirty="0"/>
          </a:p>
          <a:p>
            <a:r>
              <a:rPr lang="en-IN" dirty="0"/>
              <a:t>https://www.azuredevopslabs.com/labs/vstsextend/kubernetes/</a:t>
            </a:r>
          </a:p>
        </p:txBody>
      </p:sp>
      <p:sp>
        <p:nvSpPr>
          <p:cNvPr id="4" name="Slide Number Placeholder 3"/>
          <p:cNvSpPr>
            <a:spLocks noGrp="1"/>
          </p:cNvSpPr>
          <p:nvPr>
            <p:ph type="sldNum" sz="quarter" idx="5"/>
          </p:nvPr>
        </p:nvSpPr>
        <p:spPr/>
        <p:txBody>
          <a:bodyPr/>
          <a:lstStyle/>
          <a:p>
            <a:fld id="{572DD7D5-A1E7-4E59-B251-136D919D9E0A}" type="slidenum">
              <a:rPr lang="en-US" smtClean="0"/>
              <a:t>9</a:t>
            </a:fld>
            <a:endParaRPr lang="en-US"/>
          </a:p>
        </p:txBody>
      </p:sp>
    </p:spTree>
    <p:extLst>
      <p:ext uri="{BB962C8B-B14F-4D97-AF65-F5344CB8AC3E}">
        <p14:creationId xmlns:p14="http://schemas.microsoft.com/office/powerpoint/2010/main" val="1244057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Deploy to Azure Kubernetes Service with Azure Pipelines - Azure Kubernetes Service | Microsoft Learn</a:t>
            </a:r>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11</a:t>
            </a:fld>
            <a:endParaRPr lang="en-US"/>
          </a:p>
        </p:txBody>
      </p:sp>
    </p:spTree>
    <p:extLst>
      <p:ext uri="{BB962C8B-B14F-4D97-AF65-F5344CB8AC3E}">
        <p14:creationId xmlns:p14="http://schemas.microsoft.com/office/powerpoint/2010/main" val="174449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https://docs.microsoft.com/en-us/azure/architecture/solution-ideas/articles/dev-test-microservice</a:t>
            </a:r>
            <a:endParaRPr lang="en-IN" dirty="0"/>
          </a:p>
          <a:p>
            <a:endParaRPr lang="en-IN" dirty="0"/>
          </a:p>
          <a:p>
            <a:pPr algn="l" fontAlgn="base"/>
            <a:r>
              <a:rPr lang="en-IN" b="0" i="0" dirty="0">
                <a:solidFill>
                  <a:srgbClr val="242729"/>
                </a:solidFill>
                <a:effectLst/>
                <a:latin typeface="Arial" panose="020B0604020202020204" pitchFamily="34" charset="0"/>
              </a:rPr>
              <a:t>steps:</a:t>
            </a:r>
          </a:p>
          <a:p>
            <a:pPr algn="l" fontAlgn="base">
              <a:buFont typeface="Arial" panose="020B0604020202020204" pitchFamily="34" charset="0"/>
              <a:buChar char="•"/>
            </a:pPr>
            <a:r>
              <a:rPr lang="en-IN" b="0" i="0" dirty="0">
                <a:solidFill>
                  <a:srgbClr val="242729"/>
                </a:solidFill>
                <a:effectLst/>
                <a:latin typeface="inherit"/>
              </a:rPr>
              <a:t>task: Docker@2</a:t>
            </a:r>
          </a:p>
          <a:p>
            <a:pPr algn="l" fontAlgn="base">
              <a:buFont typeface="Arial" panose="020B0604020202020204" pitchFamily="34" charset="0"/>
              <a:buChar char="•"/>
            </a:pPr>
            <a:r>
              <a:rPr lang="en-IN" b="0" i="0" dirty="0" err="1">
                <a:solidFill>
                  <a:srgbClr val="242729"/>
                </a:solidFill>
                <a:effectLst/>
                <a:latin typeface="inherit"/>
              </a:rPr>
              <a:t>displayName</a:t>
            </a:r>
            <a:r>
              <a:rPr lang="en-IN" b="0" i="0" dirty="0">
                <a:solidFill>
                  <a:srgbClr val="242729"/>
                </a:solidFill>
                <a:effectLst/>
                <a:latin typeface="inherit"/>
              </a:rPr>
              <a:t>: Build docker</a:t>
            </a:r>
          </a:p>
          <a:p>
            <a:pPr algn="l" fontAlgn="base">
              <a:buFont typeface="Arial" panose="020B0604020202020204" pitchFamily="34" charset="0"/>
              <a:buChar char="•"/>
            </a:pPr>
            <a:r>
              <a:rPr lang="en-IN" b="0" i="0" dirty="0">
                <a:solidFill>
                  <a:srgbClr val="242729"/>
                </a:solidFill>
                <a:effectLst/>
                <a:latin typeface="inherit"/>
              </a:rPr>
              <a:t>inputs:</a:t>
            </a:r>
          </a:p>
          <a:p>
            <a:pPr algn="l" fontAlgn="base">
              <a:buFont typeface="Arial" panose="020B0604020202020204" pitchFamily="34" charset="0"/>
              <a:buChar char="•"/>
            </a:pPr>
            <a:r>
              <a:rPr lang="en-IN" b="0" i="0" dirty="0">
                <a:solidFill>
                  <a:srgbClr val="242729"/>
                </a:solidFill>
                <a:effectLst/>
                <a:latin typeface="inherit"/>
              </a:rPr>
              <a:t>command: '</a:t>
            </a:r>
            <a:r>
              <a:rPr lang="en-IN" b="0" i="0" dirty="0" err="1">
                <a:solidFill>
                  <a:srgbClr val="242729"/>
                </a:solidFill>
                <a:effectLst/>
                <a:latin typeface="inherit"/>
              </a:rPr>
              <a:t>buildAndPush</a:t>
            </a:r>
            <a:r>
              <a:rPr lang="en-IN" b="0" i="0" dirty="0">
                <a:solidFill>
                  <a:srgbClr val="242729"/>
                </a:solidFill>
                <a:effectLst/>
                <a:latin typeface="inherit"/>
              </a:rPr>
              <a:t>'</a:t>
            </a:r>
          </a:p>
          <a:p>
            <a:pPr algn="l" fontAlgn="base">
              <a:buFont typeface="Arial" panose="020B0604020202020204" pitchFamily="34" charset="0"/>
              <a:buChar char="•"/>
            </a:pPr>
            <a:r>
              <a:rPr lang="en-IN" b="0" i="0" dirty="0" err="1">
                <a:solidFill>
                  <a:srgbClr val="242729"/>
                </a:solidFill>
                <a:effectLst/>
                <a:latin typeface="inherit"/>
              </a:rPr>
              <a:t>Dockerfile</a:t>
            </a:r>
            <a:r>
              <a:rPr lang="en-IN" b="0" i="0" dirty="0">
                <a:solidFill>
                  <a:srgbClr val="242729"/>
                </a:solidFill>
                <a:effectLst/>
                <a:latin typeface="inherit"/>
              </a:rPr>
              <a:t>: '**/</a:t>
            </a:r>
            <a:r>
              <a:rPr lang="en-IN" b="0" i="0" dirty="0" err="1">
                <a:solidFill>
                  <a:srgbClr val="242729"/>
                </a:solidFill>
                <a:effectLst/>
                <a:latin typeface="inherit"/>
              </a:rPr>
              <a:t>Dockerfile</a:t>
            </a:r>
            <a:r>
              <a:rPr lang="en-IN" b="0" i="0" dirty="0">
                <a:solidFill>
                  <a:srgbClr val="242729"/>
                </a:solidFill>
                <a:effectLst/>
                <a:latin typeface="inherit"/>
              </a:rPr>
              <a:t>'</a:t>
            </a:r>
          </a:p>
          <a:p>
            <a:pPr algn="l" fontAlgn="base">
              <a:buFont typeface="Arial" panose="020B0604020202020204" pitchFamily="34" charset="0"/>
              <a:buChar char="•"/>
            </a:pPr>
            <a:r>
              <a:rPr lang="en-IN" b="0" i="0" dirty="0" err="1">
                <a:solidFill>
                  <a:srgbClr val="242729"/>
                </a:solidFill>
                <a:effectLst/>
                <a:latin typeface="inherit"/>
              </a:rPr>
              <a:t>buildContext</a:t>
            </a:r>
            <a:r>
              <a:rPr lang="en-IN" b="0" i="0" dirty="0">
                <a:solidFill>
                  <a:srgbClr val="242729"/>
                </a:solidFill>
                <a:effectLst/>
                <a:latin typeface="inherit"/>
              </a:rPr>
              <a:t>: '$(</a:t>
            </a:r>
            <a:r>
              <a:rPr lang="en-IN" b="0" i="0" dirty="0" err="1">
                <a:solidFill>
                  <a:srgbClr val="242729"/>
                </a:solidFill>
                <a:effectLst/>
                <a:latin typeface="inherit"/>
              </a:rPr>
              <a:t>Build.Repository.LocalPath</a:t>
            </a:r>
            <a:r>
              <a:rPr lang="en-IN" b="0" i="0" dirty="0">
                <a:solidFill>
                  <a:srgbClr val="242729"/>
                </a:solidFill>
                <a:effectLst/>
                <a:latin typeface="inherit"/>
              </a:rPr>
              <a:t>)'</a:t>
            </a:r>
          </a:p>
          <a:p>
            <a:pPr algn="l" fontAlgn="base"/>
            <a:r>
              <a:rPr lang="en-IN" b="0" i="0" dirty="0">
                <a:solidFill>
                  <a:srgbClr val="242729"/>
                </a:solidFill>
                <a:effectLst/>
                <a:latin typeface="Arial" panose="020B0604020202020204" pitchFamily="34" charset="0"/>
              </a:rPr>
              <a:t>The </a:t>
            </a:r>
            <a:r>
              <a:rPr lang="en-IN" b="0" i="0" dirty="0" err="1">
                <a:solidFill>
                  <a:srgbClr val="242729"/>
                </a:solidFill>
                <a:effectLst/>
                <a:latin typeface="Arial" panose="020B0604020202020204" pitchFamily="34" charset="0"/>
              </a:rPr>
              <a:t>dockerfile</a:t>
            </a:r>
            <a:r>
              <a:rPr lang="en-IN" b="0" i="0" dirty="0">
                <a:solidFill>
                  <a:srgbClr val="242729"/>
                </a:solidFill>
                <a:effectLst/>
                <a:latin typeface="Arial" panose="020B0604020202020204" pitchFamily="34" charset="0"/>
              </a:rPr>
              <a:t> can stay as Visual Studio generated it.</a:t>
            </a:r>
          </a:p>
          <a:p>
            <a:endParaRPr lang="en-IN"/>
          </a:p>
          <a:p>
            <a:endParaRPr lang="en-IN" dirty="0"/>
          </a:p>
          <a:p>
            <a:pPr algn="l">
              <a:buFont typeface="+mj-lt"/>
              <a:buAutoNum type="arabicPeriod"/>
            </a:pPr>
            <a:r>
              <a:rPr lang="en-US" b="0" i="0" dirty="0">
                <a:solidFill>
                  <a:srgbClr val="E3E3E3"/>
                </a:solidFill>
                <a:effectLst/>
                <a:latin typeface="Segoe UI" panose="020B0502040204020203" pitchFamily="34" charset="0"/>
              </a:rPr>
              <a:t>Developers use </a:t>
            </a:r>
            <a:r>
              <a:rPr lang="en-US" b="0" i="0" u="none" strike="noStrike" dirty="0">
                <a:solidFill>
                  <a:srgbClr val="E3E3E3"/>
                </a:solidFill>
                <a:effectLst/>
                <a:latin typeface="Segoe UI" panose="020B0502040204020203" pitchFamily="34" charset="0"/>
                <a:hlinkClick r:id="rId4"/>
              </a:rPr>
              <a:t>Local Process with Kubernetes</a:t>
            </a:r>
            <a:r>
              <a:rPr lang="en-US" b="0" i="0" dirty="0">
                <a:solidFill>
                  <a:srgbClr val="E3E3E3"/>
                </a:solidFill>
                <a:effectLst/>
                <a:latin typeface="Segoe UI" panose="020B0502040204020203" pitchFamily="34" charset="0"/>
              </a:rPr>
              <a:t> to run their local microservice versions within the context of the development Kubernetes cluster. Connecting to the cluster while debugging the service allows quick testing and development in the full application context.</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dirty="0">
                <a:solidFill>
                  <a:srgbClr val="E3E3E3"/>
                </a:solidFill>
                <a:effectLst/>
                <a:latin typeface="Segoe UI" panose="020B0502040204020203" pitchFamily="34" charset="0"/>
              </a:rPr>
              <a:t>Each microservice codebase uses a separate </a:t>
            </a:r>
            <a:r>
              <a:rPr lang="en-US" b="0" i="0" u="none" strike="noStrike" dirty="0">
                <a:solidFill>
                  <a:srgbClr val="E3E3E3"/>
                </a:solidFill>
                <a:effectLst/>
                <a:latin typeface="Segoe UI" panose="020B0502040204020203" pitchFamily="34" charset="0"/>
                <a:hlinkClick r:id="rId5"/>
              </a:rPr>
              <a:t>GitHub</a:t>
            </a:r>
            <a:r>
              <a:rPr lang="en-US" b="0" i="0" dirty="0">
                <a:solidFill>
                  <a:srgbClr val="E3E3E3"/>
                </a:solidFill>
                <a:effectLst/>
                <a:latin typeface="Segoe UI" panose="020B0502040204020203" pitchFamily="34" charset="0"/>
              </a:rPr>
              <a:t> code repository for source control.</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u="none" strike="noStrike" dirty="0">
                <a:solidFill>
                  <a:srgbClr val="E3E3E3"/>
                </a:solidFill>
                <a:effectLst/>
                <a:latin typeface="Segoe UI" panose="020B0502040204020203" pitchFamily="34" charset="0"/>
                <a:hlinkClick r:id="rId6"/>
              </a:rPr>
              <a:t>GitHub Actions</a:t>
            </a:r>
            <a:r>
              <a:rPr lang="en-US" b="0" i="0" dirty="0">
                <a:solidFill>
                  <a:srgbClr val="E3E3E3"/>
                </a:solidFill>
                <a:effectLst/>
                <a:latin typeface="Segoe UI" panose="020B0502040204020203" pitchFamily="34" charset="0"/>
              </a:rPr>
              <a:t> builds the microservice container images and pushes them to </a:t>
            </a:r>
            <a:r>
              <a:rPr lang="en-US" b="0" i="0" u="none" strike="noStrike" dirty="0">
                <a:solidFill>
                  <a:srgbClr val="E3E3E3"/>
                </a:solidFill>
                <a:effectLst/>
                <a:latin typeface="Segoe UI" panose="020B0502040204020203" pitchFamily="34" charset="0"/>
                <a:hlinkClick r:id="rId7"/>
              </a:rPr>
              <a:t>Azure Container Registries</a:t>
            </a:r>
            <a:r>
              <a:rPr lang="en-US" b="0" i="0" dirty="0">
                <a:solidFill>
                  <a:srgbClr val="E3E3E3"/>
                </a:solidFill>
                <a:effectLst/>
                <a:latin typeface="Segoe UI" panose="020B0502040204020203" pitchFamily="34" charset="0"/>
              </a:rPr>
              <a:t>. GitHub Actions also updates the </a:t>
            </a:r>
            <a:r>
              <a:rPr lang="en-US" b="0" i="1" dirty="0">
                <a:solidFill>
                  <a:srgbClr val="E3E3E3"/>
                </a:solidFill>
                <a:effectLst/>
                <a:latin typeface="Segoe UI" panose="020B0502040204020203" pitchFamily="34" charset="0"/>
              </a:rPr>
              <a:t>latest</a:t>
            </a:r>
            <a:r>
              <a:rPr lang="en-US" b="0" i="0" dirty="0">
                <a:solidFill>
                  <a:srgbClr val="E3E3E3"/>
                </a:solidFill>
                <a:effectLst/>
                <a:latin typeface="Segoe UI" panose="020B0502040204020203" pitchFamily="34" charset="0"/>
              </a:rPr>
              <a:t> tag of repositories for continuous integration (CI), or tags repositories for release.</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dirty="0">
                <a:solidFill>
                  <a:srgbClr val="E3E3E3"/>
                </a:solidFill>
                <a:effectLst/>
                <a:latin typeface="Segoe UI" panose="020B0502040204020203" pitchFamily="34" charset="0"/>
              </a:rPr>
              <a:t>GitHub Actions automated testing generates work items for </a:t>
            </a:r>
            <a:r>
              <a:rPr lang="en-US" b="0" i="0" u="none" strike="noStrike" dirty="0">
                <a:solidFill>
                  <a:srgbClr val="E3E3E3"/>
                </a:solidFill>
                <a:effectLst/>
                <a:latin typeface="Segoe UI" panose="020B0502040204020203" pitchFamily="34" charset="0"/>
                <a:hlinkClick r:id="rId8"/>
              </a:rPr>
              <a:t>Azure Boards</a:t>
            </a:r>
            <a:r>
              <a:rPr lang="en-US" b="0" i="0" dirty="0">
                <a:solidFill>
                  <a:srgbClr val="E3E3E3"/>
                </a:solidFill>
                <a:effectLst/>
                <a:latin typeface="Segoe UI" panose="020B0502040204020203" pitchFamily="34" charset="0"/>
              </a:rPr>
              <a:t>, making all work items manageable in one place.</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u="none" strike="noStrike" dirty="0">
                <a:solidFill>
                  <a:srgbClr val="E3E3E3"/>
                </a:solidFill>
                <a:effectLst/>
                <a:latin typeface="Segoe UI" panose="020B0502040204020203" pitchFamily="34" charset="0"/>
                <a:hlinkClick r:id="rId9"/>
              </a:rPr>
              <a:t>Visual Studio Code</a:t>
            </a:r>
            <a:r>
              <a:rPr lang="en-US" b="0" i="0" dirty="0">
                <a:solidFill>
                  <a:srgbClr val="E3E3E3"/>
                </a:solidFill>
                <a:effectLst/>
                <a:latin typeface="Segoe UI" panose="020B0502040204020203" pitchFamily="34" charset="0"/>
              </a:rPr>
              <a:t> extensions support Azure Boards and GitHub integration. Associating Azure Boards work items with GitHub repos ties requirements to code, driving the development loop forward.</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dirty="0">
                <a:solidFill>
                  <a:srgbClr val="E3E3E3"/>
                </a:solidFill>
                <a:effectLst/>
                <a:latin typeface="Segoe UI" panose="020B0502040204020203" pitchFamily="34" charset="0"/>
              </a:rPr>
              <a:t>Commits merged into the integration branch trigger GitHub Actions builds and </a:t>
            </a:r>
            <a:r>
              <a:rPr lang="en-US" b="0" i="0" u="none" strike="noStrike" dirty="0">
                <a:solidFill>
                  <a:srgbClr val="E3E3E3"/>
                </a:solidFill>
                <a:effectLst/>
                <a:latin typeface="Segoe UI" panose="020B0502040204020203" pitchFamily="34" charset="0"/>
                <a:hlinkClick r:id="rId10"/>
              </a:rPr>
              <a:t>Docker</a:t>
            </a:r>
            <a:r>
              <a:rPr lang="en-US" b="0" i="0" dirty="0">
                <a:solidFill>
                  <a:srgbClr val="E3E3E3"/>
                </a:solidFill>
                <a:effectLst/>
                <a:latin typeface="Segoe UI" panose="020B0502040204020203" pitchFamily="34" charset="0"/>
              </a:rPr>
              <a:t> pushes to the DevTest container registries. Each microservice has its own repository in Container Registries, paralleling the GitHub repositories. CI builds are usually tagged with </a:t>
            </a:r>
            <a:r>
              <a:rPr lang="en-US" b="0" i="1" dirty="0">
                <a:solidFill>
                  <a:srgbClr val="E3E3E3"/>
                </a:solidFill>
                <a:effectLst/>
                <a:latin typeface="Segoe UI" panose="020B0502040204020203" pitchFamily="34" charset="0"/>
              </a:rPr>
              <a:t>latest</a:t>
            </a:r>
            <a:r>
              <a:rPr lang="en-US" b="0" i="0" dirty="0">
                <a:solidFill>
                  <a:srgbClr val="E3E3E3"/>
                </a:solidFill>
                <a:effectLst/>
                <a:latin typeface="Segoe UI" panose="020B0502040204020203" pitchFamily="34" charset="0"/>
              </a:rPr>
              <a:t>, representing the most recent successful microservice builds.</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u="none" strike="noStrike" dirty="0">
                <a:solidFill>
                  <a:srgbClr val="E3E3E3"/>
                </a:solidFill>
                <a:effectLst/>
                <a:latin typeface="Segoe UI" panose="020B0502040204020203" pitchFamily="34" charset="0"/>
                <a:hlinkClick r:id="rId11"/>
              </a:rPr>
              <a:t>Azure Pipelines</a:t>
            </a:r>
            <a:r>
              <a:rPr lang="en-US" b="0" i="0" dirty="0">
                <a:solidFill>
                  <a:srgbClr val="E3E3E3"/>
                </a:solidFill>
                <a:effectLst/>
                <a:latin typeface="Segoe UI" panose="020B0502040204020203" pitchFamily="34" charset="0"/>
              </a:rPr>
              <a:t> runs the Kubernetes apply command to trigger deployment of the updated Container Registry images to the DevTest Kubernetes clusters. Azure can authenticate AKS to run unattended Container Registry pulls, simplifying the continuous deployment (CD) process.</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dirty="0">
                <a:solidFill>
                  <a:srgbClr val="E3E3E3"/>
                </a:solidFill>
                <a:effectLst/>
                <a:latin typeface="Segoe UI" panose="020B0502040204020203" pitchFamily="34" charset="0"/>
              </a:rPr>
              <a:t>Azure Pipelines uses </a:t>
            </a:r>
            <a:r>
              <a:rPr lang="en-US" b="0" i="0" u="none" strike="noStrike" dirty="0">
                <a:solidFill>
                  <a:srgbClr val="E3E3E3"/>
                </a:solidFill>
                <a:effectLst/>
                <a:latin typeface="Segoe UI" panose="020B0502040204020203" pitchFamily="34" charset="0"/>
                <a:hlinkClick r:id="rId12"/>
              </a:rPr>
              <a:t>Azure Key Vault</a:t>
            </a:r>
            <a:r>
              <a:rPr lang="en-US" b="0" i="0" dirty="0">
                <a:solidFill>
                  <a:srgbClr val="E3E3E3"/>
                </a:solidFill>
                <a:effectLst/>
                <a:latin typeface="Segoe UI" panose="020B0502040204020203" pitchFamily="34" charset="0"/>
              </a:rPr>
              <a:t> to securely consume secrets like credentials and connection strings required for release and deployment configurations.</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dirty="0">
                <a:solidFill>
                  <a:srgbClr val="E3E3E3"/>
                </a:solidFill>
                <a:effectLst/>
                <a:latin typeface="Segoe UI" panose="020B0502040204020203" pitchFamily="34" charset="0"/>
              </a:rPr>
              <a:t>When a version of the application is ready for quality assurance (QA) testing, Azure Pipelines triggers a QA release. The pipeline tags all appropriate images with the next incremental version, updates the Kubernetes manifest to reflect the image tags, and runs the apply command. In this example, while a developer may be iterating on a service in isolation, only builds integrated via CI/CD are moved over to deployment.</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dirty="0">
                <a:solidFill>
                  <a:srgbClr val="E3E3E3"/>
                </a:solidFill>
                <a:effectLst/>
                <a:latin typeface="Segoe UI" panose="020B0502040204020203" pitchFamily="34" charset="0"/>
              </a:rPr>
              <a:t>After testing has approved a version of the service for deployment, GitHub Actions promotes a release from the DevTest Container Registry to a Production Container Registry. GitHub Actions tags the images with the appropriate version and pushes them into the Production Container Registry.</a:t>
            </a:r>
          </a:p>
          <a:p>
            <a:pPr algn="l">
              <a:buFont typeface="+mj-lt"/>
              <a:buAutoNum type="arabicPeriod"/>
            </a:pPr>
            <a:endParaRPr lang="en-US" b="0" i="0" dirty="0">
              <a:solidFill>
                <a:srgbClr val="E3E3E3"/>
              </a:solidFill>
              <a:effectLst/>
              <a:latin typeface="Segoe UI" panose="020B0502040204020203" pitchFamily="34" charset="0"/>
            </a:endParaRPr>
          </a:p>
          <a:p>
            <a:pPr algn="l">
              <a:buFont typeface="+mj-lt"/>
              <a:buAutoNum type="arabicPeriod"/>
            </a:pPr>
            <a:r>
              <a:rPr lang="en-US" b="0" i="0" dirty="0">
                <a:solidFill>
                  <a:srgbClr val="E3E3E3"/>
                </a:solidFill>
                <a:effectLst/>
                <a:latin typeface="Segoe UI" panose="020B0502040204020203" pitchFamily="34" charset="0"/>
              </a:rPr>
              <a:t>Azure Pipelines creates a release to Production. The pipeline imposes approval gates and pre-stage and post-stage conditions to protect the Production environment from inadvertent or incorrect deployment.</a:t>
            </a: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13</a:t>
            </a:fld>
            <a:endParaRPr lang="en-US"/>
          </a:p>
        </p:txBody>
      </p:sp>
    </p:spTree>
    <p:extLst>
      <p:ext uri="{BB962C8B-B14F-4D97-AF65-F5344CB8AC3E}">
        <p14:creationId xmlns:p14="http://schemas.microsoft.com/office/powerpoint/2010/main" val="4040932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58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40981620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34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95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8675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59527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920735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4408273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9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84711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05381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2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38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923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8901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99164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899477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223333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206384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216847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72138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7442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9418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6617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88236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77425175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0461D7-D73C-A0B1-BF90-E96F1A182B51}"/>
              </a:ext>
            </a:extLst>
          </p:cNvPr>
          <p:cNvSpPr>
            <a:spLocks noGrp="1"/>
          </p:cNvSpPr>
          <p:nvPr>
            <p:ph sz="half" idx="1"/>
          </p:nvPr>
        </p:nvSpPr>
        <p:spPr>
          <a:xfrm>
            <a:off x="5854460" y="1475118"/>
            <a:ext cx="5936946" cy="4830792"/>
          </a:xfrm>
        </p:spPr>
        <p:txBody>
          <a:bodyPr>
            <a:normAutofit/>
          </a:bodyPr>
          <a:lstStyle/>
          <a:p>
            <a:pPr>
              <a:lnSpc>
                <a:spcPct val="100000"/>
              </a:lnSpc>
            </a:pPr>
            <a:r>
              <a:rPr lang="en-IN" sz="2800" dirty="0"/>
              <a:t>What is Azure Kubernetes Service (AKS)</a:t>
            </a:r>
          </a:p>
          <a:p>
            <a:pPr>
              <a:lnSpc>
                <a:spcPct val="100000"/>
              </a:lnSpc>
            </a:pPr>
            <a:r>
              <a:rPr lang="en-IN" sz="2800" dirty="0"/>
              <a:t>AKS Benefits and Use Cases</a:t>
            </a:r>
          </a:p>
          <a:p>
            <a:pPr>
              <a:lnSpc>
                <a:spcPct val="100000"/>
              </a:lnSpc>
            </a:pPr>
            <a:r>
              <a:rPr lang="en-IN" sz="2800" dirty="0"/>
              <a:t>Accessing AKS Cluster</a:t>
            </a:r>
          </a:p>
          <a:p>
            <a:pPr>
              <a:lnSpc>
                <a:spcPct val="100000"/>
              </a:lnSpc>
            </a:pPr>
            <a:r>
              <a:rPr lang="en-IN" sz="2800" dirty="0"/>
              <a:t>AKS Deployment Using CLI</a:t>
            </a:r>
          </a:p>
          <a:p>
            <a:pPr>
              <a:lnSpc>
                <a:spcPct val="100000"/>
              </a:lnSpc>
            </a:pPr>
            <a:r>
              <a:rPr lang="en-IN" sz="2800" dirty="0"/>
              <a:t>Accessing AKS Application</a:t>
            </a:r>
          </a:p>
          <a:p>
            <a:pPr>
              <a:lnSpc>
                <a:spcPct val="100000"/>
              </a:lnSpc>
            </a:pPr>
            <a:r>
              <a:rPr lang="en-IN" sz="2800" dirty="0"/>
              <a:t>Azure DevOps CI/CD Pipeline with AKS</a:t>
            </a:r>
          </a:p>
        </p:txBody>
      </p:sp>
      <p:sp>
        <p:nvSpPr>
          <p:cNvPr id="4" name="Content Placeholder 3">
            <a:extLst>
              <a:ext uri="{FF2B5EF4-FFF2-40B4-BE49-F238E27FC236}">
                <a16:creationId xmlns:a16="http://schemas.microsoft.com/office/drawing/2014/main" id="{EB08A5D9-D8FF-B061-28CE-048B9A25A2E3}"/>
              </a:ext>
            </a:extLst>
          </p:cNvPr>
          <p:cNvSpPr>
            <a:spLocks noGrp="1"/>
          </p:cNvSpPr>
          <p:nvPr>
            <p:ph sz="half" idx="10"/>
          </p:nvPr>
        </p:nvSpPr>
        <p:spPr/>
        <p:txBody>
          <a:bodyPr>
            <a:normAutofit/>
          </a:bodyPr>
          <a:lstStyle/>
          <a:p>
            <a:r>
              <a:rPr lang="en-IN" altLang="en-US" dirty="0"/>
              <a:t>Azure </a:t>
            </a:r>
            <a:r>
              <a:rPr lang="en-US" dirty="0"/>
              <a:t>Kubernetes </a:t>
            </a:r>
            <a:r>
              <a:rPr lang="en-IN" altLang="en-US" dirty="0"/>
              <a:t>Service</a:t>
            </a:r>
            <a:endParaRPr lang="en-IN" dirty="0"/>
          </a:p>
        </p:txBody>
      </p:sp>
      <p:sp>
        <p:nvSpPr>
          <p:cNvPr id="2" name="Title 1">
            <a:extLst>
              <a:ext uri="{FF2B5EF4-FFF2-40B4-BE49-F238E27FC236}">
                <a16:creationId xmlns:a16="http://schemas.microsoft.com/office/drawing/2014/main" id="{40D92D1C-9722-FADB-FC08-C755DB2E53A5}"/>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180904193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normAutofit fontScale="85000" lnSpcReduction="20000"/>
          </a:bodyPr>
          <a:lstStyle/>
          <a:p>
            <a:r>
              <a:rPr lang="en-IN" sz="4400" dirty="0"/>
              <a:t>Azure Kubernetes Service (AKS) </a:t>
            </a:r>
          </a:p>
        </p:txBody>
      </p:sp>
      <p:pic>
        <p:nvPicPr>
          <p:cNvPr id="1032" name="Picture 8" descr="Getting started with Azure Kubernetes Service (A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6392" y="3100628"/>
            <a:ext cx="1962150" cy="14668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24315" y="2954639"/>
            <a:ext cx="1661293" cy="1612839"/>
          </a:xfrm>
          <a:prstGeom prst="rect">
            <a:avLst/>
          </a:prstGeom>
        </p:spPr>
      </p:pic>
      <p:sp>
        <p:nvSpPr>
          <p:cNvPr id="6" name="Cross 5"/>
          <p:cNvSpPr/>
          <p:nvPr/>
        </p:nvSpPr>
        <p:spPr>
          <a:xfrm>
            <a:off x="3567289" y="3619947"/>
            <a:ext cx="519289" cy="545652"/>
          </a:xfrm>
          <a:prstGeom prst="plus">
            <a:avLst/>
          </a:prstGeom>
          <a:solidFill>
            <a:schemeClr val="bg2">
              <a:lumMod val="90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Equals 6"/>
          <p:cNvSpPr/>
          <p:nvPr/>
        </p:nvSpPr>
        <p:spPr>
          <a:xfrm>
            <a:off x="7473244" y="3561226"/>
            <a:ext cx="835327" cy="545653"/>
          </a:xfrm>
          <a:prstGeom prst="mathEqual">
            <a:avLst/>
          </a:prstGeom>
          <a:solidFill>
            <a:schemeClr val="bg1">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3" name="Picture 2">
            <a:extLst>
              <a:ext uri="{FF2B5EF4-FFF2-40B4-BE49-F238E27FC236}">
                <a16:creationId xmlns:a16="http://schemas.microsoft.com/office/drawing/2014/main" id="{9CF1E80F-A5BF-37AC-1B0A-EC62EC3D92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1381" y="2802751"/>
            <a:ext cx="1962150" cy="1962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2"/>
                                        </p:tgtEl>
                                        <p:attrNameLst>
                                          <p:attrName>style.visibility</p:attrName>
                                        </p:attrNameLst>
                                      </p:cBhvr>
                                      <p:to>
                                        <p:strVal val="visible"/>
                                      </p:to>
                                    </p:set>
                                    <p:animEffect transition="in" filter="fade">
                                      <p:cBhvr>
                                        <p:cTn id="2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lnSpc>
                <a:spcPct val="100000"/>
              </a:lnSpc>
            </a:pPr>
            <a:r>
              <a:rPr lang="en-US" dirty="0"/>
              <a:t>A fully-managed Kubernetes service</a:t>
            </a:r>
          </a:p>
          <a:p>
            <a:pPr algn="just">
              <a:lnSpc>
                <a:spcPct val="100000"/>
              </a:lnSpc>
            </a:pPr>
            <a:r>
              <a:rPr lang="en-US" dirty="0"/>
              <a:t>Offers serverless Kubernetes, an integrated continuous integration and continuous delivery (CI/CD) experience</a:t>
            </a:r>
          </a:p>
          <a:p>
            <a:pPr algn="just">
              <a:lnSpc>
                <a:spcPct val="100000"/>
              </a:lnSpc>
            </a:pPr>
            <a:r>
              <a:rPr lang="en-US" dirty="0"/>
              <a:t>Offers enterprise-grade security and governance. </a:t>
            </a:r>
          </a:p>
          <a:p>
            <a:pPr algn="just">
              <a:lnSpc>
                <a:spcPct val="100000"/>
              </a:lnSpc>
            </a:pPr>
            <a:r>
              <a:rPr lang="en-US" dirty="0"/>
              <a:t>Paying for only the virtual machines and associated storage and networking resources.</a:t>
            </a:r>
          </a:p>
          <a:p>
            <a:pPr algn="just">
              <a:lnSpc>
                <a:spcPct val="100000"/>
              </a:lnSpc>
            </a:pPr>
            <a:r>
              <a:rPr lang="en-US" dirty="0"/>
              <a:t>There is no charge for cluster management.</a:t>
            </a:r>
            <a:endParaRPr lang="en-IN" dirty="0"/>
          </a:p>
        </p:txBody>
      </p:sp>
      <p:sp>
        <p:nvSpPr>
          <p:cNvPr id="4" name="Content Placeholder 3"/>
          <p:cNvSpPr>
            <a:spLocks noGrp="1"/>
          </p:cNvSpPr>
          <p:nvPr>
            <p:ph sz="half" idx="10"/>
          </p:nvPr>
        </p:nvSpPr>
        <p:spPr/>
        <p:txBody>
          <a:bodyPr>
            <a:normAutofit fontScale="85000" lnSpcReduction="20000"/>
          </a:bodyPr>
          <a:lstStyle/>
          <a:p>
            <a:r>
              <a:rPr lang="en-IN" sz="4400" dirty="0"/>
              <a:t>Azure Kubernetes Service Benefits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1190B-09A3-46D3-9647-1A084C8529D1}"/>
              </a:ext>
            </a:extLst>
          </p:cNvPr>
          <p:cNvSpPr>
            <a:spLocks noGrp="1"/>
          </p:cNvSpPr>
          <p:nvPr>
            <p:ph sz="half" idx="10"/>
          </p:nvPr>
        </p:nvSpPr>
        <p:spPr/>
        <p:txBody>
          <a:bodyPr>
            <a:normAutofit fontScale="85000" lnSpcReduction="20000"/>
          </a:bodyPr>
          <a:lstStyle/>
          <a:p>
            <a:r>
              <a:rPr lang="en-US" sz="4400" dirty="0"/>
              <a:t>Use Case : Migrate an existing Application</a:t>
            </a:r>
            <a:endParaRPr lang="en-IN" sz="4400" dirty="0"/>
          </a:p>
        </p:txBody>
      </p:sp>
      <p:pic>
        <p:nvPicPr>
          <p:cNvPr id="5" name="Content Placeholder 4">
            <a:extLst>
              <a:ext uri="{FF2B5EF4-FFF2-40B4-BE49-F238E27FC236}">
                <a16:creationId xmlns:a16="http://schemas.microsoft.com/office/drawing/2014/main" id="{0ECDEF3E-F037-4478-BFDB-B5AA0AD2DAE1}"/>
              </a:ext>
            </a:extLst>
          </p:cNvPr>
          <p:cNvPicPr>
            <a:picLocks noGrp="1" noChangeAspect="1"/>
          </p:cNvPicPr>
          <p:nvPr>
            <p:ph sz="half" idx="1"/>
          </p:nvPr>
        </p:nvPicPr>
        <p:blipFill rotWithShape="1">
          <a:blip r:embed="rId3"/>
          <a:stretch/>
        </p:blipFill>
        <p:spPr>
          <a:xfrm>
            <a:off x="2151542" y="1268413"/>
            <a:ext cx="7806367" cy="4876800"/>
          </a:xfrm>
        </p:spPr>
      </p:pic>
    </p:spTree>
    <p:extLst>
      <p:ext uri="{BB962C8B-B14F-4D97-AF65-F5344CB8AC3E}">
        <p14:creationId xmlns:p14="http://schemas.microsoft.com/office/powerpoint/2010/main" val="235995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1190B-09A3-46D3-9647-1A084C8529D1}"/>
              </a:ext>
            </a:extLst>
          </p:cNvPr>
          <p:cNvSpPr>
            <a:spLocks noGrp="1"/>
          </p:cNvSpPr>
          <p:nvPr>
            <p:ph sz="half" idx="10"/>
          </p:nvPr>
        </p:nvSpPr>
        <p:spPr/>
        <p:txBody>
          <a:bodyPr>
            <a:normAutofit fontScale="85000" lnSpcReduction="20000"/>
          </a:bodyPr>
          <a:lstStyle/>
          <a:p>
            <a:r>
              <a:rPr lang="en-US" sz="4400" dirty="0"/>
              <a:t>Use Case: Microservices Deployment</a:t>
            </a:r>
            <a:endParaRPr lang="en-IN" sz="4400" dirty="0"/>
          </a:p>
        </p:txBody>
      </p:sp>
      <p:pic>
        <p:nvPicPr>
          <p:cNvPr id="7" name="Picture 6">
            <a:extLst>
              <a:ext uri="{FF2B5EF4-FFF2-40B4-BE49-F238E27FC236}">
                <a16:creationId xmlns:a16="http://schemas.microsoft.com/office/drawing/2014/main" id="{74CF0017-B59B-4D28-9FF6-49CEE6F1DC7D}"/>
              </a:ext>
            </a:extLst>
          </p:cNvPr>
          <p:cNvPicPr>
            <a:picLocks noChangeAspect="1"/>
          </p:cNvPicPr>
          <p:nvPr/>
        </p:nvPicPr>
        <p:blipFill rotWithShape="1">
          <a:blip r:embed="rId2"/>
          <a:srcRect l="1207" t="2875" r="1389" b="2115"/>
          <a:stretch/>
        </p:blipFill>
        <p:spPr>
          <a:xfrm>
            <a:off x="1621130" y="1540237"/>
            <a:ext cx="6436264" cy="4892699"/>
          </a:xfrm>
          <a:prstGeom prst="rect">
            <a:avLst/>
          </a:prstGeom>
        </p:spPr>
      </p:pic>
    </p:spTree>
    <p:extLst>
      <p:ext uri="{BB962C8B-B14F-4D97-AF65-F5344CB8AC3E}">
        <p14:creationId xmlns:p14="http://schemas.microsoft.com/office/powerpoint/2010/main" val="347770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73E276-2AAF-49A7-A37F-2478660A9691}"/>
              </a:ext>
            </a:extLst>
          </p:cNvPr>
          <p:cNvSpPr>
            <a:spLocks noGrp="1"/>
          </p:cNvSpPr>
          <p:nvPr>
            <p:ph sz="half" idx="10"/>
          </p:nvPr>
        </p:nvSpPr>
        <p:spPr/>
        <p:txBody>
          <a:bodyPr/>
          <a:lstStyle/>
          <a:p>
            <a:r>
              <a:rPr lang="en-IN" dirty="0"/>
              <a:t>Accessing AKS Using CLI</a:t>
            </a:r>
          </a:p>
        </p:txBody>
      </p:sp>
      <p:pic>
        <p:nvPicPr>
          <p:cNvPr id="11" name="Picture 10">
            <a:extLst>
              <a:ext uri="{FF2B5EF4-FFF2-40B4-BE49-F238E27FC236}">
                <a16:creationId xmlns:a16="http://schemas.microsoft.com/office/drawing/2014/main" id="{C24C7320-E664-4D45-9CD9-998428594BB4}"/>
              </a:ext>
            </a:extLst>
          </p:cNvPr>
          <p:cNvPicPr>
            <a:picLocks noChangeAspect="1"/>
          </p:cNvPicPr>
          <p:nvPr/>
        </p:nvPicPr>
        <p:blipFill rotWithShape="1">
          <a:blip r:embed="rId2"/>
          <a:srcRect r="3359" b="5932"/>
          <a:stretch/>
        </p:blipFill>
        <p:spPr>
          <a:xfrm>
            <a:off x="6238459" y="1729212"/>
            <a:ext cx="5955590" cy="3971980"/>
          </a:xfrm>
          <a:prstGeom prst="rect">
            <a:avLst/>
          </a:prstGeom>
        </p:spPr>
      </p:pic>
      <p:sp>
        <p:nvSpPr>
          <p:cNvPr id="13" name="TextBox 12">
            <a:extLst>
              <a:ext uri="{FF2B5EF4-FFF2-40B4-BE49-F238E27FC236}">
                <a16:creationId xmlns:a16="http://schemas.microsoft.com/office/drawing/2014/main" id="{5C46FE28-B18E-4D28-AA12-41FF87E16062}"/>
              </a:ext>
            </a:extLst>
          </p:cNvPr>
          <p:cNvSpPr txBox="1"/>
          <p:nvPr/>
        </p:nvSpPr>
        <p:spPr>
          <a:xfrm>
            <a:off x="493294" y="1729213"/>
            <a:ext cx="5660875" cy="923330"/>
          </a:xfrm>
          <a:prstGeom prst="rect">
            <a:avLst/>
          </a:prstGeom>
          <a:solidFill>
            <a:schemeClr val="bg1">
              <a:lumMod val="95000"/>
            </a:schemeClr>
          </a:solidFill>
        </p:spPr>
        <p:txBody>
          <a:bodyPr wrap="square">
            <a:spAutoFit/>
          </a:bodyPr>
          <a:lstStyle/>
          <a:p>
            <a:pPr marL="0" indent="0">
              <a:buNone/>
            </a:pPr>
            <a:r>
              <a:rPr lang="en-IN" sz="1800" i="0" dirty="0">
                <a:solidFill>
                  <a:schemeClr val="tx1">
                    <a:lumMod val="85000"/>
                    <a:lumOff val="15000"/>
                  </a:schemeClr>
                </a:solidFill>
                <a:effectLst/>
                <a:latin typeface="Segoe UI" panose="020B0502040204020203" pitchFamily="34" charset="0"/>
                <a:cs typeface="Segoe UI" panose="020B0502040204020203" pitchFamily="34" charset="0"/>
              </a:rPr>
              <a:t>&gt; </a:t>
            </a:r>
            <a:r>
              <a:rPr lang="en-IN" sz="1800" i="0" dirty="0" err="1">
                <a:solidFill>
                  <a:schemeClr val="tx1">
                    <a:lumMod val="85000"/>
                    <a:lumOff val="15000"/>
                  </a:schemeClr>
                </a:solidFill>
                <a:effectLst/>
                <a:latin typeface="Segoe UI" panose="020B0502040204020203" pitchFamily="34" charset="0"/>
                <a:cs typeface="Segoe UI" panose="020B0502040204020203" pitchFamily="34" charset="0"/>
              </a:rPr>
              <a:t>az</a:t>
            </a:r>
            <a:r>
              <a:rPr lang="en-IN" sz="1800" i="0" dirty="0">
                <a:solidFill>
                  <a:schemeClr val="tx1">
                    <a:lumMod val="85000"/>
                    <a:lumOff val="15000"/>
                  </a:schemeClr>
                </a:solidFill>
                <a:effectLst/>
                <a:latin typeface="Segoe UI" panose="020B0502040204020203" pitchFamily="34" charset="0"/>
                <a:cs typeface="Segoe UI" panose="020B0502040204020203" pitchFamily="34" charset="0"/>
              </a:rPr>
              <a:t> </a:t>
            </a:r>
            <a:r>
              <a:rPr lang="en-IN" sz="1800" i="0" dirty="0" err="1">
                <a:solidFill>
                  <a:schemeClr val="tx1">
                    <a:lumMod val="85000"/>
                    <a:lumOff val="15000"/>
                  </a:schemeClr>
                </a:solidFill>
                <a:effectLst/>
                <a:latin typeface="Segoe UI" panose="020B0502040204020203" pitchFamily="34" charset="0"/>
                <a:cs typeface="Segoe UI" panose="020B0502040204020203" pitchFamily="34" charset="0"/>
              </a:rPr>
              <a:t>aks</a:t>
            </a:r>
            <a:r>
              <a:rPr lang="en-IN" sz="1800" i="0" dirty="0">
                <a:solidFill>
                  <a:schemeClr val="tx1">
                    <a:lumMod val="85000"/>
                    <a:lumOff val="15000"/>
                  </a:schemeClr>
                </a:solidFill>
                <a:effectLst/>
                <a:latin typeface="Segoe UI" panose="020B0502040204020203" pitchFamily="34" charset="0"/>
                <a:cs typeface="Segoe UI" panose="020B0502040204020203" pitchFamily="34" charset="0"/>
              </a:rPr>
              <a:t> install-cli</a:t>
            </a:r>
          </a:p>
          <a:p>
            <a:pPr marL="0" indent="0">
              <a:buNone/>
            </a:pPr>
            <a:r>
              <a:rPr lang="en-US" sz="1800" i="0" dirty="0">
                <a:solidFill>
                  <a:schemeClr val="tx1">
                    <a:lumMod val="85000"/>
                    <a:lumOff val="15000"/>
                  </a:schemeClr>
                </a:solidFill>
                <a:effectLst/>
                <a:latin typeface="Segoe UI" panose="020B0502040204020203" pitchFamily="34" charset="0"/>
                <a:cs typeface="Segoe UI" panose="020B0502040204020203" pitchFamily="34" charset="0"/>
              </a:rPr>
              <a:t>&gt; </a:t>
            </a:r>
            <a:r>
              <a:rPr lang="en-US" sz="1800" i="0" dirty="0" err="1">
                <a:solidFill>
                  <a:schemeClr val="tx1">
                    <a:lumMod val="85000"/>
                    <a:lumOff val="15000"/>
                  </a:schemeClr>
                </a:solidFill>
                <a:effectLst/>
                <a:latin typeface="Segoe UI" panose="020B0502040204020203" pitchFamily="34" charset="0"/>
                <a:cs typeface="Segoe UI" panose="020B0502040204020203" pitchFamily="34" charset="0"/>
              </a:rPr>
              <a:t>az</a:t>
            </a:r>
            <a:r>
              <a:rPr lang="en-US" sz="1800" i="0" dirty="0">
                <a:solidFill>
                  <a:schemeClr val="tx1">
                    <a:lumMod val="85000"/>
                    <a:lumOff val="15000"/>
                  </a:schemeClr>
                </a:solidFill>
                <a:effectLst/>
                <a:latin typeface="Segoe UI" panose="020B0502040204020203" pitchFamily="34" charset="0"/>
                <a:cs typeface="Segoe UI" panose="020B0502040204020203" pitchFamily="34" charset="0"/>
              </a:rPr>
              <a:t> </a:t>
            </a:r>
            <a:r>
              <a:rPr lang="en-US" sz="1800" i="0" dirty="0" err="1">
                <a:solidFill>
                  <a:schemeClr val="tx1">
                    <a:lumMod val="85000"/>
                    <a:lumOff val="15000"/>
                  </a:schemeClr>
                </a:solidFill>
                <a:effectLst/>
                <a:latin typeface="Segoe UI" panose="020B0502040204020203" pitchFamily="34" charset="0"/>
                <a:cs typeface="Segoe UI" panose="020B0502040204020203" pitchFamily="34" charset="0"/>
              </a:rPr>
              <a:t>aks</a:t>
            </a:r>
            <a:r>
              <a:rPr lang="en-US" sz="1800" i="0" dirty="0">
                <a:solidFill>
                  <a:schemeClr val="tx1">
                    <a:lumMod val="85000"/>
                    <a:lumOff val="15000"/>
                  </a:schemeClr>
                </a:solidFill>
                <a:effectLst/>
                <a:latin typeface="Segoe UI" panose="020B0502040204020203" pitchFamily="34" charset="0"/>
                <a:cs typeface="Segoe UI" panose="020B0502040204020203" pitchFamily="34" charset="0"/>
              </a:rPr>
              <a:t> get-credentials -g &lt;</a:t>
            </a:r>
            <a:r>
              <a:rPr lang="en-US" sz="1800" i="0" dirty="0" err="1">
                <a:solidFill>
                  <a:schemeClr val="tx1">
                    <a:lumMod val="85000"/>
                    <a:lumOff val="15000"/>
                  </a:schemeClr>
                </a:solidFill>
                <a:effectLst/>
                <a:latin typeface="Segoe UI" panose="020B0502040204020203" pitchFamily="34" charset="0"/>
                <a:cs typeface="Segoe UI" panose="020B0502040204020203" pitchFamily="34" charset="0"/>
              </a:rPr>
              <a:t>DNTRg</a:t>
            </a:r>
            <a:r>
              <a:rPr lang="en-US" sz="1800" i="0" dirty="0">
                <a:solidFill>
                  <a:schemeClr val="tx1">
                    <a:lumMod val="85000"/>
                    <a:lumOff val="15000"/>
                  </a:schemeClr>
                </a:solidFill>
                <a:effectLst/>
                <a:latin typeface="Segoe UI" panose="020B0502040204020203" pitchFamily="34" charset="0"/>
                <a:cs typeface="Segoe UI" panose="020B0502040204020203" pitchFamily="34" charset="0"/>
              </a:rPr>
              <a:t>&gt; -n &lt;</a:t>
            </a:r>
            <a:r>
              <a:rPr lang="en-US" sz="1800" dirty="0">
                <a:solidFill>
                  <a:schemeClr val="tx1">
                    <a:lumMod val="85000"/>
                    <a:lumOff val="15000"/>
                  </a:schemeClr>
                </a:solidFill>
                <a:latin typeface="Segoe UI" panose="020B0502040204020203" pitchFamily="34" charset="0"/>
                <a:cs typeface="Segoe UI" panose="020B0502040204020203" pitchFamily="34" charset="0"/>
              </a:rPr>
              <a:t>DNT</a:t>
            </a:r>
            <a:r>
              <a:rPr lang="en-US" sz="1800" i="0" dirty="0">
                <a:solidFill>
                  <a:schemeClr val="tx1">
                    <a:lumMod val="85000"/>
                    <a:lumOff val="15000"/>
                  </a:schemeClr>
                </a:solidFill>
                <a:effectLst/>
                <a:latin typeface="Segoe UI" panose="020B0502040204020203" pitchFamily="34" charset="0"/>
                <a:cs typeface="Segoe UI" panose="020B0502040204020203" pitchFamily="34" charset="0"/>
              </a:rPr>
              <a:t>AKS&gt;</a:t>
            </a:r>
          </a:p>
          <a:p>
            <a:pPr marL="0" indent="0">
              <a:buNone/>
            </a:pPr>
            <a:r>
              <a:rPr lang="en-IN" sz="1800" i="0" dirty="0">
                <a:solidFill>
                  <a:schemeClr val="tx1">
                    <a:lumMod val="85000"/>
                    <a:lumOff val="15000"/>
                  </a:schemeClr>
                </a:solidFill>
                <a:effectLst/>
                <a:latin typeface="Segoe UI" panose="020B0502040204020203" pitchFamily="34" charset="0"/>
                <a:cs typeface="Segoe UI" panose="020B0502040204020203" pitchFamily="34" charset="0"/>
              </a:rPr>
              <a:t>&gt; </a:t>
            </a:r>
            <a:r>
              <a:rPr lang="en-US" sz="1800" i="0" dirty="0" err="1">
                <a:solidFill>
                  <a:schemeClr val="tx1">
                    <a:lumMod val="85000"/>
                    <a:lumOff val="15000"/>
                  </a:schemeClr>
                </a:solidFill>
                <a:effectLst/>
                <a:latin typeface="Segoe UI" panose="020B0502040204020203" pitchFamily="34" charset="0"/>
                <a:cs typeface="Segoe UI" panose="020B0502040204020203" pitchFamily="34" charset="0"/>
              </a:rPr>
              <a:t>kubectl</a:t>
            </a:r>
            <a:r>
              <a:rPr lang="en-US" sz="1800" i="0" dirty="0">
                <a:solidFill>
                  <a:schemeClr val="tx1">
                    <a:lumMod val="85000"/>
                    <a:lumOff val="15000"/>
                  </a:schemeClr>
                </a:solidFill>
                <a:effectLst/>
                <a:latin typeface="Segoe UI" panose="020B0502040204020203" pitchFamily="34" charset="0"/>
                <a:cs typeface="Segoe UI" panose="020B0502040204020203" pitchFamily="34" charset="0"/>
              </a:rPr>
              <a:t> get nodes</a:t>
            </a:r>
          </a:p>
        </p:txBody>
      </p:sp>
      <p:pic>
        <p:nvPicPr>
          <p:cNvPr id="15" name="Picture 14">
            <a:extLst>
              <a:ext uri="{FF2B5EF4-FFF2-40B4-BE49-F238E27FC236}">
                <a16:creationId xmlns:a16="http://schemas.microsoft.com/office/drawing/2014/main" id="{60B1932D-373A-4823-9803-392C044AC923}"/>
              </a:ext>
            </a:extLst>
          </p:cNvPr>
          <p:cNvPicPr>
            <a:picLocks noChangeAspect="1"/>
          </p:cNvPicPr>
          <p:nvPr/>
        </p:nvPicPr>
        <p:blipFill>
          <a:blip r:embed="rId3"/>
          <a:stretch>
            <a:fillRect/>
          </a:stretch>
        </p:blipFill>
        <p:spPr>
          <a:xfrm>
            <a:off x="493294" y="2970258"/>
            <a:ext cx="5660876" cy="718027"/>
          </a:xfrm>
          <a:prstGeom prst="rect">
            <a:avLst/>
          </a:prstGeom>
        </p:spPr>
      </p:pic>
    </p:spTree>
    <p:extLst>
      <p:ext uri="{BB962C8B-B14F-4D97-AF65-F5344CB8AC3E}">
        <p14:creationId xmlns:p14="http://schemas.microsoft.com/office/powerpoint/2010/main" val="3514050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0586B7-6FAF-420E-9BCB-6B804D1A579E}"/>
              </a:ext>
            </a:extLst>
          </p:cNvPr>
          <p:cNvSpPr>
            <a:spLocks noGrp="1"/>
          </p:cNvSpPr>
          <p:nvPr>
            <p:ph sz="half" idx="10"/>
          </p:nvPr>
        </p:nvSpPr>
        <p:spPr/>
        <p:txBody>
          <a:bodyPr>
            <a:noAutofit/>
          </a:bodyPr>
          <a:lstStyle/>
          <a:p>
            <a:r>
              <a:rPr lang="en-IN" sz="4400" dirty="0"/>
              <a:t>AKS Deployment Using CLI</a:t>
            </a:r>
          </a:p>
        </p:txBody>
      </p:sp>
      <p:sp>
        <p:nvSpPr>
          <p:cNvPr id="6" name="TextBox 5">
            <a:extLst>
              <a:ext uri="{FF2B5EF4-FFF2-40B4-BE49-F238E27FC236}">
                <a16:creationId xmlns:a16="http://schemas.microsoft.com/office/drawing/2014/main" id="{262D161F-C995-4D27-A662-2F39E6D7E4EB}"/>
              </a:ext>
            </a:extLst>
          </p:cNvPr>
          <p:cNvSpPr txBox="1"/>
          <p:nvPr/>
        </p:nvSpPr>
        <p:spPr>
          <a:xfrm>
            <a:off x="632177" y="1365975"/>
            <a:ext cx="6245700" cy="584775"/>
          </a:xfrm>
          <a:prstGeom prst="rect">
            <a:avLst/>
          </a:prstGeom>
          <a:solidFill>
            <a:schemeClr val="bg1">
              <a:lumMod val="95000"/>
            </a:schemeClr>
          </a:solidFill>
        </p:spPr>
        <p:txBody>
          <a:bodyPr wrap="square">
            <a:spAutoFit/>
          </a:bodyPr>
          <a:lstStyle/>
          <a:p>
            <a:r>
              <a:rPr lang="en-US" sz="1600" b="0" i="0" dirty="0">
                <a:solidFill>
                  <a:schemeClr val="tx1">
                    <a:lumMod val="85000"/>
                    <a:lumOff val="15000"/>
                  </a:schemeClr>
                </a:solidFill>
                <a:effectLst/>
              </a:rPr>
              <a:t>&gt; </a:t>
            </a:r>
            <a:r>
              <a:rPr lang="en-US" sz="1600" b="0" i="0" dirty="0" err="1">
                <a:solidFill>
                  <a:schemeClr val="tx1">
                    <a:lumMod val="85000"/>
                    <a:lumOff val="15000"/>
                  </a:schemeClr>
                </a:solidFill>
                <a:effectLst/>
              </a:rPr>
              <a:t>az</a:t>
            </a:r>
            <a:r>
              <a:rPr lang="en-US" sz="1600" b="0" i="0" dirty="0">
                <a:solidFill>
                  <a:schemeClr val="tx1">
                    <a:lumMod val="85000"/>
                    <a:lumOff val="15000"/>
                  </a:schemeClr>
                </a:solidFill>
                <a:effectLst/>
              </a:rPr>
              <a:t> </a:t>
            </a:r>
            <a:r>
              <a:rPr lang="en-US" sz="1600" b="0" i="0" dirty="0" err="1">
                <a:solidFill>
                  <a:schemeClr val="tx1">
                    <a:lumMod val="85000"/>
                    <a:lumOff val="15000"/>
                  </a:schemeClr>
                </a:solidFill>
                <a:effectLst/>
              </a:rPr>
              <a:t>acr</a:t>
            </a:r>
            <a:r>
              <a:rPr lang="en-US" sz="1600" b="0" i="0" dirty="0">
                <a:solidFill>
                  <a:schemeClr val="tx1">
                    <a:lumMod val="85000"/>
                    <a:lumOff val="15000"/>
                  </a:schemeClr>
                </a:solidFill>
                <a:effectLst/>
              </a:rPr>
              <a:t> login --name &lt;registry-name&gt;</a:t>
            </a:r>
          </a:p>
          <a:p>
            <a:r>
              <a:rPr lang="en-US" sz="1600" dirty="0">
                <a:solidFill>
                  <a:schemeClr val="tx1">
                    <a:lumMod val="85000"/>
                    <a:lumOff val="15000"/>
                  </a:schemeClr>
                </a:solidFill>
              </a:rPr>
              <a:t>&gt; </a:t>
            </a:r>
            <a:r>
              <a:rPr lang="en-US" sz="1600" dirty="0" err="1">
                <a:solidFill>
                  <a:schemeClr val="tx1">
                    <a:lumMod val="85000"/>
                    <a:lumOff val="15000"/>
                  </a:schemeClr>
                </a:solidFill>
              </a:rPr>
              <a:t>az</a:t>
            </a:r>
            <a:r>
              <a:rPr lang="en-US" sz="1600" dirty="0">
                <a:solidFill>
                  <a:schemeClr val="tx1">
                    <a:lumMod val="85000"/>
                    <a:lumOff val="15000"/>
                  </a:schemeClr>
                </a:solidFill>
              </a:rPr>
              <a:t> account set -s &lt;</a:t>
            </a:r>
            <a:r>
              <a:rPr lang="en-US" sz="1600" dirty="0" err="1">
                <a:solidFill>
                  <a:schemeClr val="tx1">
                    <a:lumMod val="85000"/>
                    <a:lumOff val="15000"/>
                  </a:schemeClr>
                </a:solidFill>
              </a:rPr>
              <a:t>subsription_name_or_id</a:t>
            </a:r>
            <a:r>
              <a:rPr lang="en-US" sz="1600" dirty="0">
                <a:solidFill>
                  <a:schemeClr val="tx1">
                    <a:lumMod val="85000"/>
                    <a:lumOff val="15000"/>
                  </a:schemeClr>
                </a:solidFill>
              </a:rPr>
              <a:t>&gt;</a:t>
            </a:r>
            <a:endParaRPr lang="en-US" sz="1600" b="0" i="0" dirty="0">
              <a:solidFill>
                <a:schemeClr val="tx1">
                  <a:lumMod val="85000"/>
                  <a:lumOff val="15000"/>
                </a:schemeClr>
              </a:solidFill>
              <a:effectLst/>
            </a:endParaRPr>
          </a:p>
        </p:txBody>
      </p:sp>
      <p:sp>
        <p:nvSpPr>
          <p:cNvPr id="8" name="TextBox 7">
            <a:extLst>
              <a:ext uri="{FF2B5EF4-FFF2-40B4-BE49-F238E27FC236}">
                <a16:creationId xmlns:a16="http://schemas.microsoft.com/office/drawing/2014/main" id="{5BB53052-E4E4-475F-AF44-5EEF795F38FB}"/>
              </a:ext>
            </a:extLst>
          </p:cNvPr>
          <p:cNvSpPr txBox="1"/>
          <p:nvPr/>
        </p:nvSpPr>
        <p:spPr>
          <a:xfrm>
            <a:off x="632177" y="3073831"/>
            <a:ext cx="6245700" cy="830997"/>
          </a:xfrm>
          <a:prstGeom prst="rect">
            <a:avLst/>
          </a:prstGeom>
          <a:solidFill>
            <a:schemeClr val="bg1">
              <a:lumMod val="95000"/>
            </a:schemeClr>
          </a:solidFill>
        </p:spPr>
        <p:txBody>
          <a:bodyPr wrap="square">
            <a:spAutoFit/>
          </a:bodyPr>
          <a:lstStyle/>
          <a:p>
            <a:r>
              <a:rPr lang="en-IN" sz="1600" b="0" i="0" dirty="0">
                <a:solidFill>
                  <a:srgbClr val="292929"/>
                </a:solidFill>
                <a:effectLst/>
              </a:rPr>
              <a:t>&gt; </a:t>
            </a:r>
            <a:r>
              <a:rPr lang="en-IN" sz="1600" b="0" i="0" dirty="0" err="1">
                <a:solidFill>
                  <a:srgbClr val="292929"/>
                </a:solidFill>
                <a:effectLst/>
              </a:rPr>
              <a:t>kubectl</a:t>
            </a:r>
            <a:r>
              <a:rPr lang="en-IN" sz="1600" b="0" i="0" dirty="0">
                <a:solidFill>
                  <a:srgbClr val="292929"/>
                </a:solidFill>
                <a:effectLst/>
              </a:rPr>
              <a:t> create secret docker-registry &lt;secret-name&gt;</a:t>
            </a:r>
            <a:r>
              <a:rPr lang="en-IN" sz="1600" dirty="0">
                <a:solidFill>
                  <a:srgbClr val="292929"/>
                </a:solidFill>
              </a:rPr>
              <a:t> </a:t>
            </a:r>
            <a:r>
              <a:rPr lang="en-IN" sz="1600" b="0" i="0" dirty="0">
                <a:solidFill>
                  <a:srgbClr val="292929"/>
                </a:solidFill>
                <a:effectLst/>
              </a:rPr>
              <a:t>--docker-server=&lt;container-registry-name&gt;.azurecr.io --docker-username=&lt;</a:t>
            </a:r>
            <a:r>
              <a:rPr lang="en-IN" sz="1600" b="0" i="0" dirty="0" err="1">
                <a:solidFill>
                  <a:srgbClr val="292929"/>
                </a:solidFill>
                <a:effectLst/>
              </a:rPr>
              <a:t>acr</a:t>
            </a:r>
            <a:r>
              <a:rPr lang="en-IN" sz="1600" b="0" i="0" dirty="0">
                <a:solidFill>
                  <a:srgbClr val="292929"/>
                </a:solidFill>
                <a:effectLst/>
              </a:rPr>
              <a:t>-username&gt;</a:t>
            </a:r>
            <a:r>
              <a:rPr lang="en-IN" sz="1600" dirty="0">
                <a:solidFill>
                  <a:srgbClr val="292929"/>
                </a:solidFill>
              </a:rPr>
              <a:t> </a:t>
            </a:r>
            <a:r>
              <a:rPr lang="en-IN" sz="1600" b="0" i="0" dirty="0">
                <a:solidFill>
                  <a:srgbClr val="292929"/>
                </a:solidFill>
                <a:effectLst/>
              </a:rPr>
              <a:t>--docker-password=&lt;</a:t>
            </a:r>
            <a:r>
              <a:rPr lang="en-IN" sz="1600" b="0" i="0" dirty="0" err="1">
                <a:solidFill>
                  <a:srgbClr val="292929"/>
                </a:solidFill>
                <a:effectLst/>
              </a:rPr>
              <a:t>acr</a:t>
            </a:r>
            <a:r>
              <a:rPr lang="en-IN" sz="1600" b="0" i="0" dirty="0">
                <a:solidFill>
                  <a:srgbClr val="292929"/>
                </a:solidFill>
                <a:effectLst/>
              </a:rPr>
              <a:t>-password&gt;</a:t>
            </a:r>
            <a:endParaRPr lang="en-IN" sz="1600" dirty="0"/>
          </a:p>
        </p:txBody>
      </p:sp>
      <p:pic>
        <p:nvPicPr>
          <p:cNvPr id="3" name="Picture 2">
            <a:extLst>
              <a:ext uri="{FF2B5EF4-FFF2-40B4-BE49-F238E27FC236}">
                <a16:creationId xmlns:a16="http://schemas.microsoft.com/office/drawing/2014/main" id="{ED5501D8-2AE9-487D-98CE-D37E68516052}"/>
              </a:ext>
            </a:extLst>
          </p:cNvPr>
          <p:cNvPicPr>
            <a:picLocks noChangeAspect="1"/>
          </p:cNvPicPr>
          <p:nvPr/>
        </p:nvPicPr>
        <p:blipFill rotWithShape="1">
          <a:blip r:embed="rId3"/>
          <a:srcRect r="10581"/>
          <a:stretch/>
        </p:blipFill>
        <p:spPr>
          <a:xfrm>
            <a:off x="6949437" y="1343475"/>
            <a:ext cx="5231960" cy="4932540"/>
          </a:xfrm>
          <a:prstGeom prst="rect">
            <a:avLst/>
          </a:prstGeom>
        </p:spPr>
      </p:pic>
      <p:sp>
        <p:nvSpPr>
          <p:cNvPr id="7" name="TextBox 6">
            <a:extLst>
              <a:ext uri="{FF2B5EF4-FFF2-40B4-BE49-F238E27FC236}">
                <a16:creationId xmlns:a16="http://schemas.microsoft.com/office/drawing/2014/main" id="{FDEAC7D8-8508-400B-94C9-7EB8B36C054E}"/>
              </a:ext>
            </a:extLst>
          </p:cNvPr>
          <p:cNvSpPr txBox="1"/>
          <p:nvPr/>
        </p:nvSpPr>
        <p:spPr>
          <a:xfrm>
            <a:off x="632177" y="4069921"/>
            <a:ext cx="6159392" cy="338554"/>
          </a:xfrm>
          <a:prstGeom prst="rect">
            <a:avLst/>
          </a:prstGeom>
          <a:solidFill>
            <a:schemeClr val="bg1">
              <a:lumMod val="95000"/>
            </a:schemeClr>
          </a:solidFill>
        </p:spPr>
        <p:txBody>
          <a:bodyPr wrap="square">
            <a:spAutoFit/>
          </a:bodyPr>
          <a:lstStyle/>
          <a:p>
            <a:r>
              <a:rPr lang="en-US" sz="1600" dirty="0">
                <a:solidFill>
                  <a:schemeClr val="tx1">
                    <a:lumMod val="85000"/>
                    <a:lumOff val="15000"/>
                  </a:schemeClr>
                </a:solidFill>
              </a:rPr>
              <a:t>&gt; </a:t>
            </a:r>
            <a:r>
              <a:rPr lang="en-US" sz="1600" dirty="0" err="1">
                <a:solidFill>
                  <a:schemeClr val="tx1">
                    <a:lumMod val="85000"/>
                    <a:lumOff val="15000"/>
                  </a:schemeClr>
                </a:solidFill>
              </a:rPr>
              <a:t>kubectl</a:t>
            </a:r>
            <a:r>
              <a:rPr lang="en-US" sz="1600" dirty="0">
                <a:solidFill>
                  <a:schemeClr val="tx1">
                    <a:lumMod val="85000"/>
                    <a:lumOff val="15000"/>
                  </a:schemeClr>
                </a:solidFill>
              </a:rPr>
              <a:t> apply -f  ./</a:t>
            </a:r>
            <a:r>
              <a:rPr lang="en-US" sz="1600" dirty="0" err="1">
                <a:solidFill>
                  <a:schemeClr val="tx1">
                    <a:lumMod val="85000"/>
                    <a:lumOff val="15000"/>
                  </a:schemeClr>
                </a:solidFill>
              </a:rPr>
              <a:t>catalogservice</a:t>
            </a:r>
            <a:r>
              <a:rPr lang="en-US" sz="1600" dirty="0">
                <a:solidFill>
                  <a:schemeClr val="tx1">
                    <a:lumMod val="85000"/>
                    <a:lumOff val="15000"/>
                  </a:schemeClr>
                </a:solidFill>
              </a:rPr>
              <a:t> catalog-</a:t>
            </a:r>
            <a:r>
              <a:rPr lang="en-US" sz="1600" dirty="0" err="1">
                <a:solidFill>
                  <a:schemeClr val="tx1">
                    <a:lumMod val="85000"/>
                    <a:lumOff val="15000"/>
                  </a:schemeClr>
                </a:solidFill>
              </a:rPr>
              <a:t>deployment.yaml</a:t>
            </a:r>
            <a:endParaRPr lang="en-US" sz="1600" b="0" i="0" dirty="0">
              <a:solidFill>
                <a:schemeClr val="tx1">
                  <a:lumMod val="85000"/>
                  <a:lumOff val="15000"/>
                </a:schemeClr>
              </a:solidFill>
              <a:effectLst/>
            </a:endParaRPr>
          </a:p>
        </p:txBody>
      </p:sp>
      <p:pic>
        <p:nvPicPr>
          <p:cNvPr id="5" name="Picture 4">
            <a:extLst>
              <a:ext uri="{FF2B5EF4-FFF2-40B4-BE49-F238E27FC236}">
                <a16:creationId xmlns:a16="http://schemas.microsoft.com/office/drawing/2014/main" id="{647E54C4-A5DF-4171-A12E-F4FAC4109FE4}"/>
              </a:ext>
            </a:extLst>
          </p:cNvPr>
          <p:cNvPicPr>
            <a:picLocks noChangeAspect="1"/>
          </p:cNvPicPr>
          <p:nvPr/>
        </p:nvPicPr>
        <p:blipFill>
          <a:blip r:embed="rId4"/>
          <a:stretch>
            <a:fillRect/>
          </a:stretch>
        </p:blipFill>
        <p:spPr>
          <a:xfrm>
            <a:off x="405755" y="4512013"/>
            <a:ext cx="7284808" cy="2329028"/>
          </a:xfrm>
          <a:prstGeom prst="rect">
            <a:avLst/>
          </a:prstGeom>
        </p:spPr>
      </p:pic>
      <p:sp>
        <p:nvSpPr>
          <p:cNvPr id="9" name="TextBox 8">
            <a:extLst>
              <a:ext uri="{FF2B5EF4-FFF2-40B4-BE49-F238E27FC236}">
                <a16:creationId xmlns:a16="http://schemas.microsoft.com/office/drawing/2014/main" id="{6B5BED95-5B21-4AB3-888E-BCF6D2F2974D}"/>
              </a:ext>
            </a:extLst>
          </p:cNvPr>
          <p:cNvSpPr txBox="1"/>
          <p:nvPr/>
        </p:nvSpPr>
        <p:spPr>
          <a:xfrm>
            <a:off x="632178" y="2086264"/>
            <a:ext cx="6245699" cy="861774"/>
          </a:xfrm>
          <a:prstGeom prst="rect">
            <a:avLst/>
          </a:prstGeom>
          <a:solidFill>
            <a:schemeClr val="bg1">
              <a:lumMod val="95000"/>
            </a:schemeClr>
          </a:solidFill>
          <a:ln>
            <a:solidFill>
              <a:schemeClr val="bg1">
                <a:lumMod val="95000"/>
              </a:schemeClr>
            </a:solidFill>
          </a:ln>
        </p:spPr>
        <p:txBody>
          <a:bodyPr wrap="square">
            <a:spAutoFit/>
          </a:bodyPr>
          <a:lstStyle/>
          <a:p>
            <a:r>
              <a:rPr lang="en-US" sz="1600" dirty="0"/>
              <a:t>&gt;docker build -t catalog:v1 . -f ./</a:t>
            </a:r>
            <a:r>
              <a:rPr lang="en-US" sz="1600" dirty="0" err="1"/>
              <a:t>CatalogService</a:t>
            </a:r>
            <a:r>
              <a:rPr lang="en-US" sz="1600" dirty="0"/>
              <a:t>/</a:t>
            </a:r>
            <a:r>
              <a:rPr lang="en-US" sz="1600" dirty="0" err="1"/>
              <a:t>Dockerfile</a:t>
            </a:r>
            <a:endParaRPr lang="en-US" sz="1600" dirty="0"/>
          </a:p>
          <a:p>
            <a:r>
              <a:rPr lang="en-US" sz="1600" dirty="0"/>
              <a:t>&gt;docker tag catalog:v1 dntrepo.azurecr.io/catalogservice:v1</a:t>
            </a:r>
          </a:p>
          <a:p>
            <a:r>
              <a:rPr lang="en-US" sz="1600" dirty="0"/>
              <a:t>&gt;docker push dntrepo.azurecr.io/catalogservice:v1</a:t>
            </a:r>
          </a:p>
        </p:txBody>
      </p:sp>
    </p:spTree>
    <p:extLst>
      <p:ext uri="{BB962C8B-B14F-4D97-AF65-F5344CB8AC3E}">
        <p14:creationId xmlns:p14="http://schemas.microsoft.com/office/powerpoint/2010/main" val="352801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nSpc>
                <a:spcPct val="100000"/>
              </a:lnSpc>
            </a:pPr>
            <a:r>
              <a:rPr lang="en-US" sz="2800" b="1" dirty="0"/>
              <a:t>Step1:</a:t>
            </a:r>
            <a:r>
              <a:rPr lang="en-US" sz="2800" dirty="0"/>
              <a:t> Create Application Using ASP.NET Core.</a:t>
            </a:r>
          </a:p>
          <a:p>
            <a:pPr>
              <a:lnSpc>
                <a:spcPct val="100000"/>
              </a:lnSpc>
            </a:pPr>
            <a:r>
              <a:rPr lang="en-US" sz="2800" b="1" dirty="0"/>
              <a:t>Step2:</a:t>
            </a:r>
            <a:r>
              <a:rPr lang="en-US" sz="2800" dirty="0"/>
              <a:t> Add Docker Support using Visual Studio.</a:t>
            </a:r>
          </a:p>
          <a:p>
            <a:pPr>
              <a:lnSpc>
                <a:spcPct val="100000"/>
              </a:lnSpc>
            </a:pPr>
            <a:r>
              <a:rPr lang="en-US" sz="2800" b="1" dirty="0"/>
              <a:t>Step3: </a:t>
            </a:r>
            <a:r>
              <a:rPr lang="en-US" sz="2800" dirty="0"/>
              <a:t>Create ACR and Push Docker Images to ACR using VS.</a:t>
            </a:r>
          </a:p>
          <a:p>
            <a:pPr>
              <a:lnSpc>
                <a:spcPct val="100000"/>
              </a:lnSpc>
            </a:pPr>
            <a:r>
              <a:rPr lang="en-US" sz="2800" b="1" dirty="0"/>
              <a:t>Step4: </a:t>
            </a:r>
            <a:r>
              <a:rPr lang="en-US" sz="2800" dirty="0"/>
              <a:t>Create AKS Cluster and Configure it to Access Locally.</a:t>
            </a:r>
          </a:p>
          <a:p>
            <a:pPr>
              <a:lnSpc>
                <a:spcPct val="100000"/>
              </a:lnSpc>
            </a:pPr>
            <a:r>
              <a:rPr lang="en-US" sz="2800" b="1" dirty="0"/>
              <a:t>Step5: </a:t>
            </a:r>
            <a:r>
              <a:rPr lang="en-US" sz="2800" dirty="0"/>
              <a:t>Create Kubernetes Deployment Files.</a:t>
            </a:r>
          </a:p>
          <a:p>
            <a:pPr>
              <a:lnSpc>
                <a:spcPct val="100000"/>
              </a:lnSpc>
            </a:pPr>
            <a:r>
              <a:rPr lang="en-US" sz="2800" b="1" dirty="0"/>
              <a:t>Step6: </a:t>
            </a:r>
            <a:r>
              <a:rPr lang="en-US" sz="2800" dirty="0"/>
              <a:t>Deploy Application to AKS using CLI.</a:t>
            </a:r>
          </a:p>
          <a:p>
            <a:pPr>
              <a:lnSpc>
                <a:spcPct val="100000"/>
              </a:lnSpc>
            </a:pPr>
            <a:r>
              <a:rPr lang="en-US" sz="2800" b="1" dirty="0"/>
              <a:t>Step7: </a:t>
            </a:r>
            <a:r>
              <a:rPr lang="en-US" sz="2800" dirty="0"/>
              <a:t>Verify and Test Your Deployments.</a:t>
            </a:r>
          </a:p>
        </p:txBody>
      </p:sp>
      <p:sp>
        <p:nvSpPr>
          <p:cNvPr id="3" name="Content Placeholder 2"/>
          <p:cNvSpPr>
            <a:spLocks noGrp="1"/>
          </p:cNvSpPr>
          <p:nvPr>
            <p:ph sz="half" idx="10"/>
          </p:nvPr>
        </p:nvSpPr>
        <p:spPr/>
        <p:txBody>
          <a:bodyPr/>
          <a:lstStyle/>
          <a:p>
            <a:r>
              <a:rPr lang="en-US" dirty="0"/>
              <a:t>Steps For Deployment</a:t>
            </a:r>
          </a:p>
        </p:txBody>
      </p:sp>
    </p:spTree>
    <p:extLst>
      <p:ext uri="{BB962C8B-B14F-4D97-AF65-F5344CB8AC3E}">
        <p14:creationId xmlns:p14="http://schemas.microsoft.com/office/powerpoint/2010/main" val="2944079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4C8B4C-B21B-43A1-BF5D-27AC101AC8E0}"/>
              </a:ext>
            </a:extLst>
          </p:cNvPr>
          <p:cNvSpPr>
            <a:spLocks noGrp="1"/>
          </p:cNvSpPr>
          <p:nvPr>
            <p:ph sz="half" idx="10"/>
          </p:nvPr>
        </p:nvSpPr>
        <p:spPr>
          <a:prstGeom prst="rect">
            <a:avLst/>
          </a:prstGeom>
        </p:spPr>
        <p:txBody>
          <a:bodyPr>
            <a:normAutofit fontScale="85000" lnSpcReduction="20000"/>
          </a:bodyPr>
          <a:lstStyle/>
          <a:p>
            <a:r>
              <a:rPr lang="en-IN" sz="4400" dirty="0"/>
              <a:t>CI/CD Pipeline Using Azure DevOps and AKS</a:t>
            </a:r>
          </a:p>
        </p:txBody>
      </p:sp>
      <p:pic>
        <p:nvPicPr>
          <p:cNvPr id="5" name="Content Placeholder 4">
            <a:extLst>
              <a:ext uri="{FF2B5EF4-FFF2-40B4-BE49-F238E27FC236}">
                <a16:creationId xmlns:a16="http://schemas.microsoft.com/office/drawing/2014/main" id="{0A7D2D3C-DACC-4C6C-93F1-55B7FC7632F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493713" y="1987198"/>
            <a:ext cx="11122025" cy="3439229"/>
          </a:xfrm>
        </p:spPr>
      </p:pic>
    </p:spTree>
    <p:extLst>
      <p:ext uri="{BB962C8B-B14F-4D97-AF65-F5344CB8AC3E}">
        <p14:creationId xmlns:p14="http://schemas.microsoft.com/office/powerpoint/2010/main" val="339925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0C6E90-D250-C998-9217-A11EF6CF1614}"/>
              </a:ext>
            </a:extLst>
          </p:cNvPr>
          <p:cNvPicPr>
            <a:picLocks noChangeAspect="1"/>
          </p:cNvPicPr>
          <p:nvPr/>
        </p:nvPicPr>
        <p:blipFill>
          <a:blip r:embed="rId2"/>
          <a:stretch>
            <a:fillRect/>
          </a:stretch>
        </p:blipFill>
        <p:spPr>
          <a:xfrm>
            <a:off x="493295" y="1484410"/>
            <a:ext cx="3685745" cy="4679066"/>
          </a:xfrm>
          <a:prstGeom prst="rect">
            <a:avLst/>
          </a:prstGeom>
        </p:spPr>
      </p:pic>
      <p:sp>
        <p:nvSpPr>
          <p:cNvPr id="3" name="Content Placeholder 2">
            <a:extLst>
              <a:ext uri="{FF2B5EF4-FFF2-40B4-BE49-F238E27FC236}">
                <a16:creationId xmlns:a16="http://schemas.microsoft.com/office/drawing/2014/main" id="{6C3EE13D-5350-4EA7-AE88-88F54B2E053B}"/>
              </a:ext>
            </a:extLst>
          </p:cNvPr>
          <p:cNvSpPr>
            <a:spLocks noGrp="1"/>
          </p:cNvSpPr>
          <p:nvPr>
            <p:ph sz="half" idx="10"/>
          </p:nvPr>
        </p:nvSpPr>
        <p:spPr/>
        <p:txBody>
          <a:bodyPr/>
          <a:lstStyle/>
          <a:p>
            <a:r>
              <a:rPr lang="en-US" dirty="0"/>
              <a:t>Building Image and Publish to ACR</a:t>
            </a:r>
          </a:p>
        </p:txBody>
      </p:sp>
      <p:pic>
        <p:nvPicPr>
          <p:cNvPr id="5" name="Content Placeholder 4">
            <a:extLst>
              <a:ext uri="{FF2B5EF4-FFF2-40B4-BE49-F238E27FC236}">
                <a16:creationId xmlns:a16="http://schemas.microsoft.com/office/drawing/2014/main" id="{2332060D-B495-4C51-B47C-22D49A094591}"/>
              </a:ext>
            </a:extLst>
          </p:cNvPr>
          <p:cNvPicPr>
            <a:picLocks noGrp="1" noChangeAspect="1"/>
          </p:cNvPicPr>
          <p:nvPr>
            <p:ph sz="half" idx="1"/>
          </p:nvPr>
        </p:nvPicPr>
        <p:blipFill>
          <a:blip r:embed="rId3"/>
          <a:stretch>
            <a:fillRect/>
          </a:stretch>
        </p:blipFill>
        <p:spPr>
          <a:xfrm>
            <a:off x="2692022" y="1268413"/>
            <a:ext cx="6725406" cy="4876800"/>
          </a:xfrm>
        </p:spPr>
      </p:pic>
      <p:pic>
        <p:nvPicPr>
          <p:cNvPr id="8" name="Picture 7">
            <a:extLst>
              <a:ext uri="{FF2B5EF4-FFF2-40B4-BE49-F238E27FC236}">
                <a16:creationId xmlns:a16="http://schemas.microsoft.com/office/drawing/2014/main" id="{47F19BEE-E521-B5ED-387F-4D853DB03597}"/>
              </a:ext>
            </a:extLst>
          </p:cNvPr>
          <p:cNvPicPr>
            <a:picLocks noChangeAspect="1"/>
          </p:cNvPicPr>
          <p:nvPr/>
        </p:nvPicPr>
        <p:blipFill rotWithShape="1">
          <a:blip r:embed="rId4"/>
          <a:srcRect l="67362" t="76669" b="11331"/>
          <a:stretch/>
        </p:blipFill>
        <p:spPr>
          <a:xfrm>
            <a:off x="6734755" y="3154680"/>
            <a:ext cx="2480670" cy="548640"/>
          </a:xfrm>
          <a:prstGeom prst="rect">
            <a:avLst/>
          </a:prstGeom>
        </p:spPr>
      </p:pic>
    </p:spTree>
    <p:extLst>
      <p:ext uri="{BB962C8B-B14F-4D97-AF65-F5344CB8AC3E}">
        <p14:creationId xmlns:p14="http://schemas.microsoft.com/office/powerpoint/2010/main" val="2688506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05F801D-0985-F9D5-C35F-7538686B30F0}"/>
              </a:ext>
            </a:extLst>
          </p:cNvPr>
          <p:cNvSpPr txBox="1"/>
          <p:nvPr/>
        </p:nvSpPr>
        <p:spPr>
          <a:xfrm>
            <a:off x="2561529" y="1071801"/>
            <a:ext cx="6002217" cy="5786199"/>
          </a:xfrm>
          <a:prstGeom prst="rect">
            <a:avLst/>
          </a:prstGeom>
          <a:solidFill>
            <a:schemeClr val="bg1">
              <a:lumMod val="95000"/>
            </a:schemeClr>
          </a:solidFill>
          <a:ln>
            <a:solidFill>
              <a:schemeClr val="bg1">
                <a:lumMod val="85000"/>
              </a:schemeClr>
            </a:solidFill>
          </a:ln>
        </p:spPr>
        <p:txBody>
          <a:bodyPr wrap="square">
            <a:spAutoFit/>
          </a:bodyPr>
          <a:lstStyle/>
          <a:p>
            <a:r>
              <a:rPr lang="en-US" sz="1000" b="0" dirty="0">
                <a:solidFill>
                  <a:srgbClr val="008080"/>
                </a:solidFill>
                <a:effectLst/>
                <a:latin typeface="Consolas" panose="020B0609020204030204" pitchFamily="49" charset="0"/>
              </a:rPr>
              <a:t>trigger</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master</a:t>
            </a:r>
            <a:br>
              <a:rPr lang="en-US" sz="1000" b="0" dirty="0">
                <a:solidFill>
                  <a:srgbClr val="000000"/>
                </a:solidFill>
                <a:effectLst/>
                <a:latin typeface="Consolas" panose="020B0609020204030204" pitchFamily="49" charset="0"/>
              </a:rPr>
            </a:br>
            <a:r>
              <a:rPr lang="en-US" sz="1000" b="0" dirty="0">
                <a:solidFill>
                  <a:srgbClr val="008080"/>
                </a:solidFill>
                <a:effectLst/>
                <a:latin typeface="Consolas" panose="020B0609020204030204" pitchFamily="49" charset="0"/>
              </a:rPr>
              <a:t>resources</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repo</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self</a:t>
            </a:r>
            <a:br>
              <a:rPr lang="en-US" sz="1000" b="0" dirty="0">
                <a:solidFill>
                  <a:srgbClr val="000000"/>
                </a:solidFill>
                <a:effectLst/>
                <a:latin typeface="Consolas" panose="020B0609020204030204" pitchFamily="49" charset="0"/>
              </a:rPr>
            </a:br>
            <a:r>
              <a:rPr lang="en-US" sz="1000" b="0" dirty="0">
                <a:solidFill>
                  <a:srgbClr val="008080"/>
                </a:solidFill>
                <a:effectLst/>
                <a:latin typeface="Consolas" panose="020B0609020204030204" pitchFamily="49" charset="0"/>
              </a:rPr>
              <a:t>variables</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a:solidFill>
                  <a:srgbClr val="007200"/>
                </a:solidFill>
                <a:effectLst/>
                <a:latin typeface="Consolas" panose="020B0609020204030204" pitchFamily="49" charset="0"/>
              </a:rPr>
              <a:t># Container registry service connection established during pipeline creation</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dockerRegistryServiceConnection</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'253899a3-f9ae-4b6f-91ab-7cefbf4cd834'</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imageRepository</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aspnetappks</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containerRegistry</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'shtk8s.azurecr.io'</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dockerfilePath</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Build.SourcesDirectory</a:t>
            </a:r>
            <a:r>
              <a:rPr lang="en-US" sz="1000" b="0" dirty="0">
                <a:solidFill>
                  <a:srgbClr val="0451A5"/>
                </a:solidFill>
                <a:effectLst/>
                <a:latin typeface="Consolas" panose="020B0609020204030204" pitchFamily="49" charset="0"/>
              </a:rPr>
              <a:t>)/ASPNetAppK8S/</a:t>
            </a:r>
            <a:r>
              <a:rPr lang="en-US" sz="1000" b="0" dirty="0" err="1">
                <a:solidFill>
                  <a:srgbClr val="0451A5"/>
                </a:solidFill>
                <a:effectLst/>
                <a:latin typeface="Consolas" panose="020B0609020204030204" pitchFamily="49" charset="0"/>
              </a:rPr>
              <a:t>Dockerfile</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tag</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Build.BuildId</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br>
              <a:rPr lang="en-US" sz="1000" b="0" dirty="0">
                <a:solidFill>
                  <a:srgbClr val="000000"/>
                </a:solidFill>
                <a:effectLst/>
                <a:latin typeface="Consolas" panose="020B0609020204030204" pitchFamily="49" charset="0"/>
              </a:rPr>
            </a:br>
            <a:r>
              <a:rPr lang="en-US" sz="1000" b="0" dirty="0">
                <a:solidFill>
                  <a:srgbClr val="000000"/>
                </a:solidFill>
                <a:effectLst/>
                <a:latin typeface="Consolas" panose="020B0609020204030204" pitchFamily="49" charset="0"/>
              </a:rPr>
              <a:t>  </a:t>
            </a:r>
            <a:r>
              <a:rPr lang="en-US" sz="1000" b="0" dirty="0">
                <a:solidFill>
                  <a:srgbClr val="007200"/>
                </a:solidFill>
                <a:effectLst/>
                <a:latin typeface="Consolas" panose="020B0609020204030204" pitchFamily="49" charset="0"/>
              </a:rPr>
              <a:t># Agent VM image name</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vmImageName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'ubuntu-latest'</a:t>
            </a:r>
            <a:br>
              <a:rPr lang="en-US" sz="1000" b="0" dirty="0">
                <a:solidFill>
                  <a:srgbClr val="000000"/>
                </a:solidFill>
                <a:effectLst/>
                <a:latin typeface="Consolas" panose="020B0609020204030204" pitchFamily="49" charset="0"/>
              </a:rPr>
            </a:br>
            <a:r>
              <a:rPr lang="en-US" sz="1000" b="0" dirty="0">
                <a:solidFill>
                  <a:srgbClr val="008080"/>
                </a:solidFill>
                <a:effectLst/>
                <a:latin typeface="Consolas" panose="020B0609020204030204" pitchFamily="49" charset="0"/>
              </a:rPr>
              <a:t>stages</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stage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Build</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displayName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Build and push stage</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jobs</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 </a:t>
            </a:r>
            <a:r>
              <a:rPr lang="en-US" sz="1000" b="0" dirty="0">
                <a:solidFill>
                  <a:srgbClr val="008080"/>
                </a:solidFill>
                <a:effectLst/>
                <a:latin typeface="Consolas" panose="020B0609020204030204" pitchFamily="49" charset="0"/>
              </a:rPr>
              <a:t>job</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Build</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displayName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Build</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pool</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vmImage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vmImageName</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steps</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 </a:t>
            </a:r>
            <a:r>
              <a:rPr lang="en-US" sz="1000" b="0" dirty="0">
                <a:solidFill>
                  <a:srgbClr val="008080"/>
                </a:solidFill>
                <a:effectLst/>
                <a:latin typeface="Consolas" panose="020B0609020204030204" pitchFamily="49" charset="0"/>
              </a:rPr>
              <a:t>task</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Docker@2</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displayName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Build and push an image to container registry</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inputs</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command</a:t>
            </a:r>
            <a:r>
              <a:rPr lang="en-US" sz="1000" b="0" dirty="0">
                <a:solidFill>
                  <a:srgbClr val="000000"/>
                </a:solidFill>
                <a:effectLst/>
                <a:latin typeface="Consolas" panose="020B0609020204030204" pitchFamily="49" charset="0"/>
              </a:rPr>
              <a:t>: </a:t>
            </a:r>
            <a:r>
              <a:rPr lang="en-US" sz="1000" b="0" dirty="0" err="1">
                <a:solidFill>
                  <a:srgbClr val="0451A5"/>
                </a:solidFill>
                <a:effectLst/>
                <a:latin typeface="Consolas" panose="020B0609020204030204" pitchFamily="49" charset="0"/>
              </a:rPr>
              <a:t>buildAndPush</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repository</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imageRepository</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dockerfile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dockerfilePath</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containerRegistry</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dockerRegistryServiceConnection</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tags</a:t>
            </a:r>
            <a:r>
              <a:rPr lang="en-US" sz="1000" b="0" dirty="0">
                <a:solidFill>
                  <a:srgbClr val="000000"/>
                </a:solidFill>
                <a:effectLst/>
                <a:latin typeface="Consolas" panose="020B0609020204030204" pitchFamily="49" charset="0"/>
              </a:rPr>
              <a:t>: |</a:t>
            </a:r>
          </a:p>
          <a:p>
            <a:r>
              <a:rPr lang="en-US" sz="1000" b="0" dirty="0">
                <a:solidFill>
                  <a:srgbClr val="0451A5"/>
                </a:solidFill>
                <a:effectLst/>
                <a:latin typeface="Consolas" panose="020B0609020204030204" pitchFamily="49" charset="0"/>
              </a:rPr>
              <a:t>          $(tag)</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 </a:t>
            </a:r>
            <a:r>
              <a:rPr lang="en-US" sz="1000" b="0" dirty="0">
                <a:solidFill>
                  <a:srgbClr val="008080"/>
                </a:solidFill>
                <a:effectLst/>
                <a:latin typeface="Consolas" panose="020B0609020204030204" pitchFamily="49" charset="0"/>
              </a:rPr>
              <a:t>task</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PublishBuildArtifacts@1</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a:solidFill>
                  <a:srgbClr val="008080"/>
                </a:solidFill>
                <a:effectLst/>
                <a:latin typeface="Consolas" panose="020B0609020204030204" pitchFamily="49" charset="0"/>
              </a:rPr>
              <a:t>inputs</a:t>
            </a:r>
            <a:r>
              <a:rPr lang="en-US" sz="1000" b="0" dirty="0">
                <a:solidFill>
                  <a:srgbClr val="000000"/>
                </a:solidFill>
                <a:effectLst/>
                <a:latin typeface="Consolas" panose="020B0609020204030204" pitchFamily="49" charset="0"/>
              </a:rPr>
              <a:t>:</a:t>
            </a: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PathtoPublish</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a:t>
            </a:r>
            <a:r>
              <a:rPr lang="en-US" sz="1000" b="0" dirty="0" err="1">
                <a:solidFill>
                  <a:srgbClr val="0451A5"/>
                </a:solidFill>
                <a:effectLst/>
                <a:latin typeface="Consolas" panose="020B0609020204030204" pitchFamily="49" charset="0"/>
              </a:rPr>
              <a:t>aks-deployment.yaml</a:t>
            </a:r>
            <a:r>
              <a:rPr lang="en-US" sz="1000" b="0" dirty="0">
                <a:solidFill>
                  <a:srgbClr val="0451A5"/>
                </a:solidFill>
                <a:effectLst/>
                <a:latin typeface="Consolas" panose="020B0609020204030204" pitchFamily="49" charset="0"/>
              </a:rPr>
              <a:t>'</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ArtifactName</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'drop'</a:t>
            </a:r>
            <a:endParaRPr lang="en-US" sz="1000" b="0" dirty="0">
              <a:solidFill>
                <a:srgbClr val="000000"/>
              </a:solidFill>
              <a:effectLst/>
              <a:latin typeface="Consolas" panose="020B0609020204030204" pitchFamily="49" charset="0"/>
            </a:endParaRPr>
          </a:p>
          <a:p>
            <a:r>
              <a:rPr lang="en-US" sz="1000" b="0" dirty="0">
                <a:solidFill>
                  <a:srgbClr val="000000"/>
                </a:solidFill>
                <a:effectLst/>
                <a:latin typeface="Consolas" panose="020B0609020204030204" pitchFamily="49" charset="0"/>
              </a:rPr>
              <a:t>        </a:t>
            </a:r>
            <a:r>
              <a:rPr lang="en-US" sz="1000" b="0" dirty="0" err="1">
                <a:solidFill>
                  <a:srgbClr val="008080"/>
                </a:solidFill>
                <a:effectLst/>
                <a:latin typeface="Consolas" panose="020B0609020204030204" pitchFamily="49" charset="0"/>
              </a:rPr>
              <a:t>publishLocation</a:t>
            </a:r>
            <a:r>
              <a:rPr lang="en-US" sz="1000" b="0" dirty="0">
                <a:solidFill>
                  <a:srgbClr val="000000"/>
                </a:solidFill>
                <a:effectLst/>
                <a:latin typeface="Consolas" panose="020B0609020204030204" pitchFamily="49" charset="0"/>
              </a:rPr>
              <a:t>: </a:t>
            </a:r>
            <a:r>
              <a:rPr lang="en-US" sz="1000" b="0" dirty="0">
                <a:solidFill>
                  <a:srgbClr val="0451A5"/>
                </a:solidFill>
                <a:effectLst/>
                <a:latin typeface="Consolas" panose="020B0609020204030204" pitchFamily="49" charset="0"/>
              </a:rPr>
              <a:t>'Container'</a:t>
            </a:r>
            <a:endParaRPr lang="en-US" sz="1000" b="0" dirty="0">
              <a:solidFill>
                <a:srgbClr val="000000"/>
              </a:solidFill>
              <a:effectLst/>
              <a:latin typeface="Consolas" panose="020B0609020204030204" pitchFamily="49" charset="0"/>
            </a:endParaRPr>
          </a:p>
        </p:txBody>
      </p:sp>
      <p:sp>
        <p:nvSpPr>
          <p:cNvPr id="2" name="Content Placeholder 1">
            <a:extLst>
              <a:ext uri="{FF2B5EF4-FFF2-40B4-BE49-F238E27FC236}">
                <a16:creationId xmlns:a16="http://schemas.microsoft.com/office/drawing/2014/main" id="{1ED15F33-D029-BCF3-077B-6B071B2D2D32}"/>
              </a:ext>
            </a:extLst>
          </p:cNvPr>
          <p:cNvSpPr>
            <a:spLocks noGrp="1"/>
          </p:cNvSpPr>
          <p:nvPr>
            <p:ph sz="half" idx="10"/>
          </p:nvPr>
        </p:nvSpPr>
        <p:spPr/>
        <p:txBody>
          <a:bodyPr/>
          <a:lstStyle/>
          <a:p>
            <a:r>
              <a:rPr lang="en-US" dirty="0"/>
              <a:t>Building Image and Publish to ACR</a:t>
            </a:r>
          </a:p>
        </p:txBody>
      </p:sp>
    </p:spTree>
    <p:extLst>
      <p:ext uri="{BB962C8B-B14F-4D97-AF65-F5344CB8AC3E}">
        <p14:creationId xmlns:p14="http://schemas.microsoft.com/office/powerpoint/2010/main" val="666309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EE13D-5350-4EA7-AE88-88F54B2E053B}"/>
              </a:ext>
            </a:extLst>
          </p:cNvPr>
          <p:cNvSpPr>
            <a:spLocks noGrp="1"/>
          </p:cNvSpPr>
          <p:nvPr>
            <p:ph sz="half" idx="10"/>
          </p:nvPr>
        </p:nvSpPr>
        <p:spPr/>
        <p:txBody>
          <a:bodyPr/>
          <a:lstStyle/>
          <a:p>
            <a:r>
              <a:rPr lang="en-US" dirty="0"/>
              <a:t>Release Pipeline: Publish to AKS</a:t>
            </a:r>
          </a:p>
        </p:txBody>
      </p:sp>
      <p:pic>
        <p:nvPicPr>
          <p:cNvPr id="10" name="Picture 9">
            <a:extLst>
              <a:ext uri="{FF2B5EF4-FFF2-40B4-BE49-F238E27FC236}">
                <a16:creationId xmlns:a16="http://schemas.microsoft.com/office/drawing/2014/main" id="{44A5A1A7-2DE4-E469-A7F5-7BF9B004650B}"/>
              </a:ext>
            </a:extLst>
          </p:cNvPr>
          <p:cNvPicPr>
            <a:picLocks noChangeAspect="1"/>
          </p:cNvPicPr>
          <p:nvPr/>
        </p:nvPicPr>
        <p:blipFill>
          <a:blip r:embed="rId2"/>
          <a:stretch>
            <a:fillRect/>
          </a:stretch>
        </p:blipFill>
        <p:spPr>
          <a:xfrm>
            <a:off x="493295" y="1262184"/>
            <a:ext cx="6119704" cy="4892431"/>
          </a:xfrm>
          <a:prstGeom prst="rect">
            <a:avLst/>
          </a:prstGeom>
        </p:spPr>
      </p:pic>
    </p:spTree>
    <p:extLst>
      <p:ext uri="{BB962C8B-B14F-4D97-AF65-F5344CB8AC3E}">
        <p14:creationId xmlns:p14="http://schemas.microsoft.com/office/powerpoint/2010/main" val="362660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4C8B4C-B21B-43A1-BF5D-27AC101AC8E0}"/>
              </a:ext>
            </a:extLst>
          </p:cNvPr>
          <p:cNvSpPr>
            <a:spLocks noGrp="1"/>
          </p:cNvSpPr>
          <p:nvPr>
            <p:ph sz="half" idx="10"/>
          </p:nvPr>
        </p:nvSpPr>
        <p:spPr>
          <a:prstGeom prst="rect">
            <a:avLst/>
          </a:prstGeom>
        </p:spPr>
        <p:txBody>
          <a:bodyPr>
            <a:normAutofit fontScale="85000" lnSpcReduction="20000"/>
          </a:bodyPr>
          <a:lstStyle/>
          <a:p>
            <a:r>
              <a:rPr lang="en-IN" sz="4400" dirty="0"/>
              <a:t>CI/CD Pipeline for Microservices</a:t>
            </a:r>
          </a:p>
        </p:txBody>
      </p:sp>
      <p:pic>
        <p:nvPicPr>
          <p:cNvPr id="7" name="Content Placeholder 6">
            <a:extLst>
              <a:ext uri="{FF2B5EF4-FFF2-40B4-BE49-F238E27FC236}">
                <a16:creationId xmlns:a16="http://schemas.microsoft.com/office/drawing/2014/main" id="{0849E1A2-6DFC-4E00-AADF-8E4896A2FF7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754872" y="1268413"/>
            <a:ext cx="6599706" cy="4876800"/>
          </a:xfrm>
        </p:spPr>
      </p:pic>
    </p:spTree>
    <p:extLst>
      <p:ext uri="{BB962C8B-B14F-4D97-AF65-F5344CB8AC3E}">
        <p14:creationId xmlns:p14="http://schemas.microsoft.com/office/powerpoint/2010/main" val="2825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948</TotalTime>
  <Words>1260</Words>
  <Application>Microsoft Office PowerPoint</Application>
  <PresentationFormat>Widescreen</PresentationFormat>
  <Paragraphs>130</Paragraphs>
  <Slides>13</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az_ea_font</vt:lpstr>
      <vt:lpstr>Calibri</vt:lpstr>
      <vt:lpstr>Calibri Light</vt:lpstr>
      <vt:lpstr>Consolas</vt:lpstr>
      <vt:lpstr>inherit</vt:lpstr>
      <vt:lpstr>Menlo</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1333</cp:revision>
  <dcterms:created xsi:type="dcterms:W3CDTF">2015-04-26T09:42:00Z</dcterms:created>
  <dcterms:modified xsi:type="dcterms:W3CDTF">2024-08-23T03:49:27Z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1033-11.2.0.9665</vt:lpwstr>
  </property>
</Properties>
</file>