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0" r:id="rId1"/>
  </p:sldMasterIdLst>
  <p:notesMasterIdLst>
    <p:notesMasterId r:id="rId11"/>
  </p:notesMasterIdLst>
  <p:handoutMasterIdLst>
    <p:handoutMasterId r:id="rId12"/>
  </p:handoutMasterIdLst>
  <p:sldIdLst>
    <p:sldId id="518" r:id="rId2"/>
    <p:sldId id="517" r:id="rId3"/>
    <p:sldId id="488" r:id="rId4"/>
    <p:sldId id="513" r:id="rId5"/>
    <p:sldId id="536" r:id="rId6"/>
    <p:sldId id="482" r:id="rId7"/>
    <p:sldId id="516" r:id="rId8"/>
    <p:sldId id="537" r:id="rId9"/>
    <p:sldId id="50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8F61"/>
    <a:srgbClr val="FFB061"/>
    <a:srgbClr val="146BD8"/>
    <a:srgbClr val="F4814E"/>
    <a:srgbClr val="FF9933"/>
    <a:srgbClr val="F2B044"/>
    <a:srgbClr val="BA8BDD"/>
    <a:srgbClr val="A365D1"/>
    <a:srgbClr val="FF9900"/>
    <a:srgbClr val="FFC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D82E19-1DA3-4575-ACD1-E67B31247C0D}" v="7" dt="2024-08-16T04:02:04.8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09" autoAdjust="0"/>
    <p:restoredTop sz="71889" autoAdjust="0"/>
  </p:normalViewPr>
  <p:slideViewPr>
    <p:cSldViewPr snapToGrid="0">
      <p:cViewPr varScale="1">
        <p:scale>
          <a:sx n="106" d="100"/>
          <a:sy n="106" d="100"/>
        </p:scale>
        <p:origin x="138" y="504"/>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E9467E90-B3B3-45D0-A34A-0A230DBFBA67}"/>
    <pc:docChg chg="modSld">
      <pc:chgData name="Shailendra Chauhan" userId="a7d3133f-e197-4b90-bf63-99a63a264234" providerId="ADAL" clId="{E9467E90-B3B3-45D0-A34A-0A230DBFBA67}" dt="2024-04-15T16:44:30.432" v="0" actId="6549"/>
      <pc:docMkLst>
        <pc:docMk/>
      </pc:docMkLst>
      <pc:sldChg chg="modSp mod">
        <pc:chgData name="Shailendra Chauhan" userId="a7d3133f-e197-4b90-bf63-99a63a264234" providerId="ADAL" clId="{E9467E90-B3B3-45D0-A34A-0A230DBFBA67}" dt="2024-04-15T16:44:30.432" v="0" actId="6549"/>
        <pc:sldMkLst>
          <pc:docMk/>
          <pc:sldMk cId="3222124153" sldId="518"/>
        </pc:sldMkLst>
        <pc:spChg chg="mod">
          <ac:chgData name="Shailendra Chauhan" userId="a7d3133f-e197-4b90-bf63-99a63a264234" providerId="ADAL" clId="{E9467E90-B3B3-45D0-A34A-0A230DBFBA67}" dt="2024-04-15T16:44:30.432" v="0" actId="6549"/>
          <ac:spMkLst>
            <pc:docMk/>
            <pc:sldMk cId="3222124153" sldId="518"/>
            <ac:spMk id="3" creationId="{A7F3A2F6-8702-1C76-7F91-3187EDE8142F}"/>
          </ac:spMkLst>
        </pc:spChg>
      </pc:sldChg>
    </pc:docChg>
  </pc:docChgLst>
  <pc:docChgLst>
    <pc:chgData name="Shailendra Chauhan" userId="a7d3133f-e197-4b90-bf63-99a63a264234" providerId="ADAL" clId="{36D82E19-1DA3-4575-ACD1-E67B31247C0D}"/>
    <pc:docChg chg="undo custSel addSld delSld modSld modMainMaster">
      <pc:chgData name="Shailendra Chauhan" userId="a7d3133f-e197-4b90-bf63-99a63a264234" providerId="ADAL" clId="{36D82E19-1DA3-4575-ACD1-E67B31247C0D}" dt="2024-08-23T03:55:22.429" v="114" actId="700"/>
      <pc:docMkLst>
        <pc:docMk/>
      </pc:docMkLst>
      <pc:sldChg chg="modSp mod setBg modClrScheme chgLayout">
        <pc:chgData name="Shailendra Chauhan" userId="a7d3133f-e197-4b90-bf63-99a63a264234" providerId="ADAL" clId="{36D82E19-1DA3-4575-ACD1-E67B31247C0D}" dt="2024-08-16T04:01:50.474" v="110" actId="700"/>
        <pc:sldMkLst>
          <pc:docMk/>
          <pc:sldMk cId="57505856" sldId="482"/>
        </pc:sldMkLst>
        <pc:spChg chg="mod ord">
          <ac:chgData name="Shailendra Chauhan" userId="a7d3133f-e197-4b90-bf63-99a63a264234" providerId="ADAL" clId="{36D82E19-1DA3-4575-ACD1-E67B31247C0D}" dt="2024-08-16T04:01:50.474" v="110" actId="700"/>
          <ac:spMkLst>
            <pc:docMk/>
            <pc:sldMk cId="57505856" sldId="482"/>
            <ac:spMk id="4" creationId="{00000000-0000-0000-0000-000000000000}"/>
          </ac:spMkLst>
        </pc:spChg>
        <pc:picChg chg="mod">
          <ac:chgData name="Shailendra Chauhan" userId="a7d3133f-e197-4b90-bf63-99a63a264234" providerId="ADAL" clId="{36D82E19-1DA3-4575-ACD1-E67B31247C0D}" dt="2024-08-16T04:01:45.012" v="109" actId="26606"/>
          <ac:picMkLst>
            <pc:docMk/>
            <pc:sldMk cId="57505856" sldId="482"/>
            <ac:picMk id="14" creationId="{06C26280-E67F-4CFA-B4D9-8C1A3EC37282}"/>
          </ac:picMkLst>
        </pc:picChg>
        <pc:picChg chg="mod">
          <ac:chgData name="Shailendra Chauhan" userId="a7d3133f-e197-4b90-bf63-99a63a264234" providerId="ADAL" clId="{36D82E19-1DA3-4575-ACD1-E67B31247C0D}" dt="2024-08-16T04:01:45.012" v="109" actId="26606"/>
          <ac:picMkLst>
            <pc:docMk/>
            <pc:sldMk cId="57505856" sldId="482"/>
            <ac:picMk id="26" creationId="{AD69341A-8438-4635-80CC-9A2784FFB38E}"/>
          </ac:picMkLst>
        </pc:picChg>
      </pc:sldChg>
      <pc:sldChg chg="modSp mod setBg modClrScheme chgLayout">
        <pc:chgData name="Shailendra Chauhan" userId="a7d3133f-e197-4b90-bf63-99a63a264234" providerId="ADAL" clId="{36D82E19-1DA3-4575-ACD1-E67B31247C0D}" dt="2024-08-16T04:02:21.211" v="113" actId="700"/>
        <pc:sldMkLst>
          <pc:docMk/>
          <pc:sldMk cId="1131543824" sldId="488"/>
        </pc:sldMkLst>
        <pc:spChg chg="mod ord">
          <ac:chgData name="Shailendra Chauhan" userId="a7d3133f-e197-4b90-bf63-99a63a264234" providerId="ADAL" clId="{36D82E19-1DA3-4575-ACD1-E67B31247C0D}" dt="2024-08-16T04:02:21.211" v="113" actId="700"/>
          <ac:spMkLst>
            <pc:docMk/>
            <pc:sldMk cId="1131543824" sldId="488"/>
            <ac:spMk id="2" creationId="{00000000-0000-0000-0000-000000000000}"/>
          </ac:spMkLst>
        </pc:spChg>
        <pc:spChg chg="mod ord">
          <ac:chgData name="Shailendra Chauhan" userId="a7d3133f-e197-4b90-bf63-99a63a264234" providerId="ADAL" clId="{36D82E19-1DA3-4575-ACD1-E67B31247C0D}" dt="2024-08-16T04:02:21.211" v="113" actId="700"/>
          <ac:spMkLst>
            <pc:docMk/>
            <pc:sldMk cId="1131543824" sldId="488"/>
            <ac:spMk id="4" creationId="{00000000-0000-0000-0000-000000000000}"/>
          </ac:spMkLst>
        </pc:spChg>
      </pc:sldChg>
      <pc:sldChg chg="modSp del">
        <pc:chgData name="Shailendra Chauhan" userId="a7d3133f-e197-4b90-bf63-99a63a264234" providerId="ADAL" clId="{36D82E19-1DA3-4575-ACD1-E67B31247C0D}" dt="2024-08-14T04:30:14.887" v="34" actId="2696"/>
        <pc:sldMkLst>
          <pc:docMk/>
          <pc:sldMk cId="3747449574" sldId="493"/>
        </pc:sldMkLst>
        <pc:spChg chg="mod">
          <ac:chgData name="Shailendra Chauhan" userId="a7d3133f-e197-4b90-bf63-99a63a264234" providerId="ADAL" clId="{36D82E19-1DA3-4575-ACD1-E67B31247C0D}" dt="2024-08-14T04:27:23.375" v="0"/>
          <ac:spMkLst>
            <pc:docMk/>
            <pc:sldMk cId="3747449574" sldId="493"/>
            <ac:spMk id="2" creationId="{00000000-0000-0000-0000-000000000000}"/>
          </ac:spMkLst>
        </pc:spChg>
      </pc:sldChg>
      <pc:sldChg chg="modSp mod modClrScheme chgLayout">
        <pc:chgData name="Shailendra Chauhan" userId="a7d3133f-e197-4b90-bf63-99a63a264234" providerId="ADAL" clId="{36D82E19-1DA3-4575-ACD1-E67B31247C0D}" dt="2024-08-16T04:00:04.148" v="66" actId="208"/>
        <pc:sldMkLst>
          <pc:docMk/>
          <pc:sldMk cId="2488823625" sldId="506"/>
        </pc:sldMkLst>
        <pc:spChg chg="mod ord">
          <ac:chgData name="Shailendra Chauhan" userId="a7d3133f-e197-4b90-bf63-99a63a264234" providerId="ADAL" clId="{36D82E19-1DA3-4575-ACD1-E67B31247C0D}" dt="2024-08-16T03:59:36.587" v="62" actId="700"/>
          <ac:spMkLst>
            <pc:docMk/>
            <pc:sldMk cId="2488823625" sldId="506"/>
            <ac:spMk id="3" creationId="{212F6AC0-A0C4-469B-8D03-887CB3F883EC}"/>
          </ac:spMkLst>
        </pc:spChg>
        <pc:spChg chg="mod">
          <ac:chgData name="Shailendra Chauhan" userId="a7d3133f-e197-4b90-bf63-99a63a264234" providerId="ADAL" clId="{36D82E19-1DA3-4575-ACD1-E67B31247C0D}" dt="2024-08-16T03:59:49.773" v="63" actId="208"/>
          <ac:spMkLst>
            <pc:docMk/>
            <pc:sldMk cId="2488823625" sldId="506"/>
            <ac:spMk id="10" creationId="{6FFCFD28-42C2-47B9-B88B-6EEA21C07872}"/>
          </ac:spMkLst>
        </pc:spChg>
        <pc:spChg chg="mod">
          <ac:chgData name="Shailendra Chauhan" userId="a7d3133f-e197-4b90-bf63-99a63a264234" providerId="ADAL" clId="{36D82E19-1DA3-4575-ACD1-E67B31247C0D}" dt="2024-08-16T03:59:54.743" v="64" actId="208"/>
          <ac:spMkLst>
            <pc:docMk/>
            <pc:sldMk cId="2488823625" sldId="506"/>
            <ac:spMk id="15" creationId="{3B37BEDC-5CC2-47FB-BD53-E6B7043C2073}"/>
          </ac:spMkLst>
        </pc:spChg>
        <pc:spChg chg="mod">
          <ac:chgData name="Shailendra Chauhan" userId="a7d3133f-e197-4b90-bf63-99a63a264234" providerId="ADAL" clId="{36D82E19-1DA3-4575-ACD1-E67B31247C0D}" dt="2024-08-16T03:59:59.342" v="65" actId="208"/>
          <ac:spMkLst>
            <pc:docMk/>
            <pc:sldMk cId="2488823625" sldId="506"/>
            <ac:spMk id="18" creationId="{21BB6B81-EBC6-4BF0-B5F7-7A8D3C73A7F3}"/>
          </ac:spMkLst>
        </pc:spChg>
        <pc:spChg chg="mod">
          <ac:chgData name="Shailendra Chauhan" userId="a7d3133f-e197-4b90-bf63-99a63a264234" providerId="ADAL" clId="{36D82E19-1DA3-4575-ACD1-E67B31247C0D}" dt="2024-08-16T04:00:04.148" v="66" actId="208"/>
          <ac:spMkLst>
            <pc:docMk/>
            <pc:sldMk cId="2488823625" sldId="506"/>
            <ac:spMk id="21" creationId="{FC7A4856-978D-46FA-BF80-5F93DE780911}"/>
          </ac:spMkLst>
        </pc:spChg>
        <pc:grpChg chg="mod">
          <ac:chgData name="Shailendra Chauhan" userId="a7d3133f-e197-4b90-bf63-99a63a264234" providerId="ADAL" clId="{36D82E19-1DA3-4575-ACD1-E67B31247C0D}" dt="2024-08-14T04:32:22.377" v="61" actId="1035"/>
          <ac:grpSpMkLst>
            <pc:docMk/>
            <pc:sldMk cId="2488823625" sldId="506"/>
            <ac:grpSpMk id="6" creationId="{ACE52F9B-86D7-4DB6-A95E-076DEB17C1EC}"/>
          </ac:grpSpMkLst>
        </pc:grpChg>
      </pc:sldChg>
      <pc:sldChg chg="modSp mod modClrScheme chgLayout">
        <pc:chgData name="Shailendra Chauhan" userId="a7d3133f-e197-4b90-bf63-99a63a264234" providerId="ADAL" clId="{36D82E19-1DA3-4575-ACD1-E67B31247C0D}" dt="2024-08-14T04:28:19.378" v="30" actId="700"/>
        <pc:sldMkLst>
          <pc:docMk/>
          <pc:sldMk cId="64714937" sldId="513"/>
        </pc:sldMkLst>
        <pc:spChg chg="mod ord">
          <ac:chgData name="Shailendra Chauhan" userId="a7d3133f-e197-4b90-bf63-99a63a264234" providerId="ADAL" clId="{36D82E19-1DA3-4575-ACD1-E67B31247C0D}" dt="2024-08-14T04:28:19.378" v="30" actId="700"/>
          <ac:spMkLst>
            <pc:docMk/>
            <pc:sldMk cId="64714937" sldId="513"/>
            <ac:spMk id="4" creationId="{00000000-0000-0000-0000-000000000000}"/>
          </ac:spMkLst>
        </pc:spChg>
      </pc:sldChg>
      <pc:sldChg chg="modSp del">
        <pc:chgData name="Shailendra Chauhan" userId="a7d3133f-e197-4b90-bf63-99a63a264234" providerId="ADAL" clId="{36D82E19-1DA3-4575-ACD1-E67B31247C0D}" dt="2024-08-14T04:31:56.810" v="46" actId="2696"/>
        <pc:sldMkLst>
          <pc:docMk/>
          <pc:sldMk cId="2867704531" sldId="515"/>
        </pc:sldMkLst>
        <pc:spChg chg="mod">
          <ac:chgData name="Shailendra Chauhan" userId="a7d3133f-e197-4b90-bf63-99a63a264234" providerId="ADAL" clId="{36D82E19-1DA3-4575-ACD1-E67B31247C0D}" dt="2024-08-14T04:27:23.375" v="0"/>
          <ac:spMkLst>
            <pc:docMk/>
            <pc:sldMk cId="2867704531" sldId="515"/>
            <ac:spMk id="3" creationId="{646F0516-6E77-4DCB-AF7F-F004B1101726}"/>
          </ac:spMkLst>
        </pc:spChg>
        <pc:spChg chg="mod">
          <ac:chgData name="Shailendra Chauhan" userId="a7d3133f-e197-4b90-bf63-99a63a264234" providerId="ADAL" clId="{36D82E19-1DA3-4575-ACD1-E67B31247C0D}" dt="2024-08-14T04:27:23.375" v="0"/>
          <ac:spMkLst>
            <pc:docMk/>
            <pc:sldMk cId="2867704531" sldId="515"/>
            <ac:spMk id="4" creationId="{2FB6B4B6-1FA9-4713-9B29-EA24D9A8E3A8}"/>
          </ac:spMkLst>
        </pc:spChg>
        <pc:spChg chg="mod">
          <ac:chgData name="Shailendra Chauhan" userId="a7d3133f-e197-4b90-bf63-99a63a264234" providerId="ADAL" clId="{36D82E19-1DA3-4575-ACD1-E67B31247C0D}" dt="2024-08-14T04:27:23.375" v="0"/>
          <ac:spMkLst>
            <pc:docMk/>
            <pc:sldMk cId="2867704531" sldId="515"/>
            <ac:spMk id="5" creationId="{00F399C2-7566-4A23-BDAE-F4F86D7DBAC7}"/>
          </ac:spMkLst>
        </pc:spChg>
      </pc:sldChg>
      <pc:sldChg chg="modSp mod modClrScheme chgLayout">
        <pc:chgData name="Shailendra Chauhan" userId="a7d3133f-e197-4b90-bf63-99a63a264234" providerId="ADAL" clId="{36D82E19-1DA3-4575-ACD1-E67B31247C0D}" dt="2024-08-16T04:01:29.083" v="104" actId="1036"/>
        <pc:sldMkLst>
          <pc:docMk/>
          <pc:sldMk cId="1818665351" sldId="516"/>
        </pc:sldMkLst>
        <pc:spChg chg="mod ord">
          <ac:chgData name="Shailendra Chauhan" userId="a7d3133f-e197-4b90-bf63-99a63a264234" providerId="ADAL" clId="{36D82E19-1DA3-4575-ACD1-E67B31247C0D}" dt="2024-08-16T04:00:14.475" v="67" actId="700"/>
          <ac:spMkLst>
            <pc:docMk/>
            <pc:sldMk cId="1818665351" sldId="516"/>
            <ac:spMk id="2" creationId="{3EDA6D0D-5132-46E3-B30C-A2F386C4E0C7}"/>
          </ac:spMkLst>
        </pc:spChg>
        <pc:spChg chg="mod">
          <ac:chgData name="Shailendra Chauhan" userId="a7d3133f-e197-4b90-bf63-99a63a264234" providerId="ADAL" clId="{36D82E19-1DA3-4575-ACD1-E67B31247C0D}" dt="2024-08-16T04:01:29.083" v="104" actId="1036"/>
          <ac:spMkLst>
            <pc:docMk/>
            <pc:sldMk cId="1818665351" sldId="516"/>
            <ac:spMk id="9" creationId="{76B59A16-B131-4DB1-8511-4CC646A36C7E}"/>
          </ac:spMkLst>
        </pc:spChg>
        <pc:spChg chg="mod">
          <ac:chgData name="Shailendra Chauhan" userId="a7d3133f-e197-4b90-bf63-99a63a264234" providerId="ADAL" clId="{36D82E19-1DA3-4575-ACD1-E67B31247C0D}" dt="2024-08-16T04:01:29.083" v="104" actId="1036"/>
          <ac:spMkLst>
            <pc:docMk/>
            <pc:sldMk cId="1818665351" sldId="516"/>
            <ac:spMk id="11" creationId="{A69423C5-0CFF-46B7-A3E2-09946B39D84A}"/>
          </ac:spMkLst>
        </pc:spChg>
        <pc:spChg chg="mod">
          <ac:chgData name="Shailendra Chauhan" userId="a7d3133f-e197-4b90-bf63-99a63a264234" providerId="ADAL" clId="{36D82E19-1DA3-4575-ACD1-E67B31247C0D}" dt="2024-08-16T04:01:29.083" v="104" actId="1036"/>
          <ac:spMkLst>
            <pc:docMk/>
            <pc:sldMk cId="1818665351" sldId="516"/>
            <ac:spMk id="13" creationId="{8859DE8F-06D9-4B7E-BE68-7A271970BB6E}"/>
          </ac:spMkLst>
        </pc:spChg>
        <pc:spChg chg="mod">
          <ac:chgData name="Shailendra Chauhan" userId="a7d3133f-e197-4b90-bf63-99a63a264234" providerId="ADAL" clId="{36D82E19-1DA3-4575-ACD1-E67B31247C0D}" dt="2024-08-16T04:01:09.889" v="77" actId="208"/>
          <ac:spMkLst>
            <pc:docMk/>
            <pc:sldMk cId="1818665351" sldId="516"/>
            <ac:spMk id="19" creationId="{1D7A5506-5B97-4F36-8641-D82058C965DD}"/>
          </ac:spMkLst>
        </pc:spChg>
        <pc:spChg chg="mod">
          <ac:chgData name="Shailendra Chauhan" userId="a7d3133f-e197-4b90-bf63-99a63a264234" providerId="ADAL" clId="{36D82E19-1DA3-4575-ACD1-E67B31247C0D}" dt="2024-08-16T04:01:06.047" v="76" actId="208"/>
          <ac:spMkLst>
            <pc:docMk/>
            <pc:sldMk cId="1818665351" sldId="516"/>
            <ac:spMk id="20" creationId="{D386C4C8-7741-4B0E-BC5A-B38B490CE20C}"/>
          </ac:spMkLst>
        </pc:spChg>
        <pc:grpChg chg="mod">
          <ac:chgData name="Shailendra Chauhan" userId="a7d3133f-e197-4b90-bf63-99a63a264234" providerId="ADAL" clId="{36D82E19-1DA3-4575-ACD1-E67B31247C0D}" dt="2024-08-16T04:01:29.083" v="104" actId="1036"/>
          <ac:grpSpMkLst>
            <pc:docMk/>
            <pc:sldMk cId="1818665351" sldId="516"/>
            <ac:grpSpMk id="10" creationId="{6B1631AC-9342-4ED7-B3D3-64FB3516943B}"/>
          </ac:grpSpMkLst>
        </pc:grpChg>
        <pc:picChg chg="mod modCrop">
          <ac:chgData name="Shailendra Chauhan" userId="a7d3133f-e197-4b90-bf63-99a63a264234" providerId="ADAL" clId="{36D82E19-1DA3-4575-ACD1-E67B31247C0D}" dt="2024-08-16T04:01:29.083" v="104" actId="1036"/>
          <ac:picMkLst>
            <pc:docMk/>
            <pc:sldMk cId="1818665351" sldId="516"/>
            <ac:picMk id="6" creationId="{C5379FD3-FFEB-49B3-9306-C15AAEEBDBA2}"/>
          </ac:picMkLst>
        </pc:picChg>
        <pc:picChg chg="mod modCrop">
          <ac:chgData name="Shailendra Chauhan" userId="a7d3133f-e197-4b90-bf63-99a63a264234" providerId="ADAL" clId="{36D82E19-1DA3-4575-ACD1-E67B31247C0D}" dt="2024-08-16T04:01:29.083" v="104" actId="1036"/>
          <ac:picMkLst>
            <pc:docMk/>
            <pc:sldMk cId="1818665351" sldId="516"/>
            <ac:picMk id="8" creationId="{E502A6EC-914E-4722-9DCF-391F58572A93}"/>
          </ac:picMkLst>
        </pc:picChg>
      </pc:sldChg>
      <pc:sldChg chg="modSp mod modClrScheme chgLayout">
        <pc:chgData name="Shailendra Chauhan" userId="a7d3133f-e197-4b90-bf63-99a63a264234" providerId="ADAL" clId="{36D82E19-1DA3-4575-ACD1-E67B31247C0D}" dt="2024-08-14T04:27:43.518" v="24" actId="1035"/>
        <pc:sldMkLst>
          <pc:docMk/>
          <pc:sldMk cId="1386611100" sldId="517"/>
        </pc:sldMkLst>
        <pc:spChg chg="mod ord">
          <ac:chgData name="Shailendra Chauhan" userId="a7d3133f-e197-4b90-bf63-99a63a264234" providerId="ADAL" clId="{36D82E19-1DA3-4575-ACD1-E67B31247C0D}" dt="2024-08-14T04:27:30.458" v="1" actId="700"/>
          <ac:spMkLst>
            <pc:docMk/>
            <pc:sldMk cId="1386611100" sldId="517"/>
            <ac:spMk id="4" creationId="{00000000-0000-0000-0000-000000000000}"/>
          </ac:spMkLst>
        </pc:spChg>
        <pc:grpChg chg="mod">
          <ac:chgData name="Shailendra Chauhan" userId="a7d3133f-e197-4b90-bf63-99a63a264234" providerId="ADAL" clId="{36D82E19-1DA3-4575-ACD1-E67B31247C0D}" dt="2024-08-14T04:27:43.518" v="24" actId="1035"/>
          <ac:grpSpMkLst>
            <pc:docMk/>
            <pc:sldMk cId="1386611100" sldId="517"/>
            <ac:grpSpMk id="100" creationId="{9A6A72C8-27DD-459B-B3CE-40A02DBE8D6E}"/>
          </ac:grpSpMkLst>
        </pc:grpChg>
        <pc:picChg chg="mod">
          <ac:chgData name="Shailendra Chauhan" userId="a7d3133f-e197-4b90-bf63-99a63a264234" providerId="ADAL" clId="{36D82E19-1DA3-4575-ACD1-E67B31247C0D}" dt="2024-08-14T04:27:43.518" v="24" actId="1035"/>
          <ac:picMkLst>
            <pc:docMk/>
            <pc:sldMk cId="1386611100" sldId="517"/>
            <ac:picMk id="177" creationId="{BDBFF01D-55A2-458D-AF84-641D83BC555A}"/>
          </ac:picMkLst>
        </pc:picChg>
        <pc:picChg chg="mod">
          <ac:chgData name="Shailendra Chauhan" userId="a7d3133f-e197-4b90-bf63-99a63a264234" providerId="ADAL" clId="{36D82E19-1DA3-4575-ACD1-E67B31247C0D}" dt="2024-08-14T04:27:43.518" v="24" actId="1035"/>
          <ac:picMkLst>
            <pc:docMk/>
            <pc:sldMk cId="1386611100" sldId="517"/>
            <ac:picMk id="178" creationId="{26360997-C306-40E7-A612-DA17757DF74C}"/>
          </ac:picMkLst>
        </pc:picChg>
      </pc:sldChg>
      <pc:sldChg chg="modSp mod chgLayout">
        <pc:chgData name="Shailendra Chauhan" userId="a7d3133f-e197-4b90-bf63-99a63a264234" providerId="ADAL" clId="{36D82E19-1DA3-4575-ACD1-E67B31247C0D}" dt="2024-08-23T03:55:22.429" v="114" actId="700"/>
        <pc:sldMkLst>
          <pc:docMk/>
          <pc:sldMk cId="3222124153" sldId="518"/>
        </pc:sldMkLst>
        <pc:spChg chg="mod ord">
          <ac:chgData name="Shailendra Chauhan" userId="a7d3133f-e197-4b90-bf63-99a63a264234" providerId="ADAL" clId="{36D82E19-1DA3-4575-ACD1-E67B31247C0D}" dt="2024-08-23T03:55:22.429" v="114" actId="700"/>
          <ac:spMkLst>
            <pc:docMk/>
            <pc:sldMk cId="3222124153" sldId="518"/>
            <ac:spMk id="2" creationId="{CEE1B527-A8D1-A259-7D79-CF9302F9DBB1}"/>
          </ac:spMkLst>
        </pc:spChg>
        <pc:spChg chg="mod ord">
          <ac:chgData name="Shailendra Chauhan" userId="a7d3133f-e197-4b90-bf63-99a63a264234" providerId="ADAL" clId="{36D82E19-1DA3-4575-ACD1-E67B31247C0D}" dt="2024-08-23T03:55:22.429" v="114" actId="700"/>
          <ac:spMkLst>
            <pc:docMk/>
            <pc:sldMk cId="3222124153" sldId="518"/>
            <ac:spMk id="3" creationId="{A7F3A2F6-8702-1C76-7F91-3187EDE8142F}"/>
          </ac:spMkLst>
        </pc:spChg>
        <pc:spChg chg="mod ord">
          <ac:chgData name="Shailendra Chauhan" userId="a7d3133f-e197-4b90-bf63-99a63a264234" providerId="ADAL" clId="{36D82E19-1DA3-4575-ACD1-E67B31247C0D}" dt="2024-08-23T03:55:22.429" v="114" actId="700"/>
          <ac:spMkLst>
            <pc:docMk/>
            <pc:sldMk cId="3222124153" sldId="518"/>
            <ac:spMk id="4" creationId="{EBF0274C-B552-B426-F584-5A4F71F3339C}"/>
          </ac:spMkLst>
        </pc:spChg>
      </pc:sldChg>
      <pc:sldChg chg="new del">
        <pc:chgData name="Shailendra Chauhan" userId="a7d3133f-e197-4b90-bf63-99a63a264234" providerId="ADAL" clId="{36D82E19-1DA3-4575-ACD1-E67B31247C0D}" dt="2024-08-14T04:30:12.531" v="33" actId="2696"/>
        <pc:sldMkLst>
          <pc:docMk/>
          <pc:sldMk cId="2604162527" sldId="519"/>
        </pc:sldMkLst>
      </pc:sldChg>
      <pc:sldChg chg="add">
        <pc:chgData name="Shailendra Chauhan" userId="a7d3133f-e197-4b90-bf63-99a63a264234" providerId="ADAL" clId="{36D82E19-1DA3-4575-ACD1-E67B31247C0D}" dt="2024-08-14T04:30:09.301" v="32"/>
        <pc:sldMkLst>
          <pc:docMk/>
          <pc:sldMk cId="847091872" sldId="536"/>
        </pc:sldMkLst>
      </pc:sldChg>
      <pc:sldChg chg="addSp delSp modSp new mod modClrScheme chgLayout">
        <pc:chgData name="Shailendra Chauhan" userId="a7d3133f-e197-4b90-bf63-99a63a264234" providerId="ADAL" clId="{36D82E19-1DA3-4575-ACD1-E67B31247C0D}" dt="2024-08-14T04:31:53.581" v="45" actId="20577"/>
        <pc:sldMkLst>
          <pc:docMk/>
          <pc:sldMk cId="1566309418" sldId="537"/>
        </pc:sldMkLst>
        <pc:spChg chg="del mod ord">
          <ac:chgData name="Shailendra Chauhan" userId="a7d3133f-e197-4b90-bf63-99a63a264234" providerId="ADAL" clId="{36D82E19-1DA3-4575-ACD1-E67B31247C0D}" dt="2024-08-14T04:31:36.848" v="39" actId="700"/>
          <ac:spMkLst>
            <pc:docMk/>
            <pc:sldMk cId="1566309418" sldId="537"/>
            <ac:spMk id="2" creationId="{1E60BE89-759E-47C5-AF16-E9C58A378612}"/>
          </ac:spMkLst>
        </pc:spChg>
        <pc:spChg chg="add mod ord">
          <ac:chgData name="Shailendra Chauhan" userId="a7d3133f-e197-4b90-bf63-99a63a264234" providerId="ADAL" clId="{36D82E19-1DA3-4575-ACD1-E67B31247C0D}" dt="2024-08-14T04:31:43.471" v="42"/>
          <ac:spMkLst>
            <pc:docMk/>
            <pc:sldMk cId="1566309418" sldId="537"/>
            <ac:spMk id="3" creationId="{72E654E6-5C92-19D8-92E4-51B6D631937C}"/>
          </ac:spMkLst>
        </pc:spChg>
        <pc:spChg chg="add mod ord">
          <ac:chgData name="Shailendra Chauhan" userId="a7d3133f-e197-4b90-bf63-99a63a264234" providerId="ADAL" clId="{36D82E19-1DA3-4575-ACD1-E67B31247C0D}" dt="2024-08-14T04:31:53.581" v="45" actId="20577"/>
          <ac:spMkLst>
            <pc:docMk/>
            <pc:sldMk cId="1566309418" sldId="537"/>
            <ac:spMk id="4" creationId="{91CB182F-0A36-A38E-CE22-17BB865CCDD5}"/>
          </ac:spMkLst>
        </pc:spChg>
        <pc:spChg chg="add mod ord">
          <ac:chgData name="Shailendra Chauhan" userId="a7d3133f-e197-4b90-bf63-99a63a264234" providerId="ADAL" clId="{36D82E19-1DA3-4575-ACD1-E67B31247C0D}" dt="2024-08-14T04:31:47.205" v="43"/>
          <ac:spMkLst>
            <pc:docMk/>
            <pc:sldMk cId="1566309418" sldId="537"/>
            <ac:spMk id="5" creationId="{1CBA57B0-3426-CD6F-B191-04B4757B8D82}"/>
          </ac:spMkLst>
        </pc:spChg>
      </pc:sldChg>
      <pc:sldMasterChg chg="delSldLayout modSldLayout">
        <pc:chgData name="Shailendra Chauhan" userId="a7d3133f-e197-4b90-bf63-99a63a264234" providerId="ADAL" clId="{36D82E19-1DA3-4575-ACD1-E67B31247C0D}" dt="2024-08-14T04:31:56.810" v="46" actId="2696"/>
        <pc:sldMasterMkLst>
          <pc:docMk/>
          <pc:sldMasterMk cId="1517856877" sldId="2147483740"/>
        </pc:sldMasterMkLst>
        <pc:sldLayoutChg chg="delSp del">
          <pc:chgData name="Shailendra Chauhan" userId="a7d3133f-e197-4b90-bf63-99a63a264234" providerId="ADAL" clId="{36D82E19-1DA3-4575-ACD1-E67B31247C0D}" dt="2024-08-14T04:31:56.810" v="46" actId="2696"/>
          <pc:sldLayoutMkLst>
            <pc:docMk/>
            <pc:sldMasterMk cId="1517856877" sldId="2147483740"/>
            <pc:sldLayoutMk cId="2813179229" sldId="2147483766"/>
          </pc:sldLayoutMkLst>
          <pc:cxnChg chg="del">
            <ac:chgData name="Shailendra Chauhan" userId="a7d3133f-e197-4b90-bf63-99a63a264234" providerId="ADAL" clId="{36D82E19-1DA3-4575-ACD1-E67B31247C0D}" dt="2024-08-14T04:27:23.375" v="0"/>
            <ac:cxnSpMkLst>
              <pc:docMk/>
              <pc:sldMasterMk cId="1517856877" sldId="2147483740"/>
              <pc:sldLayoutMk cId="2813179229" sldId="2147483766"/>
              <ac:cxnSpMk id="7" creationId="{00000000-0000-0000-0000-000000000000}"/>
            </ac:cxnSpMkLst>
          </pc:cxnChg>
          <pc:cxnChg chg="del">
            <ac:chgData name="Shailendra Chauhan" userId="a7d3133f-e197-4b90-bf63-99a63a264234" providerId="ADAL" clId="{36D82E19-1DA3-4575-ACD1-E67B31247C0D}" dt="2024-08-14T04:27:23.375" v="0"/>
            <ac:cxnSpMkLst>
              <pc:docMk/>
              <pc:sldMasterMk cId="1517856877" sldId="2147483740"/>
              <pc:sldLayoutMk cId="2813179229" sldId="2147483766"/>
              <ac:cxnSpMk id="15" creationId="{C2ED0738-6B9E-43E0-BCD1-88E60B827905}"/>
            </ac:cxnSpMkLst>
          </pc:cxn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51DC1E6-8BA0-4FEF-AF67-72042CFE32B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2BAE7CF-D795-4511-B417-CC7FF268B4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55A6C-8570-481C-B650-679F59D2D196}" type="datetimeFigureOut">
              <a:rPr lang="en-US" smtClean="0"/>
              <a:t>8/23/2024</a:t>
            </a:fld>
            <a:endParaRPr lang="en-US"/>
          </a:p>
        </p:txBody>
      </p:sp>
      <p:sp>
        <p:nvSpPr>
          <p:cNvPr id="4" name="Footer Placeholder 3">
            <a:extLst>
              <a:ext uri="{FF2B5EF4-FFF2-40B4-BE49-F238E27FC236}">
                <a16:creationId xmlns:a16="http://schemas.microsoft.com/office/drawing/2014/main" id="{77F3574E-6A3C-44F8-89D9-4F19BC1833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34EBC56-57C7-40DF-BD18-BF46337ACDC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86080D-7700-48E4-9421-502ABB94370D}" type="slidenum">
              <a:rPr lang="en-US" smtClean="0"/>
              <a:t>‹#›</a:t>
            </a:fld>
            <a:endParaRPr lang="en-US"/>
          </a:p>
        </p:txBody>
      </p:sp>
    </p:spTree>
    <p:extLst>
      <p:ext uri="{BB962C8B-B14F-4D97-AF65-F5344CB8AC3E}">
        <p14:creationId xmlns:p14="http://schemas.microsoft.com/office/powerpoint/2010/main" val="4153735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8/23/2024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extLst>
      <p:ext uri="{BB962C8B-B14F-4D97-AF65-F5344CB8AC3E}">
        <p14:creationId xmlns:p14="http://schemas.microsoft.com/office/powerpoint/2010/main" val="784269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how a virtual machine (VM) is different from a container.</a:t>
            </a:r>
          </a:p>
          <a:p>
            <a:r>
              <a:rPr lang="en-US" sz="1200" b="0" i="0" kern="1200" dirty="0">
                <a:solidFill>
                  <a:schemeClr val="tx1"/>
                </a:solidFill>
                <a:effectLst/>
                <a:latin typeface="+mn-lt"/>
                <a:ea typeface="+mn-ea"/>
                <a:cs typeface="+mn-cs"/>
              </a:rPr>
              <a:t>While containers may sound like a VM, the two are distinct technologies. With VMs each virtual machine includes the application, the necessary binaries and libraries and the </a:t>
            </a:r>
            <a:r>
              <a:rPr lang="en-US" sz="1200" b="1" i="0" kern="1200" dirty="0">
                <a:solidFill>
                  <a:schemeClr val="tx1"/>
                </a:solidFill>
                <a:effectLst/>
                <a:latin typeface="+mn-lt"/>
                <a:ea typeface="+mn-ea"/>
                <a:cs typeface="+mn-cs"/>
              </a:rPr>
              <a:t>entire guest operating system.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Whereas, Containers include the application, all of its dependencies, but share the kernel with other containers and are not tied to any specific infrastructure, other than having the Docker engine installed on its host – allowing containers to run on almost any computer, infrastructure and cloud.</a:t>
            </a:r>
          </a:p>
          <a:p>
            <a:pPr lvl="0" rtl="0">
              <a:spcBef>
                <a:spcPts val="0"/>
              </a:spcBef>
              <a:buNone/>
            </a:pPr>
            <a:endParaRPr lang="en-US" dirty="0"/>
          </a:p>
          <a:p>
            <a:pPr lvl="0" rtl="0">
              <a:spcBef>
                <a:spcPts val="0"/>
              </a:spcBef>
              <a:buNone/>
            </a:pPr>
            <a:r>
              <a:rPr lang="en-US" sz="1200" b="0" i="1" kern="1200" dirty="0">
                <a:solidFill>
                  <a:schemeClr val="tx1"/>
                </a:solidFill>
                <a:effectLst/>
                <a:latin typeface="+mn-lt"/>
                <a:ea typeface="+mn-ea"/>
                <a:cs typeface="+mn-cs"/>
              </a:rPr>
              <a:t>Note - at this time, Windows and Linux containers require that they run on their respective kernel base, therefore, Windows containers cannot run on Linux hosts and vice versa.</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2</a:t>
            </a:fld>
            <a:endParaRPr lang="en-US"/>
          </a:p>
        </p:txBody>
      </p:sp>
    </p:spTree>
    <p:extLst>
      <p:ext uri="{BB962C8B-B14F-4D97-AF65-F5344CB8AC3E}">
        <p14:creationId xmlns:p14="http://schemas.microsoft.com/office/powerpoint/2010/main" val="174979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LXC is an operating-system-level virtualization method for running multiple isolated Linux systems.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Docker Swarm is an open-source container orchestration platform which enables to run multiple containers.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Kubernetes</a:t>
            </a:r>
            <a:r>
              <a:rPr lang="en-US" sz="1200" b="0" i="0" kern="1200" dirty="0">
                <a:solidFill>
                  <a:schemeClr val="tx1"/>
                </a:solidFill>
                <a:effectLst/>
                <a:latin typeface="+mn-lt"/>
                <a:ea typeface="+mn-ea"/>
                <a:cs typeface="+mn-cs"/>
              </a:rPr>
              <a:t> (K8s) is an open-source container orchestration platform for managing thousands of containers.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RedHat OpenShift</a:t>
            </a:r>
            <a:r>
              <a:rPr lang="en-US" sz="1200" b="0" i="0" kern="1200" dirty="0">
                <a:solidFill>
                  <a:schemeClr val="tx1"/>
                </a:solidFill>
                <a:effectLst/>
                <a:latin typeface="+mn-lt"/>
                <a:ea typeface="+mn-ea"/>
                <a:cs typeface="+mn-cs"/>
              </a:rPr>
              <a:t> is an open source </a:t>
            </a:r>
            <a:r>
              <a:rPr lang="en-US" sz="1200" b="1" i="0" kern="1200" dirty="0">
                <a:solidFill>
                  <a:schemeClr val="tx1"/>
                </a:solidFill>
                <a:effectLst/>
                <a:latin typeface="+mn-lt"/>
                <a:ea typeface="+mn-ea"/>
                <a:cs typeface="+mn-cs"/>
              </a:rPr>
              <a:t>container</a:t>
            </a:r>
            <a:r>
              <a:rPr lang="en-US" sz="1200" b="0" i="0" kern="1200" dirty="0">
                <a:solidFill>
                  <a:schemeClr val="tx1"/>
                </a:solidFill>
                <a:effectLst/>
                <a:latin typeface="+mn-lt"/>
                <a:ea typeface="+mn-ea"/>
                <a:cs typeface="+mn-cs"/>
              </a:rPr>
              <a:t> application </a:t>
            </a:r>
            <a:r>
              <a:rPr lang="en-US" sz="1200" b="1" i="0" kern="1200" dirty="0">
                <a:solidFill>
                  <a:schemeClr val="tx1"/>
                </a:solidFill>
                <a:effectLst/>
                <a:latin typeface="+mn-lt"/>
                <a:ea typeface="+mn-ea"/>
                <a:cs typeface="+mn-cs"/>
              </a:rPr>
              <a:t>platform</a:t>
            </a:r>
            <a:r>
              <a:rPr lang="en-US" sz="1200" b="0" i="0" kern="1200" dirty="0">
                <a:solidFill>
                  <a:schemeClr val="tx1"/>
                </a:solidFill>
                <a:effectLst/>
                <a:latin typeface="+mn-lt"/>
                <a:ea typeface="+mn-ea"/>
                <a:cs typeface="+mn-cs"/>
              </a:rPr>
              <a:t> based on the Kubernetes </a:t>
            </a:r>
            <a:r>
              <a:rPr lang="en-US" sz="1200" b="1" i="0" kern="1200" dirty="0">
                <a:solidFill>
                  <a:schemeClr val="tx1"/>
                </a:solidFill>
                <a:effectLst/>
                <a:latin typeface="+mn-lt"/>
                <a:ea typeface="+mn-ea"/>
                <a:cs typeface="+mn-cs"/>
              </a:rPr>
              <a:t>container</a:t>
            </a:r>
            <a:r>
              <a:rPr lang="en-US" sz="1200" b="0" i="0" kern="1200" dirty="0">
                <a:solidFill>
                  <a:schemeClr val="tx1"/>
                </a:solidFill>
                <a:effectLst/>
                <a:latin typeface="+mn-lt"/>
                <a:ea typeface="+mn-ea"/>
                <a:cs typeface="+mn-cs"/>
              </a:rPr>
              <a:t> orchestrator.</a:t>
            </a: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DC/OS (Distributed Cloud operation System) </a:t>
            </a:r>
            <a:r>
              <a:rPr lang="en-US" sz="1200" b="0" i="0" kern="1200" dirty="0">
                <a:solidFill>
                  <a:schemeClr val="tx1"/>
                </a:solidFill>
                <a:effectLst/>
                <a:latin typeface="+mn-lt"/>
                <a:ea typeface="+mn-ea"/>
                <a:cs typeface="+mn-cs"/>
              </a:rPr>
              <a:t>is an open-source, distributed operating system based on the Apache Mesos distributed systems kernel for managing containers.</a:t>
            </a:r>
            <a:endParaRPr lang="en-IN" dirty="0"/>
          </a:p>
          <a:p>
            <a:pPr lvl="0" rtl="0">
              <a:spcBef>
                <a:spcPts val="0"/>
              </a:spcBef>
              <a:buNone/>
            </a:pPr>
            <a:endParaRPr lang="en-US" dirty="0"/>
          </a:p>
          <a:p>
            <a:pPr lvl="0" rtl="0">
              <a:spcBef>
                <a:spcPts val="0"/>
              </a:spcBef>
              <a:buNone/>
            </a:pPr>
            <a:r>
              <a:rPr lang="en-US" sz="1200" b="0" i="1" kern="1200" dirty="0">
                <a:solidFill>
                  <a:schemeClr val="tx1"/>
                </a:solidFill>
                <a:effectLst/>
                <a:latin typeface="+mn-lt"/>
                <a:ea typeface="+mn-ea"/>
                <a:cs typeface="+mn-cs"/>
              </a:rPr>
              <a:t>Note - at this time, Windows and Linux containers require that they run on their respective kernel base, therefore, Windows containers cannot run on Linux hosts and vice versa.</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4</a:t>
            </a:fld>
            <a:endParaRPr lang="en-US"/>
          </a:p>
        </p:txBody>
      </p:sp>
    </p:spTree>
    <p:extLst>
      <p:ext uri="{BB962C8B-B14F-4D97-AF65-F5344CB8AC3E}">
        <p14:creationId xmlns:p14="http://schemas.microsoft.com/office/powerpoint/2010/main" val="1048132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let's look at how a virtual machine (VM) is different from a container.</a:t>
            </a:r>
          </a:p>
          <a:p>
            <a:r>
              <a:rPr lang="en-US" sz="1200" b="0" i="0" kern="1200" dirty="0">
                <a:solidFill>
                  <a:schemeClr val="tx1"/>
                </a:solidFill>
                <a:effectLst/>
                <a:latin typeface="+mn-lt"/>
                <a:ea typeface="+mn-ea"/>
                <a:cs typeface="+mn-cs"/>
              </a:rPr>
              <a:t>While containers may sound like a VM, the two are distinct technologies. With VMs each virtual machine includes the application, the necessary binaries and libraries and the </a:t>
            </a:r>
            <a:r>
              <a:rPr lang="en-US" sz="1200" b="1" i="0" kern="1200" dirty="0">
                <a:solidFill>
                  <a:schemeClr val="tx1"/>
                </a:solidFill>
                <a:effectLst/>
                <a:latin typeface="+mn-lt"/>
                <a:ea typeface="+mn-ea"/>
                <a:cs typeface="+mn-cs"/>
              </a:rPr>
              <a:t>entire guest operating system.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Whereas, Containers include the application, all of its dependencies, but share the kernel with other containers and are not tied to any specific infrastructure, other than having the Docker engine installed on its host – allowing containers to run on almost any computer, infrastructure and cloud.</a:t>
            </a:r>
          </a:p>
          <a:p>
            <a:pPr lvl="0" rtl="0">
              <a:spcBef>
                <a:spcPts val="0"/>
              </a:spcBef>
              <a:buNone/>
            </a:pPr>
            <a:endParaRPr lang="en-US" dirty="0"/>
          </a:p>
          <a:p>
            <a:pPr lvl="0" rtl="0">
              <a:spcBef>
                <a:spcPts val="0"/>
              </a:spcBef>
              <a:buNone/>
            </a:pPr>
            <a:r>
              <a:rPr lang="en-US" sz="1200" b="0" i="1" kern="1200" dirty="0">
                <a:solidFill>
                  <a:schemeClr val="tx1"/>
                </a:solidFill>
                <a:effectLst/>
                <a:latin typeface="+mn-lt"/>
                <a:ea typeface="+mn-ea"/>
                <a:cs typeface="+mn-cs"/>
              </a:rPr>
              <a:t>Note - at this time, Windows and Linux containers require that they run on their respective kernel base, therefore, Windows containers cannot run on Linux hosts and vice versa.</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6</a:t>
            </a:fld>
            <a:endParaRPr lang="en-US"/>
          </a:p>
        </p:txBody>
      </p:sp>
    </p:spTree>
    <p:extLst>
      <p:ext uri="{BB962C8B-B14F-4D97-AF65-F5344CB8AC3E}">
        <p14:creationId xmlns:p14="http://schemas.microsoft.com/office/powerpoint/2010/main" val="2952650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210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7041675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811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73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411673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20673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75289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561115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827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46069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9489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42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032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3900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20647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61090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1302557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984817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43562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99767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25503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3098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6773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53754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382030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517856877"/>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3" r:id="rId23"/>
    <p:sldLayoutId id="2147483764" r:id="rId24"/>
    <p:sldLayoutId id="2147483765"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F3A2F6-8702-1C76-7F91-3187EDE8142F}"/>
              </a:ext>
            </a:extLst>
          </p:cNvPr>
          <p:cNvSpPr>
            <a:spLocks noGrp="1"/>
          </p:cNvSpPr>
          <p:nvPr>
            <p:ph sz="half" idx="1"/>
          </p:nvPr>
        </p:nvSpPr>
        <p:spPr/>
        <p:txBody>
          <a:bodyPr>
            <a:normAutofit/>
          </a:bodyPr>
          <a:lstStyle/>
          <a:p>
            <a:pPr>
              <a:lnSpc>
                <a:spcPct val="110000"/>
              </a:lnSpc>
            </a:pPr>
            <a:r>
              <a:rPr lang="en-US" sz="2400" dirty="0"/>
              <a:t>Evolution of Computing</a:t>
            </a:r>
          </a:p>
          <a:p>
            <a:pPr>
              <a:lnSpc>
                <a:spcPct val="110000"/>
              </a:lnSpc>
            </a:pPr>
            <a:r>
              <a:rPr lang="en-US" sz="2400" dirty="0"/>
              <a:t>What is Container?</a:t>
            </a:r>
          </a:p>
          <a:p>
            <a:pPr>
              <a:lnSpc>
                <a:spcPct val="110000"/>
              </a:lnSpc>
            </a:pPr>
            <a:r>
              <a:rPr lang="en-US" sz="2400" dirty="0"/>
              <a:t>Container Platforms</a:t>
            </a:r>
          </a:p>
          <a:p>
            <a:pPr>
              <a:lnSpc>
                <a:spcPct val="110000"/>
              </a:lnSpc>
            </a:pPr>
            <a:r>
              <a:rPr lang="en-US" sz="2400" dirty="0"/>
              <a:t>Why Containers?</a:t>
            </a:r>
          </a:p>
          <a:p>
            <a:pPr>
              <a:lnSpc>
                <a:spcPct val="110000"/>
              </a:lnSpc>
            </a:pPr>
            <a:r>
              <a:rPr lang="en-US" sz="2400" dirty="0"/>
              <a:t>Virtual Machines vs  </a:t>
            </a:r>
            <a:r>
              <a:rPr lang="en-IN" sz="2400" dirty="0"/>
              <a:t>Containers</a:t>
            </a:r>
          </a:p>
          <a:p>
            <a:pPr>
              <a:lnSpc>
                <a:spcPct val="110000"/>
              </a:lnSpc>
            </a:pPr>
            <a:r>
              <a:rPr lang="en-IN" sz="2400" dirty="0"/>
              <a:t>Containers and VMs together</a:t>
            </a:r>
            <a:endParaRPr lang="en-US" sz="2400" dirty="0"/>
          </a:p>
        </p:txBody>
      </p:sp>
      <p:sp>
        <p:nvSpPr>
          <p:cNvPr id="4" name="Content Placeholder 3">
            <a:extLst>
              <a:ext uri="{FF2B5EF4-FFF2-40B4-BE49-F238E27FC236}">
                <a16:creationId xmlns:a16="http://schemas.microsoft.com/office/drawing/2014/main" id="{EBF0274C-B552-B426-F584-5A4F71F3339C}"/>
              </a:ext>
            </a:extLst>
          </p:cNvPr>
          <p:cNvSpPr>
            <a:spLocks noGrp="1"/>
          </p:cNvSpPr>
          <p:nvPr>
            <p:ph sz="half" idx="10"/>
          </p:nvPr>
        </p:nvSpPr>
        <p:spPr/>
        <p:txBody>
          <a:bodyPr/>
          <a:lstStyle/>
          <a:p>
            <a:r>
              <a:rPr lang="en-IN" dirty="0"/>
              <a:t>Containers Platform</a:t>
            </a:r>
          </a:p>
        </p:txBody>
      </p:sp>
      <p:sp>
        <p:nvSpPr>
          <p:cNvPr id="2" name="Title 1">
            <a:extLst>
              <a:ext uri="{FF2B5EF4-FFF2-40B4-BE49-F238E27FC236}">
                <a16:creationId xmlns:a16="http://schemas.microsoft.com/office/drawing/2014/main" id="{CEE1B527-A8D1-A259-7D79-CF9302F9DBB1}"/>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322212415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normAutofit/>
          </a:bodyPr>
          <a:lstStyle/>
          <a:p>
            <a:r>
              <a:rPr lang="en-US" dirty="0"/>
              <a:t>Evolution of Computing</a:t>
            </a:r>
          </a:p>
        </p:txBody>
      </p:sp>
      <p:pic>
        <p:nvPicPr>
          <p:cNvPr id="177" name="Picture 176">
            <a:extLst>
              <a:ext uri="{FF2B5EF4-FFF2-40B4-BE49-F238E27FC236}">
                <a16:creationId xmlns:a16="http://schemas.microsoft.com/office/drawing/2014/main" id="{BDBFF01D-55A2-458D-AF84-641D83BC555A}"/>
              </a:ext>
            </a:extLst>
          </p:cNvPr>
          <p:cNvPicPr>
            <a:picLocks noChangeAspect="1"/>
          </p:cNvPicPr>
          <p:nvPr/>
        </p:nvPicPr>
        <p:blipFill rotWithShape="1">
          <a:blip r:embed="rId3"/>
          <a:srcRect t="36169" r="1584" b="40739"/>
          <a:stretch/>
        </p:blipFill>
        <p:spPr>
          <a:xfrm>
            <a:off x="367228" y="2997768"/>
            <a:ext cx="11395794" cy="1130300"/>
          </a:xfrm>
          <a:prstGeom prst="rect">
            <a:avLst/>
          </a:prstGeom>
        </p:spPr>
      </p:pic>
      <p:pic>
        <p:nvPicPr>
          <p:cNvPr id="178" name="Picture 177">
            <a:extLst>
              <a:ext uri="{FF2B5EF4-FFF2-40B4-BE49-F238E27FC236}">
                <a16:creationId xmlns:a16="http://schemas.microsoft.com/office/drawing/2014/main" id="{26360997-C306-40E7-A612-DA17757DF7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295" y="4171320"/>
            <a:ext cx="11122056" cy="1859414"/>
          </a:xfrm>
          <a:prstGeom prst="rect">
            <a:avLst/>
          </a:prstGeom>
        </p:spPr>
      </p:pic>
      <p:grpSp>
        <p:nvGrpSpPr>
          <p:cNvPr id="100" name="Group 99">
            <a:extLst>
              <a:ext uri="{FF2B5EF4-FFF2-40B4-BE49-F238E27FC236}">
                <a16:creationId xmlns:a16="http://schemas.microsoft.com/office/drawing/2014/main" id="{9A6A72C8-27DD-459B-B3CE-40A02DBE8D6E}"/>
              </a:ext>
            </a:extLst>
          </p:cNvPr>
          <p:cNvGrpSpPr/>
          <p:nvPr/>
        </p:nvGrpSpPr>
        <p:grpSpPr>
          <a:xfrm>
            <a:off x="434963" y="1103276"/>
            <a:ext cx="11328060" cy="1770313"/>
            <a:chOff x="434962" y="1303087"/>
            <a:chExt cx="11579238" cy="1770313"/>
          </a:xfrm>
        </p:grpSpPr>
        <p:pic>
          <p:nvPicPr>
            <p:cNvPr id="9" name="Picture 8">
              <a:extLst>
                <a:ext uri="{FF2B5EF4-FFF2-40B4-BE49-F238E27FC236}">
                  <a16:creationId xmlns:a16="http://schemas.microsoft.com/office/drawing/2014/main" id="{19BC8624-C2DE-4A78-B075-650D2502B588}"/>
                </a:ext>
              </a:extLst>
            </p:cNvPr>
            <p:cNvPicPr>
              <a:picLocks noChangeAspect="1"/>
            </p:cNvPicPr>
            <p:nvPr/>
          </p:nvPicPr>
          <p:blipFill rotWithShape="1">
            <a:blip r:embed="rId3"/>
            <a:srcRect b="63831"/>
            <a:stretch/>
          </p:blipFill>
          <p:spPr>
            <a:xfrm>
              <a:off x="434962" y="1303087"/>
              <a:ext cx="11579238" cy="1770313"/>
            </a:xfrm>
            <a:prstGeom prst="rect">
              <a:avLst/>
            </a:prstGeom>
          </p:spPr>
        </p:pic>
        <p:sp>
          <p:nvSpPr>
            <p:cNvPr id="179" name="Rectangle 178">
              <a:extLst>
                <a:ext uri="{FF2B5EF4-FFF2-40B4-BE49-F238E27FC236}">
                  <a16:creationId xmlns:a16="http://schemas.microsoft.com/office/drawing/2014/main" id="{02001758-278C-43E6-8247-7A32E27D7156}"/>
                </a:ext>
              </a:extLst>
            </p:cNvPr>
            <p:cNvSpPr/>
            <p:nvPr/>
          </p:nvSpPr>
          <p:spPr>
            <a:xfrm>
              <a:off x="4163281" y="2188243"/>
              <a:ext cx="1351722" cy="785460"/>
            </a:xfrm>
            <a:prstGeom prst="rect">
              <a:avLst/>
            </a:prstGeom>
            <a:solidFill>
              <a:srgbClr val="41555E"/>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grpSp>
    </p:spTree>
    <p:extLst>
      <p:ext uri="{BB962C8B-B14F-4D97-AF65-F5344CB8AC3E}">
        <p14:creationId xmlns:p14="http://schemas.microsoft.com/office/powerpoint/2010/main" val="13866111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
                                        </p:tgtEl>
                                        <p:attrNameLst>
                                          <p:attrName>style.visibility</p:attrName>
                                        </p:attrNameLst>
                                      </p:cBhvr>
                                      <p:to>
                                        <p:strVal val="visible"/>
                                      </p:to>
                                    </p:set>
                                    <p:animEffect transition="in" filter="fade">
                                      <p:cBhvr>
                                        <p:cTn id="12" dur="500"/>
                                        <p:tgtEl>
                                          <p:spTgt spid="1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8"/>
                                        </p:tgtEl>
                                        <p:attrNameLst>
                                          <p:attrName>style.visibility</p:attrName>
                                        </p:attrNameLst>
                                      </p:cBhvr>
                                      <p:to>
                                        <p:strVal val="visible"/>
                                      </p:to>
                                    </p:set>
                                    <p:animEffect transition="in" filter="fade">
                                      <p:cBhvr>
                                        <p:cTn id="17" dur="5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p:txBody>
          <a:bodyPr>
            <a:noAutofit/>
          </a:bodyPr>
          <a:lstStyle/>
          <a:p>
            <a:pPr algn="just">
              <a:lnSpc>
                <a:spcPct val="100000"/>
              </a:lnSpc>
              <a:defRPr/>
            </a:pPr>
            <a:r>
              <a:rPr lang="en-US" sz="2400" dirty="0"/>
              <a:t>A container is a software that contains an application code and all its dependencies.</a:t>
            </a:r>
          </a:p>
          <a:p>
            <a:pPr algn="just">
              <a:lnSpc>
                <a:spcPct val="100000"/>
              </a:lnSpc>
              <a:defRPr/>
            </a:pPr>
            <a:r>
              <a:rPr lang="en-US" sz="2400" dirty="0"/>
              <a:t>Enables an application to run quickly in an isolated environment.</a:t>
            </a:r>
          </a:p>
          <a:p>
            <a:pPr algn="just">
              <a:lnSpc>
                <a:spcPct val="100000"/>
              </a:lnSpc>
              <a:defRPr/>
            </a:pPr>
            <a:r>
              <a:rPr lang="en-US" sz="2400" dirty="0"/>
              <a:t>Provide smooth migration from one computing environment to another.</a:t>
            </a:r>
          </a:p>
          <a:p>
            <a:pPr algn="just">
              <a:lnSpc>
                <a:spcPct val="100000"/>
              </a:lnSpc>
              <a:defRPr/>
            </a:pPr>
            <a:r>
              <a:rPr lang="en-US" sz="2400" dirty="0"/>
              <a:t>Share the same OS kernel</a:t>
            </a:r>
          </a:p>
          <a:p>
            <a:pPr algn="just">
              <a:lnSpc>
                <a:spcPct val="100000"/>
              </a:lnSpc>
              <a:defRPr/>
            </a:pPr>
            <a:r>
              <a:rPr lang="en-US" sz="2400" dirty="0"/>
              <a:t>Works with all major Linux &amp; Windows Server</a:t>
            </a:r>
          </a:p>
        </p:txBody>
      </p:sp>
      <p:sp>
        <p:nvSpPr>
          <p:cNvPr id="2" name="Content Placeholder 1"/>
          <p:cNvSpPr>
            <a:spLocks noGrp="1"/>
          </p:cNvSpPr>
          <p:nvPr>
            <p:ph sz="half" idx="10"/>
          </p:nvPr>
        </p:nvSpPr>
        <p:spPr/>
        <p:txBody>
          <a:bodyPr/>
          <a:lstStyle/>
          <a:p>
            <a:r>
              <a:rPr lang="en-US"/>
              <a:t>What </a:t>
            </a:r>
            <a:r>
              <a:rPr lang="en-US" dirty="0"/>
              <a:t>is Container?</a:t>
            </a:r>
          </a:p>
        </p:txBody>
      </p:sp>
      <p:grpSp>
        <p:nvGrpSpPr>
          <p:cNvPr id="3" name="Group 2">
            <a:extLst>
              <a:ext uri="{FF2B5EF4-FFF2-40B4-BE49-F238E27FC236}">
                <a16:creationId xmlns:a16="http://schemas.microsoft.com/office/drawing/2014/main" id="{8219E5A3-BB9C-445A-A969-94C30575ECE3}"/>
              </a:ext>
            </a:extLst>
          </p:cNvPr>
          <p:cNvGrpSpPr/>
          <p:nvPr/>
        </p:nvGrpSpPr>
        <p:grpSpPr>
          <a:xfrm>
            <a:off x="7565158" y="1593670"/>
            <a:ext cx="4464030" cy="3977923"/>
            <a:chOff x="7565158" y="1593670"/>
            <a:chExt cx="4626842" cy="4057208"/>
          </a:xfrm>
        </p:grpSpPr>
        <p:pic>
          <p:nvPicPr>
            <p:cNvPr id="6" name="Picture 5">
              <a:extLst>
                <a:ext uri="{FF2B5EF4-FFF2-40B4-BE49-F238E27FC236}">
                  <a16:creationId xmlns:a16="http://schemas.microsoft.com/office/drawing/2014/main" id="{ECC4D639-441C-47E4-8026-75E4F681897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7565158" y="1593670"/>
              <a:ext cx="4626842" cy="3680887"/>
            </a:xfrm>
            <a:prstGeom prst="rect">
              <a:avLst/>
            </a:prstGeom>
          </p:spPr>
        </p:pic>
        <p:sp>
          <p:nvSpPr>
            <p:cNvPr id="5" name="TextBox 4">
              <a:extLst>
                <a:ext uri="{FF2B5EF4-FFF2-40B4-BE49-F238E27FC236}">
                  <a16:creationId xmlns:a16="http://schemas.microsoft.com/office/drawing/2014/main" id="{3BC8C53B-0A20-4764-830A-9FAE3852C0BC}"/>
                </a:ext>
              </a:extLst>
            </p:cNvPr>
            <p:cNvSpPr txBox="1"/>
            <p:nvPr/>
          </p:nvSpPr>
          <p:spPr>
            <a:xfrm>
              <a:off x="8964351" y="5343101"/>
              <a:ext cx="2040302" cy="307777"/>
            </a:xfrm>
            <a:prstGeom prst="rect">
              <a:avLst/>
            </a:prstGeom>
            <a:noFill/>
          </p:spPr>
          <p:txBody>
            <a:bodyPr wrap="none" rtlCol="0">
              <a:spAutoFit/>
            </a:bodyPr>
            <a:lstStyle/>
            <a:p>
              <a:r>
                <a:rPr lang="en-IN" sz="1400" i="1" dirty="0">
                  <a:solidFill>
                    <a:schemeClr val="tx1">
                      <a:lumMod val="65000"/>
                      <a:lumOff val="35000"/>
                    </a:schemeClr>
                  </a:solidFill>
                </a:rPr>
                <a:t>Source : www.docker.com</a:t>
              </a:r>
            </a:p>
          </p:txBody>
        </p:sp>
      </p:grpSp>
    </p:spTree>
    <p:extLst>
      <p:ext uri="{BB962C8B-B14F-4D97-AF65-F5344CB8AC3E}">
        <p14:creationId xmlns:p14="http://schemas.microsoft.com/office/powerpoint/2010/main" val="11315438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500"/>
                                        <p:tgtEl>
                                          <p:spTgt spid="4">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500"/>
                                        <p:tgtEl>
                                          <p:spTgt spid="4">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Effect transition="in" filter="fade">
                                      <p:cBhvr>
                                        <p:cTn id="3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normAutofit/>
          </a:bodyPr>
          <a:lstStyle/>
          <a:p>
            <a:r>
              <a:rPr lang="en-IN" dirty="0"/>
              <a:t>Container Platforms</a:t>
            </a:r>
            <a:endParaRPr lang="en-US" dirty="0"/>
          </a:p>
        </p:txBody>
      </p:sp>
      <p:grpSp>
        <p:nvGrpSpPr>
          <p:cNvPr id="18" name="Group 17">
            <a:extLst>
              <a:ext uri="{FF2B5EF4-FFF2-40B4-BE49-F238E27FC236}">
                <a16:creationId xmlns:a16="http://schemas.microsoft.com/office/drawing/2014/main" id="{46614A01-C4F2-4A73-AB2F-5D07D3F0ED73}"/>
              </a:ext>
            </a:extLst>
          </p:cNvPr>
          <p:cNvGrpSpPr/>
          <p:nvPr/>
        </p:nvGrpSpPr>
        <p:grpSpPr>
          <a:xfrm>
            <a:off x="410239" y="2654239"/>
            <a:ext cx="1902887" cy="1927980"/>
            <a:chOff x="457985" y="2311884"/>
            <a:chExt cx="2266070" cy="2252048"/>
          </a:xfrm>
        </p:grpSpPr>
        <p:pic>
          <p:nvPicPr>
            <p:cNvPr id="5" name="Picture 4">
              <a:extLst>
                <a:ext uri="{FF2B5EF4-FFF2-40B4-BE49-F238E27FC236}">
                  <a16:creationId xmlns:a16="http://schemas.microsoft.com/office/drawing/2014/main" id="{5B4CABA3-D7AD-46D7-9E0A-7D3E667B9C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014" y="2311884"/>
              <a:ext cx="1762580" cy="1624012"/>
            </a:xfrm>
            <a:prstGeom prst="rect">
              <a:avLst/>
            </a:prstGeom>
          </p:spPr>
        </p:pic>
        <p:sp>
          <p:nvSpPr>
            <p:cNvPr id="6" name="TextBox 5">
              <a:extLst>
                <a:ext uri="{FF2B5EF4-FFF2-40B4-BE49-F238E27FC236}">
                  <a16:creationId xmlns:a16="http://schemas.microsoft.com/office/drawing/2014/main" id="{90778081-45D2-49C9-95EB-2FAA1DE76011}"/>
                </a:ext>
              </a:extLst>
            </p:cNvPr>
            <p:cNvSpPr txBox="1"/>
            <p:nvPr/>
          </p:nvSpPr>
          <p:spPr>
            <a:xfrm>
              <a:off x="457985" y="4194601"/>
              <a:ext cx="2266070" cy="369331"/>
            </a:xfrm>
            <a:prstGeom prst="rect">
              <a:avLst/>
            </a:prstGeom>
            <a:noFill/>
          </p:spPr>
          <p:txBody>
            <a:bodyPr wrap="none" rtlCol="0">
              <a:spAutoFit/>
            </a:bodyPr>
            <a:lstStyle/>
            <a:p>
              <a:r>
                <a:rPr lang="en-IN" dirty="0"/>
                <a:t>Linux Containers (LXC)</a:t>
              </a:r>
            </a:p>
          </p:txBody>
        </p:sp>
      </p:grpSp>
      <p:grpSp>
        <p:nvGrpSpPr>
          <p:cNvPr id="11" name="Group 10">
            <a:extLst>
              <a:ext uri="{FF2B5EF4-FFF2-40B4-BE49-F238E27FC236}">
                <a16:creationId xmlns:a16="http://schemas.microsoft.com/office/drawing/2014/main" id="{7BE54B71-D56C-4AAD-B6E9-F70142F9155A}"/>
              </a:ext>
            </a:extLst>
          </p:cNvPr>
          <p:cNvGrpSpPr/>
          <p:nvPr/>
        </p:nvGrpSpPr>
        <p:grpSpPr>
          <a:xfrm>
            <a:off x="2825583" y="2468836"/>
            <a:ext cx="2144106" cy="2113383"/>
            <a:chOff x="2825583" y="2468836"/>
            <a:chExt cx="2144106" cy="2113383"/>
          </a:xfrm>
        </p:grpSpPr>
        <p:pic>
          <p:nvPicPr>
            <p:cNvPr id="7" name="Picture 6">
              <a:extLst>
                <a:ext uri="{FF2B5EF4-FFF2-40B4-BE49-F238E27FC236}">
                  <a16:creationId xmlns:a16="http://schemas.microsoft.com/office/drawing/2014/main" id="{52EA7D09-40EB-4829-8504-5C3E36DAFD61}"/>
                </a:ext>
              </a:extLst>
            </p:cNvPr>
            <p:cNvPicPr>
              <a:picLocks noChangeAspect="1"/>
            </p:cNvPicPr>
            <p:nvPr/>
          </p:nvPicPr>
          <p:blipFill rotWithShape="1">
            <a:blip r:embed="rId4">
              <a:extLst>
                <a:ext uri="{28A0092B-C50C-407E-A947-70E740481C1C}">
                  <a14:useLocalDpi xmlns:a14="http://schemas.microsoft.com/office/drawing/2010/main" val="0"/>
                </a:ext>
              </a:extLst>
            </a:blip>
            <a:srcRect l="8362" t="18230" r="6994" b="20963"/>
            <a:stretch/>
          </p:blipFill>
          <p:spPr>
            <a:xfrm>
              <a:off x="2936413" y="2468836"/>
              <a:ext cx="2033276" cy="1489166"/>
            </a:xfrm>
            <a:prstGeom prst="rect">
              <a:avLst/>
            </a:prstGeom>
          </p:spPr>
        </p:pic>
        <p:sp>
          <p:nvSpPr>
            <p:cNvPr id="8" name="TextBox 7">
              <a:extLst>
                <a:ext uri="{FF2B5EF4-FFF2-40B4-BE49-F238E27FC236}">
                  <a16:creationId xmlns:a16="http://schemas.microsoft.com/office/drawing/2014/main" id="{6B8AD530-601A-4A87-B5FF-B79A38C70DE2}"/>
                </a:ext>
              </a:extLst>
            </p:cNvPr>
            <p:cNvSpPr txBox="1"/>
            <p:nvPr/>
          </p:nvSpPr>
          <p:spPr>
            <a:xfrm>
              <a:off x="2825583" y="4266034"/>
              <a:ext cx="2000451" cy="316185"/>
            </a:xfrm>
            <a:prstGeom prst="rect">
              <a:avLst/>
            </a:prstGeom>
            <a:noFill/>
          </p:spPr>
          <p:txBody>
            <a:bodyPr wrap="none" rtlCol="0">
              <a:spAutoFit/>
            </a:bodyPr>
            <a:lstStyle/>
            <a:p>
              <a:r>
                <a:rPr lang="en-IN" dirty="0"/>
                <a:t>Docker (Docker Swarm)</a:t>
              </a:r>
            </a:p>
          </p:txBody>
        </p:sp>
      </p:grpSp>
      <p:grpSp>
        <p:nvGrpSpPr>
          <p:cNvPr id="20" name="Group 19">
            <a:extLst>
              <a:ext uri="{FF2B5EF4-FFF2-40B4-BE49-F238E27FC236}">
                <a16:creationId xmlns:a16="http://schemas.microsoft.com/office/drawing/2014/main" id="{7C25E2EE-BF1E-489D-9D90-4EBDD27198F1}"/>
              </a:ext>
            </a:extLst>
          </p:cNvPr>
          <p:cNvGrpSpPr/>
          <p:nvPr/>
        </p:nvGrpSpPr>
        <p:grpSpPr>
          <a:xfrm>
            <a:off x="5523540" y="2526242"/>
            <a:ext cx="1423284" cy="2055977"/>
            <a:chOff x="6837046" y="2172025"/>
            <a:chExt cx="1694930" cy="2401559"/>
          </a:xfrm>
        </p:grpSpPr>
        <p:pic>
          <p:nvPicPr>
            <p:cNvPr id="10" name="Picture 9">
              <a:extLst>
                <a:ext uri="{FF2B5EF4-FFF2-40B4-BE49-F238E27FC236}">
                  <a16:creationId xmlns:a16="http://schemas.microsoft.com/office/drawing/2014/main" id="{FB3E248E-D407-41EA-877E-3F35947D29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37046" y="2172025"/>
              <a:ext cx="1694930" cy="1645494"/>
            </a:xfrm>
            <a:prstGeom prst="rect">
              <a:avLst/>
            </a:prstGeom>
          </p:spPr>
        </p:pic>
        <p:sp>
          <p:nvSpPr>
            <p:cNvPr id="13" name="TextBox 12">
              <a:extLst>
                <a:ext uri="{FF2B5EF4-FFF2-40B4-BE49-F238E27FC236}">
                  <a16:creationId xmlns:a16="http://schemas.microsoft.com/office/drawing/2014/main" id="{4F617343-8A7C-45C3-A975-589EC2C52675}"/>
                </a:ext>
              </a:extLst>
            </p:cNvPr>
            <p:cNvSpPr txBox="1"/>
            <p:nvPr/>
          </p:nvSpPr>
          <p:spPr>
            <a:xfrm>
              <a:off x="7056421" y="4204251"/>
              <a:ext cx="1256178" cy="369333"/>
            </a:xfrm>
            <a:prstGeom prst="rect">
              <a:avLst/>
            </a:prstGeom>
            <a:noFill/>
          </p:spPr>
          <p:txBody>
            <a:bodyPr wrap="none" rtlCol="0">
              <a:spAutoFit/>
            </a:bodyPr>
            <a:lstStyle/>
            <a:p>
              <a:r>
                <a:rPr lang="en-IN" dirty="0"/>
                <a:t>Kubernetes</a:t>
              </a:r>
            </a:p>
          </p:txBody>
        </p:sp>
      </p:grpSp>
      <p:grpSp>
        <p:nvGrpSpPr>
          <p:cNvPr id="21" name="Group 20">
            <a:extLst>
              <a:ext uri="{FF2B5EF4-FFF2-40B4-BE49-F238E27FC236}">
                <a16:creationId xmlns:a16="http://schemas.microsoft.com/office/drawing/2014/main" id="{A54CF813-B7E3-488B-BC65-1541C3BBF439}"/>
              </a:ext>
            </a:extLst>
          </p:cNvPr>
          <p:cNvGrpSpPr/>
          <p:nvPr/>
        </p:nvGrpSpPr>
        <p:grpSpPr>
          <a:xfrm>
            <a:off x="7505774" y="2533229"/>
            <a:ext cx="1565986" cy="2052265"/>
            <a:chOff x="9625593" y="2172025"/>
            <a:chExt cx="1864869" cy="2397224"/>
          </a:xfrm>
        </p:grpSpPr>
        <p:pic>
          <p:nvPicPr>
            <p:cNvPr id="16" name="Picture 15">
              <a:extLst>
                <a:ext uri="{FF2B5EF4-FFF2-40B4-BE49-F238E27FC236}">
                  <a16:creationId xmlns:a16="http://schemas.microsoft.com/office/drawing/2014/main" id="{AFE781BA-3D73-457A-8C9E-06D727E9AF5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50482" y="2172025"/>
              <a:ext cx="1716289" cy="1589042"/>
            </a:xfrm>
            <a:prstGeom prst="rect">
              <a:avLst/>
            </a:prstGeom>
          </p:spPr>
        </p:pic>
        <p:sp>
          <p:nvSpPr>
            <p:cNvPr id="17" name="TextBox 16">
              <a:extLst>
                <a:ext uri="{FF2B5EF4-FFF2-40B4-BE49-F238E27FC236}">
                  <a16:creationId xmlns:a16="http://schemas.microsoft.com/office/drawing/2014/main" id="{D45FEC5B-CC92-4090-8697-AFDE37B05350}"/>
                </a:ext>
              </a:extLst>
            </p:cNvPr>
            <p:cNvSpPr txBox="1"/>
            <p:nvPr/>
          </p:nvSpPr>
          <p:spPr>
            <a:xfrm>
              <a:off x="9625593" y="4199917"/>
              <a:ext cx="1864869" cy="369332"/>
            </a:xfrm>
            <a:prstGeom prst="rect">
              <a:avLst/>
            </a:prstGeom>
            <a:noFill/>
          </p:spPr>
          <p:txBody>
            <a:bodyPr wrap="none" rtlCol="0">
              <a:spAutoFit/>
            </a:bodyPr>
            <a:lstStyle/>
            <a:p>
              <a:r>
                <a:rPr lang="en-IN" dirty="0"/>
                <a:t>RedHat OpenShift</a:t>
              </a:r>
            </a:p>
          </p:txBody>
        </p:sp>
      </p:grpSp>
      <p:grpSp>
        <p:nvGrpSpPr>
          <p:cNvPr id="9" name="Group 8">
            <a:extLst>
              <a:ext uri="{FF2B5EF4-FFF2-40B4-BE49-F238E27FC236}">
                <a16:creationId xmlns:a16="http://schemas.microsoft.com/office/drawing/2014/main" id="{89733206-2685-4E2C-8DDA-5AC3E25EF866}"/>
              </a:ext>
            </a:extLst>
          </p:cNvPr>
          <p:cNvGrpSpPr/>
          <p:nvPr/>
        </p:nvGrpSpPr>
        <p:grpSpPr>
          <a:xfrm>
            <a:off x="9840457" y="2574571"/>
            <a:ext cx="1734370" cy="2007650"/>
            <a:chOff x="9840457" y="2211053"/>
            <a:chExt cx="2065390" cy="2345109"/>
          </a:xfrm>
        </p:grpSpPr>
        <p:pic>
          <p:nvPicPr>
            <p:cNvPr id="3" name="Picture 2">
              <a:extLst>
                <a:ext uri="{FF2B5EF4-FFF2-40B4-BE49-F238E27FC236}">
                  <a16:creationId xmlns:a16="http://schemas.microsoft.com/office/drawing/2014/main" id="{E7719B21-1D5C-4525-8CFF-52C56BBD2BF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40457" y="2211053"/>
              <a:ext cx="2065390" cy="1589042"/>
            </a:xfrm>
            <a:prstGeom prst="rect">
              <a:avLst/>
            </a:prstGeom>
          </p:spPr>
        </p:pic>
        <p:sp>
          <p:nvSpPr>
            <p:cNvPr id="22" name="TextBox 21">
              <a:extLst>
                <a:ext uri="{FF2B5EF4-FFF2-40B4-BE49-F238E27FC236}">
                  <a16:creationId xmlns:a16="http://schemas.microsoft.com/office/drawing/2014/main" id="{18739E3D-8DD6-4A11-9C70-B0A351E569D4}"/>
                </a:ext>
              </a:extLst>
            </p:cNvPr>
            <p:cNvSpPr txBox="1"/>
            <p:nvPr/>
          </p:nvSpPr>
          <p:spPr>
            <a:xfrm>
              <a:off x="10399444" y="4186830"/>
              <a:ext cx="798617" cy="369332"/>
            </a:xfrm>
            <a:prstGeom prst="rect">
              <a:avLst/>
            </a:prstGeom>
            <a:noFill/>
          </p:spPr>
          <p:txBody>
            <a:bodyPr wrap="none" rtlCol="0">
              <a:spAutoFit/>
            </a:bodyPr>
            <a:lstStyle/>
            <a:p>
              <a:r>
                <a:rPr lang="en-IN" dirty="0"/>
                <a:t>DC/OS</a:t>
              </a:r>
            </a:p>
          </p:txBody>
        </p:sp>
      </p:grpSp>
    </p:spTree>
    <p:extLst>
      <p:ext uri="{BB962C8B-B14F-4D97-AF65-F5344CB8AC3E}">
        <p14:creationId xmlns:p14="http://schemas.microsoft.com/office/powerpoint/2010/main" val="647149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2E122AD-E251-5313-DB5E-7397F0B51B93}"/>
              </a:ext>
            </a:extLst>
          </p:cNvPr>
          <p:cNvSpPr>
            <a:spLocks noGrp="1"/>
          </p:cNvSpPr>
          <p:nvPr>
            <p:ph sz="half" idx="10"/>
          </p:nvPr>
        </p:nvSpPr>
        <p:spPr/>
        <p:txBody>
          <a:bodyPr/>
          <a:lstStyle/>
          <a:p>
            <a:r>
              <a:rPr lang="en-US" dirty="0"/>
              <a:t>Docker Community vs. Docker Enterprise</a:t>
            </a:r>
          </a:p>
        </p:txBody>
      </p:sp>
      <p:sp>
        <p:nvSpPr>
          <p:cNvPr id="6" name="Content Placeholder 5">
            <a:extLst>
              <a:ext uri="{FF2B5EF4-FFF2-40B4-BE49-F238E27FC236}">
                <a16:creationId xmlns:a16="http://schemas.microsoft.com/office/drawing/2014/main" id="{6F75852D-2264-F25A-EC32-DDBF745A73AD}"/>
              </a:ext>
            </a:extLst>
          </p:cNvPr>
          <p:cNvSpPr>
            <a:spLocks noGrp="1"/>
          </p:cNvSpPr>
          <p:nvPr>
            <p:ph sz="half" idx="11"/>
          </p:nvPr>
        </p:nvSpPr>
        <p:spPr/>
        <p:txBody>
          <a:bodyPr>
            <a:normAutofit/>
          </a:bodyPr>
          <a:lstStyle/>
          <a:p>
            <a:pPr marL="0" indent="0">
              <a:buNone/>
            </a:pPr>
            <a:r>
              <a:rPr lang="en-US" sz="2400" b="1" u="sng" dirty="0"/>
              <a:t>Docker Enterprise</a:t>
            </a:r>
          </a:p>
          <a:p>
            <a:r>
              <a:rPr lang="en-US" sz="2400" dirty="0"/>
              <a:t>For business and production apps</a:t>
            </a:r>
          </a:p>
          <a:p>
            <a:r>
              <a:rPr lang="en-US" sz="2400" dirty="0"/>
              <a:t>Subscription model</a:t>
            </a:r>
          </a:p>
          <a:p>
            <a:r>
              <a:rPr lang="en-US" sz="2400" dirty="0"/>
              <a:t>Stable version (every 3 months)</a:t>
            </a:r>
          </a:p>
          <a:p>
            <a:r>
              <a:rPr lang="en-US" sz="2400" dirty="0"/>
              <a:t>Additional	enterprise	features (management, security etc.)</a:t>
            </a:r>
          </a:p>
          <a:p>
            <a:r>
              <a:rPr lang="en-US" sz="2400" dirty="0"/>
              <a:t>Universal Control Plane is used for create, build and deploy application</a:t>
            </a:r>
          </a:p>
        </p:txBody>
      </p:sp>
      <p:sp>
        <p:nvSpPr>
          <p:cNvPr id="4" name="Content Placeholder 3">
            <a:extLst>
              <a:ext uri="{FF2B5EF4-FFF2-40B4-BE49-F238E27FC236}">
                <a16:creationId xmlns:a16="http://schemas.microsoft.com/office/drawing/2014/main" id="{F1F89C9C-B67D-0898-CE9C-638B077A72E0}"/>
              </a:ext>
            </a:extLst>
          </p:cNvPr>
          <p:cNvSpPr>
            <a:spLocks noGrp="1"/>
          </p:cNvSpPr>
          <p:nvPr>
            <p:ph sz="half" idx="1"/>
          </p:nvPr>
        </p:nvSpPr>
        <p:spPr/>
        <p:txBody>
          <a:bodyPr>
            <a:normAutofit/>
          </a:bodyPr>
          <a:lstStyle/>
          <a:p>
            <a:pPr marL="0" indent="0">
              <a:buNone/>
            </a:pPr>
            <a:r>
              <a:rPr lang="en-US" sz="2400" b="1" u="sng" dirty="0"/>
              <a:t>Docker Community</a:t>
            </a:r>
          </a:p>
          <a:p>
            <a:r>
              <a:rPr lang="en-US" sz="2400" dirty="0"/>
              <a:t>For developers and small organizations</a:t>
            </a:r>
          </a:p>
          <a:p>
            <a:r>
              <a:rPr lang="en-US" sz="2400" dirty="0"/>
              <a:t>Free</a:t>
            </a:r>
          </a:p>
          <a:p>
            <a:r>
              <a:rPr lang="en-US" sz="2400" dirty="0"/>
              <a:t>Stable version (every 3 months)</a:t>
            </a:r>
          </a:p>
          <a:p>
            <a:r>
              <a:rPr lang="en-US" sz="2400" dirty="0"/>
              <a:t>edge version (every month), with cutting edge features</a:t>
            </a:r>
          </a:p>
          <a:p>
            <a:r>
              <a:rPr lang="en-US" sz="2400" dirty="0"/>
              <a:t>Docker’s CLI and API are used for create, build and deploy application</a:t>
            </a:r>
          </a:p>
        </p:txBody>
      </p:sp>
    </p:spTree>
    <p:extLst>
      <p:ext uri="{BB962C8B-B14F-4D97-AF65-F5344CB8AC3E}">
        <p14:creationId xmlns:p14="http://schemas.microsoft.com/office/powerpoint/2010/main" val="847091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normAutofit/>
          </a:bodyPr>
          <a:lstStyle/>
          <a:p>
            <a:r>
              <a:rPr lang="en"/>
              <a:t>Virtual Machines vs. Containers</a:t>
            </a:r>
            <a:endParaRPr lang="en-US" dirty="0"/>
          </a:p>
        </p:txBody>
      </p:sp>
      <p:pic>
        <p:nvPicPr>
          <p:cNvPr id="14" name="Picture 13">
            <a:extLst>
              <a:ext uri="{FF2B5EF4-FFF2-40B4-BE49-F238E27FC236}">
                <a16:creationId xmlns:a16="http://schemas.microsoft.com/office/drawing/2014/main" id="{06C26280-E67F-4CFA-B4D9-8C1A3EC37282}"/>
              </a:ext>
            </a:extLst>
          </p:cNvPr>
          <p:cNvPicPr>
            <a:picLocks noChangeAspect="1"/>
          </p:cNvPicPr>
          <p:nvPr/>
        </p:nvPicPr>
        <p:blipFill>
          <a:blip r:embed="rId3"/>
          <a:stretch>
            <a:fillRect/>
          </a:stretch>
        </p:blipFill>
        <p:spPr>
          <a:xfrm>
            <a:off x="217671" y="1725259"/>
            <a:ext cx="5229225" cy="4124325"/>
          </a:xfrm>
          <a:prstGeom prst="rect">
            <a:avLst/>
          </a:prstGeom>
        </p:spPr>
      </p:pic>
      <p:pic>
        <p:nvPicPr>
          <p:cNvPr id="26" name="Picture 25">
            <a:extLst>
              <a:ext uri="{FF2B5EF4-FFF2-40B4-BE49-F238E27FC236}">
                <a16:creationId xmlns:a16="http://schemas.microsoft.com/office/drawing/2014/main" id="{AD69341A-8438-4635-80CC-9A2784FFB38E}"/>
              </a:ext>
            </a:extLst>
          </p:cNvPr>
          <p:cNvPicPr>
            <a:picLocks noChangeAspect="1"/>
          </p:cNvPicPr>
          <p:nvPr/>
        </p:nvPicPr>
        <p:blipFill>
          <a:blip r:embed="rId4"/>
          <a:stretch>
            <a:fillRect/>
          </a:stretch>
        </p:blipFill>
        <p:spPr>
          <a:xfrm>
            <a:off x="5695949" y="1702681"/>
            <a:ext cx="6236341" cy="3840163"/>
          </a:xfrm>
          <a:prstGeom prst="rect">
            <a:avLst/>
          </a:prstGeom>
        </p:spPr>
      </p:pic>
    </p:spTree>
    <p:extLst>
      <p:ext uri="{BB962C8B-B14F-4D97-AF65-F5344CB8AC3E}">
        <p14:creationId xmlns:p14="http://schemas.microsoft.com/office/powerpoint/2010/main" val="575058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DA6D0D-5132-46E3-B30C-A2F386C4E0C7}"/>
              </a:ext>
            </a:extLst>
          </p:cNvPr>
          <p:cNvSpPr>
            <a:spLocks noGrp="1"/>
          </p:cNvSpPr>
          <p:nvPr>
            <p:ph sz="half" idx="10"/>
          </p:nvPr>
        </p:nvSpPr>
        <p:spPr/>
        <p:txBody>
          <a:bodyPr/>
          <a:lstStyle/>
          <a:p>
            <a:r>
              <a:rPr lang="en-IN" dirty="0"/>
              <a:t>App Hosting Model</a:t>
            </a:r>
          </a:p>
        </p:txBody>
      </p:sp>
      <p:pic>
        <p:nvPicPr>
          <p:cNvPr id="6" name="Picture 5">
            <a:extLst>
              <a:ext uri="{FF2B5EF4-FFF2-40B4-BE49-F238E27FC236}">
                <a16:creationId xmlns:a16="http://schemas.microsoft.com/office/drawing/2014/main" id="{C5379FD3-FFEB-49B3-9306-C15AAEEBDBA2}"/>
              </a:ext>
            </a:extLst>
          </p:cNvPr>
          <p:cNvPicPr>
            <a:picLocks noChangeAspect="1"/>
          </p:cNvPicPr>
          <p:nvPr/>
        </p:nvPicPr>
        <p:blipFill rotWithShape="1">
          <a:blip r:embed="rId2"/>
          <a:srcRect l="17857" t="1590" r="2213" b="1743"/>
          <a:stretch/>
        </p:blipFill>
        <p:spPr>
          <a:xfrm>
            <a:off x="4433977" y="1552176"/>
            <a:ext cx="3388369" cy="3232101"/>
          </a:xfrm>
          <a:prstGeom prst="rect">
            <a:avLst/>
          </a:prstGeom>
        </p:spPr>
      </p:pic>
      <p:pic>
        <p:nvPicPr>
          <p:cNvPr id="8" name="Picture 7">
            <a:extLst>
              <a:ext uri="{FF2B5EF4-FFF2-40B4-BE49-F238E27FC236}">
                <a16:creationId xmlns:a16="http://schemas.microsoft.com/office/drawing/2014/main" id="{E502A6EC-914E-4722-9DCF-391F58572A93}"/>
              </a:ext>
            </a:extLst>
          </p:cNvPr>
          <p:cNvPicPr>
            <a:picLocks noChangeAspect="1"/>
          </p:cNvPicPr>
          <p:nvPr/>
        </p:nvPicPr>
        <p:blipFill rotWithShape="1">
          <a:blip r:embed="rId3"/>
          <a:srcRect l="1576" t="2172" r="24042" b="1905"/>
          <a:stretch/>
        </p:blipFill>
        <p:spPr>
          <a:xfrm>
            <a:off x="8177746" y="1851000"/>
            <a:ext cx="3693823" cy="2933277"/>
          </a:xfrm>
          <a:prstGeom prst="rect">
            <a:avLst/>
          </a:prstGeom>
        </p:spPr>
      </p:pic>
      <p:sp>
        <p:nvSpPr>
          <p:cNvPr id="9" name="TextBox 8">
            <a:extLst>
              <a:ext uri="{FF2B5EF4-FFF2-40B4-BE49-F238E27FC236}">
                <a16:creationId xmlns:a16="http://schemas.microsoft.com/office/drawing/2014/main" id="{76B59A16-B131-4DB1-8511-4CC646A36C7E}"/>
              </a:ext>
            </a:extLst>
          </p:cNvPr>
          <p:cNvSpPr txBox="1"/>
          <p:nvPr/>
        </p:nvSpPr>
        <p:spPr>
          <a:xfrm>
            <a:off x="857001" y="4842554"/>
            <a:ext cx="2319866" cy="615553"/>
          </a:xfrm>
          <a:prstGeom prst="rect">
            <a:avLst/>
          </a:prstGeom>
          <a:noFill/>
        </p:spPr>
        <p:txBody>
          <a:bodyPr wrap="none" rtlCol="0">
            <a:spAutoFit/>
          </a:bodyPr>
          <a:lstStyle/>
          <a:p>
            <a:pPr algn="ctr"/>
            <a:r>
              <a:rPr lang="en-IN" dirty="0">
                <a:solidFill>
                  <a:schemeClr val="tx2">
                    <a:lumMod val="10000"/>
                    <a:lumOff val="90000"/>
                  </a:schemeClr>
                </a:solidFill>
              </a:rPr>
              <a:t>Bare Metal</a:t>
            </a:r>
          </a:p>
          <a:p>
            <a:r>
              <a:rPr lang="en-IN" sz="1600" dirty="0">
                <a:solidFill>
                  <a:schemeClr val="tx2">
                    <a:lumMod val="10000"/>
                    <a:lumOff val="90000"/>
                  </a:schemeClr>
                </a:solidFill>
              </a:rPr>
              <a:t>(Deploy in Days/Weeks)</a:t>
            </a:r>
          </a:p>
        </p:txBody>
      </p:sp>
      <p:sp>
        <p:nvSpPr>
          <p:cNvPr id="11" name="TextBox 10">
            <a:extLst>
              <a:ext uri="{FF2B5EF4-FFF2-40B4-BE49-F238E27FC236}">
                <a16:creationId xmlns:a16="http://schemas.microsoft.com/office/drawing/2014/main" id="{A69423C5-0CFF-46B7-A3E2-09946B39D84A}"/>
              </a:ext>
            </a:extLst>
          </p:cNvPr>
          <p:cNvSpPr txBox="1"/>
          <p:nvPr/>
        </p:nvSpPr>
        <p:spPr>
          <a:xfrm>
            <a:off x="5042422" y="4842554"/>
            <a:ext cx="2265364" cy="615553"/>
          </a:xfrm>
          <a:prstGeom prst="rect">
            <a:avLst/>
          </a:prstGeom>
          <a:noFill/>
        </p:spPr>
        <p:txBody>
          <a:bodyPr wrap="none" rtlCol="0">
            <a:spAutoFit/>
          </a:bodyPr>
          <a:lstStyle/>
          <a:p>
            <a:pPr algn="ctr"/>
            <a:r>
              <a:rPr lang="en-IN" dirty="0">
                <a:solidFill>
                  <a:schemeClr val="tx2">
                    <a:lumMod val="10000"/>
                    <a:lumOff val="90000"/>
                  </a:schemeClr>
                </a:solidFill>
              </a:rPr>
              <a:t>Virtual Machines</a:t>
            </a:r>
          </a:p>
          <a:p>
            <a:r>
              <a:rPr lang="en-IN" sz="1600" dirty="0">
                <a:solidFill>
                  <a:schemeClr val="tx2">
                    <a:lumMod val="10000"/>
                    <a:lumOff val="90000"/>
                  </a:schemeClr>
                </a:solidFill>
              </a:rPr>
              <a:t>(Deploy in Hours/Days)</a:t>
            </a:r>
          </a:p>
        </p:txBody>
      </p:sp>
      <p:sp>
        <p:nvSpPr>
          <p:cNvPr id="13" name="TextBox 12">
            <a:extLst>
              <a:ext uri="{FF2B5EF4-FFF2-40B4-BE49-F238E27FC236}">
                <a16:creationId xmlns:a16="http://schemas.microsoft.com/office/drawing/2014/main" id="{8859DE8F-06D9-4B7E-BE68-7A271970BB6E}"/>
              </a:ext>
            </a:extLst>
          </p:cNvPr>
          <p:cNvSpPr txBox="1"/>
          <p:nvPr/>
        </p:nvSpPr>
        <p:spPr>
          <a:xfrm>
            <a:off x="8816617" y="4842554"/>
            <a:ext cx="2775119" cy="615553"/>
          </a:xfrm>
          <a:prstGeom prst="rect">
            <a:avLst/>
          </a:prstGeom>
          <a:noFill/>
        </p:spPr>
        <p:txBody>
          <a:bodyPr wrap="none" rtlCol="0">
            <a:spAutoFit/>
          </a:bodyPr>
          <a:lstStyle/>
          <a:p>
            <a:pPr algn="ctr"/>
            <a:r>
              <a:rPr lang="en-IN" dirty="0">
                <a:solidFill>
                  <a:schemeClr val="tx2">
                    <a:lumMod val="10000"/>
                    <a:lumOff val="90000"/>
                  </a:schemeClr>
                </a:solidFill>
              </a:rPr>
              <a:t>Containers</a:t>
            </a:r>
          </a:p>
          <a:p>
            <a:r>
              <a:rPr lang="en-IN" sz="1600" dirty="0">
                <a:solidFill>
                  <a:schemeClr val="tx2">
                    <a:lumMod val="10000"/>
                    <a:lumOff val="90000"/>
                  </a:schemeClr>
                </a:solidFill>
              </a:rPr>
              <a:t>(Deploy in Seconds/Minutes)</a:t>
            </a:r>
          </a:p>
        </p:txBody>
      </p:sp>
      <p:grpSp>
        <p:nvGrpSpPr>
          <p:cNvPr id="10" name="Group 9">
            <a:extLst>
              <a:ext uri="{FF2B5EF4-FFF2-40B4-BE49-F238E27FC236}">
                <a16:creationId xmlns:a16="http://schemas.microsoft.com/office/drawing/2014/main" id="{6B1631AC-9342-4ED7-B3D3-64FB3516943B}"/>
              </a:ext>
            </a:extLst>
          </p:cNvPr>
          <p:cNvGrpSpPr/>
          <p:nvPr/>
        </p:nvGrpSpPr>
        <p:grpSpPr>
          <a:xfrm>
            <a:off x="640052" y="2592257"/>
            <a:ext cx="3486150" cy="2192020"/>
            <a:chOff x="9525" y="571420"/>
            <a:chExt cx="3486150" cy="2192487"/>
          </a:xfrm>
        </p:grpSpPr>
        <p:grpSp>
          <p:nvGrpSpPr>
            <p:cNvPr id="12" name="Group 11">
              <a:extLst>
                <a:ext uri="{FF2B5EF4-FFF2-40B4-BE49-F238E27FC236}">
                  <a16:creationId xmlns:a16="http://schemas.microsoft.com/office/drawing/2014/main" id="{D47D7F6E-CB51-4E5F-B06D-84DE850C7F6F}"/>
                </a:ext>
              </a:extLst>
            </p:cNvPr>
            <p:cNvGrpSpPr/>
            <p:nvPr/>
          </p:nvGrpSpPr>
          <p:grpSpPr>
            <a:xfrm>
              <a:off x="9525" y="571420"/>
              <a:ext cx="3486150" cy="2192487"/>
              <a:chOff x="9525" y="571420"/>
              <a:chExt cx="3486150" cy="2192487"/>
            </a:xfrm>
          </p:grpSpPr>
          <p:sp>
            <p:nvSpPr>
              <p:cNvPr id="16" name="Rectangle 15">
                <a:extLst>
                  <a:ext uri="{FF2B5EF4-FFF2-40B4-BE49-F238E27FC236}">
                    <a16:creationId xmlns:a16="http://schemas.microsoft.com/office/drawing/2014/main" id="{51ADDA36-0A53-4C26-AFB1-0C71D06EF052}"/>
                  </a:ext>
                </a:extLst>
              </p:cNvPr>
              <p:cNvSpPr/>
              <p:nvPr/>
            </p:nvSpPr>
            <p:spPr>
              <a:xfrm>
                <a:off x="19050" y="1767592"/>
                <a:ext cx="3467100" cy="424815"/>
              </a:xfrm>
              <a:prstGeom prst="rect">
                <a:avLst/>
              </a:prstGeom>
              <a:solidFill>
                <a:schemeClr val="accent5">
                  <a:lumMod val="50000"/>
                </a:schemeClr>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600" dirty="0">
                    <a:effectLst/>
                    <a:ea typeface="Calibri" panose="020F0502020204030204" pitchFamily="34" charset="0"/>
                    <a:cs typeface="Times New Roman" panose="02020603050405020304" pitchFamily="18" charset="0"/>
                  </a:rPr>
                  <a:t>Operating System</a:t>
                </a:r>
              </a:p>
            </p:txBody>
          </p:sp>
          <p:sp>
            <p:nvSpPr>
              <p:cNvPr id="17" name="Rectangle 16">
                <a:extLst>
                  <a:ext uri="{FF2B5EF4-FFF2-40B4-BE49-F238E27FC236}">
                    <a16:creationId xmlns:a16="http://schemas.microsoft.com/office/drawing/2014/main" id="{CC2B6326-1D03-4937-8960-6B985DD0078B}"/>
                  </a:ext>
                </a:extLst>
              </p:cNvPr>
              <p:cNvSpPr/>
              <p:nvPr/>
            </p:nvSpPr>
            <p:spPr>
              <a:xfrm>
                <a:off x="9525" y="2339092"/>
                <a:ext cx="3486150" cy="424815"/>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Infrastructure</a:t>
                </a:r>
                <a:endParaRPr lang="en-IN" sz="1100">
                  <a:effectLst/>
                  <a:ea typeface="Calibri" panose="020F0502020204030204" pitchFamily="34" charset="0"/>
                  <a:cs typeface="Times New Roman" panose="02020603050405020304" pitchFamily="18" charset="0"/>
                </a:endParaRPr>
              </a:p>
            </p:txBody>
          </p:sp>
          <p:grpSp>
            <p:nvGrpSpPr>
              <p:cNvPr id="18" name="Group 17">
                <a:extLst>
                  <a:ext uri="{FF2B5EF4-FFF2-40B4-BE49-F238E27FC236}">
                    <a16:creationId xmlns:a16="http://schemas.microsoft.com/office/drawing/2014/main" id="{AC4B1C89-D7AC-4BFB-81E9-C43CB3192AB6}"/>
                  </a:ext>
                </a:extLst>
              </p:cNvPr>
              <p:cNvGrpSpPr/>
              <p:nvPr/>
            </p:nvGrpSpPr>
            <p:grpSpPr>
              <a:xfrm>
                <a:off x="19050" y="571500"/>
                <a:ext cx="1676400" cy="1085618"/>
                <a:chOff x="0" y="571500"/>
                <a:chExt cx="1676400" cy="1085618"/>
              </a:xfrm>
            </p:grpSpPr>
            <p:sp>
              <p:nvSpPr>
                <p:cNvPr id="20" name="Rectangle 19">
                  <a:extLst>
                    <a:ext uri="{FF2B5EF4-FFF2-40B4-BE49-F238E27FC236}">
                      <a16:creationId xmlns:a16="http://schemas.microsoft.com/office/drawing/2014/main" id="{D386C4C8-7741-4B0E-BC5A-B38B490CE20C}"/>
                    </a:ext>
                  </a:extLst>
                </p:cNvPr>
                <p:cNvSpPr/>
                <p:nvPr/>
              </p:nvSpPr>
              <p:spPr>
                <a:xfrm>
                  <a:off x="0" y="571500"/>
                  <a:ext cx="1676400" cy="1085618"/>
                </a:xfrm>
                <a:prstGeom prst="rect">
                  <a:avLst/>
                </a:prstGeom>
                <a:noFill/>
                <a:ln w="19050">
                  <a:solidFill>
                    <a:schemeClr val="tx2">
                      <a:lumMod val="10000"/>
                      <a:lumOff val="9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400">
                      <a:effectLst/>
                      <a:ea typeface="Calibri" panose="020F0502020204030204" pitchFamily="34" charset="0"/>
                      <a:cs typeface="Times New Roman" panose="02020603050405020304" pitchFamily="18" charset="0"/>
                    </a:rPr>
                    <a:t> </a:t>
                  </a:r>
                  <a:endParaRPr lang="en-IN" sz="1100">
                    <a:effectLst/>
                    <a:ea typeface="Calibri" panose="020F0502020204030204" pitchFamily="34" charset="0"/>
                    <a:cs typeface="Times New Roman" panose="02020603050405020304" pitchFamily="18" charset="0"/>
                  </a:endParaRPr>
                </a:p>
              </p:txBody>
            </p:sp>
            <p:sp>
              <p:nvSpPr>
                <p:cNvPr id="21" name="Rectangle 20">
                  <a:extLst>
                    <a:ext uri="{FF2B5EF4-FFF2-40B4-BE49-F238E27FC236}">
                      <a16:creationId xmlns:a16="http://schemas.microsoft.com/office/drawing/2014/main" id="{5800B508-9976-42AA-B45B-2B55640716D8}"/>
                    </a:ext>
                  </a:extLst>
                </p:cNvPr>
                <p:cNvSpPr/>
                <p:nvPr/>
              </p:nvSpPr>
              <p:spPr>
                <a:xfrm>
                  <a:off x="57150" y="1133475"/>
                  <a:ext cx="1562100" cy="424815"/>
                </a:xfrm>
                <a:prstGeom prst="rect">
                  <a:avLst/>
                </a:prstGeom>
                <a:solidFill>
                  <a:srgbClr val="00B05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Bins/Libs</a:t>
                  </a:r>
                  <a:endParaRPr lang="en-IN" sz="1100">
                    <a:effectLst/>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D9AF00AA-B2C7-49A6-A748-4D27CAD98DE9}"/>
                    </a:ext>
                  </a:extLst>
                </p:cNvPr>
                <p:cNvSpPr/>
                <p:nvPr/>
              </p:nvSpPr>
              <p:spPr>
                <a:xfrm>
                  <a:off x="47625" y="638175"/>
                  <a:ext cx="1581150" cy="424815"/>
                </a:xfrm>
                <a:prstGeom prst="rect">
                  <a:avLst/>
                </a:prstGeom>
                <a:solidFill>
                  <a:schemeClr val="tx2">
                    <a:lumMod val="75000"/>
                  </a:schemeClr>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App1</a:t>
                  </a:r>
                  <a:endParaRPr lang="en-IN" sz="1100">
                    <a:effectLst/>
                    <a:ea typeface="Calibri" panose="020F0502020204030204" pitchFamily="34" charset="0"/>
                    <a:cs typeface="Times New Roman" panose="02020603050405020304" pitchFamily="18" charset="0"/>
                  </a:endParaRPr>
                </a:p>
              </p:txBody>
            </p:sp>
          </p:grpSp>
          <p:sp>
            <p:nvSpPr>
              <p:cNvPr id="19" name="Rectangle 18">
                <a:extLst>
                  <a:ext uri="{FF2B5EF4-FFF2-40B4-BE49-F238E27FC236}">
                    <a16:creationId xmlns:a16="http://schemas.microsoft.com/office/drawing/2014/main" id="{1D7A5506-5B97-4F36-8641-D82058C965DD}"/>
                  </a:ext>
                </a:extLst>
              </p:cNvPr>
              <p:cNvSpPr/>
              <p:nvPr/>
            </p:nvSpPr>
            <p:spPr>
              <a:xfrm>
                <a:off x="1771650" y="571420"/>
                <a:ext cx="1676400" cy="1085698"/>
              </a:xfrm>
              <a:prstGeom prst="rect">
                <a:avLst/>
              </a:prstGeom>
              <a:noFill/>
              <a:ln w="19050">
                <a:solidFill>
                  <a:schemeClr val="tx2">
                    <a:lumMod val="10000"/>
                    <a:lumOff val="9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400">
                    <a:effectLst/>
                    <a:ea typeface="Calibri" panose="020F0502020204030204" pitchFamily="34" charset="0"/>
                    <a:cs typeface="Times New Roman" panose="02020603050405020304" pitchFamily="18" charset="0"/>
                  </a:rPr>
                  <a:t> </a:t>
                </a:r>
                <a:endParaRPr lang="en-IN" sz="1100">
                  <a:effectLst/>
                  <a:ea typeface="Calibri" panose="020F0502020204030204" pitchFamily="34" charset="0"/>
                  <a:cs typeface="Times New Roman" panose="02020603050405020304" pitchFamily="18" charset="0"/>
                </a:endParaRPr>
              </a:p>
            </p:txBody>
          </p:sp>
        </p:grpSp>
        <p:sp>
          <p:nvSpPr>
            <p:cNvPr id="14" name="Rectangle 13">
              <a:extLst>
                <a:ext uri="{FF2B5EF4-FFF2-40B4-BE49-F238E27FC236}">
                  <a16:creationId xmlns:a16="http://schemas.microsoft.com/office/drawing/2014/main" id="{CF219079-8003-4D54-8492-AF4268FA04D6}"/>
                </a:ext>
              </a:extLst>
            </p:cNvPr>
            <p:cNvSpPr/>
            <p:nvPr/>
          </p:nvSpPr>
          <p:spPr>
            <a:xfrm>
              <a:off x="1828800" y="1143000"/>
              <a:ext cx="1562100" cy="424815"/>
            </a:xfrm>
            <a:prstGeom prst="rect">
              <a:avLst/>
            </a:prstGeom>
            <a:solidFill>
              <a:srgbClr val="00B05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Bins/Libs</a:t>
              </a:r>
              <a:endParaRPr lang="en-IN" sz="1100">
                <a:effectLst/>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9D167DCE-A95F-4423-BC65-64D938A253FE}"/>
                </a:ext>
              </a:extLst>
            </p:cNvPr>
            <p:cNvSpPr/>
            <p:nvPr/>
          </p:nvSpPr>
          <p:spPr>
            <a:xfrm>
              <a:off x="1819275" y="638093"/>
              <a:ext cx="1581150" cy="424815"/>
            </a:xfrm>
            <a:prstGeom prst="rect">
              <a:avLst/>
            </a:prstGeom>
            <a:solidFill>
              <a:schemeClr val="tx2">
                <a:lumMod val="75000"/>
              </a:schemeClr>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App2</a:t>
              </a:r>
              <a:endParaRPr lang="en-IN" sz="1100">
                <a:effectLst/>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818665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1CB182F-0A36-A38E-CE22-17BB865CCDD5}"/>
              </a:ext>
            </a:extLst>
          </p:cNvPr>
          <p:cNvSpPr>
            <a:spLocks noGrp="1"/>
          </p:cNvSpPr>
          <p:nvPr>
            <p:ph sz="half" idx="10"/>
          </p:nvPr>
        </p:nvSpPr>
        <p:spPr/>
        <p:txBody>
          <a:bodyPr/>
          <a:lstStyle/>
          <a:p>
            <a:r>
              <a:rPr lang="en-IN" dirty="0"/>
              <a:t>Virtual Machine vs. Containers</a:t>
            </a:r>
          </a:p>
        </p:txBody>
      </p:sp>
      <p:sp>
        <p:nvSpPr>
          <p:cNvPr id="5" name="Content Placeholder 4">
            <a:extLst>
              <a:ext uri="{FF2B5EF4-FFF2-40B4-BE49-F238E27FC236}">
                <a16:creationId xmlns:a16="http://schemas.microsoft.com/office/drawing/2014/main" id="{1CBA57B0-3426-CD6F-B191-04B4757B8D82}"/>
              </a:ext>
            </a:extLst>
          </p:cNvPr>
          <p:cNvSpPr>
            <a:spLocks noGrp="1"/>
          </p:cNvSpPr>
          <p:nvPr>
            <p:ph sz="half" idx="11"/>
          </p:nvPr>
        </p:nvSpPr>
        <p:spPr/>
        <p:txBody>
          <a:bodyPr/>
          <a:lstStyle/>
          <a:p>
            <a:r>
              <a:rPr lang="en-IN" sz="2800" dirty="0"/>
              <a:t>OS-level virtualization</a:t>
            </a:r>
          </a:p>
          <a:p>
            <a:r>
              <a:rPr lang="en-IN" sz="2800" dirty="0"/>
              <a:t>Process-level isolation</a:t>
            </a:r>
          </a:p>
          <a:p>
            <a:r>
              <a:rPr lang="en-IN" sz="2800" dirty="0"/>
              <a:t>Isolated processes/filesystems</a:t>
            </a:r>
          </a:p>
          <a:p>
            <a:r>
              <a:rPr lang="en-IN" sz="2800" dirty="0"/>
              <a:t>Host machine kernel is used</a:t>
            </a:r>
          </a:p>
          <a:p>
            <a:r>
              <a:rPr lang="en-IN" sz="2800" dirty="0"/>
              <a:t>Faster in start-up</a:t>
            </a:r>
          </a:p>
          <a:p>
            <a:r>
              <a:rPr lang="en-IN" sz="2800" dirty="0"/>
              <a:t>Single Start-up process</a:t>
            </a:r>
          </a:p>
          <a:p>
            <a:r>
              <a:rPr lang="en-IN" sz="2800" dirty="0"/>
              <a:t>No upfront resource allocation</a:t>
            </a:r>
            <a:endParaRPr lang="en-IN" sz="3200" dirty="0"/>
          </a:p>
          <a:p>
            <a:endParaRPr lang="en-US" dirty="0"/>
          </a:p>
        </p:txBody>
      </p:sp>
      <p:sp>
        <p:nvSpPr>
          <p:cNvPr id="3" name="Content Placeholder 2">
            <a:extLst>
              <a:ext uri="{FF2B5EF4-FFF2-40B4-BE49-F238E27FC236}">
                <a16:creationId xmlns:a16="http://schemas.microsoft.com/office/drawing/2014/main" id="{72E654E6-5C92-19D8-92E4-51B6D631937C}"/>
              </a:ext>
            </a:extLst>
          </p:cNvPr>
          <p:cNvSpPr>
            <a:spLocks noGrp="1"/>
          </p:cNvSpPr>
          <p:nvPr>
            <p:ph sz="half" idx="1"/>
          </p:nvPr>
        </p:nvSpPr>
        <p:spPr/>
        <p:txBody>
          <a:bodyPr/>
          <a:lstStyle/>
          <a:p>
            <a:r>
              <a:rPr lang="en-US" dirty="0"/>
              <a:t>Hardware-level virtualization</a:t>
            </a:r>
          </a:p>
          <a:p>
            <a:r>
              <a:rPr lang="en-US" dirty="0"/>
              <a:t>Fully isolated</a:t>
            </a:r>
          </a:p>
          <a:p>
            <a:r>
              <a:rPr lang="en-US" dirty="0"/>
              <a:t>Isolated OS</a:t>
            </a:r>
          </a:p>
          <a:p>
            <a:r>
              <a:rPr lang="en-US" dirty="0"/>
              <a:t>Having its own kernel</a:t>
            </a:r>
          </a:p>
          <a:p>
            <a:r>
              <a:rPr lang="en-US" dirty="0"/>
              <a:t>Slower in start-up</a:t>
            </a:r>
          </a:p>
          <a:p>
            <a:r>
              <a:rPr lang="en-US" dirty="0"/>
              <a:t>Many startup process</a:t>
            </a:r>
          </a:p>
          <a:p>
            <a:r>
              <a:rPr lang="en-US" dirty="0"/>
              <a:t>Upfront resource allocation</a:t>
            </a:r>
          </a:p>
          <a:p>
            <a:endParaRPr lang="en-US" dirty="0"/>
          </a:p>
        </p:txBody>
      </p:sp>
    </p:spTree>
    <p:extLst>
      <p:ext uri="{BB962C8B-B14F-4D97-AF65-F5344CB8AC3E}">
        <p14:creationId xmlns:p14="http://schemas.microsoft.com/office/powerpoint/2010/main" val="1566309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2F6AC0-A0C4-469B-8D03-887CB3F883EC}"/>
              </a:ext>
            </a:extLst>
          </p:cNvPr>
          <p:cNvSpPr>
            <a:spLocks noGrp="1"/>
          </p:cNvSpPr>
          <p:nvPr>
            <p:ph sz="half" idx="10"/>
          </p:nvPr>
        </p:nvSpPr>
        <p:spPr/>
        <p:txBody>
          <a:bodyPr/>
          <a:lstStyle/>
          <a:p>
            <a:r>
              <a:rPr lang="en-IN" dirty="0"/>
              <a:t>Containers and VMs together</a:t>
            </a:r>
          </a:p>
        </p:txBody>
      </p:sp>
      <p:grpSp>
        <p:nvGrpSpPr>
          <p:cNvPr id="6" name="Group 5">
            <a:extLst>
              <a:ext uri="{FF2B5EF4-FFF2-40B4-BE49-F238E27FC236}">
                <a16:creationId xmlns:a16="http://schemas.microsoft.com/office/drawing/2014/main" id="{ACE52F9B-86D7-4DB6-A95E-076DEB17C1EC}"/>
              </a:ext>
            </a:extLst>
          </p:cNvPr>
          <p:cNvGrpSpPr/>
          <p:nvPr/>
        </p:nvGrpSpPr>
        <p:grpSpPr>
          <a:xfrm>
            <a:off x="2320448" y="1523528"/>
            <a:ext cx="5723255" cy="4015740"/>
            <a:chOff x="0" y="0"/>
            <a:chExt cx="5723255" cy="4015740"/>
          </a:xfrm>
        </p:grpSpPr>
        <p:grpSp>
          <p:nvGrpSpPr>
            <p:cNvPr id="7" name="Group 6">
              <a:extLst>
                <a:ext uri="{FF2B5EF4-FFF2-40B4-BE49-F238E27FC236}">
                  <a16:creationId xmlns:a16="http://schemas.microsoft.com/office/drawing/2014/main" id="{80334830-4A65-4937-8188-0C3F013E2A45}"/>
                </a:ext>
              </a:extLst>
            </p:cNvPr>
            <p:cNvGrpSpPr/>
            <p:nvPr/>
          </p:nvGrpSpPr>
          <p:grpSpPr>
            <a:xfrm>
              <a:off x="0" y="2543175"/>
              <a:ext cx="5723255" cy="1472565"/>
              <a:chOff x="0" y="0"/>
              <a:chExt cx="5723255" cy="1472565"/>
            </a:xfrm>
          </p:grpSpPr>
          <p:sp>
            <p:nvSpPr>
              <p:cNvPr id="25" name="Rectangle 24">
                <a:extLst>
                  <a:ext uri="{FF2B5EF4-FFF2-40B4-BE49-F238E27FC236}">
                    <a16:creationId xmlns:a16="http://schemas.microsoft.com/office/drawing/2014/main" id="{3374E89B-B5A0-4F78-94BA-FE2DA5C03C59}"/>
                  </a:ext>
                </a:extLst>
              </p:cNvPr>
              <p:cNvSpPr/>
              <p:nvPr/>
            </p:nvSpPr>
            <p:spPr>
              <a:xfrm>
                <a:off x="0" y="523875"/>
                <a:ext cx="5715000" cy="424815"/>
              </a:xfrm>
              <a:prstGeom prst="rect">
                <a:avLst/>
              </a:prstGeom>
              <a:solidFill>
                <a:schemeClr val="accent5">
                  <a:lumMod val="50000"/>
                </a:schemeClr>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600" dirty="0">
                    <a:effectLst/>
                    <a:ea typeface="Calibri" panose="020F0502020204030204" pitchFamily="34" charset="0"/>
                    <a:cs typeface="Times New Roman" panose="02020603050405020304" pitchFamily="18" charset="0"/>
                  </a:rPr>
                  <a:t>Host Operating System</a:t>
                </a:r>
                <a:r>
                  <a:rPr lang="en-US" sz="1800" dirty="0">
                    <a:effectLst/>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AAD5C749-4A48-40D9-A258-F4EED8C05280}"/>
                  </a:ext>
                </a:extLst>
              </p:cNvPr>
              <p:cNvSpPr/>
              <p:nvPr/>
            </p:nvSpPr>
            <p:spPr>
              <a:xfrm>
                <a:off x="0" y="0"/>
                <a:ext cx="5712460" cy="424815"/>
              </a:xfrm>
              <a:prstGeom prst="rect">
                <a:avLst/>
              </a:prstGeom>
              <a:solidFill>
                <a:srgbClr val="7030A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Hypervisor</a:t>
                </a:r>
                <a:endParaRPr lang="en-IN" sz="1100">
                  <a:effectLst/>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53C3E4A0-B3FC-4805-861F-11C730D2BAC7}"/>
                  </a:ext>
                </a:extLst>
              </p:cNvPr>
              <p:cNvSpPr/>
              <p:nvPr/>
            </p:nvSpPr>
            <p:spPr>
              <a:xfrm>
                <a:off x="0" y="1047750"/>
                <a:ext cx="5723255" cy="424815"/>
              </a:xfrm>
              <a:prstGeom prst="rect">
                <a:avLst/>
              </a:prstGeom>
              <a:solidFill>
                <a:schemeClr val="accent2"/>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dirty="0">
                    <a:effectLst/>
                    <a:ea typeface="Calibri" panose="020F0502020204030204" pitchFamily="34" charset="0"/>
                    <a:cs typeface="Times New Roman" panose="02020603050405020304" pitchFamily="18" charset="0"/>
                  </a:rPr>
                  <a:t>Infrastructure</a:t>
                </a:r>
                <a:endParaRPr lang="en-IN" sz="1100" dirty="0">
                  <a:effectLst/>
                  <a:ea typeface="Calibri" panose="020F0502020204030204" pitchFamily="34" charset="0"/>
                  <a:cs typeface="Times New Roman" panose="02020603050405020304" pitchFamily="18" charset="0"/>
                </a:endParaRPr>
              </a:p>
            </p:txBody>
          </p:sp>
        </p:grpSp>
        <p:grpSp>
          <p:nvGrpSpPr>
            <p:cNvPr id="8" name="Group 7">
              <a:extLst>
                <a:ext uri="{FF2B5EF4-FFF2-40B4-BE49-F238E27FC236}">
                  <a16:creationId xmlns:a16="http://schemas.microsoft.com/office/drawing/2014/main" id="{7F704B2B-0C92-4EED-955C-1A337D5FEB54}"/>
                </a:ext>
              </a:extLst>
            </p:cNvPr>
            <p:cNvGrpSpPr/>
            <p:nvPr/>
          </p:nvGrpSpPr>
          <p:grpSpPr>
            <a:xfrm>
              <a:off x="4010025" y="771525"/>
              <a:ext cx="1676400" cy="1657350"/>
              <a:chOff x="0" y="0"/>
              <a:chExt cx="1676400" cy="1657350"/>
            </a:xfrm>
          </p:grpSpPr>
          <p:sp>
            <p:nvSpPr>
              <p:cNvPr id="21" name="Rectangle 20">
                <a:extLst>
                  <a:ext uri="{FF2B5EF4-FFF2-40B4-BE49-F238E27FC236}">
                    <a16:creationId xmlns:a16="http://schemas.microsoft.com/office/drawing/2014/main" id="{FC7A4856-978D-46FA-BF80-5F93DE780911}"/>
                  </a:ext>
                </a:extLst>
              </p:cNvPr>
              <p:cNvSpPr/>
              <p:nvPr/>
            </p:nvSpPr>
            <p:spPr>
              <a:xfrm>
                <a:off x="0" y="0"/>
                <a:ext cx="1676400" cy="1657350"/>
              </a:xfrm>
              <a:prstGeom prst="rect">
                <a:avLst/>
              </a:prstGeom>
              <a:noFill/>
              <a:ln w="19050">
                <a:solidFill>
                  <a:schemeClr val="tx2">
                    <a:lumMod val="10000"/>
                    <a:lumOff val="9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400">
                    <a:effectLst/>
                    <a:ea typeface="Calibri" panose="020F0502020204030204" pitchFamily="34" charset="0"/>
                    <a:cs typeface="Times New Roman" panose="02020603050405020304" pitchFamily="18" charset="0"/>
                  </a:rPr>
                  <a:t> </a:t>
                </a:r>
                <a:endParaRPr lang="en-IN" sz="1100">
                  <a:effectLst/>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B4230F28-93B5-4EFA-94D9-D091C71EE764}"/>
                  </a:ext>
                </a:extLst>
              </p:cNvPr>
              <p:cNvSpPr/>
              <p:nvPr/>
            </p:nvSpPr>
            <p:spPr>
              <a:xfrm>
                <a:off x="57150" y="1171575"/>
                <a:ext cx="1571625" cy="424815"/>
              </a:xfrm>
              <a:prstGeom prst="rect">
                <a:avLst/>
              </a:prstGeom>
              <a:solidFill>
                <a:srgbClr val="00B0F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Guest OS</a:t>
                </a:r>
                <a:endParaRPr lang="en-IN" sz="1100">
                  <a:effectLst/>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D1F5B0C9-7386-4001-A8BB-9D6B0CECEF7F}"/>
                  </a:ext>
                </a:extLst>
              </p:cNvPr>
              <p:cNvSpPr/>
              <p:nvPr/>
            </p:nvSpPr>
            <p:spPr>
              <a:xfrm>
                <a:off x="57150" y="600075"/>
                <a:ext cx="1562100" cy="424815"/>
              </a:xfrm>
              <a:prstGeom prst="rect">
                <a:avLst/>
              </a:prstGeom>
              <a:solidFill>
                <a:srgbClr val="00B05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Bins/Libs</a:t>
                </a:r>
                <a:endParaRPr lang="en-IN" sz="1100">
                  <a:effectLst/>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0F1881B2-8119-4591-B46B-A9CA1FE4E84D}"/>
                  </a:ext>
                </a:extLst>
              </p:cNvPr>
              <p:cNvSpPr/>
              <p:nvPr/>
            </p:nvSpPr>
            <p:spPr>
              <a:xfrm>
                <a:off x="47625" y="47625"/>
                <a:ext cx="1581150" cy="424815"/>
              </a:xfrm>
              <a:prstGeom prst="rect">
                <a:avLst/>
              </a:prstGeom>
              <a:solidFill>
                <a:schemeClr val="tx2">
                  <a:lumMod val="75000"/>
                </a:schemeClr>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App3</a:t>
                </a:r>
                <a:endParaRPr lang="en-IN" sz="1100">
                  <a:effectLst/>
                  <a:ea typeface="Calibri" panose="020F0502020204030204" pitchFamily="34" charset="0"/>
                  <a:cs typeface="Times New Roman" panose="02020603050405020304" pitchFamily="18" charset="0"/>
                </a:endParaRPr>
              </a:p>
            </p:txBody>
          </p:sp>
        </p:grpSp>
        <p:grpSp>
          <p:nvGrpSpPr>
            <p:cNvPr id="9" name="Group 8">
              <a:extLst>
                <a:ext uri="{FF2B5EF4-FFF2-40B4-BE49-F238E27FC236}">
                  <a16:creationId xmlns:a16="http://schemas.microsoft.com/office/drawing/2014/main" id="{60F5402B-8189-4822-895C-452A4A2C7F52}"/>
                </a:ext>
              </a:extLst>
            </p:cNvPr>
            <p:cNvGrpSpPr/>
            <p:nvPr/>
          </p:nvGrpSpPr>
          <p:grpSpPr>
            <a:xfrm>
              <a:off x="19050" y="0"/>
              <a:ext cx="3790950" cy="2438400"/>
              <a:chOff x="0" y="0"/>
              <a:chExt cx="3790950" cy="2438400"/>
            </a:xfrm>
          </p:grpSpPr>
          <p:sp>
            <p:nvSpPr>
              <p:cNvPr id="10" name="Rectangle 9">
                <a:extLst>
                  <a:ext uri="{FF2B5EF4-FFF2-40B4-BE49-F238E27FC236}">
                    <a16:creationId xmlns:a16="http://schemas.microsoft.com/office/drawing/2014/main" id="{6FFCFD28-42C2-47B9-B88B-6EEA21C07872}"/>
                  </a:ext>
                </a:extLst>
              </p:cNvPr>
              <p:cNvSpPr/>
              <p:nvPr/>
            </p:nvSpPr>
            <p:spPr>
              <a:xfrm>
                <a:off x="0" y="0"/>
                <a:ext cx="3790950" cy="2438400"/>
              </a:xfrm>
              <a:prstGeom prst="rect">
                <a:avLst/>
              </a:prstGeom>
              <a:noFill/>
              <a:ln w="19050">
                <a:solidFill>
                  <a:schemeClr val="tx2">
                    <a:lumMod val="10000"/>
                    <a:lumOff val="9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400">
                    <a:effectLst/>
                    <a:ea typeface="Calibri" panose="020F0502020204030204" pitchFamily="34" charset="0"/>
                    <a:cs typeface="Times New Roman" panose="02020603050405020304" pitchFamily="18" charset="0"/>
                  </a:rPr>
                  <a:t> </a:t>
                </a:r>
                <a:endParaRPr lang="en-IN" sz="1100">
                  <a:effectLst/>
                  <a:ea typeface="Calibri" panose="020F0502020204030204" pitchFamily="34" charset="0"/>
                  <a:cs typeface="Times New Roman" panose="02020603050405020304" pitchFamily="18" charset="0"/>
                </a:endParaRPr>
              </a:p>
            </p:txBody>
          </p:sp>
          <p:grpSp>
            <p:nvGrpSpPr>
              <p:cNvPr id="11" name="Group 10">
                <a:extLst>
                  <a:ext uri="{FF2B5EF4-FFF2-40B4-BE49-F238E27FC236}">
                    <a16:creationId xmlns:a16="http://schemas.microsoft.com/office/drawing/2014/main" id="{ABD46381-9571-4B08-94D6-CD195256411F}"/>
                  </a:ext>
                </a:extLst>
              </p:cNvPr>
              <p:cNvGrpSpPr/>
              <p:nvPr/>
            </p:nvGrpSpPr>
            <p:grpSpPr>
              <a:xfrm>
                <a:off x="123825" y="114300"/>
                <a:ext cx="1676400" cy="1114425"/>
                <a:chOff x="0" y="0"/>
                <a:chExt cx="1676400" cy="1114425"/>
              </a:xfrm>
            </p:grpSpPr>
            <p:sp>
              <p:nvSpPr>
                <p:cNvPr id="18" name="Rectangle 17">
                  <a:extLst>
                    <a:ext uri="{FF2B5EF4-FFF2-40B4-BE49-F238E27FC236}">
                      <a16:creationId xmlns:a16="http://schemas.microsoft.com/office/drawing/2014/main" id="{21BB6B81-EBC6-4BF0-B5F7-7A8D3C73A7F3}"/>
                    </a:ext>
                  </a:extLst>
                </p:cNvPr>
                <p:cNvSpPr/>
                <p:nvPr/>
              </p:nvSpPr>
              <p:spPr>
                <a:xfrm>
                  <a:off x="0" y="0"/>
                  <a:ext cx="1676400" cy="1114425"/>
                </a:xfrm>
                <a:prstGeom prst="rect">
                  <a:avLst/>
                </a:prstGeom>
                <a:noFill/>
                <a:ln w="19050">
                  <a:solidFill>
                    <a:schemeClr val="tx2">
                      <a:lumMod val="10000"/>
                      <a:lumOff val="9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400">
                      <a:effectLst/>
                      <a:ea typeface="Calibri" panose="020F0502020204030204" pitchFamily="34" charset="0"/>
                      <a:cs typeface="Times New Roman" panose="02020603050405020304" pitchFamily="18" charset="0"/>
                    </a:rPr>
                    <a:t> </a:t>
                  </a:r>
                  <a:endParaRPr lang="en-IN" sz="1100">
                    <a:effectLst/>
                    <a:ea typeface="Calibri" panose="020F0502020204030204" pitchFamily="34" charset="0"/>
                    <a:cs typeface="Times New Roman" panose="02020603050405020304" pitchFamily="18" charset="0"/>
                  </a:endParaRPr>
                </a:p>
              </p:txBody>
            </p:sp>
            <p:sp>
              <p:nvSpPr>
                <p:cNvPr id="19" name="Rectangle 18">
                  <a:extLst>
                    <a:ext uri="{FF2B5EF4-FFF2-40B4-BE49-F238E27FC236}">
                      <a16:creationId xmlns:a16="http://schemas.microsoft.com/office/drawing/2014/main" id="{C5E8C84B-C147-4399-9D59-EBC32DF0EAE4}"/>
                    </a:ext>
                  </a:extLst>
                </p:cNvPr>
                <p:cNvSpPr/>
                <p:nvPr/>
              </p:nvSpPr>
              <p:spPr>
                <a:xfrm>
                  <a:off x="57150" y="600075"/>
                  <a:ext cx="1562100" cy="424815"/>
                </a:xfrm>
                <a:prstGeom prst="rect">
                  <a:avLst/>
                </a:prstGeom>
                <a:solidFill>
                  <a:srgbClr val="00B05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Bins/Libs</a:t>
                  </a:r>
                  <a:endParaRPr lang="en-IN" sz="1100">
                    <a:effectLst/>
                    <a:ea typeface="Calibri" panose="020F0502020204030204" pitchFamily="34" charset="0"/>
                    <a:cs typeface="Times New Roman" panose="02020603050405020304" pitchFamily="18" charset="0"/>
                  </a:endParaRPr>
                </a:p>
              </p:txBody>
            </p:sp>
            <p:sp>
              <p:nvSpPr>
                <p:cNvPr id="20" name="Rectangle 19">
                  <a:extLst>
                    <a:ext uri="{FF2B5EF4-FFF2-40B4-BE49-F238E27FC236}">
                      <a16:creationId xmlns:a16="http://schemas.microsoft.com/office/drawing/2014/main" id="{BA3099EE-68DE-423B-A5C3-5720F25D7732}"/>
                    </a:ext>
                  </a:extLst>
                </p:cNvPr>
                <p:cNvSpPr/>
                <p:nvPr/>
              </p:nvSpPr>
              <p:spPr>
                <a:xfrm>
                  <a:off x="47625" y="47625"/>
                  <a:ext cx="1581150" cy="424815"/>
                </a:xfrm>
                <a:prstGeom prst="rect">
                  <a:avLst/>
                </a:prstGeom>
                <a:solidFill>
                  <a:schemeClr val="tx2">
                    <a:lumMod val="75000"/>
                  </a:schemeClr>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App1</a:t>
                  </a:r>
                  <a:endParaRPr lang="en-IN" sz="1100">
                    <a:effectLst/>
                    <a:ea typeface="Calibri" panose="020F0502020204030204" pitchFamily="34"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EDCB44CE-012C-4AE2-B772-2CE28C9D5C24}"/>
                  </a:ext>
                </a:extLst>
              </p:cNvPr>
              <p:cNvGrpSpPr/>
              <p:nvPr/>
            </p:nvGrpSpPr>
            <p:grpSpPr>
              <a:xfrm>
                <a:off x="1981200" y="114300"/>
                <a:ext cx="1676400" cy="1114425"/>
                <a:chOff x="0" y="0"/>
                <a:chExt cx="1676400" cy="1114425"/>
              </a:xfrm>
            </p:grpSpPr>
            <p:sp>
              <p:nvSpPr>
                <p:cNvPr id="15" name="Rectangle 14">
                  <a:extLst>
                    <a:ext uri="{FF2B5EF4-FFF2-40B4-BE49-F238E27FC236}">
                      <a16:creationId xmlns:a16="http://schemas.microsoft.com/office/drawing/2014/main" id="{3B37BEDC-5CC2-47FB-BD53-E6B7043C2073}"/>
                    </a:ext>
                  </a:extLst>
                </p:cNvPr>
                <p:cNvSpPr/>
                <p:nvPr/>
              </p:nvSpPr>
              <p:spPr>
                <a:xfrm>
                  <a:off x="0" y="0"/>
                  <a:ext cx="1676400" cy="1114425"/>
                </a:xfrm>
                <a:prstGeom prst="rect">
                  <a:avLst/>
                </a:prstGeom>
                <a:noFill/>
                <a:ln w="19050">
                  <a:solidFill>
                    <a:schemeClr val="tx2">
                      <a:lumMod val="10000"/>
                      <a:lumOff val="90000"/>
                    </a:schemeClr>
                  </a:solidFill>
                </a:ln>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400">
                      <a:effectLst/>
                      <a:ea typeface="Calibri" panose="020F0502020204030204" pitchFamily="34" charset="0"/>
                      <a:cs typeface="Times New Roman" panose="02020603050405020304" pitchFamily="18" charset="0"/>
                    </a:rPr>
                    <a:t> </a:t>
                  </a:r>
                  <a:endParaRPr lang="en-IN" sz="1100">
                    <a:effectLst/>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F98FAA05-4F4F-4F0F-ADC5-0508CECE13D2}"/>
                    </a:ext>
                  </a:extLst>
                </p:cNvPr>
                <p:cNvSpPr/>
                <p:nvPr/>
              </p:nvSpPr>
              <p:spPr>
                <a:xfrm>
                  <a:off x="57150" y="600075"/>
                  <a:ext cx="1562100" cy="424815"/>
                </a:xfrm>
                <a:prstGeom prst="rect">
                  <a:avLst/>
                </a:prstGeom>
                <a:solidFill>
                  <a:srgbClr val="00B05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Bins/Libs</a:t>
                  </a:r>
                  <a:endParaRPr lang="en-IN" sz="1100">
                    <a:effectLst/>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7EB03D1D-6C87-4BC6-B39F-5EACE93A55B7}"/>
                    </a:ext>
                  </a:extLst>
                </p:cNvPr>
                <p:cNvSpPr/>
                <p:nvPr/>
              </p:nvSpPr>
              <p:spPr>
                <a:xfrm>
                  <a:off x="47625" y="47625"/>
                  <a:ext cx="1581150" cy="424815"/>
                </a:xfrm>
                <a:prstGeom prst="rect">
                  <a:avLst/>
                </a:prstGeom>
                <a:solidFill>
                  <a:schemeClr val="tx2">
                    <a:lumMod val="75000"/>
                  </a:schemeClr>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App2</a:t>
                  </a:r>
                  <a:endParaRPr lang="en-IN" sz="1100">
                    <a:effectLst/>
                    <a:ea typeface="Calibri" panose="020F0502020204030204" pitchFamily="34" charset="0"/>
                    <a:cs typeface="Times New Roman" panose="02020603050405020304" pitchFamily="18" charset="0"/>
                  </a:endParaRPr>
                </a:p>
              </p:txBody>
            </p:sp>
          </p:grpSp>
          <p:sp>
            <p:nvSpPr>
              <p:cNvPr id="13" name="Rectangle 12">
                <a:extLst>
                  <a:ext uri="{FF2B5EF4-FFF2-40B4-BE49-F238E27FC236}">
                    <a16:creationId xmlns:a16="http://schemas.microsoft.com/office/drawing/2014/main" id="{075DF9C5-544A-4A70-BBC7-9E6E01ED8378}"/>
                  </a:ext>
                </a:extLst>
              </p:cNvPr>
              <p:cNvSpPr/>
              <p:nvPr/>
            </p:nvSpPr>
            <p:spPr>
              <a:xfrm>
                <a:off x="104775" y="1381125"/>
                <a:ext cx="3590925" cy="424815"/>
              </a:xfrm>
              <a:prstGeom prst="rect">
                <a:avLst/>
              </a:prstGeom>
              <a:solidFill>
                <a:schemeClr val="accent5"/>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Docker Engine</a:t>
                </a:r>
                <a:endParaRPr lang="en-IN" sz="1100">
                  <a:effectLst/>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FA4424E3-08E4-4678-870A-6BDBFA7C60CA}"/>
                  </a:ext>
                </a:extLst>
              </p:cNvPr>
              <p:cNvSpPr/>
              <p:nvPr/>
            </p:nvSpPr>
            <p:spPr>
              <a:xfrm>
                <a:off x="104775" y="1914525"/>
                <a:ext cx="3590925" cy="424815"/>
              </a:xfrm>
              <a:prstGeom prst="rect">
                <a:avLst/>
              </a:prstGeom>
              <a:solidFill>
                <a:srgbClr val="00B0F0"/>
              </a:solidFill>
            </p:spPr>
            <p:style>
              <a:lnRef idx="3">
                <a:schemeClr val="lt1"/>
              </a:lnRef>
              <a:fillRef idx="1">
                <a:schemeClr val="accent1"/>
              </a:fillRef>
              <a:effectRef idx="1">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600">
                    <a:effectLst/>
                    <a:ea typeface="Calibri" panose="020F0502020204030204" pitchFamily="34" charset="0"/>
                    <a:cs typeface="Times New Roman" panose="02020603050405020304" pitchFamily="18" charset="0"/>
                  </a:rPr>
                  <a:t>Guest OS</a:t>
                </a:r>
                <a:endParaRPr lang="en-IN" sz="1100">
                  <a:effectLst/>
                  <a:ea typeface="Calibri" panose="020F0502020204030204" pitchFamily="34" charset="0"/>
                  <a:cs typeface="Times New Roman" panose="02020603050405020304" pitchFamily="18" charset="0"/>
                </a:endParaRPr>
              </a:p>
            </p:txBody>
          </p:sp>
        </p:grpSp>
      </p:grpSp>
    </p:spTree>
    <p:extLst>
      <p:ext uri="{BB962C8B-B14F-4D97-AF65-F5344CB8AC3E}">
        <p14:creationId xmlns:p14="http://schemas.microsoft.com/office/powerpoint/2010/main" val="2488823625"/>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4393</TotalTime>
  <Words>712</Words>
  <Application>Microsoft Office PowerPoint</Application>
  <PresentationFormat>Widescreen</PresentationFormat>
  <Paragraphs>103</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955</cp:revision>
  <dcterms:created xsi:type="dcterms:W3CDTF">2015-04-26T09:42:59Z</dcterms:created>
  <dcterms:modified xsi:type="dcterms:W3CDTF">2024-08-23T03:55:31Z</dcterms:modified>
</cp:coreProperties>
</file>