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525" r:id="rId2"/>
    <p:sldId id="517" r:id="rId3"/>
    <p:sldId id="524" r:id="rId4"/>
    <p:sldId id="523" r:id="rId5"/>
    <p:sldId id="503" r:id="rId6"/>
    <p:sldId id="515" r:id="rId7"/>
    <p:sldId id="514" r:id="rId8"/>
    <p:sldId id="5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BD8"/>
    <a:srgbClr val="A4CBE9"/>
    <a:srgbClr val="10A2EC"/>
    <a:srgbClr val="F58F61"/>
    <a:srgbClr val="FFB061"/>
    <a:srgbClr val="F4814E"/>
    <a:srgbClr val="FF9933"/>
    <a:srgbClr val="F2B044"/>
    <a:srgbClr val="BA8BDD"/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7" autoAdjust="0"/>
    <p:restoredTop sz="83964" autoAdjust="0"/>
  </p:normalViewPr>
  <p:slideViewPr>
    <p:cSldViewPr snapToGrid="0">
      <p:cViewPr varScale="1">
        <p:scale>
          <a:sx n="122" d="100"/>
          <a:sy n="122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3F273A62-AC12-47F4-85B1-6FD1D4D585C8}"/>
    <pc:docChg chg="modSld sldOrd">
      <pc:chgData name="Shailendra Chauhan" userId="a7d3133f-e197-4b90-bf63-99a63a264234" providerId="ADAL" clId="{3F273A62-AC12-47F4-85B1-6FD1D4D585C8}" dt="2024-11-30T07:26:56.480" v="1"/>
      <pc:docMkLst>
        <pc:docMk/>
      </pc:docMkLst>
      <pc:sldChg chg="ord">
        <pc:chgData name="Shailendra Chauhan" userId="a7d3133f-e197-4b90-bf63-99a63a264234" providerId="ADAL" clId="{3F273A62-AC12-47F4-85B1-6FD1D4D585C8}" dt="2024-11-30T07:26:56.480" v="1"/>
        <pc:sldMkLst>
          <pc:docMk/>
          <pc:sldMk cId="3279996555" sldId="515"/>
        </pc:sldMkLst>
      </pc:sldChg>
    </pc:docChg>
  </pc:docChgLst>
  <pc:docChgLst>
    <pc:chgData name="Shailendra Chauhan" userId="a7d3133f-e197-4b90-bf63-99a63a264234" providerId="ADAL" clId="{88F2906E-18B7-47A3-8ED7-55E1D034B58F}"/>
    <pc:docChg chg="undo custSel modSld modMainMaster">
      <pc:chgData name="Shailendra Chauhan" userId="a7d3133f-e197-4b90-bf63-99a63a264234" providerId="ADAL" clId="{88F2906E-18B7-47A3-8ED7-55E1D034B58F}" dt="2024-08-23T03:47:10.287" v="88" actId="208"/>
      <pc:docMkLst>
        <pc:docMk/>
      </pc:docMkLst>
      <pc:sldChg chg="modSp mod">
        <pc:chgData name="Shailendra Chauhan" userId="a7d3133f-e197-4b90-bf63-99a63a264234" providerId="ADAL" clId="{88F2906E-18B7-47A3-8ED7-55E1D034B58F}" dt="2024-08-14T09:07:39.054" v="51" actId="404"/>
        <pc:sldMkLst>
          <pc:docMk/>
          <pc:sldMk cId="4211846406" sldId="503"/>
        </pc:sldMkLst>
      </pc:sldChg>
      <pc:sldChg chg="modSp mod">
        <pc:chgData name="Shailendra Chauhan" userId="a7d3133f-e197-4b90-bf63-99a63a264234" providerId="ADAL" clId="{88F2906E-18B7-47A3-8ED7-55E1D034B58F}" dt="2024-08-23T03:47:10.287" v="88" actId="208"/>
        <pc:sldMkLst>
          <pc:docMk/>
          <pc:sldMk cId="692704473" sldId="514"/>
        </pc:sldMkLst>
      </pc:sldChg>
      <pc:sldChg chg="modSp mod">
        <pc:chgData name="Shailendra Chauhan" userId="a7d3133f-e197-4b90-bf63-99a63a264234" providerId="ADAL" clId="{88F2906E-18B7-47A3-8ED7-55E1D034B58F}" dt="2024-08-14T05:36:29.455" v="44" actId="1035"/>
        <pc:sldMkLst>
          <pc:docMk/>
          <pc:sldMk cId="3279996555" sldId="515"/>
        </pc:sldMkLst>
      </pc:sldChg>
      <pc:sldChg chg="modSp mod modClrScheme chgLayout">
        <pc:chgData name="Shailendra Chauhan" userId="a7d3133f-e197-4b90-bf63-99a63a264234" providerId="ADAL" clId="{88F2906E-18B7-47A3-8ED7-55E1D034B58F}" dt="2024-08-23T03:45:49.838" v="77" actId="208"/>
        <pc:sldMkLst>
          <pc:docMk/>
          <pc:sldMk cId="2498249601" sldId="517"/>
        </pc:sldMkLst>
      </pc:sldChg>
      <pc:sldChg chg="modSp mod modClrScheme chgLayout">
        <pc:chgData name="Shailendra Chauhan" userId="a7d3133f-e197-4b90-bf63-99a63a264234" providerId="ADAL" clId="{88F2906E-18B7-47A3-8ED7-55E1D034B58F}" dt="2024-08-16T04:35:49.967" v="67" actId="700"/>
        <pc:sldMkLst>
          <pc:docMk/>
          <pc:sldMk cId="978551744" sldId="522"/>
        </pc:sldMkLst>
      </pc:sldChg>
      <pc:sldChg chg="modSp">
        <pc:chgData name="Shailendra Chauhan" userId="a7d3133f-e197-4b90-bf63-99a63a264234" providerId="ADAL" clId="{88F2906E-18B7-47A3-8ED7-55E1D034B58F}" dt="2024-08-14T04:46:51.361" v="0"/>
        <pc:sldMkLst>
          <pc:docMk/>
          <pc:sldMk cId="1208874278" sldId="523"/>
        </pc:sldMkLst>
      </pc:sldChg>
      <pc:sldChg chg="modSp mod">
        <pc:chgData name="Shailendra Chauhan" userId="a7d3133f-e197-4b90-bf63-99a63a264234" providerId="ADAL" clId="{88F2906E-18B7-47A3-8ED7-55E1D034B58F}" dt="2024-08-23T03:46:30.755" v="81" actId="208"/>
        <pc:sldMkLst>
          <pc:docMk/>
          <pc:sldMk cId="2719394966" sldId="524"/>
        </pc:sldMkLst>
      </pc:sldChg>
      <pc:sldChg chg="modSp">
        <pc:chgData name="Shailendra Chauhan" userId="a7d3133f-e197-4b90-bf63-99a63a264234" providerId="ADAL" clId="{88F2906E-18B7-47A3-8ED7-55E1D034B58F}" dt="2024-08-14T04:46:51.361" v="0"/>
        <pc:sldMkLst>
          <pc:docMk/>
          <pc:sldMk cId="1796280712" sldId="525"/>
        </pc:sldMkLst>
      </pc:sldChg>
      <pc:sldMasterChg chg="modSldLayout">
        <pc:chgData name="Shailendra Chauhan" userId="a7d3133f-e197-4b90-bf63-99a63a264234" providerId="ADAL" clId="{88F2906E-18B7-47A3-8ED7-55E1D034B58F}" dt="2024-08-14T04:46:51.361" v="0"/>
        <pc:sldMasterMkLst>
          <pc:docMk/>
          <pc:sldMasterMk cId="3542687420" sldId="2147483696"/>
        </pc:sldMasterMkLst>
        <pc:sldLayoutChg chg="delSp">
          <pc:chgData name="Shailendra Chauhan" userId="a7d3133f-e197-4b90-bf63-99a63a264234" providerId="ADAL" clId="{88F2906E-18B7-47A3-8ED7-55E1D034B58F}" dt="2024-08-14T04:46:51.361" v="0"/>
          <pc:sldLayoutMkLst>
            <pc:docMk/>
            <pc:sldMasterMk cId="3542687420" sldId="2147483696"/>
            <pc:sldLayoutMk cId="3925650312" sldId="2147483722"/>
          </pc:sldLayoutMkLst>
        </pc:sldLayoutChg>
      </pc:sldMasterChg>
    </pc:docChg>
  </pc:docChgLst>
  <pc:docChgLst>
    <pc:chgData name="Shailendra Chauhan" userId="a7d3133f-e197-4b90-bf63-99a63a264234" providerId="ADAL" clId="{A254E756-9F15-482A-9624-400AC1A7D086}"/>
    <pc:docChg chg="modSld">
      <pc:chgData name="Shailendra Chauhan" userId="a7d3133f-e197-4b90-bf63-99a63a264234" providerId="ADAL" clId="{A254E756-9F15-482A-9624-400AC1A7D086}" dt="2025-03-27T10:56:42.280" v="0" actId="207"/>
      <pc:docMkLst>
        <pc:docMk/>
      </pc:docMkLst>
      <pc:sldChg chg="modSp mod">
        <pc:chgData name="Shailendra Chauhan" userId="a7d3133f-e197-4b90-bf63-99a63a264234" providerId="ADAL" clId="{A254E756-9F15-482A-9624-400AC1A7D086}" dt="2025-03-27T10:56:42.280" v="0" actId="207"/>
        <pc:sldMkLst>
          <pc:docMk/>
          <pc:sldMk cId="2498249601" sldId="517"/>
        </pc:sldMkLst>
        <pc:spChg chg="mod">
          <ac:chgData name="Shailendra Chauhan" userId="a7d3133f-e197-4b90-bf63-99a63a264234" providerId="ADAL" clId="{A254E756-9F15-482A-9624-400AC1A7D086}" dt="2025-03-27T10:56:42.280" v="0" actId="207"/>
          <ac:spMkLst>
            <pc:docMk/>
            <pc:sldMk cId="2498249601" sldId="517"/>
            <ac:spMk id="17" creationId="{5F9B6552-9493-4111-86CB-6EB2A645E3E4}"/>
          </ac:spMkLst>
        </pc:spChg>
      </pc:sldChg>
    </pc:docChg>
  </pc:docChgLst>
  <pc:docChgLst>
    <pc:chgData name="Shailendra Chauhan" userId="a7d3133f-e197-4b90-bf63-99a63a264234" providerId="ADAL" clId="{3A2E001E-0B21-463C-B082-239F330DF40D}"/>
    <pc:docChg chg="custSel modSld">
      <pc:chgData name="Shailendra Chauhan" userId="a7d3133f-e197-4b90-bf63-99a63a264234" providerId="ADAL" clId="{3A2E001E-0B21-463C-B082-239F330DF40D}" dt="2025-02-01T16:54:34.116" v="117" actId="20577"/>
      <pc:docMkLst>
        <pc:docMk/>
      </pc:docMkLst>
      <pc:sldChg chg="modSp mod">
        <pc:chgData name="Shailendra Chauhan" userId="a7d3133f-e197-4b90-bf63-99a63a264234" providerId="ADAL" clId="{3A2E001E-0B21-463C-B082-239F330DF40D}" dt="2025-02-01T16:54:34.116" v="117" actId="20577"/>
        <pc:sldMkLst>
          <pc:docMk/>
          <pc:sldMk cId="2498249601" sldId="517"/>
        </pc:sldMkLst>
        <pc:spChg chg="mod">
          <ac:chgData name="Shailendra Chauhan" userId="a7d3133f-e197-4b90-bf63-99a63a264234" providerId="ADAL" clId="{3A2E001E-0B21-463C-B082-239F330DF40D}" dt="2025-02-01T16:54:24.738" v="96" actId="20577"/>
          <ac:spMkLst>
            <pc:docMk/>
            <pc:sldMk cId="2498249601" sldId="517"/>
            <ac:spMk id="27" creationId="{3F53A4CC-CA1B-403A-8BAD-F292D9900C70}"/>
          </ac:spMkLst>
        </pc:spChg>
        <pc:spChg chg="mod">
          <ac:chgData name="Shailendra Chauhan" userId="a7d3133f-e197-4b90-bf63-99a63a264234" providerId="ADAL" clId="{3A2E001E-0B21-463C-B082-239F330DF40D}" dt="2025-02-01T16:54:34.116" v="117" actId="20577"/>
          <ac:spMkLst>
            <pc:docMk/>
            <pc:sldMk cId="2498249601" sldId="517"/>
            <ac:spMk id="29" creationId="{F71FA7CD-C0C7-4958-9B5A-A16DD79C532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55A6C-8570-481C-B650-679F59D2D196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6080D-7700-48E4-9421-502ABB943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7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00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91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82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410403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136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77812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2379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4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3486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16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45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60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64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0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594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007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51604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0164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97158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51356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1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46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25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8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8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DFC6-7A22-49C2-A09F-96D2129608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2800" dirty="0"/>
              <a:t>Types of Service</a:t>
            </a:r>
          </a:p>
          <a:p>
            <a:r>
              <a:rPr lang="en-IN" sz="2800" dirty="0"/>
              <a:t>Deployment</a:t>
            </a:r>
          </a:p>
          <a:p>
            <a:r>
              <a:rPr lang="en-IN" sz="2800" dirty="0" err="1"/>
              <a:t>Replicaset</a:t>
            </a:r>
            <a:endParaRPr lang="en-IN" sz="2800" dirty="0"/>
          </a:p>
          <a:p>
            <a:r>
              <a:rPr lang="en-IN" sz="2800" dirty="0"/>
              <a:t>Namespace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07D-06FB-385C-0BDD-1220FB0F105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Kubernetes Advanced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A0E8D-7FA9-1E8F-1412-DE8BF262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962807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D88C17-C066-466B-BA81-21262BE4E92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Types of Services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E6F091-F54B-4556-BFD4-4951CBC81079}"/>
              </a:ext>
            </a:extLst>
          </p:cNvPr>
          <p:cNvGrpSpPr/>
          <p:nvPr/>
        </p:nvGrpSpPr>
        <p:grpSpPr>
          <a:xfrm>
            <a:off x="680092" y="2840224"/>
            <a:ext cx="2259791" cy="1293925"/>
            <a:chOff x="1287149" y="4567631"/>
            <a:chExt cx="2259791" cy="12939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E49FBA7-1842-4B6C-B381-4266A526494B}"/>
                </a:ext>
              </a:extLst>
            </p:cNvPr>
            <p:cNvSpPr/>
            <p:nvPr/>
          </p:nvSpPr>
          <p:spPr>
            <a:xfrm>
              <a:off x="1287149" y="4665187"/>
              <a:ext cx="2259791" cy="827037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3137887A-6836-4C1F-AB51-12AC82B51228}"/>
                </a:ext>
              </a:extLst>
            </p:cNvPr>
            <p:cNvSpPr/>
            <p:nvPr/>
          </p:nvSpPr>
          <p:spPr>
            <a:xfrm>
              <a:off x="2329680" y="4567631"/>
              <a:ext cx="186375" cy="195112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146B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188262-A3F3-427B-9FBD-827206A154E4}"/>
                </a:ext>
              </a:extLst>
            </p:cNvPr>
            <p:cNvSpPr txBox="1"/>
            <p:nvPr/>
          </p:nvSpPr>
          <p:spPr>
            <a:xfrm>
              <a:off x="1874171" y="5492224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NodePort</a:t>
              </a:r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39647F-5B7A-4196-A683-134F9F6C77F3}"/>
              </a:ext>
            </a:extLst>
          </p:cNvPr>
          <p:cNvGrpSpPr/>
          <p:nvPr/>
        </p:nvGrpSpPr>
        <p:grpSpPr>
          <a:xfrm>
            <a:off x="8159777" y="2902888"/>
            <a:ext cx="2259791" cy="1196369"/>
            <a:chOff x="1287149" y="4665187"/>
            <a:chExt cx="2259791" cy="11963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17B302-E164-4061-A436-0A99D5FB432B}"/>
                </a:ext>
              </a:extLst>
            </p:cNvPr>
            <p:cNvSpPr/>
            <p:nvPr/>
          </p:nvSpPr>
          <p:spPr>
            <a:xfrm>
              <a:off x="1287149" y="4665187"/>
              <a:ext cx="2259791" cy="827037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5F9B6552-9493-4111-86CB-6EB2A645E3E4}"/>
                </a:ext>
              </a:extLst>
            </p:cNvPr>
            <p:cNvSpPr/>
            <p:nvPr/>
          </p:nvSpPr>
          <p:spPr>
            <a:xfrm>
              <a:off x="2329680" y="4986974"/>
              <a:ext cx="186375" cy="195112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2B24E-2AFB-4D18-AE57-71DE725DA186}"/>
                </a:ext>
              </a:extLst>
            </p:cNvPr>
            <p:cNvSpPr txBox="1"/>
            <p:nvPr/>
          </p:nvSpPr>
          <p:spPr>
            <a:xfrm>
              <a:off x="1874171" y="5492224"/>
              <a:ext cx="1103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ClusterIP</a:t>
              </a:r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B324562-FBA1-4D5E-B40D-4432353BD181}"/>
              </a:ext>
            </a:extLst>
          </p:cNvPr>
          <p:cNvGrpSpPr/>
          <p:nvPr/>
        </p:nvGrpSpPr>
        <p:grpSpPr>
          <a:xfrm>
            <a:off x="4419934" y="2335289"/>
            <a:ext cx="2259791" cy="1763968"/>
            <a:chOff x="4094412" y="2335289"/>
            <a:chExt cx="2259791" cy="176396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EE93E70-7717-4297-9150-882AB7852CB7}"/>
                </a:ext>
              </a:extLst>
            </p:cNvPr>
            <p:cNvGrpSpPr/>
            <p:nvPr/>
          </p:nvGrpSpPr>
          <p:grpSpPr>
            <a:xfrm>
              <a:off x="4094412" y="2805332"/>
              <a:ext cx="2259791" cy="1293925"/>
              <a:chOff x="1287149" y="4567631"/>
              <a:chExt cx="2259791" cy="129392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C11AE2B-E1D6-4A56-92B4-32AEA3EAE564}"/>
                  </a:ext>
                </a:extLst>
              </p:cNvPr>
              <p:cNvSpPr/>
              <p:nvPr/>
            </p:nvSpPr>
            <p:spPr>
              <a:xfrm>
                <a:off x="1287149" y="4665187"/>
                <a:ext cx="2259791" cy="827037"/>
              </a:xfrm>
              <a:prstGeom prst="rect">
                <a:avLst/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B914482A-CB12-4C05-B0DC-2C6A36300761}"/>
                  </a:ext>
                </a:extLst>
              </p:cNvPr>
              <p:cNvSpPr/>
              <p:nvPr/>
            </p:nvSpPr>
            <p:spPr>
              <a:xfrm>
                <a:off x="2329680" y="4567631"/>
                <a:ext cx="186375" cy="19511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146B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7A9920-2441-4E0F-9A19-C63AFAF73A9B}"/>
                  </a:ext>
                </a:extLst>
              </p:cNvPr>
              <p:cNvSpPr txBox="1"/>
              <p:nvPr/>
            </p:nvSpPr>
            <p:spPr>
              <a:xfrm>
                <a:off x="1874171" y="5492224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LoadBalancer</a:t>
                </a:r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09B62238-A69E-4879-BE0C-9FA135F8B05A}"/>
                </a:ext>
              </a:extLst>
            </p:cNvPr>
            <p:cNvSpPr/>
            <p:nvPr/>
          </p:nvSpPr>
          <p:spPr>
            <a:xfrm>
              <a:off x="5440774" y="2812128"/>
              <a:ext cx="186375" cy="195112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146B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5D095285-FA3A-4A3D-BC5F-CC51B18E3504}"/>
                </a:ext>
              </a:extLst>
            </p:cNvPr>
            <p:cNvSpPr/>
            <p:nvPr/>
          </p:nvSpPr>
          <p:spPr>
            <a:xfrm>
              <a:off x="4838936" y="2803392"/>
              <a:ext cx="186375" cy="195112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146B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47933FAA-51DE-46A5-89CF-D51091E199E6}"/>
                </a:ext>
              </a:extLst>
            </p:cNvPr>
            <p:cNvSpPr/>
            <p:nvPr/>
          </p:nvSpPr>
          <p:spPr>
            <a:xfrm>
              <a:off x="5131119" y="2335289"/>
              <a:ext cx="186375" cy="195112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146B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1E6EE0-BF05-4B97-A522-7D640887E845}"/>
                </a:ext>
              </a:extLst>
            </p:cNvPr>
            <p:cNvCxnSpPr>
              <a:stCxn id="25" idx="4"/>
              <a:endCxn id="21" idx="0"/>
            </p:cNvCxnSpPr>
            <p:nvPr/>
          </p:nvCxnSpPr>
          <p:spPr>
            <a:xfrm>
              <a:off x="5224307" y="2530401"/>
              <a:ext cx="5824" cy="274931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AC16C7-3BFA-4C0A-AEBA-96FD52947814}"/>
                </a:ext>
              </a:extLst>
            </p:cNvPr>
            <p:cNvCxnSpPr>
              <a:stCxn id="25" idx="4"/>
              <a:endCxn id="24" idx="7"/>
            </p:cNvCxnSpPr>
            <p:nvPr/>
          </p:nvCxnSpPr>
          <p:spPr>
            <a:xfrm flipH="1">
              <a:off x="4998017" y="2530401"/>
              <a:ext cx="226290" cy="301564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D758DC-31CB-4789-AF5D-F60B8561B428}"/>
                </a:ext>
              </a:extLst>
            </p:cNvPr>
            <p:cNvCxnSpPr>
              <a:cxnSpLocks/>
              <a:stCxn id="25" idx="4"/>
              <a:endCxn id="23" idx="1"/>
            </p:cNvCxnSpPr>
            <p:nvPr/>
          </p:nvCxnSpPr>
          <p:spPr>
            <a:xfrm>
              <a:off x="5224307" y="2530401"/>
              <a:ext cx="243761" cy="310300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F53A4CC-CA1B-403A-8BAD-F292D9900C70}"/>
              </a:ext>
            </a:extLst>
          </p:cNvPr>
          <p:cNvSpPr txBox="1"/>
          <p:nvPr/>
        </p:nvSpPr>
        <p:spPr>
          <a:xfrm>
            <a:off x="580829" y="4494298"/>
            <a:ext cx="3079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Expose App to external world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Round-Robin Load Balancing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Best For Local Environment</a:t>
            </a:r>
            <a:endParaRPr lang="en-IN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FA7CD-C0C7-4958-9B5A-A16DD79C5327}"/>
              </a:ext>
            </a:extLst>
          </p:cNvPr>
          <p:cNvSpPr txBox="1"/>
          <p:nvPr/>
        </p:nvSpPr>
        <p:spPr>
          <a:xfrm>
            <a:off x="4210899" y="4482703"/>
            <a:ext cx="3640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Equally distribute the load in nodes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Cloud Based Load balancing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Best For the Cloud</a:t>
            </a:r>
            <a:endParaRPr lang="en-IN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504628-CFD0-46AF-B1EB-F1FAE64916CE}"/>
              </a:ext>
            </a:extLst>
          </p:cNvPr>
          <p:cNvSpPr txBox="1"/>
          <p:nvPr/>
        </p:nvSpPr>
        <p:spPr>
          <a:xfrm>
            <a:off x="8159777" y="4494298"/>
            <a:ext cx="3743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 Reachable within the cluster</a:t>
            </a:r>
          </a:p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 Connect front-end pod to backend pod</a:t>
            </a:r>
            <a:endParaRPr lang="en-IN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4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6DAB-1E55-4983-BADC-CD0BAFA3C82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NodePort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69684D-2D9C-4E2C-9F8A-55F1ACD1401D}"/>
              </a:ext>
            </a:extLst>
          </p:cNvPr>
          <p:cNvSpPr/>
          <p:nvPr/>
        </p:nvSpPr>
        <p:spPr>
          <a:xfrm>
            <a:off x="7924197" y="2255471"/>
            <a:ext cx="3690604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F07178"/>
                </a:solidFill>
                <a:latin typeface="Consolas" panose="020B0609020204030204" pitchFamily="49" charset="0"/>
              </a:rPr>
              <a:t>apiVersion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v1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kind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Service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metadata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my-service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spec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selector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my-app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ports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port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</a:rPr>
              <a:t>80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F07178"/>
                </a:solidFill>
                <a:latin typeface="Consolas" panose="020B0609020204030204" pitchFamily="49" charset="0"/>
              </a:rPr>
              <a:t>nodePort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</a:rPr>
              <a:t>30008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type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NodePort</a:t>
            </a:r>
            <a:endParaRPr lang="en-IN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68CA41-D2F4-4C6D-9429-F282012CF4C4}"/>
              </a:ext>
            </a:extLst>
          </p:cNvPr>
          <p:cNvGrpSpPr/>
          <p:nvPr/>
        </p:nvGrpSpPr>
        <p:grpSpPr>
          <a:xfrm>
            <a:off x="614236" y="2081466"/>
            <a:ext cx="6565469" cy="3487333"/>
            <a:chOff x="211168" y="2081468"/>
            <a:chExt cx="6565469" cy="348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2261904-452D-4E64-81F5-91E8BE97B010}"/>
                </a:ext>
              </a:extLst>
            </p:cNvPr>
            <p:cNvGrpSpPr/>
            <p:nvPr/>
          </p:nvGrpSpPr>
          <p:grpSpPr>
            <a:xfrm>
              <a:off x="1986845" y="2081468"/>
              <a:ext cx="4789792" cy="3487333"/>
              <a:chOff x="5159023" y="1502356"/>
              <a:chExt cx="4789792" cy="348733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5B9364F-8B6B-46ED-A015-EA915CF48D0D}"/>
                  </a:ext>
                </a:extLst>
              </p:cNvPr>
              <p:cNvSpPr/>
              <p:nvPr/>
            </p:nvSpPr>
            <p:spPr>
              <a:xfrm>
                <a:off x="5159023" y="1502356"/>
                <a:ext cx="4789792" cy="3487333"/>
              </a:xfrm>
              <a:prstGeom prst="rect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N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F80EA6C-23E5-459B-93B8-F9718AB69725}"/>
                  </a:ext>
                </a:extLst>
              </p:cNvPr>
              <p:cNvGrpSpPr/>
              <p:nvPr/>
            </p:nvGrpSpPr>
            <p:grpSpPr>
              <a:xfrm>
                <a:off x="7944453" y="3417711"/>
                <a:ext cx="1408897" cy="1296719"/>
                <a:chOff x="5438319" y="3172178"/>
                <a:chExt cx="1408897" cy="1296719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4625A47-0975-40B3-B881-7CEDCD7C6F10}"/>
                    </a:ext>
                  </a:extLst>
                </p:cNvPr>
                <p:cNvGrpSpPr/>
                <p:nvPr/>
              </p:nvGrpSpPr>
              <p:grpSpPr>
                <a:xfrm>
                  <a:off x="5438319" y="3172178"/>
                  <a:ext cx="1408897" cy="1296719"/>
                  <a:chOff x="6158668" y="2395226"/>
                  <a:chExt cx="1408897" cy="1050153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5CCDFC1F-8019-4B3B-9DEE-00993EF73B90}"/>
                      </a:ext>
                    </a:extLst>
                  </p:cNvPr>
                  <p:cNvSpPr/>
                  <p:nvPr/>
                </p:nvSpPr>
                <p:spPr>
                  <a:xfrm>
                    <a:off x="6158668" y="2395226"/>
                    <a:ext cx="1408897" cy="1050153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1DC3C68F-99D2-41A6-A1B4-6C41F9767CC0}"/>
                      </a:ext>
                    </a:extLst>
                  </p:cNvPr>
                  <p:cNvSpPr/>
                  <p:nvPr/>
                </p:nvSpPr>
                <p:spPr>
                  <a:xfrm>
                    <a:off x="6250405" y="2996205"/>
                    <a:ext cx="1225419" cy="361885"/>
                  </a:xfrm>
                  <a:prstGeom prst="rect">
                    <a:avLst/>
                  </a:prstGeom>
                  <a:solidFill>
                    <a:srgbClr val="146BD8"/>
                  </a:solidFill>
                  <a:ln>
                    <a:solidFill>
                      <a:srgbClr val="146BD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800" kern="1200" dirty="0">
                        <a:solidFill>
                          <a:srgbClr val="FFFFFF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container</a:t>
                    </a:r>
                    <a:endParaRPr lang="en-IN" sz="1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5" name="TextBox 70">
                  <a:extLst>
                    <a:ext uri="{FF2B5EF4-FFF2-40B4-BE49-F238E27FC236}">
                      <a16:creationId xmlns:a16="http://schemas.microsoft.com/office/drawing/2014/main" id="{E04D6E54-EE15-419C-BD31-6C2101596828}"/>
                    </a:ext>
                  </a:extLst>
                </p:cNvPr>
                <p:cNvSpPr txBox="1"/>
                <p:nvPr/>
              </p:nvSpPr>
              <p:spPr>
                <a:xfrm>
                  <a:off x="5909746" y="3595156"/>
                  <a:ext cx="466040" cy="4272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400" b="1" kern="1200" dirty="0">
                      <a:solidFill>
                        <a:srgbClr val="2F5597"/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Pod</a:t>
                  </a:r>
                  <a:endParaRPr lang="en-IN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643D6C2-FB61-4144-A7EE-8827F2178DA9}"/>
                  </a:ext>
                </a:extLst>
              </p:cNvPr>
              <p:cNvSpPr/>
              <p:nvPr/>
            </p:nvSpPr>
            <p:spPr>
              <a:xfrm>
                <a:off x="6224326" y="2550680"/>
                <a:ext cx="1348007" cy="790947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kern="1200" dirty="0">
                    <a:solidFill>
                      <a:srgbClr val="FFFFFF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Service </a:t>
                </a:r>
                <a:endParaRPr lang="en-IN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70">
                <a:extLst>
                  <a:ext uri="{FF2B5EF4-FFF2-40B4-BE49-F238E27FC236}">
                    <a16:creationId xmlns:a16="http://schemas.microsoft.com/office/drawing/2014/main" id="{9B231BF2-768D-419C-8C89-CA8032E6197E}"/>
                  </a:ext>
                </a:extLst>
              </p:cNvPr>
              <p:cNvSpPr txBox="1"/>
              <p:nvPr/>
            </p:nvSpPr>
            <p:spPr>
              <a:xfrm rot="16200000">
                <a:off x="5010825" y="2776623"/>
                <a:ext cx="705642" cy="3440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kern="1200" dirty="0">
                    <a:solidFill>
                      <a:srgbClr val="2F5597"/>
                    </a:solidFill>
                    <a:effectLst/>
                    <a:latin typeface="Calib"/>
                    <a:ea typeface="Calibri" panose="020F0502020204030204" pitchFamily="34" charset="0"/>
                    <a:cs typeface="Times New Roman" panose="02020603050405020304" pitchFamily="18" charset="0"/>
                  </a:rPr>
                  <a:t>30008</a:t>
                </a:r>
                <a:endParaRPr lang="en-IN" sz="1400" b="1" dirty="0">
                  <a:effectLst/>
                  <a:latin typeface="Calib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8507975-C6BD-4ADE-A10F-9027E8B4F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8899" y="2911758"/>
                <a:ext cx="0" cy="501998"/>
              </a:xfrm>
              <a:prstGeom prst="line">
                <a:avLst/>
              </a:prstGeom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D4EF7F3-BC42-4BC9-AB11-097D531B0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3753" y="2921188"/>
                <a:ext cx="1067878" cy="4892"/>
              </a:xfrm>
              <a:prstGeom prst="line">
                <a:avLst/>
              </a:prstGeom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935F536-E068-40C8-9BD1-791A61149964}"/>
                  </a:ext>
                </a:extLst>
              </p:cNvPr>
              <p:cNvCxnSpPr/>
              <p:nvPr/>
            </p:nvCxnSpPr>
            <p:spPr>
              <a:xfrm>
                <a:off x="5537355" y="2921188"/>
                <a:ext cx="678434" cy="2860"/>
              </a:xfrm>
              <a:prstGeom prst="line">
                <a:avLst/>
              </a:prstGeom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2B768EA-ACB6-47D8-9872-BE85639B25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2066" y="4111062"/>
                <a:ext cx="748923" cy="748923"/>
              </a:xfrm>
              <a:prstGeom prst="rect">
                <a:avLst/>
              </a:prstGeom>
            </p:spPr>
          </p:pic>
        </p:grpSp>
        <p:sp>
          <p:nvSpPr>
            <p:cNvPr id="6" name="TextBox 70">
              <a:extLst>
                <a:ext uri="{FF2B5EF4-FFF2-40B4-BE49-F238E27FC236}">
                  <a16:creationId xmlns:a16="http://schemas.microsoft.com/office/drawing/2014/main" id="{CE6A920B-310B-44EE-8B74-2CFA12044D8B}"/>
                </a:ext>
              </a:extLst>
            </p:cNvPr>
            <p:cNvSpPr txBox="1"/>
            <p:nvPr/>
          </p:nvSpPr>
          <p:spPr>
            <a:xfrm>
              <a:off x="211168" y="3845973"/>
              <a:ext cx="1700787" cy="3126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kern="1200" dirty="0">
                  <a:solidFill>
                    <a:srgbClr val="2F5597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 30000-32767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70">
              <a:extLst>
                <a:ext uri="{FF2B5EF4-FFF2-40B4-BE49-F238E27FC236}">
                  <a16:creationId xmlns:a16="http://schemas.microsoft.com/office/drawing/2014/main" id="{E216455C-FC43-4D39-935A-ABC12C016387}"/>
                </a:ext>
              </a:extLst>
            </p:cNvPr>
            <p:cNvSpPr txBox="1"/>
            <p:nvPr/>
          </p:nvSpPr>
          <p:spPr>
            <a:xfrm rot="16200000">
              <a:off x="4043012" y="3350728"/>
              <a:ext cx="393056" cy="34406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b="1" kern="1200" dirty="0">
                  <a:solidFill>
                    <a:srgbClr val="2F5597"/>
                  </a:solidFill>
                  <a:effectLst/>
                  <a:latin typeface="Calib"/>
                  <a:ea typeface="Calibri" panose="020F0502020204030204" pitchFamily="34" charset="0"/>
                  <a:cs typeface="Times New Roman" panose="02020603050405020304" pitchFamily="18" charset="0"/>
                </a:rPr>
                <a:t>80</a:t>
              </a:r>
              <a:endParaRPr lang="en-IN" sz="1400" b="1" dirty="0">
                <a:effectLst/>
                <a:latin typeface="Calib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70">
              <a:extLst>
                <a:ext uri="{FF2B5EF4-FFF2-40B4-BE49-F238E27FC236}">
                  <a16:creationId xmlns:a16="http://schemas.microsoft.com/office/drawing/2014/main" id="{A05A2BC2-8E5E-497A-A428-D38323C52EC4}"/>
                </a:ext>
              </a:extLst>
            </p:cNvPr>
            <p:cNvSpPr txBox="1"/>
            <p:nvPr/>
          </p:nvSpPr>
          <p:spPr>
            <a:xfrm>
              <a:off x="5293017" y="3998470"/>
              <a:ext cx="367408" cy="3126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kern="1200" dirty="0">
                  <a:solidFill>
                    <a:srgbClr val="2F5597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80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23B7B9-5A4D-4958-8520-A6D4F9892A89}"/>
                </a:ext>
              </a:extLst>
            </p:cNvPr>
            <p:cNvSpPr txBox="1"/>
            <p:nvPr/>
          </p:nvSpPr>
          <p:spPr>
            <a:xfrm>
              <a:off x="5495808" y="3706466"/>
              <a:ext cx="8435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TargetPort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320F63-8EEF-4A80-8E93-AA694C5BFF21}"/>
                </a:ext>
              </a:extLst>
            </p:cNvPr>
            <p:cNvSpPr txBox="1"/>
            <p:nvPr/>
          </p:nvSpPr>
          <p:spPr>
            <a:xfrm>
              <a:off x="4381741" y="3209943"/>
              <a:ext cx="4347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Port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DEBA35E-2851-4096-A1CD-A359EB300F21}"/>
                </a:ext>
              </a:extLst>
            </p:cNvPr>
            <p:cNvSpPr txBox="1"/>
            <p:nvPr/>
          </p:nvSpPr>
          <p:spPr>
            <a:xfrm>
              <a:off x="2019433" y="2848671"/>
              <a:ext cx="7617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NodePort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939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6DAB-1E55-4983-BADC-CD0BAFA3C82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 err="1"/>
              <a:t>LoadBalancer</a:t>
            </a:r>
            <a:r>
              <a:rPr lang="en-IN" dirty="0"/>
              <a:t>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F8FF56-B222-47AC-8AA7-48CDDCD837EA}"/>
              </a:ext>
            </a:extLst>
          </p:cNvPr>
          <p:cNvSpPr/>
          <p:nvPr/>
        </p:nvSpPr>
        <p:spPr>
          <a:xfrm>
            <a:off x="630956" y="1859339"/>
            <a:ext cx="4989401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F07178"/>
                </a:solidFill>
                <a:latin typeface="Consolas" panose="020B0609020204030204" pitchFamily="49" charset="0"/>
              </a:rPr>
              <a:t>apiVersion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v1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kind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Service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metadata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aspnet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-service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spec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selector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aspnet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</a:rPr>
              <a:t>-pod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ports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port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</a:rPr>
              <a:t>3080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F07178"/>
                </a:solidFill>
                <a:latin typeface="Consolas" panose="020B0609020204030204" pitchFamily="49" charset="0"/>
              </a:rPr>
              <a:t>targetPort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</a:rPr>
              <a:t>80</a:t>
            </a:r>
            <a:endParaRPr lang="en-IN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F07178"/>
                </a:solidFill>
                <a:latin typeface="Consolas" panose="020B0609020204030204" pitchFamily="49" charset="0"/>
              </a:rPr>
              <a:t>type</a:t>
            </a:r>
            <a:r>
              <a:rPr lang="en-IN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C3E88D"/>
                </a:solidFill>
                <a:latin typeface="Consolas" panose="020B0609020204030204" pitchFamily="49" charset="0"/>
              </a:rPr>
              <a:t>LoadBalancer</a:t>
            </a:r>
            <a:endParaRPr lang="en-IN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74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5E4EB-A4B6-4336-B062-AEDAA9C6C8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Represent a set of multiple and identical Pods 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 deployment is responsible for keeping a set of pods running.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 deployment can be used without a service to keep a set of identical pods running in the Kubernetes cluster.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Without service, Each pod could be accessed individually via direct network requests (rather than abstracting them behind a service).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Services and Deployments can work together.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3753-E301-49A1-9769-BB946245834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Deployments</a:t>
            </a:r>
          </a:p>
        </p:txBody>
      </p:sp>
    </p:spTree>
    <p:extLst>
      <p:ext uri="{BB962C8B-B14F-4D97-AF65-F5344CB8AC3E}">
        <p14:creationId xmlns:p14="http://schemas.microsoft.com/office/powerpoint/2010/main" val="421184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D36D-C8C3-4086-9ACF-B5C4D9736DB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Namespace Commands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C5D61-018B-4CD6-955C-382A5442497F}"/>
              </a:ext>
            </a:extLst>
          </p:cNvPr>
          <p:cNvSpPr/>
          <p:nvPr/>
        </p:nvSpPr>
        <p:spPr>
          <a:xfrm>
            <a:off x="601836" y="1382431"/>
            <a:ext cx="2910161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07178"/>
                </a:solidFill>
                <a:latin typeface="Consolas" panose="020B0609020204030204" pitchFamily="49" charset="0"/>
              </a:rPr>
              <a:t>apiVersion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v1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kind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Namespace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metadata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dev</a:t>
            </a:r>
            <a:endParaRPr lang="en-US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EC9C5-92D3-45A8-8C9A-2E06F3E6213E}"/>
              </a:ext>
            </a:extLst>
          </p:cNvPr>
          <p:cNvSpPr/>
          <p:nvPr/>
        </p:nvSpPr>
        <p:spPr>
          <a:xfrm>
            <a:off x="601836" y="4347227"/>
            <a:ext cx="4803025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ubectl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get pods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namespace=dev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kubectl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get pods --all-namespaces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CE0296-0E0F-4293-979C-E4365E049BF8}"/>
              </a:ext>
            </a:extLst>
          </p:cNvPr>
          <p:cNvSpPr/>
          <p:nvPr/>
        </p:nvSpPr>
        <p:spPr>
          <a:xfrm>
            <a:off x="601836" y="5243623"/>
            <a:ext cx="10149644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ubectl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config set-context $(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config current-context)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namespace=dev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0C2AD-76E6-4778-B08F-B2B017F7FF66}"/>
              </a:ext>
            </a:extLst>
          </p:cNvPr>
          <p:cNvSpPr/>
          <p:nvPr/>
        </p:nvSpPr>
        <p:spPr>
          <a:xfrm>
            <a:off x="601836" y="2872278"/>
            <a:ext cx="62649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kubectl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apply –f dev-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namespace.yaml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Kubectl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get namespaces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ubectl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apply –f my-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pod.yaml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namespace=dev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kubectl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get pods --namespace=dev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9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5FDC-3FDD-4212-915E-EE76B5EE505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Namespace - Isolation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141BD3-75C0-494B-B988-A8CE8D79220E}"/>
              </a:ext>
            </a:extLst>
          </p:cNvPr>
          <p:cNvGrpSpPr/>
          <p:nvPr/>
        </p:nvGrpSpPr>
        <p:grpSpPr>
          <a:xfrm>
            <a:off x="588964" y="1445181"/>
            <a:ext cx="2740471" cy="2069246"/>
            <a:chOff x="1922463" y="2412484"/>
            <a:chExt cx="3467100" cy="27305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34F423-6F2B-4C3A-9A0F-CFCBEFA6E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8425" y="2781300"/>
              <a:ext cx="1219200" cy="1219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1A7AD5-FD94-4195-9ECB-4E7C168AB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6413" y="3760232"/>
              <a:ext cx="1219200" cy="1219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630E1B-ACAB-4CF1-80EF-5F322CC90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400" y="2781300"/>
              <a:ext cx="1219200" cy="12192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E37D92-F0CC-4421-83B4-BF34A7E41705}"/>
                </a:ext>
              </a:extLst>
            </p:cNvPr>
            <p:cNvSpPr/>
            <p:nvPr/>
          </p:nvSpPr>
          <p:spPr>
            <a:xfrm>
              <a:off x="1922463" y="2412484"/>
              <a:ext cx="3467100" cy="27305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C1908B-1A08-4F69-9B55-16BDDB623B88}"/>
                </a:ext>
              </a:extLst>
            </p:cNvPr>
            <p:cNvSpPr txBox="1"/>
            <p:nvPr/>
          </p:nvSpPr>
          <p:spPr>
            <a:xfrm>
              <a:off x="2885620" y="2433082"/>
              <a:ext cx="1870255" cy="487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kube</a:t>
              </a:r>
              <a:r>
                <a:rPr lang="en-IN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-system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F5C268D-8309-42A4-86FD-2ECB422A9AE8}"/>
              </a:ext>
            </a:extLst>
          </p:cNvPr>
          <p:cNvGrpSpPr/>
          <p:nvPr/>
        </p:nvGrpSpPr>
        <p:grpSpPr>
          <a:xfrm>
            <a:off x="588964" y="3860675"/>
            <a:ext cx="2740471" cy="2069246"/>
            <a:chOff x="1922463" y="2412484"/>
            <a:chExt cx="3467100" cy="27305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2FDFF95-2B75-4196-9D4C-6C3B8F94C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8425" y="2781300"/>
              <a:ext cx="1219200" cy="12192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A9978FD-2F23-4CCC-827D-42CC0BFE4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6413" y="3760232"/>
              <a:ext cx="1219200" cy="12192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C6136F3-5672-4078-94C4-05F32C57B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400" y="2781300"/>
              <a:ext cx="1219200" cy="121920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AE9CB9-FD5A-4771-BDD0-F648A9392CE1}"/>
                </a:ext>
              </a:extLst>
            </p:cNvPr>
            <p:cNvSpPr/>
            <p:nvPr/>
          </p:nvSpPr>
          <p:spPr>
            <a:xfrm>
              <a:off x="1922463" y="2412484"/>
              <a:ext cx="3467100" cy="27305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2AB3E0-8BB2-407F-820A-AAAE051F6ABF}"/>
                </a:ext>
              </a:extLst>
            </p:cNvPr>
            <p:cNvSpPr txBox="1"/>
            <p:nvPr/>
          </p:nvSpPr>
          <p:spPr>
            <a:xfrm>
              <a:off x="3231259" y="2433082"/>
              <a:ext cx="873560" cy="48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dev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A45AEB-B84A-41E4-83C8-8AF146AF5D0C}"/>
              </a:ext>
            </a:extLst>
          </p:cNvPr>
          <p:cNvGrpSpPr/>
          <p:nvPr/>
        </p:nvGrpSpPr>
        <p:grpSpPr>
          <a:xfrm>
            <a:off x="4355898" y="1443508"/>
            <a:ext cx="2740471" cy="2069246"/>
            <a:chOff x="1922463" y="2412484"/>
            <a:chExt cx="3467100" cy="273050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FBC4083-E87F-42CF-B0C3-09812C8E7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8425" y="2781300"/>
              <a:ext cx="1219200" cy="12192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BF8D151-4103-45DA-8C9F-DEC8CA60D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6413" y="3760232"/>
              <a:ext cx="1219200" cy="12192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E02AA10-F9AD-4FFA-9505-95BAB18C2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400" y="2781300"/>
              <a:ext cx="1219200" cy="1219200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7B85E7D-7225-4376-9251-274371D6E150}"/>
                </a:ext>
              </a:extLst>
            </p:cNvPr>
            <p:cNvSpPr/>
            <p:nvPr/>
          </p:nvSpPr>
          <p:spPr>
            <a:xfrm>
              <a:off x="1922463" y="2412484"/>
              <a:ext cx="3467100" cy="27305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BAC279-1356-4B82-9611-85B1B8B195FE}"/>
                </a:ext>
              </a:extLst>
            </p:cNvPr>
            <p:cNvSpPr txBox="1"/>
            <p:nvPr/>
          </p:nvSpPr>
          <p:spPr>
            <a:xfrm>
              <a:off x="2904749" y="2433082"/>
              <a:ext cx="1219200" cy="48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default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5A9CBE-F5B2-44D2-8466-926E5D13A8C1}"/>
              </a:ext>
            </a:extLst>
          </p:cNvPr>
          <p:cNvGrpSpPr/>
          <p:nvPr/>
        </p:nvGrpSpPr>
        <p:grpSpPr>
          <a:xfrm>
            <a:off x="8208964" y="1382381"/>
            <a:ext cx="2740471" cy="2069246"/>
            <a:chOff x="1922463" y="2412484"/>
            <a:chExt cx="3467100" cy="2730500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9C76050-46C2-4624-A975-D12B6CA89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8425" y="2781300"/>
              <a:ext cx="1219200" cy="12192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FAF994A-072C-451D-B35E-DBEE569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6413" y="3760232"/>
              <a:ext cx="1219200" cy="12192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4154AE6-B1F4-40F9-9633-7E4FEAECA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400" y="2781300"/>
              <a:ext cx="1219200" cy="1219200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F9ED6B5-CE09-453B-ABCA-B790F772CEA3}"/>
                </a:ext>
              </a:extLst>
            </p:cNvPr>
            <p:cNvSpPr/>
            <p:nvPr/>
          </p:nvSpPr>
          <p:spPr>
            <a:xfrm>
              <a:off x="1922463" y="2412484"/>
              <a:ext cx="3467100" cy="27305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DA90C-6415-4008-ADF7-4660C48A7B96}"/>
                </a:ext>
              </a:extLst>
            </p:cNvPr>
            <p:cNvSpPr txBox="1"/>
            <p:nvPr/>
          </p:nvSpPr>
          <p:spPr>
            <a:xfrm>
              <a:off x="3134173" y="2433082"/>
              <a:ext cx="1038078" cy="48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public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C1F691B-8A40-4A7C-A90E-F374547E798B}"/>
              </a:ext>
            </a:extLst>
          </p:cNvPr>
          <p:cNvGrpSpPr/>
          <p:nvPr/>
        </p:nvGrpSpPr>
        <p:grpSpPr>
          <a:xfrm>
            <a:off x="4355898" y="3878268"/>
            <a:ext cx="2740471" cy="2069246"/>
            <a:chOff x="1922463" y="2412484"/>
            <a:chExt cx="3467100" cy="2730500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119FE20-FBF3-49E2-92B1-15514C184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8425" y="2781300"/>
              <a:ext cx="1219200" cy="121920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0D93D95-E554-459A-A350-C65E8DDF1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6413" y="3760232"/>
              <a:ext cx="1219200" cy="12192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C36A4F3-2EDF-48A2-B646-024E8699D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400" y="2781300"/>
              <a:ext cx="1219200" cy="1219200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F0F6A01-B507-4530-9275-25095D828E8F}"/>
                </a:ext>
              </a:extLst>
            </p:cNvPr>
            <p:cNvSpPr/>
            <p:nvPr/>
          </p:nvSpPr>
          <p:spPr>
            <a:xfrm>
              <a:off x="1922463" y="2412484"/>
              <a:ext cx="3467100" cy="27305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F14A927-B0F5-4841-817C-B888377CC3F7}"/>
                </a:ext>
              </a:extLst>
            </p:cNvPr>
            <p:cNvSpPr txBox="1"/>
            <p:nvPr/>
          </p:nvSpPr>
          <p:spPr>
            <a:xfrm>
              <a:off x="3229632" y="2433082"/>
              <a:ext cx="821499" cy="48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prod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270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2AFD-996E-48FE-A6E6-07DB3143613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CI/CD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45917-BADA-4747-974D-A3E7E148F2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70" y="1586965"/>
            <a:ext cx="9979910" cy="4239695"/>
          </a:xfrm>
        </p:spPr>
      </p:pic>
    </p:spTree>
    <p:extLst>
      <p:ext uri="{BB962C8B-B14F-4D97-AF65-F5344CB8AC3E}">
        <p14:creationId xmlns:p14="http://schemas.microsoft.com/office/powerpoint/2010/main" val="978551744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1324</TotalTime>
  <Words>301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</vt:lpstr>
      <vt:lpstr>Calibri</vt:lpstr>
      <vt:lpstr>Calibri Light</vt:lpstr>
      <vt:lpstr>Consolas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1148</cp:revision>
  <dcterms:created xsi:type="dcterms:W3CDTF">2015-04-26T09:42:00Z</dcterms:created>
  <dcterms:modified xsi:type="dcterms:W3CDTF">2025-03-27T10:56:53Z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