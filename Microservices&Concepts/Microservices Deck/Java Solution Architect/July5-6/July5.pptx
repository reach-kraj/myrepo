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</p:sldMasterIdLst>
  <p:notesMasterIdLst>
    <p:notesMasterId r:id="rId58"/>
  </p:notesMasterIdLst>
  <p:sldIdLst>
    <p:sldId id="256" r:id="rId2"/>
    <p:sldId id="285" r:id="rId3"/>
    <p:sldId id="302" r:id="rId4"/>
    <p:sldId id="286" r:id="rId5"/>
    <p:sldId id="287" r:id="rId6"/>
    <p:sldId id="288" r:id="rId7"/>
    <p:sldId id="289" r:id="rId8"/>
    <p:sldId id="290" r:id="rId9"/>
    <p:sldId id="291" r:id="rId10"/>
    <p:sldId id="303" r:id="rId11"/>
    <p:sldId id="304" r:id="rId12"/>
    <p:sldId id="305" r:id="rId13"/>
    <p:sldId id="306" r:id="rId14"/>
    <p:sldId id="292" r:id="rId15"/>
    <p:sldId id="257" r:id="rId16"/>
    <p:sldId id="296" r:id="rId17"/>
    <p:sldId id="297" r:id="rId18"/>
    <p:sldId id="294" r:id="rId19"/>
    <p:sldId id="308" r:id="rId20"/>
    <p:sldId id="307" r:id="rId21"/>
    <p:sldId id="311" r:id="rId22"/>
    <p:sldId id="298" r:id="rId23"/>
    <p:sldId id="299" r:id="rId24"/>
    <p:sldId id="300" r:id="rId25"/>
    <p:sldId id="312" r:id="rId26"/>
    <p:sldId id="301" r:id="rId27"/>
    <p:sldId id="295" r:id="rId28"/>
    <p:sldId id="293" r:id="rId29"/>
    <p:sldId id="309" r:id="rId30"/>
    <p:sldId id="284" r:id="rId31"/>
    <p:sldId id="259" r:id="rId32"/>
    <p:sldId id="260" r:id="rId33"/>
    <p:sldId id="310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  <p:sldId id="275" r:id="rId49"/>
    <p:sldId id="276" r:id="rId50"/>
    <p:sldId id="277" r:id="rId51"/>
    <p:sldId id="278" r:id="rId52"/>
    <p:sldId id="279" r:id="rId53"/>
    <p:sldId id="280" r:id="rId54"/>
    <p:sldId id="281" r:id="rId55"/>
    <p:sldId id="282" r:id="rId56"/>
    <p:sldId id="283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9" roundtripDataSignature="AMtx7mhLQS8jh0POLbORfvRl0QQJxjWp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9ACF9C-0511-CD41-B270-09A7DD3B12C5}" v="1815" dt="2025-07-06T17:01:07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9"/>
  </p:normalViewPr>
  <p:slideViewPr>
    <p:cSldViewPr snapToGrid="0">
      <p:cViewPr varScale="1">
        <p:scale>
          <a:sx n="115" d="100"/>
          <a:sy n="115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B3826D35-BD12-465F-9DD6-9A637B4CE187}"/>
    <pc:docChg chg="undo custSel addSld delSld modSld modMainMaster">
      <pc:chgData name="Shailendra Chauhan" userId="a7d3133f-e197-4b90-bf63-99a63a264234" providerId="ADAL" clId="{B3826D35-BD12-465F-9DD6-9A637B4CE187}" dt="2024-07-15T18:00:48.170" v="71" actId="1440"/>
      <pc:docMkLst>
        <pc:docMk/>
      </pc:docMkLst>
      <pc:sldChg chg="modSp mod modClrScheme chgLayout">
        <pc:chgData name="Shailendra Chauhan" userId="a7d3133f-e197-4b90-bf63-99a63a264234" providerId="ADAL" clId="{B3826D35-BD12-465F-9DD6-9A637B4CE187}" dt="2024-07-15T17:50:06.623" v="2" actId="12"/>
        <pc:sldMkLst>
          <pc:docMk/>
          <pc:sldMk cId="0" sldId="256"/>
        </pc:sldMkLst>
      </pc:sldChg>
      <pc:sldChg chg="modSp mod modClrScheme chgLayout">
        <pc:chgData name="Shailendra Chauhan" userId="a7d3133f-e197-4b90-bf63-99a63a264234" providerId="ADAL" clId="{B3826D35-BD12-465F-9DD6-9A637B4CE187}" dt="2024-07-15T17:50:11.884" v="3" actId="700"/>
        <pc:sldMkLst>
          <pc:docMk/>
          <pc:sldMk cId="0" sldId="257"/>
        </pc:sldMkLst>
      </pc:sldChg>
      <pc:sldChg chg="modSp del">
        <pc:chgData name="Shailendra Chauhan" userId="a7d3133f-e197-4b90-bf63-99a63a264234" providerId="ADAL" clId="{B3826D35-BD12-465F-9DD6-9A637B4CE187}" dt="2024-07-15T17:50:48.543" v="12" actId="2696"/>
        <pc:sldMkLst>
          <pc:docMk/>
          <pc:sldMk cId="0" sldId="258"/>
        </pc:sldMkLst>
      </pc:sldChg>
      <pc:sldChg chg="modSp mod modClrScheme chgLayout">
        <pc:chgData name="Shailendra Chauhan" userId="a7d3133f-e197-4b90-bf63-99a63a264234" providerId="ADAL" clId="{B3826D35-BD12-465F-9DD6-9A637B4CE187}" dt="2024-07-15T17:51:00.092" v="14" actId="207"/>
        <pc:sldMkLst>
          <pc:docMk/>
          <pc:sldMk cId="0" sldId="259"/>
        </pc:sldMkLst>
      </pc:sldChg>
      <pc:sldChg chg="modSp mod setBg modClrScheme chgLayout">
        <pc:chgData name="Shailendra Chauhan" userId="a7d3133f-e197-4b90-bf63-99a63a264234" providerId="ADAL" clId="{B3826D35-BD12-465F-9DD6-9A637B4CE187}" dt="2024-07-15T18:00:03.790" v="66" actId="1440"/>
        <pc:sldMkLst>
          <pc:docMk/>
          <pc:sldMk cId="0" sldId="260"/>
        </pc:sldMkLst>
      </pc:sldChg>
      <pc:sldChg chg="modSp mod modClrScheme chgLayout">
        <pc:chgData name="Shailendra Chauhan" userId="a7d3133f-e197-4b90-bf63-99a63a264234" providerId="ADAL" clId="{B3826D35-BD12-465F-9DD6-9A637B4CE187}" dt="2024-07-15T17:51:19.968" v="18" actId="207"/>
        <pc:sldMkLst>
          <pc:docMk/>
          <pc:sldMk cId="0" sldId="261"/>
        </pc:sldMkLst>
      </pc:sldChg>
      <pc:sldChg chg="modSp mod modClrScheme chgLayout">
        <pc:chgData name="Shailendra Chauhan" userId="a7d3133f-e197-4b90-bf63-99a63a264234" providerId="ADAL" clId="{B3826D35-BD12-465F-9DD6-9A637B4CE187}" dt="2024-07-15T17:51:35.726" v="21" actId="207"/>
        <pc:sldMkLst>
          <pc:docMk/>
          <pc:sldMk cId="0" sldId="262"/>
        </pc:sldMkLst>
      </pc:sldChg>
      <pc:sldChg chg="modSp mod modClrScheme chgLayout">
        <pc:chgData name="Shailendra Chauhan" userId="a7d3133f-e197-4b90-bf63-99a63a264234" providerId="ADAL" clId="{B3826D35-BD12-465F-9DD6-9A637B4CE187}" dt="2024-07-15T17:52:24.492" v="23" actId="207"/>
        <pc:sldMkLst>
          <pc:docMk/>
          <pc:sldMk cId="0" sldId="263"/>
        </pc:sldMkLst>
      </pc:sldChg>
      <pc:sldChg chg="modSp mod modTransition modClrScheme chgLayout">
        <pc:chgData name="Shailendra Chauhan" userId="a7d3133f-e197-4b90-bf63-99a63a264234" providerId="ADAL" clId="{B3826D35-BD12-465F-9DD6-9A637B4CE187}" dt="2024-07-15T17:52:44.708" v="27" actId="207"/>
        <pc:sldMkLst>
          <pc:docMk/>
          <pc:sldMk cId="0" sldId="264"/>
        </pc:sldMkLst>
      </pc:sldChg>
      <pc:sldChg chg="modSp mod modClrScheme chgLayout">
        <pc:chgData name="Shailendra Chauhan" userId="a7d3133f-e197-4b90-bf63-99a63a264234" providerId="ADAL" clId="{B3826D35-BD12-465F-9DD6-9A637B4CE187}" dt="2024-07-15T17:53:21.525" v="31" actId="207"/>
        <pc:sldMkLst>
          <pc:docMk/>
          <pc:sldMk cId="0" sldId="265"/>
        </pc:sldMkLst>
      </pc:sldChg>
      <pc:sldChg chg="modSp mod modClrScheme chgLayout">
        <pc:chgData name="Shailendra Chauhan" userId="a7d3133f-e197-4b90-bf63-99a63a264234" providerId="ADAL" clId="{B3826D35-BD12-465F-9DD6-9A637B4CE187}" dt="2024-07-15T17:53:41.396" v="33" actId="207"/>
        <pc:sldMkLst>
          <pc:docMk/>
          <pc:sldMk cId="0" sldId="266"/>
        </pc:sldMkLst>
      </pc:sldChg>
      <pc:sldChg chg="modSp mod modClrScheme chgLayout">
        <pc:chgData name="Shailendra Chauhan" userId="a7d3133f-e197-4b90-bf63-99a63a264234" providerId="ADAL" clId="{B3826D35-BD12-465F-9DD6-9A637B4CE187}" dt="2024-07-15T17:54:07.460" v="35" actId="207"/>
        <pc:sldMkLst>
          <pc:docMk/>
          <pc:sldMk cId="0" sldId="267"/>
        </pc:sldMkLst>
      </pc:sldChg>
      <pc:sldChg chg="modSp mod setBg modClrScheme chgLayout">
        <pc:chgData name="Shailendra Chauhan" userId="a7d3133f-e197-4b90-bf63-99a63a264234" providerId="ADAL" clId="{B3826D35-BD12-465F-9DD6-9A637B4CE187}" dt="2024-07-15T18:00:48.170" v="71" actId="1440"/>
        <pc:sldMkLst>
          <pc:docMk/>
          <pc:sldMk cId="0" sldId="268"/>
        </pc:sldMkLst>
      </pc:sldChg>
      <pc:sldChg chg="modSp mod modClrScheme chgLayout">
        <pc:chgData name="Shailendra Chauhan" userId="a7d3133f-e197-4b90-bf63-99a63a264234" providerId="ADAL" clId="{B3826D35-BD12-465F-9DD6-9A637B4CE187}" dt="2024-07-15T17:54:23.475" v="39" actId="207"/>
        <pc:sldMkLst>
          <pc:docMk/>
          <pc:sldMk cId="0" sldId="269"/>
        </pc:sldMkLst>
      </pc:sldChg>
      <pc:sldChg chg="modSp mod modClrScheme chgLayout">
        <pc:chgData name="Shailendra Chauhan" userId="a7d3133f-e197-4b90-bf63-99a63a264234" providerId="ADAL" clId="{B3826D35-BD12-465F-9DD6-9A637B4CE187}" dt="2024-07-15T17:54:39.436" v="41" actId="207"/>
        <pc:sldMkLst>
          <pc:docMk/>
          <pc:sldMk cId="0" sldId="270"/>
        </pc:sldMkLst>
      </pc:sldChg>
      <pc:sldChg chg="modSp mod modClrScheme chgLayout">
        <pc:chgData name="Shailendra Chauhan" userId="a7d3133f-e197-4b90-bf63-99a63a264234" providerId="ADAL" clId="{B3826D35-BD12-465F-9DD6-9A637B4CE187}" dt="2024-07-15T17:55:36.321" v="43" actId="207"/>
        <pc:sldMkLst>
          <pc:docMk/>
          <pc:sldMk cId="0" sldId="271"/>
        </pc:sldMkLst>
      </pc:sldChg>
      <pc:sldChg chg="modSp mod modClrScheme chgLayout">
        <pc:chgData name="Shailendra Chauhan" userId="a7d3133f-e197-4b90-bf63-99a63a264234" providerId="ADAL" clId="{B3826D35-BD12-465F-9DD6-9A637B4CE187}" dt="2024-07-15T17:58:54.027" v="62" actId="700"/>
        <pc:sldMkLst>
          <pc:docMk/>
          <pc:sldMk cId="0" sldId="272"/>
        </pc:sldMkLst>
      </pc:sldChg>
      <pc:sldChg chg="modSp mod modClrScheme chgLayout">
        <pc:chgData name="Shailendra Chauhan" userId="a7d3133f-e197-4b90-bf63-99a63a264234" providerId="ADAL" clId="{B3826D35-BD12-465F-9DD6-9A637B4CE187}" dt="2024-07-15T17:55:45.878" v="45" actId="207"/>
        <pc:sldMkLst>
          <pc:docMk/>
          <pc:sldMk cId="0" sldId="273"/>
        </pc:sldMkLst>
      </pc:sldChg>
      <pc:sldChg chg="modSp mod modClrScheme chgLayout">
        <pc:chgData name="Shailendra Chauhan" userId="a7d3133f-e197-4b90-bf63-99a63a264234" providerId="ADAL" clId="{B3826D35-BD12-465F-9DD6-9A637B4CE187}" dt="2024-07-15T17:58:33.392" v="61" actId="700"/>
        <pc:sldMkLst>
          <pc:docMk/>
          <pc:sldMk cId="0" sldId="274"/>
        </pc:sldMkLst>
      </pc:sldChg>
      <pc:sldChg chg="modSp mod modClrScheme chgLayout">
        <pc:chgData name="Shailendra Chauhan" userId="a7d3133f-e197-4b90-bf63-99a63a264234" providerId="ADAL" clId="{B3826D35-BD12-465F-9DD6-9A637B4CE187}" dt="2024-07-15T17:55:54.282" v="47" actId="207"/>
        <pc:sldMkLst>
          <pc:docMk/>
          <pc:sldMk cId="0" sldId="275"/>
        </pc:sldMkLst>
      </pc:sldChg>
      <pc:sldChg chg="modSp mod modClrScheme chgLayout">
        <pc:chgData name="Shailendra Chauhan" userId="a7d3133f-e197-4b90-bf63-99a63a264234" providerId="ADAL" clId="{B3826D35-BD12-465F-9DD6-9A637B4CE187}" dt="2024-07-15T17:58:11.726" v="60" actId="700"/>
        <pc:sldMkLst>
          <pc:docMk/>
          <pc:sldMk cId="0" sldId="276"/>
        </pc:sldMkLst>
      </pc:sldChg>
      <pc:sldChg chg="modSp mod modClrScheme chgLayout">
        <pc:chgData name="Shailendra Chauhan" userId="a7d3133f-e197-4b90-bf63-99a63a264234" providerId="ADAL" clId="{B3826D35-BD12-465F-9DD6-9A637B4CE187}" dt="2024-07-15T17:56:03.195" v="49" actId="207"/>
        <pc:sldMkLst>
          <pc:docMk/>
          <pc:sldMk cId="0" sldId="277"/>
        </pc:sldMkLst>
      </pc:sldChg>
      <pc:sldChg chg="modSp mod modClrScheme chgLayout">
        <pc:chgData name="Shailendra Chauhan" userId="a7d3133f-e197-4b90-bf63-99a63a264234" providerId="ADAL" clId="{B3826D35-BD12-465F-9DD6-9A637B4CE187}" dt="2024-07-15T17:57:55.656" v="59" actId="12"/>
        <pc:sldMkLst>
          <pc:docMk/>
          <pc:sldMk cId="0" sldId="278"/>
        </pc:sldMkLst>
      </pc:sldChg>
      <pc:sldChg chg="modSp mod modClrScheme chgLayout">
        <pc:chgData name="Shailendra Chauhan" userId="a7d3133f-e197-4b90-bf63-99a63a264234" providerId="ADAL" clId="{B3826D35-BD12-465F-9DD6-9A637B4CE187}" dt="2024-07-15T17:56:13.937" v="51" actId="207"/>
        <pc:sldMkLst>
          <pc:docMk/>
          <pc:sldMk cId="0" sldId="279"/>
        </pc:sldMkLst>
      </pc:sldChg>
      <pc:sldChg chg="modSp mod modClrScheme chgLayout">
        <pc:chgData name="Shailendra Chauhan" userId="a7d3133f-e197-4b90-bf63-99a63a264234" providerId="ADAL" clId="{B3826D35-BD12-465F-9DD6-9A637B4CE187}" dt="2024-07-15T17:57:06.618" v="56" actId="700"/>
        <pc:sldMkLst>
          <pc:docMk/>
          <pc:sldMk cId="0" sldId="280"/>
        </pc:sldMkLst>
      </pc:sldChg>
      <pc:sldChg chg="modSp mod modClrScheme chgLayout">
        <pc:chgData name="Shailendra Chauhan" userId="a7d3133f-e197-4b90-bf63-99a63a264234" providerId="ADAL" clId="{B3826D35-BD12-465F-9DD6-9A637B4CE187}" dt="2024-07-15T17:56:22.076" v="53" actId="207"/>
        <pc:sldMkLst>
          <pc:docMk/>
          <pc:sldMk cId="0" sldId="281"/>
        </pc:sldMkLst>
      </pc:sldChg>
      <pc:sldChg chg="modSp mod modClrScheme chgLayout">
        <pc:chgData name="Shailendra Chauhan" userId="a7d3133f-e197-4b90-bf63-99a63a264234" providerId="ADAL" clId="{B3826D35-BD12-465F-9DD6-9A637B4CE187}" dt="2024-07-15T17:56:50.514" v="55" actId="700"/>
        <pc:sldMkLst>
          <pc:docMk/>
          <pc:sldMk cId="0" sldId="282"/>
        </pc:sldMkLst>
      </pc:sldChg>
      <pc:sldChg chg="modSp mod modClrScheme chgLayout">
        <pc:chgData name="Shailendra Chauhan" userId="a7d3133f-e197-4b90-bf63-99a63a264234" providerId="ADAL" clId="{B3826D35-BD12-465F-9DD6-9A637B4CE187}" dt="2024-07-15T17:56:31.168" v="54" actId="700"/>
        <pc:sldMkLst>
          <pc:docMk/>
          <pc:sldMk cId="0" sldId="283"/>
        </pc:sldMkLst>
      </pc:sldChg>
      <pc:sldChg chg="addSp delSp modSp new mod modClrScheme chgLayout">
        <pc:chgData name="Shailendra Chauhan" userId="a7d3133f-e197-4b90-bf63-99a63a264234" providerId="ADAL" clId="{B3826D35-BD12-465F-9DD6-9A637B4CE187}" dt="2024-07-15T17:50:45.593" v="11"/>
        <pc:sldMkLst>
          <pc:docMk/>
          <pc:sldMk cId="4186699833" sldId="284"/>
        </pc:sldMkLst>
      </pc:sldChg>
      <pc:sldMasterChg chg="modSldLayout">
        <pc:chgData name="Shailendra Chauhan" userId="a7d3133f-e197-4b90-bf63-99a63a264234" providerId="ADAL" clId="{B3826D35-BD12-465F-9DD6-9A637B4CE187}" dt="2024-07-15T18:00:18.616" v="69"/>
        <pc:sldMasterMkLst>
          <pc:docMk/>
          <pc:sldMasterMk cId="1368009228" sldId="2147483669"/>
        </pc:sldMasterMkLst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3514112081" sldId="2147483679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99539831" sldId="2147483680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2862553680" sldId="2147483681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634911557" sldId="2147483682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3243374425" sldId="2147483683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011315065" sldId="2147483684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95326562" sldId="2147483685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751858146" sldId="2147483686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044819304" sldId="2147483687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228505507" sldId="2147483688"/>
          </pc:sldLayoutMkLst>
        </pc:sldLayoutChg>
        <pc:sldLayoutChg chg="setBg">
          <pc:chgData name="Shailendra Chauhan" userId="a7d3133f-e197-4b90-bf63-99a63a264234" providerId="ADAL" clId="{B3826D35-BD12-465F-9DD6-9A637B4CE187}" dt="2024-07-15T18:00:18.616" v="69"/>
          <pc:sldLayoutMkLst>
            <pc:docMk/>
            <pc:sldMasterMk cId="1368009228" sldId="2147483669"/>
            <pc:sldLayoutMk cId="1885915352" sldId="2147483690"/>
          </pc:sldLayoutMkLst>
        </pc:sldLayoutChg>
        <pc:sldLayoutChg chg="delSp">
          <pc:chgData name="Shailendra Chauhan" userId="a7d3133f-e197-4b90-bf63-99a63a264234" providerId="ADAL" clId="{B3826D35-BD12-465F-9DD6-9A637B4CE187}" dt="2024-07-15T17:49:47.243" v="0"/>
          <pc:sldLayoutMkLst>
            <pc:docMk/>
            <pc:sldMasterMk cId="1368009228" sldId="2147483669"/>
            <pc:sldLayoutMk cId="2685623528" sldId="2147483695"/>
          </pc:sldLayoutMkLst>
        </pc:sldLayoutChg>
        <pc:sldLayoutChg chg="delSp">
          <pc:chgData name="Shailendra Chauhan" userId="a7d3133f-e197-4b90-bf63-99a63a264234" providerId="ADAL" clId="{B3826D35-BD12-465F-9DD6-9A637B4CE187}" dt="2024-07-15T17:49:47.243" v="0"/>
          <pc:sldLayoutMkLst>
            <pc:docMk/>
            <pc:sldMasterMk cId="1368009228" sldId="2147483669"/>
            <pc:sldLayoutMk cId="3989109237" sldId="2147483696"/>
          </pc:sldLayoutMkLst>
        </pc:sldLayoutChg>
        <pc:sldLayoutChg chg="delSp">
          <pc:chgData name="Shailendra Chauhan" userId="a7d3133f-e197-4b90-bf63-99a63a264234" providerId="ADAL" clId="{B3826D35-BD12-465F-9DD6-9A637B4CE187}" dt="2024-07-15T17:49:47.243" v="0"/>
          <pc:sldLayoutMkLst>
            <pc:docMk/>
            <pc:sldMasterMk cId="1368009228" sldId="2147483669"/>
            <pc:sldLayoutMk cId="2041636922" sldId="2147483699"/>
          </pc:sldLayoutMkLst>
        </pc:sldLayoutChg>
      </pc:sldMasterChg>
    </pc:docChg>
  </pc:docChgLst>
  <pc:docChgLst>
    <pc:chgData name="Venkataramanan Amirthalingam" userId="4d061ca2-e95c-4cea-aac4-ded24a5cea8d" providerId="ADAL" clId="{629ACF9C-0511-CD41-B270-09A7DD3B12C5}"/>
    <pc:docChg chg="undo custSel addSld modSld">
      <pc:chgData name="Venkataramanan Amirthalingam" userId="4d061ca2-e95c-4cea-aac4-ded24a5cea8d" providerId="ADAL" clId="{629ACF9C-0511-CD41-B270-09A7DD3B12C5}" dt="2025-07-06T17:01:25.107" v="2658" actId="404"/>
      <pc:docMkLst>
        <pc:docMk/>
      </pc:docMkLst>
      <pc:sldChg chg="addSp delSp modSp mod">
        <pc:chgData name="Venkataramanan Amirthalingam" userId="4d061ca2-e95c-4cea-aac4-ded24a5cea8d" providerId="ADAL" clId="{629ACF9C-0511-CD41-B270-09A7DD3B12C5}" dt="2025-06-30T21:06:47.126" v="93" actId="20577"/>
        <pc:sldMkLst>
          <pc:docMk/>
          <pc:sldMk cId="0" sldId="256"/>
        </pc:sldMkLst>
        <pc:spChg chg="mod">
          <ac:chgData name="Venkataramanan Amirthalingam" userId="4d061ca2-e95c-4cea-aac4-ded24a5cea8d" providerId="ADAL" clId="{629ACF9C-0511-CD41-B270-09A7DD3B12C5}" dt="2025-06-30T21:06:47.126" v="93" actId="20577"/>
          <ac:spMkLst>
            <pc:docMk/>
            <pc:sldMk cId="0" sldId="256"/>
            <ac:spMk id="116" creationId="{00000000-0000-0000-0000-000000000000}"/>
          </ac:spMkLst>
        </pc:spChg>
      </pc:sldChg>
      <pc:sldChg chg="modSp mod modAnim">
        <pc:chgData name="Venkataramanan Amirthalingam" userId="4d061ca2-e95c-4cea-aac4-ded24a5cea8d" providerId="ADAL" clId="{629ACF9C-0511-CD41-B270-09A7DD3B12C5}" dt="2025-07-01T18:18:31.295" v="164" actId="5793"/>
        <pc:sldMkLst>
          <pc:docMk/>
          <pc:sldMk cId="0" sldId="257"/>
        </pc:sldMkLst>
        <pc:spChg chg="mod">
          <ac:chgData name="Venkataramanan Amirthalingam" userId="4d061ca2-e95c-4cea-aac4-ded24a5cea8d" providerId="ADAL" clId="{629ACF9C-0511-CD41-B270-09A7DD3B12C5}" dt="2025-07-01T18:18:31.295" v="164" actId="5793"/>
          <ac:spMkLst>
            <pc:docMk/>
            <pc:sldMk cId="0" sldId="257"/>
            <ac:spMk id="123" creationId="{00000000-0000-0000-0000-000000000000}"/>
          </ac:spMkLst>
        </pc:spChg>
        <pc:spChg chg="mod">
          <ac:chgData name="Venkataramanan Amirthalingam" userId="4d061ca2-e95c-4cea-aac4-ded24a5cea8d" providerId="ADAL" clId="{629ACF9C-0511-CD41-B270-09A7DD3B12C5}" dt="2025-06-30T21:08:24.870" v="100" actId="20577"/>
          <ac:spMkLst>
            <pc:docMk/>
            <pc:sldMk cId="0" sldId="257"/>
            <ac:spMk id="124" creationId="{00000000-0000-0000-0000-000000000000}"/>
          </ac:spMkLst>
        </pc:spChg>
      </pc:sldChg>
      <pc:sldChg chg="modSp add mod setBg">
        <pc:chgData name="Venkataramanan Amirthalingam" userId="4d061ca2-e95c-4cea-aac4-ded24a5cea8d" providerId="ADAL" clId="{629ACF9C-0511-CD41-B270-09A7DD3B12C5}" dt="2025-06-30T21:07:38.759" v="95" actId="207"/>
        <pc:sldMkLst>
          <pc:docMk/>
          <pc:sldMk cId="0" sldId="285"/>
        </pc:sldMkLst>
        <pc:spChg chg="mod">
          <ac:chgData name="Venkataramanan Amirthalingam" userId="4d061ca2-e95c-4cea-aac4-ded24a5cea8d" providerId="ADAL" clId="{629ACF9C-0511-CD41-B270-09A7DD3B12C5}" dt="2025-06-30T21:07:38.759" v="95" actId="207"/>
          <ac:spMkLst>
            <pc:docMk/>
            <pc:sldMk cId="0" sldId="285"/>
            <ac:spMk id="156" creationId="{00000000-0000-0000-0000-000000000000}"/>
          </ac:spMkLst>
        </pc:spChg>
      </pc:sldChg>
      <pc:sldChg chg="add">
        <pc:chgData name="Venkataramanan Amirthalingam" userId="4d061ca2-e95c-4cea-aac4-ded24a5cea8d" providerId="ADAL" clId="{629ACF9C-0511-CD41-B270-09A7DD3B12C5}" dt="2025-06-30T21:07:28.025" v="94"/>
        <pc:sldMkLst>
          <pc:docMk/>
          <pc:sldMk cId="0" sldId="286"/>
        </pc:sldMkLst>
      </pc:sldChg>
      <pc:sldChg chg="add">
        <pc:chgData name="Venkataramanan Amirthalingam" userId="4d061ca2-e95c-4cea-aac4-ded24a5cea8d" providerId="ADAL" clId="{629ACF9C-0511-CD41-B270-09A7DD3B12C5}" dt="2025-06-30T21:07:28.025" v="94"/>
        <pc:sldMkLst>
          <pc:docMk/>
          <pc:sldMk cId="0" sldId="287"/>
        </pc:sldMkLst>
      </pc:sldChg>
      <pc:sldChg chg="add">
        <pc:chgData name="Venkataramanan Amirthalingam" userId="4d061ca2-e95c-4cea-aac4-ded24a5cea8d" providerId="ADAL" clId="{629ACF9C-0511-CD41-B270-09A7DD3B12C5}" dt="2025-06-30T21:07:28.025" v="94"/>
        <pc:sldMkLst>
          <pc:docMk/>
          <pc:sldMk cId="0" sldId="288"/>
        </pc:sldMkLst>
      </pc:sldChg>
      <pc:sldChg chg="add">
        <pc:chgData name="Venkataramanan Amirthalingam" userId="4d061ca2-e95c-4cea-aac4-ded24a5cea8d" providerId="ADAL" clId="{629ACF9C-0511-CD41-B270-09A7DD3B12C5}" dt="2025-06-30T21:07:28.025" v="94"/>
        <pc:sldMkLst>
          <pc:docMk/>
          <pc:sldMk cId="0" sldId="289"/>
        </pc:sldMkLst>
      </pc:sldChg>
      <pc:sldChg chg="modSp add">
        <pc:chgData name="Venkataramanan Amirthalingam" userId="4d061ca2-e95c-4cea-aac4-ded24a5cea8d" providerId="ADAL" clId="{629ACF9C-0511-CD41-B270-09A7DD3B12C5}" dt="2025-07-06T15:31:50.947" v="526" actId="207"/>
        <pc:sldMkLst>
          <pc:docMk/>
          <pc:sldMk cId="0" sldId="290"/>
        </pc:sldMkLst>
        <pc:spChg chg="mod">
          <ac:chgData name="Venkataramanan Amirthalingam" userId="4d061ca2-e95c-4cea-aac4-ded24a5cea8d" providerId="ADAL" clId="{629ACF9C-0511-CD41-B270-09A7DD3B12C5}" dt="2025-07-06T15:31:50.947" v="526" actId="207"/>
          <ac:spMkLst>
            <pc:docMk/>
            <pc:sldMk cId="0" sldId="290"/>
            <ac:spMk id="187" creationId="{00000000-0000-0000-0000-000000000000}"/>
          </ac:spMkLst>
        </pc:spChg>
      </pc:sldChg>
      <pc:sldChg chg="add">
        <pc:chgData name="Venkataramanan Amirthalingam" userId="4d061ca2-e95c-4cea-aac4-ded24a5cea8d" providerId="ADAL" clId="{629ACF9C-0511-CD41-B270-09A7DD3B12C5}" dt="2025-06-30T21:07:28.025" v="94"/>
        <pc:sldMkLst>
          <pc:docMk/>
          <pc:sldMk cId="0" sldId="291"/>
        </pc:sldMkLst>
      </pc:sldChg>
      <pc:sldChg chg="modSp add mod setBg">
        <pc:chgData name="Venkataramanan Amirthalingam" userId="4d061ca2-e95c-4cea-aac4-ded24a5cea8d" providerId="ADAL" clId="{629ACF9C-0511-CD41-B270-09A7DD3B12C5}" dt="2025-06-30T21:07:50.791" v="96" actId="207"/>
        <pc:sldMkLst>
          <pc:docMk/>
          <pc:sldMk cId="0" sldId="292"/>
        </pc:sldMkLst>
        <pc:spChg chg="mod">
          <ac:chgData name="Venkataramanan Amirthalingam" userId="4d061ca2-e95c-4cea-aac4-ded24a5cea8d" providerId="ADAL" clId="{629ACF9C-0511-CD41-B270-09A7DD3B12C5}" dt="2025-06-30T21:07:50.791" v="96" actId="207"/>
          <ac:spMkLst>
            <pc:docMk/>
            <pc:sldMk cId="0" sldId="292"/>
            <ac:spMk id="199" creationId="{00000000-0000-0000-0000-000000000000}"/>
          </ac:spMkLst>
        </pc:spChg>
      </pc:sldChg>
      <pc:sldChg chg="addSp delSp modSp add mod modAnim">
        <pc:chgData name="Venkataramanan Amirthalingam" userId="4d061ca2-e95c-4cea-aac4-ded24a5cea8d" providerId="ADAL" clId="{629ACF9C-0511-CD41-B270-09A7DD3B12C5}" dt="2025-07-06T16:16:30.115" v="1742" actId="478"/>
        <pc:sldMkLst>
          <pc:docMk/>
          <pc:sldMk cId="1476387122" sldId="293"/>
        </pc:sldMkLst>
        <pc:spChg chg="add del mod">
          <ac:chgData name="Venkataramanan Amirthalingam" userId="4d061ca2-e95c-4cea-aac4-ded24a5cea8d" providerId="ADAL" clId="{629ACF9C-0511-CD41-B270-09A7DD3B12C5}" dt="2025-07-06T16:16:30.115" v="1742" actId="478"/>
          <ac:spMkLst>
            <pc:docMk/>
            <pc:sldMk cId="1476387122" sldId="293"/>
            <ac:spMk id="3" creationId="{15DF9343-120D-1D8A-A417-A4826B205708}"/>
          </ac:spMkLst>
        </pc:spChg>
        <pc:spChg chg="mod">
          <ac:chgData name="Venkataramanan Amirthalingam" userId="4d061ca2-e95c-4cea-aac4-ded24a5cea8d" providerId="ADAL" clId="{629ACF9C-0511-CD41-B270-09A7DD3B12C5}" dt="2025-07-06T16:16:24.809" v="1740" actId="20577"/>
          <ac:spMkLst>
            <pc:docMk/>
            <pc:sldMk cId="1476387122" sldId="293"/>
            <ac:spMk id="123" creationId="{87492AF1-DCB9-5A61-97B9-DDC031C9CC73}"/>
          </ac:spMkLst>
        </pc:spChg>
        <pc:spChg chg="del">
          <ac:chgData name="Venkataramanan Amirthalingam" userId="4d061ca2-e95c-4cea-aac4-ded24a5cea8d" providerId="ADAL" clId="{629ACF9C-0511-CD41-B270-09A7DD3B12C5}" dt="2025-07-06T16:16:28.521" v="1741" actId="478"/>
          <ac:spMkLst>
            <pc:docMk/>
            <pc:sldMk cId="1476387122" sldId="293"/>
            <ac:spMk id="124" creationId="{84AD98DC-17D6-9585-FED8-A43B24526DC2}"/>
          </ac:spMkLst>
        </pc:spChg>
      </pc:sldChg>
      <pc:sldChg chg="addSp delSp modSp add mod delAnim modAnim">
        <pc:chgData name="Venkataramanan Amirthalingam" userId="4d061ca2-e95c-4cea-aac4-ded24a5cea8d" providerId="ADAL" clId="{629ACF9C-0511-CD41-B270-09A7DD3B12C5}" dt="2025-07-06T16:14:07.501" v="1679" actId="13926"/>
        <pc:sldMkLst>
          <pc:docMk/>
          <pc:sldMk cId="4059358932" sldId="294"/>
        </pc:sldMkLst>
        <pc:spChg chg="add del mod">
          <ac:chgData name="Venkataramanan Amirthalingam" userId="4d061ca2-e95c-4cea-aac4-ded24a5cea8d" providerId="ADAL" clId="{629ACF9C-0511-CD41-B270-09A7DD3B12C5}" dt="2025-07-06T16:13:45.695" v="1672" actId="478"/>
          <ac:spMkLst>
            <pc:docMk/>
            <pc:sldMk cId="4059358932" sldId="294"/>
            <ac:spMk id="4" creationId="{4F00814B-1C8C-A074-03F5-090E60918EC0}"/>
          </ac:spMkLst>
        </pc:spChg>
        <pc:spChg chg="del mod">
          <ac:chgData name="Venkataramanan Amirthalingam" userId="4d061ca2-e95c-4cea-aac4-ded24a5cea8d" providerId="ADAL" clId="{629ACF9C-0511-CD41-B270-09A7DD3B12C5}" dt="2025-07-06T16:13:26.875" v="1669" actId="478"/>
          <ac:spMkLst>
            <pc:docMk/>
            <pc:sldMk cId="4059358932" sldId="294"/>
            <ac:spMk id="123" creationId="{8D9CEE10-2949-9509-F05D-EE3F551A3F65}"/>
          </ac:spMkLst>
        </pc:spChg>
        <pc:spChg chg="mod">
          <ac:chgData name="Venkataramanan Amirthalingam" userId="4d061ca2-e95c-4cea-aac4-ded24a5cea8d" providerId="ADAL" clId="{629ACF9C-0511-CD41-B270-09A7DD3B12C5}" dt="2025-07-06T16:13:21.188" v="1668" actId="20577"/>
          <ac:spMkLst>
            <pc:docMk/>
            <pc:sldMk cId="4059358932" sldId="294"/>
            <ac:spMk id="124" creationId="{E85707E7-AE78-F1C5-13A6-80820FC60BF2}"/>
          </ac:spMkLst>
        </pc:spChg>
        <pc:graphicFrameChg chg="add mod modGraphic">
          <ac:chgData name="Venkataramanan Amirthalingam" userId="4d061ca2-e95c-4cea-aac4-ded24a5cea8d" providerId="ADAL" clId="{629ACF9C-0511-CD41-B270-09A7DD3B12C5}" dt="2025-07-06T16:14:07.501" v="1679" actId="13926"/>
          <ac:graphicFrameMkLst>
            <pc:docMk/>
            <pc:sldMk cId="4059358932" sldId="294"/>
            <ac:graphicFrameMk id="2" creationId="{ECE879BB-F125-3B4B-38E1-2D2B888664E1}"/>
          </ac:graphicFrameMkLst>
        </pc:graphicFrameChg>
      </pc:sldChg>
      <pc:sldChg chg="modSp add mod modAnim">
        <pc:chgData name="Venkataramanan Amirthalingam" userId="4d061ca2-e95c-4cea-aac4-ded24a5cea8d" providerId="ADAL" clId="{629ACF9C-0511-CD41-B270-09A7DD3B12C5}" dt="2025-07-05T13:48:26.494" v="310" actId="20577"/>
        <pc:sldMkLst>
          <pc:docMk/>
          <pc:sldMk cId="1735163377" sldId="295"/>
        </pc:sldMkLst>
        <pc:spChg chg="mod">
          <ac:chgData name="Venkataramanan Amirthalingam" userId="4d061ca2-e95c-4cea-aac4-ded24a5cea8d" providerId="ADAL" clId="{629ACF9C-0511-CD41-B270-09A7DD3B12C5}" dt="2025-07-05T13:48:26.494" v="310" actId="20577"/>
          <ac:spMkLst>
            <pc:docMk/>
            <pc:sldMk cId="1735163377" sldId="295"/>
            <ac:spMk id="123" creationId="{3539E24E-5896-9495-A0F0-C584194582F0}"/>
          </ac:spMkLst>
        </pc:spChg>
        <pc:spChg chg="mod">
          <ac:chgData name="Venkataramanan Amirthalingam" userId="4d061ca2-e95c-4cea-aac4-ded24a5cea8d" providerId="ADAL" clId="{629ACF9C-0511-CD41-B270-09A7DD3B12C5}" dt="2025-06-30T21:08:51.740" v="123" actId="20577"/>
          <ac:spMkLst>
            <pc:docMk/>
            <pc:sldMk cId="1735163377" sldId="295"/>
            <ac:spMk id="124" creationId="{141AF46B-7B5A-CE00-041E-0588F9BF30A2}"/>
          </ac:spMkLst>
        </pc:spChg>
      </pc:sldChg>
      <pc:sldChg chg="modSp add modAnim">
        <pc:chgData name="Venkataramanan Amirthalingam" userId="4d061ca2-e95c-4cea-aac4-ded24a5cea8d" providerId="ADAL" clId="{629ACF9C-0511-CD41-B270-09A7DD3B12C5}" dt="2025-07-01T18:18:45.186" v="169"/>
        <pc:sldMkLst>
          <pc:docMk/>
          <pc:sldMk cId="243743937" sldId="296"/>
        </pc:sldMkLst>
        <pc:spChg chg="mod">
          <ac:chgData name="Venkataramanan Amirthalingam" userId="4d061ca2-e95c-4cea-aac4-ded24a5cea8d" providerId="ADAL" clId="{629ACF9C-0511-CD41-B270-09A7DD3B12C5}" dt="2025-07-01T18:18:45.186" v="169"/>
          <ac:spMkLst>
            <pc:docMk/>
            <pc:sldMk cId="243743937" sldId="296"/>
            <ac:spMk id="123" creationId="{9D10D4D1-BB7B-7A16-4976-0C5EB1E3D6D7}"/>
          </ac:spMkLst>
        </pc:spChg>
      </pc:sldChg>
      <pc:sldChg chg="addSp delSp modSp add mod delAnim">
        <pc:chgData name="Venkataramanan Amirthalingam" userId="4d061ca2-e95c-4cea-aac4-ded24a5cea8d" providerId="ADAL" clId="{629ACF9C-0511-CD41-B270-09A7DD3B12C5}" dt="2025-07-01T18:24:57.091" v="228" actId="478"/>
        <pc:sldMkLst>
          <pc:docMk/>
          <pc:sldMk cId="1912042360" sldId="297"/>
        </pc:sldMkLst>
        <pc:spChg chg="mod">
          <ac:chgData name="Venkataramanan Amirthalingam" userId="4d061ca2-e95c-4cea-aac4-ded24a5cea8d" providerId="ADAL" clId="{629ACF9C-0511-CD41-B270-09A7DD3B12C5}" dt="2025-07-01T18:24:53.913" v="227"/>
          <ac:spMkLst>
            <pc:docMk/>
            <pc:sldMk cId="1912042360" sldId="297"/>
            <ac:spMk id="124" creationId="{B1657369-E100-0F46-3823-CEE486B55BEC}"/>
          </ac:spMkLst>
        </pc:spChg>
        <pc:picChg chg="add mod">
          <ac:chgData name="Venkataramanan Amirthalingam" userId="4d061ca2-e95c-4cea-aac4-ded24a5cea8d" providerId="ADAL" clId="{629ACF9C-0511-CD41-B270-09A7DD3B12C5}" dt="2025-07-01T18:23:06.434" v="178" actId="1076"/>
          <ac:picMkLst>
            <pc:docMk/>
            <pc:sldMk cId="1912042360" sldId="297"/>
            <ac:picMk id="1026" creationId="{3722105C-3CF2-DCF5-8CA4-EB9204EBC9D7}"/>
          </ac:picMkLst>
        </pc:picChg>
      </pc:sldChg>
      <pc:sldChg chg="modSp add mod modAnim">
        <pc:chgData name="Venkataramanan Amirthalingam" userId="4d061ca2-e95c-4cea-aac4-ded24a5cea8d" providerId="ADAL" clId="{629ACF9C-0511-CD41-B270-09A7DD3B12C5}" dt="2025-07-02T19:01:48.068" v="233" actId="27636"/>
        <pc:sldMkLst>
          <pc:docMk/>
          <pc:sldMk cId="613434065" sldId="298"/>
        </pc:sldMkLst>
        <pc:spChg chg="mod">
          <ac:chgData name="Venkataramanan Amirthalingam" userId="4d061ca2-e95c-4cea-aac4-ded24a5cea8d" providerId="ADAL" clId="{629ACF9C-0511-CD41-B270-09A7DD3B12C5}" dt="2025-07-02T19:01:48.068" v="233" actId="27636"/>
          <ac:spMkLst>
            <pc:docMk/>
            <pc:sldMk cId="613434065" sldId="298"/>
            <ac:spMk id="123" creationId="{4CB662F3-9664-4BD8-CDAB-B9992B053BA5}"/>
          </ac:spMkLst>
        </pc:spChg>
      </pc:sldChg>
      <pc:sldChg chg="addSp delSp modSp add mod delAnim">
        <pc:chgData name="Venkataramanan Amirthalingam" userId="4d061ca2-e95c-4cea-aac4-ded24a5cea8d" providerId="ADAL" clId="{629ACF9C-0511-CD41-B270-09A7DD3B12C5}" dt="2025-07-02T19:04:15.286" v="243" actId="20577"/>
        <pc:sldMkLst>
          <pc:docMk/>
          <pc:sldMk cId="3220700141" sldId="299"/>
        </pc:sldMkLst>
        <pc:spChg chg="mod">
          <ac:chgData name="Venkataramanan Amirthalingam" userId="4d061ca2-e95c-4cea-aac4-ded24a5cea8d" providerId="ADAL" clId="{629ACF9C-0511-CD41-B270-09A7DD3B12C5}" dt="2025-07-02T19:04:15.286" v="243" actId="20577"/>
          <ac:spMkLst>
            <pc:docMk/>
            <pc:sldMk cId="3220700141" sldId="299"/>
            <ac:spMk id="124" creationId="{8B0FBBD8-8E15-1C42-9131-D9355108E910}"/>
          </ac:spMkLst>
        </pc:spChg>
        <pc:picChg chg="add mod">
          <ac:chgData name="Venkataramanan Amirthalingam" userId="4d061ca2-e95c-4cea-aac4-ded24a5cea8d" providerId="ADAL" clId="{629ACF9C-0511-CD41-B270-09A7DD3B12C5}" dt="2025-07-02T19:04:12.226" v="239" actId="1076"/>
          <ac:picMkLst>
            <pc:docMk/>
            <pc:sldMk cId="3220700141" sldId="299"/>
            <ac:picMk id="1026" creationId="{B462ABA4-FD38-B30E-675A-036AC22FCBF9}"/>
          </ac:picMkLst>
        </pc:picChg>
      </pc:sldChg>
      <pc:sldChg chg="addSp delSp modSp add mod">
        <pc:chgData name="Venkataramanan Amirthalingam" userId="4d061ca2-e95c-4cea-aac4-ded24a5cea8d" providerId="ADAL" clId="{629ACF9C-0511-CD41-B270-09A7DD3B12C5}" dt="2025-07-02T19:04:53.989" v="252" actId="20577"/>
        <pc:sldMkLst>
          <pc:docMk/>
          <pc:sldMk cId="2911413616" sldId="300"/>
        </pc:sldMkLst>
        <pc:spChg chg="mod">
          <ac:chgData name="Venkataramanan Amirthalingam" userId="4d061ca2-e95c-4cea-aac4-ded24a5cea8d" providerId="ADAL" clId="{629ACF9C-0511-CD41-B270-09A7DD3B12C5}" dt="2025-07-02T19:04:53.989" v="252" actId="20577"/>
          <ac:spMkLst>
            <pc:docMk/>
            <pc:sldMk cId="2911413616" sldId="300"/>
            <ac:spMk id="124" creationId="{2BD4521B-13DF-29A2-FE64-F8B9B29C0944}"/>
          </ac:spMkLst>
        </pc:spChg>
        <pc:picChg chg="add mod">
          <ac:chgData name="Venkataramanan Amirthalingam" userId="4d061ca2-e95c-4cea-aac4-ded24a5cea8d" providerId="ADAL" clId="{629ACF9C-0511-CD41-B270-09A7DD3B12C5}" dt="2025-07-02T19:04:51.568" v="248" actId="1076"/>
          <ac:picMkLst>
            <pc:docMk/>
            <pc:sldMk cId="2911413616" sldId="300"/>
            <ac:picMk id="3074" creationId="{E40C8E08-EF3B-63FC-7139-F64650CFBAB0}"/>
          </ac:picMkLst>
        </pc:picChg>
      </pc:sldChg>
      <pc:sldChg chg="addSp delSp modSp add mod">
        <pc:chgData name="Venkataramanan Amirthalingam" userId="4d061ca2-e95c-4cea-aac4-ded24a5cea8d" providerId="ADAL" clId="{629ACF9C-0511-CD41-B270-09A7DD3B12C5}" dt="2025-07-02T19:06:35.232" v="258" actId="207"/>
        <pc:sldMkLst>
          <pc:docMk/>
          <pc:sldMk cId="307258782" sldId="301"/>
        </pc:sldMkLst>
        <pc:graphicFrameChg chg="add mod modGraphic">
          <ac:chgData name="Venkataramanan Amirthalingam" userId="4d061ca2-e95c-4cea-aac4-ded24a5cea8d" providerId="ADAL" clId="{629ACF9C-0511-CD41-B270-09A7DD3B12C5}" dt="2025-07-02T19:06:35.232" v="258" actId="207"/>
          <ac:graphicFrameMkLst>
            <pc:docMk/>
            <pc:sldMk cId="307258782" sldId="301"/>
            <ac:graphicFrameMk id="2" creationId="{916F59E9-7C9D-7AE5-950A-213CB34E3766}"/>
          </ac:graphicFrameMkLst>
        </pc:graphicFrameChg>
      </pc:sldChg>
      <pc:sldChg chg="addSp delSp modSp new mod">
        <pc:chgData name="Venkataramanan Amirthalingam" userId="4d061ca2-e95c-4cea-aac4-ded24a5cea8d" providerId="ADAL" clId="{629ACF9C-0511-CD41-B270-09A7DD3B12C5}" dt="2025-07-06T15:30:09.519" v="522" actId="478"/>
        <pc:sldMkLst>
          <pc:docMk/>
          <pc:sldMk cId="3323438183" sldId="302"/>
        </pc:sldMkLst>
        <pc:spChg chg="del">
          <ac:chgData name="Venkataramanan Amirthalingam" userId="4d061ca2-e95c-4cea-aac4-ded24a5cea8d" providerId="ADAL" clId="{629ACF9C-0511-CD41-B270-09A7DD3B12C5}" dt="2025-07-06T15:30:09.519" v="522" actId="478"/>
          <ac:spMkLst>
            <pc:docMk/>
            <pc:sldMk cId="3323438183" sldId="302"/>
            <ac:spMk id="2" creationId="{27EF1E7D-EC42-F2A3-363E-134BB6C5B63D}"/>
          </ac:spMkLst>
        </pc:spChg>
        <pc:spChg chg="add mod">
          <ac:chgData name="Venkataramanan Amirthalingam" userId="4d061ca2-e95c-4cea-aac4-ded24a5cea8d" providerId="ADAL" clId="{629ACF9C-0511-CD41-B270-09A7DD3B12C5}" dt="2025-07-06T15:25:55.841" v="321" actId="20577"/>
          <ac:spMkLst>
            <pc:docMk/>
            <pc:sldMk cId="3323438183" sldId="302"/>
            <ac:spMk id="3" creationId="{664A5967-EBDE-237B-EF29-F92CFDE60FBA}"/>
          </ac:spMkLst>
        </pc:spChg>
        <pc:spChg chg="add mod">
          <ac:chgData name="Venkataramanan Amirthalingam" userId="4d061ca2-e95c-4cea-aac4-ded24a5cea8d" providerId="ADAL" clId="{629ACF9C-0511-CD41-B270-09A7DD3B12C5}" dt="2025-07-06T15:25:57.933" v="323" actId="20577"/>
          <ac:spMkLst>
            <pc:docMk/>
            <pc:sldMk cId="3323438183" sldId="302"/>
            <ac:spMk id="4" creationId="{52ED83AA-9CD9-C648-94E2-8558346DECEA}"/>
          </ac:spMkLst>
        </pc:spChg>
        <pc:spChg chg="add mod">
          <ac:chgData name="Venkataramanan Amirthalingam" userId="4d061ca2-e95c-4cea-aac4-ded24a5cea8d" providerId="ADAL" clId="{629ACF9C-0511-CD41-B270-09A7DD3B12C5}" dt="2025-07-06T15:26:04.894" v="326" actId="207"/>
          <ac:spMkLst>
            <pc:docMk/>
            <pc:sldMk cId="3323438183" sldId="302"/>
            <ac:spMk id="5" creationId="{E1DD8791-4D44-4324-1CC0-F95A115121BE}"/>
          </ac:spMkLst>
        </pc:spChg>
        <pc:spChg chg="add mod">
          <ac:chgData name="Venkataramanan Amirthalingam" userId="4d061ca2-e95c-4cea-aac4-ded24a5cea8d" providerId="ADAL" clId="{629ACF9C-0511-CD41-B270-09A7DD3B12C5}" dt="2025-07-06T15:30:05.541" v="521" actId="1076"/>
          <ac:spMkLst>
            <pc:docMk/>
            <pc:sldMk cId="3323438183" sldId="302"/>
            <ac:spMk id="13" creationId="{C58F1C37-09A2-EFD9-EA87-B33071006393}"/>
          </ac:spMkLst>
        </pc:spChg>
        <pc:cxnChg chg="add mod">
          <ac:chgData name="Venkataramanan Amirthalingam" userId="4d061ca2-e95c-4cea-aac4-ded24a5cea8d" providerId="ADAL" clId="{629ACF9C-0511-CD41-B270-09A7DD3B12C5}" dt="2025-07-06T15:26:22.096" v="329" actId="208"/>
          <ac:cxnSpMkLst>
            <pc:docMk/>
            <pc:sldMk cId="3323438183" sldId="302"/>
            <ac:cxnSpMk id="7" creationId="{2A3F2400-F587-6C64-209A-456FCC7B4ECB}"/>
          </ac:cxnSpMkLst>
        </pc:cxnChg>
        <pc:cxnChg chg="add mod">
          <ac:chgData name="Venkataramanan Amirthalingam" userId="4d061ca2-e95c-4cea-aac4-ded24a5cea8d" providerId="ADAL" clId="{629ACF9C-0511-CD41-B270-09A7DD3B12C5}" dt="2025-07-06T15:26:29.443" v="332" actId="14100"/>
          <ac:cxnSpMkLst>
            <pc:docMk/>
            <pc:sldMk cId="3323438183" sldId="302"/>
            <ac:cxnSpMk id="8" creationId="{61C1C276-90FF-05CF-1EB5-3E4632C52A34}"/>
          </ac:cxnSpMkLst>
        </pc:cxnChg>
        <pc:cxnChg chg="add mod">
          <ac:chgData name="Venkataramanan Amirthalingam" userId="4d061ca2-e95c-4cea-aac4-ded24a5cea8d" providerId="ADAL" clId="{629ACF9C-0511-CD41-B270-09A7DD3B12C5}" dt="2025-07-06T15:26:37.200" v="335" actId="14100"/>
          <ac:cxnSpMkLst>
            <pc:docMk/>
            <pc:sldMk cId="3323438183" sldId="302"/>
            <ac:cxnSpMk id="10" creationId="{F53D0799-751E-84E3-C92A-620B5F5B886B}"/>
          </ac:cxnSpMkLst>
        </pc:cxnChg>
      </pc:sldChg>
      <pc:sldChg chg="modSp add mod modAnim">
        <pc:chgData name="Venkataramanan Amirthalingam" userId="4d061ca2-e95c-4cea-aac4-ded24a5cea8d" providerId="ADAL" clId="{629ACF9C-0511-CD41-B270-09A7DD3B12C5}" dt="2025-07-06T15:40:49.273" v="719" actId="20577"/>
        <pc:sldMkLst>
          <pc:docMk/>
          <pc:sldMk cId="3186625569" sldId="303"/>
        </pc:sldMkLst>
        <pc:spChg chg="mod">
          <ac:chgData name="Venkataramanan Amirthalingam" userId="4d061ca2-e95c-4cea-aac4-ded24a5cea8d" providerId="ADAL" clId="{629ACF9C-0511-CD41-B270-09A7DD3B12C5}" dt="2025-07-06T15:40:49.273" v="719" actId="20577"/>
          <ac:spMkLst>
            <pc:docMk/>
            <pc:sldMk cId="3186625569" sldId="303"/>
            <ac:spMk id="193" creationId="{030B2B19-E8A7-1D60-3059-02603856DC46}"/>
          </ac:spMkLst>
        </pc:spChg>
        <pc:spChg chg="mod">
          <ac:chgData name="Venkataramanan Amirthalingam" userId="4d061ca2-e95c-4cea-aac4-ded24a5cea8d" providerId="ADAL" clId="{629ACF9C-0511-CD41-B270-09A7DD3B12C5}" dt="2025-07-06T15:38:55.122" v="530" actId="20577"/>
          <ac:spMkLst>
            <pc:docMk/>
            <pc:sldMk cId="3186625569" sldId="303"/>
            <ac:spMk id="194" creationId="{622810FD-3F0C-1352-C157-05C864E70141}"/>
          </ac:spMkLst>
        </pc:spChg>
      </pc:sldChg>
      <pc:sldChg chg="modSp add modAnim">
        <pc:chgData name="Venkataramanan Amirthalingam" userId="4d061ca2-e95c-4cea-aac4-ded24a5cea8d" providerId="ADAL" clId="{629ACF9C-0511-CD41-B270-09A7DD3B12C5}" dt="2025-07-06T15:49:15.900" v="1036" actId="20577"/>
        <pc:sldMkLst>
          <pc:docMk/>
          <pc:sldMk cId="3387632803" sldId="304"/>
        </pc:sldMkLst>
        <pc:spChg chg="mod">
          <ac:chgData name="Venkataramanan Amirthalingam" userId="4d061ca2-e95c-4cea-aac4-ded24a5cea8d" providerId="ADAL" clId="{629ACF9C-0511-CD41-B270-09A7DD3B12C5}" dt="2025-07-06T15:49:15.900" v="1036" actId="20577"/>
          <ac:spMkLst>
            <pc:docMk/>
            <pc:sldMk cId="3387632803" sldId="304"/>
            <ac:spMk id="193" creationId="{1076BE6C-15B7-FFAD-5188-74F45C03E218}"/>
          </ac:spMkLst>
        </pc:spChg>
      </pc:sldChg>
      <pc:sldChg chg="modSp add modAnim">
        <pc:chgData name="Venkataramanan Amirthalingam" userId="4d061ca2-e95c-4cea-aac4-ded24a5cea8d" providerId="ADAL" clId="{629ACF9C-0511-CD41-B270-09A7DD3B12C5}" dt="2025-07-06T15:56:02.274" v="1490" actId="20577"/>
        <pc:sldMkLst>
          <pc:docMk/>
          <pc:sldMk cId="1743619602" sldId="305"/>
        </pc:sldMkLst>
        <pc:spChg chg="mod">
          <ac:chgData name="Venkataramanan Amirthalingam" userId="4d061ca2-e95c-4cea-aac4-ded24a5cea8d" providerId="ADAL" clId="{629ACF9C-0511-CD41-B270-09A7DD3B12C5}" dt="2025-07-06T15:56:02.274" v="1490" actId="20577"/>
          <ac:spMkLst>
            <pc:docMk/>
            <pc:sldMk cId="1743619602" sldId="305"/>
            <ac:spMk id="193" creationId="{059676C2-0C98-7D08-3BB2-2C1A58230883}"/>
          </ac:spMkLst>
        </pc:spChg>
      </pc:sldChg>
      <pc:sldChg chg="modSp add modAnim">
        <pc:chgData name="Venkataramanan Amirthalingam" userId="4d061ca2-e95c-4cea-aac4-ded24a5cea8d" providerId="ADAL" clId="{629ACF9C-0511-CD41-B270-09A7DD3B12C5}" dt="2025-07-06T15:59:38.691" v="1644" actId="20577"/>
        <pc:sldMkLst>
          <pc:docMk/>
          <pc:sldMk cId="3380730443" sldId="306"/>
        </pc:sldMkLst>
        <pc:spChg chg="mod">
          <ac:chgData name="Venkataramanan Amirthalingam" userId="4d061ca2-e95c-4cea-aac4-ded24a5cea8d" providerId="ADAL" clId="{629ACF9C-0511-CD41-B270-09A7DD3B12C5}" dt="2025-07-06T15:59:38.691" v="1644" actId="20577"/>
          <ac:spMkLst>
            <pc:docMk/>
            <pc:sldMk cId="3380730443" sldId="306"/>
            <ac:spMk id="193" creationId="{C9F171EF-F86C-DA3F-6F6E-CAA376AF01CF}"/>
          </ac:spMkLst>
        </pc:spChg>
      </pc:sldChg>
      <pc:sldChg chg="addSp delSp modSp add mod delAnim">
        <pc:chgData name="Venkataramanan Amirthalingam" userId="4d061ca2-e95c-4cea-aac4-ded24a5cea8d" providerId="ADAL" clId="{629ACF9C-0511-CD41-B270-09A7DD3B12C5}" dt="2025-07-06T16:49:30.402" v="2457" actId="20577"/>
        <pc:sldMkLst>
          <pc:docMk/>
          <pc:sldMk cId="200056945" sldId="307"/>
        </pc:sldMkLst>
        <pc:spChg chg="add del mod">
          <ac:chgData name="Venkataramanan Amirthalingam" userId="4d061ca2-e95c-4cea-aac4-ded24a5cea8d" providerId="ADAL" clId="{629ACF9C-0511-CD41-B270-09A7DD3B12C5}" dt="2025-07-06T16:42:40.442" v="2242" actId="478"/>
          <ac:spMkLst>
            <pc:docMk/>
            <pc:sldMk cId="200056945" sldId="307"/>
            <ac:spMk id="3" creationId="{0324C572-3D63-8D48-AB81-ECAF7AF284CA}"/>
          </ac:spMkLst>
        </pc:spChg>
        <pc:spChg chg="add mod">
          <ac:chgData name="Venkataramanan Amirthalingam" userId="4d061ca2-e95c-4cea-aac4-ded24a5cea8d" providerId="ADAL" clId="{629ACF9C-0511-CD41-B270-09A7DD3B12C5}" dt="2025-07-06T16:48:27.702" v="2450" actId="20577"/>
          <ac:spMkLst>
            <pc:docMk/>
            <pc:sldMk cId="200056945" sldId="307"/>
            <ac:spMk id="4" creationId="{423BD791-F3CF-B347-AC13-E753C682CC5C}"/>
          </ac:spMkLst>
        </pc:spChg>
        <pc:spChg chg="add mod">
          <ac:chgData name="Venkataramanan Amirthalingam" userId="4d061ca2-e95c-4cea-aac4-ded24a5cea8d" providerId="ADAL" clId="{629ACF9C-0511-CD41-B270-09A7DD3B12C5}" dt="2025-07-06T16:48:22.308" v="2443" actId="20577"/>
          <ac:spMkLst>
            <pc:docMk/>
            <pc:sldMk cId="200056945" sldId="307"/>
            <ac:spMk id="5" creationId="{2D76A6F7-21ED-27DB-49A8-D443BD9144F5}"/>
          </ac:spMkLst>
        </pc:spChg>
        <pc:spChg chg="add mod">
          <ac:chgData name="Venkataramanan Amirthalingam" userId="4d061ca2-e95c-4cea-aac4-ded24a5cea8d" providerId="ADAL" clId="{629ACF9C-0511-CD41-B270-09A7DD3B12C5}" dt="2025-07-06T16:44:08.728" v="2268" actId="207"/>
          <ac:spMkLst>
            <pc:docMk/>
            <pc:sldMk cId="200056945" sldId="307"/>
            <ac:spMk id="8" creationId="{E4039FFA-174F-EDFC-9A64-A911552344DC}"/>
          </ac:spMkLst>
        </pc:spChg>
        <pc:spChg chg="add mod">
          <ac:chgData name="Venkataramanan Amirthalingam" userId="4d061ca2-e95c-4cea-aac4-ded24a5cea8d" providerId="ADAL" clId="{629ACF9C-0511-CD41-B270-09A7DD3B12C5}" dt="2025-07-06T16:46:38.352" v="2380" actId="20577"/>
          <ac:spMkLst>
            <pc:docMk/>
            <pc:sldMk cId="200056945" sldId="307"/>
            <ac:spMk id="9" creationId="{3C274E9F-35C0-EF2D-8025-93CA98103A12}"/>
          </ac:spMkLst>
        </pc:spChg>
        <pc:spChg chg="add mod">
          <ac:chgData name="Venkataramanan Amirthalingam" userId="4d061ca2-e95c-4cea-aac4-ded24a5cea8d" providerId="ADAL" clId="{629ACF9C-0511-CD41-B270-09A7DD3B12C5}" dt="2025-07-06T16:45:00.160" v="2339" actId="207"/>
          <ac:spMkLst>
            <pc:docMk/>
            <pc:sldMk cId="200056945" sldId="307"/>
            <ac:spMk id="10" creationId="{DF91B010-3A98-C7BB-0676-29991EF83164}"/>
          </ac:spMkLst>
        </pc:spChg>
        <pc:spChg chg="add mod">
          <ac:chgData name="Venkataramanan Amirthalingam" userId="4d061ca2-e95c-4cea-aac4-ded24a5cea8d" providerId="ADAL" clId="{629ACF9C-0511-CD41-B270-09A7DD3B12C5}" dt="2025-07-06T16:46:54.462" v="2385" actId="20577"/>
          <ac:spMkLst>
            <pc:docMk/>
            <pc:sldMk cId="200056945" sldId="307"/>
            <ac:spMk id="11" creationId="{C1B30552-2719-CB16-C3C5-A9021A1A3828}"/>
          </ac:spMkLst>
        </pc:spChg>
        <pc:spChg chg="add mod">
          <ac:chgData name="Venkataramanan Amirthalingam" userId="4d061ca2-e95c-4cea-aac4-ded24a5cea8d" providerId="ADAL" clId="{629ACF9C-0511-CD41-B270-09A7DD3B12C5}" dt="2025-07-06T16:47:08.535" v="2394" actId="1076"/>
          <ac:spMkLst>
            <pc:docMk/>
            <pc:sldMk cId="200056945" sldId="307"/>
            <ac:spMk id="12" creationId="{FD5847EE-2A77-C101-85DB-F763A1E8ECB2}"/>
          </ac:spMkLst>
        </pc:spChg>
        <pc:spChg chg="add mod">
          <ac:chgData name="Venkataramanan Amirthalingam" userId="4d061ca2-e95c-4cea-aac4-ded24a5cea8d" providerId="ADAL" clId="{629ACF9C-0511-CD41-B270-09A7DD3B12C5}" dt="2025-07-06T16:47:26.278" v="2403" actId="207"/>
          <ac:spMkLst>
            <pc:docMk/>
            <pc:sldMk cId="200056945" sldId="307"/>
            <ac:spMk id="15" creationId="{20B35B43-F331-71CF-D2BC-EA43E5F39309}"/>
          </ac:spMkLst>
        </pc:spChg>
        <pc:spChg chg="add mod">
          <ac:chgData name="Venkataramanan Amirthalingam" userId="4d061ca2-e95c-4cea-aac4-ded24a5cea8d" providerId="ADAL" clId="{629ACF9C-0511-CD41-B270-09A7DD3B12C5}" dt="2025-07-06T16:49:30.402" v="2457" actId="20577"/>
          <ac:spMkLst>
            <pc:docMk/>
            <pc:sldMk cId="200056945" sldId="307"/>
            <ac:spMk id="16" creationId="{CAAD6081-E8D3-2C91-3661-77BBE5DE0A11}"/>
          </ac:spMkLst>
        </pc:spChg>
        <pc:spChg chg="del">
          <ac:chgData name="Venkataramanan Amirthalingam" userId="4d061ca2-e95c-4cea-aac4-ded24a5cea8d" providerId="ADAL" clId="{629ACF9C-0511-CD41-B270-09A7DD3B12C5}" dt="2025-07-06T16:42:33.811" v="2241" actId="478"/>
          <ac:spMkLst>
            <pc:docMk/>
            <pc:sldMk cId="200056945" sldId="307"/>
            <ac:spMk id="123" creationId="{5049B62B-301B-960B-02FB-FB7F9D743C68}"/>
          </ac:spMkLst>
        </pc:spChg>
        <pc:spChg chg="mod">
          <ac:chgData name="Venkataramanan Amirthalingam" userId="4d061ca2-e95c-4cea-aac4-ded24a5cea8d" providerId="ADAL" clId="{629ACF9C-0511-CD41-B270-09A7DD3B12C5}" dt="2025-07-06T16:42:43.195" v="2243" actId="20577"/>
          <ac:spMkLst>
            <pc:docMk/>
            <pc:sldMk cId="200056945" sldId="307"/>
            <ac:spMk id="124" creationId="{0072DD14-0D2E-2930-BF09-4A5DA027184E}"/>
          </ac:spMkLst>
        </pc:spChg>
        <pc:cxnChg chg="add mod">
          <ac:chgData name="Venkataramanan Amirthalingam" userId="4d061ca2-e95c-4cea-aac4-ded24a5cea8d" providerId="ADAL" clId="{629ACF9C-0511-CD41-B270-09A7DD3B12C5}" dt="2025-07-06T16:43:31.841" v="2257" actId="208"/>
          <ac:cxnSpMkLst>
            <pc:docMk/>
            <pc:sldMk cId="200056945" sldId="307"/>
            <ac:cxnSpMk id="7" creationId="{D16E96AA-E243-8B11-1D19-DAC283C163C3}"/>
          </ac:cxnSpMkLst>
        </pc:cxnChg>
        <pc:cxnChg chg="add mod">
          <ac:chgData name="Venkataramanan Amirthalingam" userId="4d061ca2-e95c-4cea-aac4-ded24a5cea8d" providerId="ADAL" clId="{629ACF9C-0511-CD41-B270-09A7DD3B12C5}" dt="2025-07-06T16:47:16.857" v="2397" actId="14100"/>
          <ac:cxnSpMkLst>
            <pc:docMk/>
            <pc:sldMk cId="200056945" sldId="307"/>
            <ac:cxnSpMk id="13" creationId="{10261925-8CF5-0886-1F05-43500C9488C2}"/>
          </ac:cxnSpMkLst>
        </pc:cxnChg>
      </pc:sldChg>
      <pc:sldChg chg="addSp delSp modSp add mod">
        <pc:chgData name="Venkataramanan Amirthalingam" userId="4d061ca2-e95c-4cea-aac4-ded24a5cea8d" providerId="ADAL" clId="{629ACF9C-0511-CD41-B270-09A7DD3B12C5}" dt="2025-07-06T16:14:56.868" v="1699" actId="403"/>
        <pc:sldMkLst>
          <pc:docMk/>
          <pc:sldMk cId="482019345" sldId="308"/>
        </pc:sldMkLst>
        <pc:spChg chg="add mod">
          <ac:chgData name="Venkataramanan Amirthalingam" userId="4d061ca2-e95c-4cea-aac4-ded24a5cea8d" providerId="ADAL" clId="{629ACF9C-0511-CD41-B270-09A7DD3B12C5}" dt="2025-07-06T16:14:56.868" v="1699" actId="403"/>
          <ac:spMkLst>
            <pc:docMk/>
            <pc:sldMk cId="482019345" sldId="308"/>
            <ac:spMk id="4" creationId="{9DB0D8BA-668D-63BD-3731-3A43A5B284ED}"/>
          </ac:spMkLst>
        </pc:spChg>
        <pc:graphicFrameChg chg="del modGraphic">
          <ac:chgData name="Venkataramanan Amirthalingam" userId="4d061ca2-e95c-4cea-aac4-ded24a5cea8d" providerId="ADAL" clId="{629ACF9C-0511-CD41-B270-09A7DD3B12C5}" dt="2025-07-06T16:14:34.832" v="1683" actId="478"/>
          <ac:graphicFrameMkLst>
            <pc:docMk/>
            <pc:sldMk cId="482019345" sldId="308"/>
            <ac:graphicFrameMk id="2" creationId="{2147B918-1219-EDDB-EC94-3A7CCA87F537}"/>
          </ac:graphicFrameMkLst>
        </pc:graphicFrameChg>
      </pc:sldChg>
      <pc:sldChg chg="add">
        <pc:chgData name="Venkataramanan Amirthalingam" userId="4d061ca2-e95c-4cea-aac4-ded24a5cea8d" providerId="ADAL" clId="{629ACF9C-0511-CD41-B270-09A7DD3B12C5}" dt="2025-07-06T16:16:10.785" v="1700" actId="2890"/>
        <pc:sldMkLst>
          <pc:docMk/>
          <pc:sldMk cId="4077726459" sldId="309"/>
        </pc:sldMkLst>
      </pc:sldChg>
      <pc:sldChg chg="delSp modSp add mod delAnim modAnim">
        <pc:chgData name="Venkataramanan Amirthalingam" userId="4d061ca2-e95c-4cea-aac4-ded24a5cea8d" providerId="ADAL" clId="{629ACF9C-0511-CD41-B270-09A7DD3B12C5}" dt="2025-07-06T16:21:23.304" v="2239" actId="20577"/>
        <pc:sldMkLst>
          <pc:docMk/>
          <pc:sldMk cId="758570876" sldId="310"/>
        </pc:sldMkLst>
        <pc:spChg chg="mod">
          <ac:chgData name="Venkataramanan Amirthalingam" userId="4d061ca2-e95c-4cea-aac4-ded24a5cea8d" providerId="ADAL" clId="{629ACF9C-0511-CD41-B270-09A7DD3B12C5}" dt="2025-07-06T16:21:23.304" v="2239" actId="20577"/>
          <ac:spMkLst>
            <pc:docMk/>
            <pc:sldMk cId="758570876" sldId="310"/>
            <ac:spMk id="144" creationId="{72F31D1A-7B7E-2FD6-9D34-301F537DDB90}"/>
          </ac:spMkLst>
        </pc:spChg>
        <pc:picChg chg="del">
          <ac:chgData name="Venkataramanan Amirthalingam" userId="4d061ca2-e95c-4cea-aac4-ded24a5cea8d" providerId="ADAL" clId="{629ACF9C-0511-CD41-B270-09A7DD3B12C5}" dt="2025-07-06T16:18:22.904" v="1744" actId="478"/>
          <ac:picMkLst>
            <pc:docMk/>
            <pc:sldMk cId="758570876" sldId="310"/>
            <ac:picMk id="146" creationId="{7972EE90-77CB-3D11-D03D-4DDFB2E1F2F6}"/>
          </ac:picMkLst>
        </pc:picChg>
      </pc:sldChg>
      <pc:sldChg chg="add">
        <pc:chgData name="Venkataramanan Amirthalingam" userId="4d061ca2-e95c-4cea-aac4-ded24a5cea8d" providerId="ADAL" clId="{629ACF9C-0511-CD41-B270-09A7DD3B12C5}" dt="2025-07-06T16:42:30.856" v="2240" actId="2890"/>
        <pc:sldMkLst>
          <pc:docMk/>
          <pc:sldMk cId="1600489603" sldId="311"/>
        </pc:sldMkLst>
      </pc:sldChg>
      <pc:sldChg chg="addSp delSp modSp add mod">
        <pc:chgData name="Venkataramanan Amirthalingam" userId="4d061ca2-e95c-4cea-aac4-ded24a5cea8d" providerId="ADAL" clId="{629ACF9C-0511-CD41-B270-09A7DD3B12C5}" dt="2025-07-06T17:01:25.107" v="2658" actId="404"/>
        <pc:sldMkLst>
          <pc:docMk/>
          <pc:sldMk cId="3076513855" sldId="312"/>
        </pc:sldMkLst>
        <pc:spChg chg="add mod">
          <ac:chgData name="Venkataramanan Amirthalingam" userId="4d061ca2-e95c-4cea-aac4-ded24a5cea8d" providerId="ADAL" clId="{629ACF9C-0511-CD41-B270-09A7DD3B12C5}" dt="2025-07-06T16:59:17.523" v="2643" actId="20577"/>
          <ac:spMkLst>
            <pc:docMk/>
            <pc:sldMk cId="3076513855" sldId="312"/>
            <ac:spMk id="2" creationId="{3B005108-6B67-350D-EF62-F518A67BEEE0}"/>
          </ac:spMkLst>
        </pc:spChg>
        <pc:spChg chg="add mod">
          <ac:chgData name="Venkataramanan Amirthalingam" userId="4d061ca2-e95c-4cea-aac4-ded24a5cea8d" providerId="ADAL" clId="{629ACF9C-0511-CD41-B270-09A7DD3B12C5}" dt="2025-07-06T16:56:44.235" v="2626"/>
          <ac:spMkLst>
            <pc:docMk/>
            <pc:sldMk cId="3076513855" sldId="312"/>
            <ac:spMk id="3" creationId="{3EEF2B2B-1B71-A123-461D-B3884E8955ED}"/>
          </ac:spMkLst>
        </pc:spChg>
        <pc:spChg chg="add mod">
          <ac:chgData name="Venkataramanan Amirthalingam" userId="4d061ca2-e95c-4cea-aac4-ded24a5cea8d" providerId="ADAL" clId="{629ACF9C-0511-CD41-B270-09A7DD3B12C5}" dt="2025-07-06T16:53:29.535" v="2546" actId="20577"/>
          <ac:spMkLst>
            <pc:docMk/>
            <pc:sldMk cId="3076513855" sldId="312"/>
            <ac:spMk id="4" creationId="{65197F2A-6C1B-EDFF-4F5E-D064EFEBC971}"/>
          </ac:spMkLst>
        </pc:spChg>
        <pc:spChg chg="add mod">
          <ac:chgData name="Venkataramanan Amirthalingam" userId="4d061ca2-e95c-4cea-aac4-ded24a5cea8d" providerId="ADAL" clId="{629ACF9C-0511-CD41-B270-09A7DD3B12C5}" dt="2025-07-06T16:54:27.880" v="2562" actId="1076"/>
          <ac:spMkLst>
            <pc:docMk/>
            <pc:sldMk cId="3076513855" sldId="312"/>
            <ac:spMk id="11" creationId="{D89CBE41-57E5-0821-9624-30A11A43404F}"/>
          </ac:spMkLst>
        </pc:spChg>
        <pc:spChg chg="add mod">
          <ac:chgData name="Venkataramanan Amirthalingam" userId="4d061ca2-e95c-4cea-aac4-ded24a5cea8d" providerId="ADAL" clId="{629ACF9C-0511-CD41-B270-09A7DD3B12C5}" dt="2025-07-06T16:54:57.022" v="2614" actId="1076"/>
          <ac:spMkLst>
            <pc:docMk/>
            <pc:sldMk cId="3076513855" sldId="312"/>
            <ac:spMk id="14" creationId="{56C853A4-9690-BEE9-3C08-58FD200BFD20}"/>
          </ac:spMkLst>
        </pc:spChg>
        <pc:spChg chg="add mod">
          <ac:chgData name="Venkataramanan Amirthalingam" userId="4d061ca2-e95c-4cea-aac4-ded24a5cea8d" providerId="ADAL" clId="{629ACF9C-0511-CD41-B270-09A7DD3B12C5}" dt="2025-07-06T17:01:25.107" v="2658" actId="404"/>
          <ac:spMkLst>
            <pc:docMk/>
            <pc:sldMk cId="3076513855" sldId="312"/>
            <ac:spMk id="21" creationId="{74A82D52-ED01-37D0-E78B-1525C837957F}"/>
          </ac:spMkLst>
        </pc:spChg>
        <pc:picChg chg="del">
          <ac:chgData name="Venkataramanan Amirthalingam" userId="4d061ca2-e95c-4cea-aac4-ded24a5cea8d" providerId="ADAL" clId="{629ACF9C-0511-CD41-B270-09A7DD3B12C5}" dt="2025-07-06T16:52:46.969" v="2459" actId="478"/>
          <ac:picMkLst>
            <pc:docMk/>
            <pc:sldMk cId="3076513855" sldId="312"/>
            <ac:picMk id="3074" creationId="{8A0ECE91-7B63-8CF0-AF2B-206ABFF832CF}"/>
          </ac:picMkLst>
        </pc:picChg>
        <pc:cxnChg chg="add mod">
          <ac:chgData name="Venkataramanan Amirthalingam" userId="4d061ca2-e95c-4cea-aac4-ded24a5cea8d" providerId="ADAL" clId="{629ACF9C-0511-CD41-B270-09A7DD3B12C5}" dt="2025-07-06T16:54:31.648" v="2563" actId="14100"/>
          <ac:cxnSpMkLst>
            <pc:docMk/>
            <pc:sldMk cId="3076513855" sldId="312"/>
            <ac:cxnSpMk id="6" creationId="{C7692A60-8F07-C051-9096-F43F1E96A40F}"/>
          </ac:cxnSpMkLst>
        </pc:cxnChg>
        <pc:cxnChg chg="add mod">
          <ac:chgData name="Venkataramanan Amirthalingam" userId="4d061ca2-e95c-4cea-aac4-ded24a5cea8d" providerId="ADAL" clId="{629ACF9C-0511-CD41-B270-09A7DD3B12C5}" dt="2025-07-06T16:54:34.353" v="2564" actId="14100"/>
          <ac:cxnSpMkLst>
            <pc:docMk/>
            <pc:sldMk cId="3076513855" sldId="312"/>
            <ac:cxnSpMk id="8" creationId="{08AF86B4-0D23-6B03-4CB0-1D63C756FF86}"/>
          </ac:cxnSpMkLst>
        </pc:cxnChg>
        <pc:cxnChg chg="add mod">
          <ac:chgData name="Venkataramanan Amirthalingam" userId="4d061ca2-e95c-4cea-aac4-ded24a5cea8d" providerId="ADAL" clId="{629ACF9C-0511-CD41-B270-09A7DD3B12C5}" dt="2025-07-06T17:00:56.102" v="2645" actId="14100"/>
          <ac:cxnSpMkLst>
            <pc:docMk/>
            <pc:sldMk cId="3076513855" sldId="312"/>
            <ac:cxnSpMk id="15" creationId="{8AC572EA-3013-B9FD-A2BA-1687E4B92004}"/>
          </ac:cxnSpMkLst>
        </pc:cxnChg>
        <pc:cxnChg chg="add mod">
          <ac:chgData name="Venkataramanan Amirthalingam" userId="4d061ca2-e95c-4cea-aac4-ded24a5cea8d" providerId="ADAL" clId="{629ACF9C-0511-CD41-B270-09A7DD3B12C5}" dt="2025-07-06T17:01:01.753" v="2647" actId="1076"/>
          <ac:cxnSpMkLst>
            <pc:docMk/>
            <pc:sldMk cId="3076513855" sldId="312"/>
            <ac:cxnSpMk id="20" creationId="{7885436F-0178-6F8F-6746-E8213D26AB5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Self-healing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refers to the process of recovery (generally from psychological disturbances, trauma, etc.), motivated by and directed by the patient, guided often only by instinct. Such a process encounters mixed fortunes due to its amateur nature, although self-motivation is a major asset.</a:t>
            </a:r>
            <a:endParaRPr/>
          </a:p>
        </p:txBody>
      </p:sp>
      <p:sp>
        <p:nvSpPr>
          <p:cNvPr id="179" name="Google Shape;17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1E9813EE-C9E9-0296-113A-14A9AC1B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>
            <a:extLst>
              <a:ext uri="{FF2B5EF4-FFF2-40B4-BE49-F238E27FC236}">
                <a16:creationId xmlns:a16="http://schemas.microsoft.com/office/drawing/2014/main" id="{65F0387B-C8FA-E2BE-C128-A7033BA36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>
            <a:extLst>
              <a:ext uri="{FF2B5EF4-FFF2-40B4-BE49-F238E27FC236}">
                <a16:creationId xmlns:a16="http://schemas.microsoft.com/office/drawing/2014/main" id="{D7D98AC3-7AA2-4BA3-D21D-460DAB6E8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8856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3F33CCFB-CA3E-F987-B1EE-247F0EE3E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>
            <a:extLst>
              <a:ext uri="{FF2B5EF4-FFF2-40B4-BE49-F238E27FC236}">
                <a16:creationId xmlns:a16="http://schemas.microsoft.com/office/drawing/2014/main" id="{8ED7F89A-84BD-AE4A-1123-308CB7120C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>
            <a:extLst>
              <a:ext uri="{FF2B5EF4-FFF2-40B4-BE49-F238E27FC236}">
                <a16:creationId xmlns:a16="http://schemas.microsoft.com/office/drawing/2014/main" id="{6D81F139-22D7-FDBD-E011-57F9652C9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9362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10C8C10A-06D2-CD0A-57B9-6B7664CAA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>
            <a:extLst>
              <a:ext uri="{FF2B5EF4-FFF2-40B4-BE49-F238E27FC236}">
                <a16:creationId xmlns:a16="http://schemas.microsoft.com/office/drawing/2014/main" id="{B3F0BF50-4BB6-6C40-707B-4F2400AA4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>
            <a:extLst>
              <a:ext uri="{FF2B5EF4-FFF2-40B4-BE49-F238E27FC236}">
                <a16:creationId xmlns:a16="http://schemas.microsoft.com/office/drawing/2014/main" id="{68329EA8-471A-57BF-9543-ECBBA70E2E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7477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42645A79-B6D3-748D-F0FC-AC67246D9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>
            <a:extLst>
              <a:ext uri="{FF2B5EF4-FFF2-40B4-BE49-F238E27FC236}">
                <a16:creationId xmlns:a16="http://schemas.microsoft.com/office/drawing/2014/main" id="{4C36A0EE-336E-C4E6-ACE1-7311F3BA3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>
            <a:extLst>
              <a:ext uri="{FF2B5EF4-FFF2-40B4-BE49-F238E27FC236}">
                <a16:creationId xmlns:a16="http://schemas.microsoft.com/office/drawing/2014/main" id="{DA0082ED-B4D1-E16C-A729-1B88A7B280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1067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87AC2EB1-5C19-6E7A-6167-F89CB864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64F85273-AB90-0A2A-BA86-196273B37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D2D0E462-F965-605A-3676-F2065DDB41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FBFDFCCE-A1F9-2F56-CF74-D3F2E4D51C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6361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E6D4CAAD-531F-0A3D-017E-0D2FDEB8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F3CFE291-FDB4-A287-4A87-4DD2064968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22216F06-BD7C-E78D-E663-12CEB97B5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374CAD44-36E7-E35A-F6AD-732C2697CC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5620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71EAC734-4FB3-06F0-07B9-6E043F54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105C6CF2-7D36-C847-F2EF-EBB0F61AB8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5FD1B13D-686F-097E-4B23-555DE3A519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Salesforce.com</a:t>
            </a: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2010.</a:t>
            </a:r>
            <a:endParaRPr dirty="0"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FC338103-BD0D-BCED-7753-0A5E1F6693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8378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B0A0F62E-14A9-8908-F334-7E7C270F6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925E28DB-14B6-174D-AA5A-200D186128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38388221-8CD5-7729-5275-43EEE7A069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Salesforce.com</a:t>
            </a: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2010.</a:t>
            </a:r>
            <a:endParaRPr dirty="0"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0832A25C-F6C1-D319-53AF-FA492A5DF5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2059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A1488866-C279-442B-4DD5-547DF2594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6D8D65AF-FA78-30AA-DF9C-4543E4C184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932B2DE3-3B5F-45A6-197A-53D5989CA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Salesforce.com</a:t>
            </a: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2010.</a:t>
            </a:r>
            <a:endParaRPr dirty="0"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29835389-31BA-B6B5-91D7-930ADC9F92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1244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BAED10BB-CAB0-74E0-C930-099DEA65B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C19C9EEE-6FA6-A024-23F3-35B1759806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626C5943-D48C-48CC-B335-8867CC232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</a:t>
            </a:r>
            <a:r>
              <a:rPr lang="en-US" sz="1200" b="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Salesforce.com</a:t>
            </a: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2010.</a:t>
            </a:r>
            <a:endParaRPr dirty="0"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F80B648F-6E61-B9C5-8829-7C49E4FB5D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828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419DDA01-0E6A-33CA-CFEE-96DF0591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B59A95A9-788B-B86F-7E1D-0A7751EB99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D27ECABE-20AD-E763-A20F-5F1E9E0518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20EF5233-EF49-AF10-63B2-56139EE9BC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0376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079A5936-AEEA-E6C7-B3DC-46A6EDAE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9DFC406B-136A-0733-BB30-B5432013AC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83391FCF-D0A4-2BBA-A9C3-67283DFED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87F381D1-2AF7-B44C-35B6-6C6FCF50EF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60021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F96A9966-6382-A57B-ED90-31BA7E08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54B1D17C-946E-A8E1-FEF9-ACE5E5A591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FF626926-0C75-6946-897F-175A9DA34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FE4AAA4E-182C-8ADA-EB5E-3F6E7CE67C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91570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57B2A254-2234-C3E2-15F8-5BCA65A6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BCA8904E-0350-8DAB-00E8-8FB35B170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D725AB38-F119-632B-BF55-DAD7EC0F1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4655F2D7-D359-918B-A2E7-7C2A215391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81448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1CF5EDE9-817D-537A-B152-1C55150E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271AB346-803C-28C5-72D1-97B24D7F26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BE884C5A-72D2-827B-047B-290C17AF0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98807EEB-2A85-1008-C69B-4F0A0E6F38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22308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41B6A930-5377-416F-2155-5FCB21A4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E8DEC3CA-F3A4-E4FA-C1CD-69182376D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F9FF1E89-2052-C822-6ECD-0707A887E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5D90D819-001F-E8BF-1801-DB3CD7A421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51288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D07A3F0F-8893-74CC-57E1-A6C808F1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B203BC17-2595-9E53-C967-5444BAA61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7CC58E4F-4C10-BCD2-6222-652A2F22E1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D6AE4517-5188-09C8-DD08-4A343A23A9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52278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ADAF137C-76A4-D794-9AB8-596E13603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AC711EA2-81F2-DA5D-7334-1A234B14F3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769887D2-84F4-66C9-E421-6EB18A0CF8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Heroku was acquired by Salesforce.com in 2010.</a:t>
            </a:r>
            <a:endParaRPr/>
          </a:p>
        </p:txBody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B1071D03-400B-68A1-43E9-0681E702CF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57936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Codebase -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source code for the application that will be compile or interpreted before execution.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Repository (repo)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Codebase managed within a VCS (Version Control System) system.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 installation of the app with a specific configuration for a specific use case and/or audience.</a:t>
            </a:r>
            <a:endParaRPr/>
          </a:p>
        </p:txBody>
      </p:sp>
      <p:sp>
        <p:nvSpPr>
          <p:cNvPr id="142" name="Google Shape;14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5E182A27-8196-1E6C-D993-66A47ECC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>
            <a:extLst>
              <a:ext uri="{FF2B5EF4-FFF2-40B4-BE49-F238E27FC236}">
                <a16:creationId xmlns:a16="http://schemas.microsoft.com/office/drawing/2014/main" id="{BBBD29D2-2D74-D7F9-42B7-C4197ABDCF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9DE68725-B35C-CEC4-01CB-29BF4ED35E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Codebase -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source code for the application that will be compile or interpreted before execution.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Repository (repo)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Codebase managed within a VCS (Version Control System) system.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 installation of the app with a specific configuration for a specific use case and/or audience.</a:t>
            </a:r>
            <a:endParaRPr/>
          </a:p>
        </p:txBody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D77A12AA-0045-90E7-5F04-AF2D4F129E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82123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157" name="Google Shape;15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171" name="Google Shape;17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185" name="Google Shape;18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199" name="Google Shape;19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14" name="Google Shape;21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28" name="Google Shape;22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42" name="Google Shape;24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56" name="Google Shape;25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70" name="Google Shape;27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84" name="Google Shape;284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Any library module used by the app which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developed/managed by the developer or by a 3rd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party vendor requires. A dependency is identified by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version, vendor, and download source.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Manifest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document within the codebase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lists all the dependencies for the app. E.g. pom.xml,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build.gradle, gemfile,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Manager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that processes the dependency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manifest, manages and download all the required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from their sources before the codebase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taken to the compilation. E.g. Maven, Gradle, PIP, etc.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Isolation </a:t>
            </a: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 A separate module which is part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build toolchain which provides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 each app within an environment such that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within an isolation (virtual environment)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be used by another app from the other isolation.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Virtualenv, etc.</a:t>
            </a:r>
            <a:endParaRPr/>
          </a:p>
        </p:txBody>
      </p:sp>
      <p:sp>
        <p:nvSpPr>
          <p:cNvPr id="298" name="Google Shape;298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scalability and resilience (Recovery) to the design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get enormous scalability and resilience capabilities without actually doing any explicit development for that.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Ease in system maintenance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get several advantages in system maintenance by utilizing various tools and software that provides automation in testing, delivery, deployment, monitoring, and reporting, making software maintenance an easy job.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avoid the cost of software erosion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be able to make quicker and periodic maintenance on your app that includes adding new features, changes.</a:t>
            </a:r>
            <a:endParaRPr/>
          </a:p>
        </p:txBody>
      </p:sp>
      <p:sp>
        <p:nvSpPr>
          <p:cNvPr id="305" name="Google Shape;305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50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543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16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10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2364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0487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17418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796575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42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51411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3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55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Vertical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91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 - Light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37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31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Heading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2656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85814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04481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22850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33794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88591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59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2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27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_Content">
  <p:cSld name="1_Agenda_Conten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292734" y="2821654"/>
            <a:ext cx="4524341" cy="77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body" idx="1"/>
          </p:nvPr>
        </p:nvSpPr>
        <p:spPr>
          <a:xfrm>
            <a:off x="5719315" y="1414732"/>
            <a:ext cx="6098863" cy="4891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body" idx="2"/>
          </p:nvPr>
        </p:nvSpPr>
        <p:spPr>
          <a:xfrm>
            <a:off x="5719316" y="425063"/>
            <a:ext cx="6098865" cy="67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56235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and Content">
  <p:cSld name="1_Heading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>
            <a:spLocks noGrp="1"/>
          </p:cNvSpPr>
          <p:nvPr>
            <p:ph type="body" idx="1"/>
          </p:nvPr>
        </p:nvSpPr>
        <p:spPr>
          <a:xfrm>
            <a:off x="493295" y="1593670"/>
            <a:ext cx="11122056" cy="47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body" idx="2"/>
          </p:nvPr>
        </p:nvSpPr>
        <p:spPr>
          <a:xfrm>
            <a:off x="493295" y="522513"/>
            <a:ext cx="11122056" cy="63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910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">
  <p:cSld name="1_Demo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2"/>
          <p:cNvSpPr txBox="1">
            <a:spLocks noGrp="1"/>
          </p:cNvSpPr>
          <p:nvPr>
            <p:ph type="title"/>
          </p:nvPr>
        </p:nvSpPr>
        <p:spPr>
          <a:xfrm>
            <a:off x="493295" y="2303059"/>
            <a:ext cx="11113251" cy="794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32"/>
          <p:cNvSpPr txBox="1">
            <a:spLocks noGrp="1"/>
          </p:cNvSpPr>
          <p:nvPr>
            <p:ph type="body" idx="1"/>
          </p:nvPr>
        </p:nvSpPr>
        <p:spPr>
          <a:xfrm>
            <a:off x="493295" y="3228975"/>
            <a:ext cx="11122056" cy="1895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66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0X50 Content and Image Horizontal">
  <p:cSld name="50X50 Content and Image Horizontal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body" idx="1"/>
          </p:nvPr>
        </p:nvSpPr>
        <p:spPr>
          <a:xfrm>
            <a:off x="493295" y="1593670"/>
            <a:ext cx="6351642" cy="47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body" idx="2"/>
          </p:nvPr>
        </p:nvSpPr>
        <p:spPr>
          <a:xfrm>
            <a:off x="493294" y="539363"/>
            <a:ext cx="6351642" cy="831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435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and Content Levels">
  <p:cSld name="Heading and Content Level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 txBox="1">
            <a:spLocks noGrp="1"/>
          </p:cNvSpPr>
          <p:nvPr>
            <p:ph type="body" idx="1"/>
          </p:nvPr>
        </p:nvSpPr>
        <p:spPr>
          <a:xfrm>
            <a:off x="493295" y="1593670"/>
            <a:ext cx="11122056" cy="47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34"/>
          <p:cNvSpPr txBox="1">
            <a:spLocks noGrp="1"/>
          </p:cNvSpPr>
          <p:nvPr>
            <p:ph type="body" idx="2"/>
          </p:nvPr>
        </p:nvSpPr>
        <p:spPr>
          <a:xfrm>
            <a:off x="493295" y="522513"/>
            <a:ext cx="11122056" cy="63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163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0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Microservices Principles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DDD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 err="1"/>
              <a:t>gRPC</a:t>
            </a:r>
            <a:r>
              <a:rPr lang="en-US" dirty="0"/>
              <a:t>, demo</a:t>
            </a:r>
          </a:p>
          <a:p>
            <a:pPr lvl="0">
              <a:spcBef>
                <a:spcPts val="0"/>
              </a:spcBef>
              <a:buClrTx/>
              <a:buSzPts val="2800"/>
              <a:buFont typeface="Arial"/>
              <a:buChar char="•"/>
            </a:pPr>
            <a:r>
              <a:rPr lang="en-US" dirty="0"/>
              <a:t>Granularity, Autonomy, Idempotency</a:t>
            </a:r>
          </a:p>
          <a:p>
            <a:pPr lvl="0">
              <a:spcBef>
                <a:spcPts val="0"/>
              </a:spcBef>
              <a:buClrTx/>
              <a:buSzPts val="2800"/>
              <a:buFont typeface="Arial"/>
              <a:buChar char="•"/>
            </a:pPr>
            <a:r>
              <a:rPr lang="en-US" dirty="0"/>
              <a:t>API first development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None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What is Twelve-Factor App?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The Twelve-Factors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Benefits of Twelve-Factor App</a:t>
            </a:r>
            <a:endParaRPr dirty="0"/>
          </a:p>
        </p:txBody>
      </p:sp>
      <p:sp>
        <p:nvSpPr>
          <p:cNvPr id="115" name="Google Shape;115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>
                <a:solidFill>
                  <a:schemeClr val="bg1"/>
                </a:solidFill>
              </a:rPr>
              <a:t>Microservices Principles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57" name="Google Shape;157;p5"/>
          <p:cNvPicPr preferRelativeResize="0"/>
          <p:nvPr/>
        </p:nvPicPr>
        <p:blipFill rotWithShape="1">
          <a:blip r:embed="rId3">
            <a:alphaModFix/>
          </a:blip>
          <a:srcRect t="2789" r="1537" b="1231"/>
          <a:stretch/>
        </p:blipFill>
        <p:spPr>
          <a:xfrm>
            <a:off x="1600869" y="1368354"/>
            <a:ext cx="8003171" cy="4657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4A5967-EBDE-237B-EF29-F92CFDE60FBA}"/>
              </a:ext>
            </a:extLst>
          </p:cNvPr>
          <p:cNvSpPr/>
          <p:nvPr/>
        </p:nvSpPr>
        <p:spPr>
          <a:xfrm>
            <a:off x="3925229" y="1784195"/>
            <a:ext cx="1594625" cy="164480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ED83AA-9CD9-C648-94E2-8558346DECEA}"/>
              </a:ext>
            </a:extLst>
          </p:cNvPr>
          <p:cNvSpPr/>
          <p:nvPr/>
        </p:nvSpPr>
        <p:spPr>
          <a:xfrm>
            <a:off x="6586653" y="3040565"/>
            <a:ext cx="1594625" cy="16448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DD8791-4D44-4324-1CC0-F95A115121BE}"/>
              </a:ext>
            </a:extLst>
          </p:cNvPr>
          <p:cNvSpPr/>
          <p:nvPr/>
        </p:nvSpPr>
        <p:spPr>
          <a:xfrm>
            <a:off x="3925229" y="4151970"/>
            <a:ext cx="1594625" cy="16448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m3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3F2400-F587-6C64-209A-456FCC7B4ECB}"/>
              </a:ext>
            </a:extLst>
          </p:cNvPr>
          <p:cNvCxnSpPr>
            <a:endCxn id="3" idx="1"/>
          </p:cNvCxnSpPr>
          <p:nvPr/>
        </p:nvCxnSpPr>
        <p:spPr>
          <a:xfrm flipV="1">
            <a:off x="493295" y="2606598"/>
            <a:ext cx="3431934" cy="101754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C1C276-90FF-05CF-1EB5-3E4632C52A34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440719" y="2602879"/>
            <a:ext cx="1943247" cy="4376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3D0799-751E-84E3-C92A-620B5F5B886B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>
            <a:off x="5519854" y="3862968"/>
            <a:ext cx="1066799" cy="11114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8F1C37-09A2-EFD9-EA87-B33071006393}"/>
              </a:ext>
            </a:extLst>
          </p:cNvPr>
          <p:cNvSpPr txBox="1"/>
          <p:nvPr/>
        </p:nvSpPr>
        <p:spPr>
          <a:xfrm>
            <a:off x="7124554" y="259390"/>
            <a:ext cx="56536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How will you track the request that’s going to different microservices?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Distributed tracing – </a:t>
            </a:r>
            <a:r>
              <a:rPr lang="en-US" sz="2400" dirty="0" err="1">
                <a:solidFill>
                  <a:schemeClr val="bg1"/>
                </a:solidFill>
              </a:rPr>
              <a:t>spanid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traceid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Dynatrace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438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Modelled around business domain :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Separate system capability into different domains and each domain will focus on one thing and its associated logic. 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Culture of Automation :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Follow the culture of automation by designing it for continues integration and continuous delivery.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Hide implementation details :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Hiding the internal details reduce the coupling and helps to do changes and improvement without affecting the overall architecture.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Decentralization :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There is no centralized database, usually each service is designed to manage its own database.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3" name="Google Shape;163;p6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Microservices Principles Contd..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Deploy Independently :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Each service can be  deployed independently.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Failure Isolation :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The impact of a failure is less in microservice architecture compares to monolithic type as it will only affect that particular service and its associates. Other services can keep running. 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Highly Observable :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The services should collect as much information to analyze what is happening within each of them like log events and stats.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9" name="Google Shape;169;p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Microservices Principles Contd..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3200"/>
              <a:buFont typeface="Arial"/>
              <a:buChar char="•"/>
            </a:pPr>
            <a:r>
              <a:rPr lang="en-US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Large applications that require a high release velocity.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3200"/>
              <a:buFont typeface="Arial"/>
              <a:buChar char="•"/>
            </a:pPr>
            <a:r>
              <a:rPr lang="en-US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Complex applications that need to be highly scalable.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3200"/>
              <a:buFont typeface="Arial"/>
              <a:buChar char="•"/>
            </a:pPr>
            <a:r>
              <a:rPr lang="en-US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Applications with rich domains or many subdomains.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3200"/>
              <a:buFont typeface="Arial"/>
              <a:buChar char="•"/>
            </a:pPr>
            <a:r>
              <a:rPr lang="en-US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 organization that consists of small development teams.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5" name="Google Shape;175;p8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When to use Microservices Architecture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Language independent and framework independent.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Support Independent development, deployment, and versioning. 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Even you can scale them in seconds without compromising the integrity of an application.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Better fault isolation keeps other services to work even on failure.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Zero downtime upgrades.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Services can be from different servers or different datacenters.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Supports CI/CD.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2" name="Google Shape;182;p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Advantages of Microservices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Complexity -</a:t>
            </a:r>
            <a:r>
              <a:rPr lang="en-US" sz="2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 microservices application is more complex as compared to the equivalent monolithic application.</a:t>
            </a:r>
            <a:endParaRPr sz="2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Development and testing -</a:t>
            </a:r>
            <a:r>
              <a:rPr lang="en-US" sz="2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Building and testing a service that relies on other services need domain understanding and refactoring them can be difficult.</a:t>
            </a:r>
            <a:endParaRPr sz="2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600" b="1" dirty="0">
                <a:solidFill>
                  <a:schemeClr val="tx1"/>
                </a:solidFill>
                <a:highlight>
                  <a:srgbClr val="FFFF0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Lack of governance</a:t>
            </a:r>
            <a:r>
              <a:rPr lang="en-US" sz="2600" dirty="0">
                <a:solidFill>
                  <a:schemeClr val="tx1"/>
                </a:solidFill>
                <a:highlight>
                  <a:srgbClr val="FFFF0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The decentralized approach to building microservices has advantages, but it also leads to so many problems like maintenance because of many different languages and frameworks.</a:t>
            </a:r>
            <a:endParaRPr sz="2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600" b="1" dirty="0">
                <a:solidFill>
                  <a:schemeClr val="tx1"/>
                </a:solidFill>
                <a:highlight>
                  <a:srgbClr val="FFFF0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Network congestion and latency</a:t>
            </a:r>
            <a:r>
              <a:rPr lang="en-US" sz="2600" dirty="0">
                <a:solidFill>
                  <a:schemeClr val="tx1"/>
                </a:solidFill>
                <a:highlight>
                  <a:srgbClr val="FFFF0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The use of many small, services can result in additional latency because of interservice communication and a long chain of service dependencies. So design APIs carefully and use asynchronous communication patterns.</a:t>
            </a:r>
            <a:endParaRPr sz="2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8" name="Google Shape;188;p10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Challenges of Microservices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Integrity -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Each microservice is responsible for its own data persistence. As a result, data consistency can be a challenge.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Management -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be successful with microservices requires a mature DevOps culture. Correlated logging across services can be challenging for a single user operation.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Versioning -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Be careful while updating a service. It must not break services that depend on it. So without careful design, you might have problems with backward or forward compatibility.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Skillset -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Microservices are highly distributed systems. So need a skilled and experience team to implement it.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4" name="Google Shape;194;p1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Challenges of Microservices Contd..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BBAA6EB8-7F6C-CF99-61B2-423CEC21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>
            <a:extLst>
              <a:ext uri="{FF2B5EF4-FFF2-40B4-BE49-F238E27FC236}">
                <a16:creationId xmlns:a16="http://schemas.microsoft.com/office/drawing/2014/main" id="{030B2B19-E8A7-1D60-3059-02603856DC46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24 x 7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Response is 3 </a:t>
            </a:r>
            <a:r>
              <a:rPr lang="en-US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ms</a:t>
            </a:r>
            <a:r>
              <a:rPr lang="en-US" sz="28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US"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Concurrent users is 500.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Deposit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Loans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Statements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Transfers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Which decides the tech arch – Functional vs Non functional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4" name="Google Shape;194;p11">
            <a:extLst>
              <a:ext uri="{FF2B5EF4-FFF2-40B4-BE49-F238E27FC236}">
                <a16:creationId xmlns:a16="http://schemas.microsoft.com/office/drawing/2014/main" id="{622810FD-3F0C-1352-C157-05C864E70141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/>
              <a:t>NFR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662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5E2DDC42-CD54-D8BF-A8EB-432EC7DB5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>
            <a:extLst>
              <a:ext uri="{FF2B5EF4-FFF2-40B4-BE49-F238E27FC236}">
                <a16:creationId xmlns:a16="http://schemas.microsoft.com/office/drawing/2014/main" id="{1076BE6C-15B7-FFAD-5188-74F45C03E218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Notepad – Document editor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Online MS word – Document editor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Collab word editors 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18 months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 months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Both the application has to co-exist. For pilot customers, go with redesign. For other customers, use legacy.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4" name="Google Shape;194;p11">
            <a:extLst>
              <a:ext uri="{FF2B5EF4-FFF2-40B4-BE49-F238E27FC236}">
                <a16:creationId xmlns:a16="http://schemas.microsoft.com/office/drawing/2014/main" id="{534276F9-D6F0-280B-7309-89FDAD28D713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/>
              <a:t>NFR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763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3468CB39-E647-BC04-C4CB-FF25D130D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>
            <a:extLst>
              <a:ext uri="{FF2B5EF4-FFF2-40B4-BE49-F238E27FC236}">
                <a16:creationId xmlns:a16="http://schemas.microsoft.com/office/drawing/2014/main" id="{059676C2-0C98-7D08-3BB2-2C1A58230883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Fallback strategy?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UAT region has to be 99.99% same like Production. Do aggressive testing, bring in more business users to test before you go for complete shutdown of legacy.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Transfer between accounts within the same bank. Savings account to credit card.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Develop this as microservice. In the front end, make the switch for pilot customers. 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4" name="Google Shape;194;p11">
            <a:extLst>
              <a:ext uri="{FF2B5EF4-FFF2-40B4-BE49-F238E27FC236}">
                <a16:creationId xmlns:a16="http://schemas.microsoft.com/office/drawing/2014/main" id="{AAA07850-BEA3-00A9-397E-4A1CEB052F08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/>
              <a:t>NFR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361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90BF4323-BB46-D723-98B0-B3ADBD31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>
            <a:extLst>
              <a:ext uri="{FF2B5EF4-FFF2-40B4-BE49-F238E27FC236}">
                <a16:creationId xmlns:a16="http://schemas.microsoft.com/office/drawing/2014/main" id="{C9F171EF-F86C-DA3F-6F6E-CAA376AF01CF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FE, BE, DB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 – No change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 – Microservice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DB – No change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services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 from product background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4" name="Google Shape;194;p11">
            <a:extLst>
              <a:ext uri="{FF2B5EF4-FFF2-40B4-BE49-F238E27FC236}">
                <a16:creationId xmlns:a16="http://schemas.microsoft.com/office/drawing/2014/main" id="{55E1BFC3-2BB4-10DE-F5A0-523634C7DDFA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/>
              <a:t>NFR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073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>
                <a:solidFill>
                  <a:schemeClr val="bg1"/>
                </a:solidFill>
              </a:rPr>
              <a:t>N-Layer App to Microservices</a:t>
            </a:r>
            <a:endParaRPr sz="3600" dirty="0">
              <a:solidFill>
                <a:schemeClr val="bg1"/>
              </a:solidFill>
            </a:endParaRPr>
          </a:p>
        </p:txBody>
      </p:sp>
      <p:pic>
        <p:nvPicPr>
          <p:cNvPr id="200" name="Google Shape;20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8775" y="2325003"/>
            <a:ext cx="6512548" cy="297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187" y="2325003"/>
            <a:ext cx="4804759" cy="276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/>
          <p:nvPr/>
        </p:nvSpPr>
        <p:spPr>
          <a:xfrm>
            <a:off x="4851635" y="3280253"/>
            <a:ext cx="596829" cy="42897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DEAF6"/>
          </a:solidFill>
          <a:ln w="12700" cap="flat" cmpd="sng">
            <a:solidFill>
              <a:srgbClr val="146B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Key concepts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Domain</a:t>
            </a:r>
            <a:r>
              <a:rPr lang="en-IN" dirty="0"/>
              <a:t>: The subject area your application addresses</a:t>
            </a:r>
          </a:p>
          <a:p>
            <a:pPr marL="0" indent="0">
              <a:buNone/>
            </a:pPr>
            <a:r>
              <a:rPr lang="en-IN" b="1" dirty="0"/>
              <a:t>Model</a:t>
            </a:r>
            <a:r>
              <a:rPr lang="en-IN" dirty="0"/>
              <a:t>: Abstract system that describes selected aspects of the domain</a:t>
            </a:r>
          </a:p>
          <a:p>
            <a:pPr marL="0" indent="0">
              <a:buNone/>
            </a:pPr>
            <a:r>
              <a:rPr lang="en-IN" b="1" dirty="0"/>
              <a:t>Ubiquitous Language</a:t>
            </a:r>
            <a:r>
              <a:rPr lang="en-IN" dirty="0"/>
              <a:t>: Shared language between developers and domain experts</a:t>
            </a:r>
          </a:p>
          <a:p>
            <a:pPr marL="0" indent="0">
              <a:buNone/>
            </a:pPr>
            <a:r>
              <a:rPr lang="en-IN" b="1" dirty="0"/>
              <a:t>Bounded Context</a:t>
            </a:r>
            <a:r>
              <a:rPr lang="en-IN" dirty="0"/>
              <a:t>: Explicit boundary within which a model is defined and applicable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endParaRPr dirty="0"/>
          </a:p>
        </p:txBody>
      </p:sp>
      <p:sp>
        <p:nvSpPr>
          <p:cNvPr id="124" name="Google Shape;124;p2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/>
              <a:t>DDD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990DD816-18FE-4D47-5FC5-1D4D940C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9D10D4D1-BB7B-7A16-4976-0C5EB1E3D6D7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b="1" dirty="0"/>
              <a:t>Entity</a:t>
            </a:r>
            <a:r>
              <a:rPr lang="en-IN" dirty="0"/>
              <a:t>: Has a unique identity (e.g., User, Order)</a:t>
            </a:r>
          </a:p>
          <a:p>
            <a:r>
              <a:rPr lang="en-IN" b="1" dirty="0"/>
              <a:t>Value Object</a:t>
            </a:r>
            <a:r>
              <a:rPr lang="en-IN" dirty="0"/>
              <a:t>: No identity, defined by its attributes (e.g., Address)</a:t>
            </a:r>
          </a:p>
          <a:p>
            <a:r>
              <a:rPr lang="en-IN" b="1" dirty="0"/>
              <a:t>Aggregate</a:t>
            </a:r>
            <a:r>
              <a:rPr lang="en-IN" dirty="0"/>
              <a:t>: Cluster of domain objects treated as a unit</a:t>
            </a:r>
          </a:p>
          <a:p>
            <a:r>
              <a:rPr lang="en-IN" b="1" dirty="0"/>
              <a:t>Repository</a:t>
            </a:r>
            <a:r>
              <a:rPr lang="en-IN" dirty="0"/>
              <a:t>: Interface for accessing aggregates</a:t>
            </a:r>
          </a:p>
          <a:p>
            <a:r>
              <a:rPr lang="en-IN" b="1" dirty="0"/>
              <a:t>Service</a:t>
            </a:r>
            <a:r>
              <a:rPr lang="en-IN" dirty="0"/>
              <a:t>: Business logic that doesn’t naturally fit in an entity or value object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dirty="0"/>
          </a:p>
        </p:txBody>
      </p:sp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297254D6-2C18-53E6-A81B-01A5981BA449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/>
              <a:t>DDD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74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056D87FA-26AA-3B6E-CF4C-7DBA982FD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B1657369-E100-0F46-3823-CEE486B55BEC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>
                <a:srgbClr val="0070C0"/>
              </a:buClr>
              <a:buSzPts val="3600"/>
            </a:pPr>
            <a:r>
              <a:rPr lang="en-US" dirty="0"/>
              <a:t>DDD – Fictitious core banking platform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22105C-3CF2-DCF5-8CA4-EB9204EBC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097" y="1098684"/>
            <a:ext cx="7381529" cy="492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042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745A056B-CD72-E6FB-1DB0-14E2A903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E85707E7-AE78-F1C5-13A6-80820FC60BF2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/>
              <a:t>Reference architecture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E879BB-F125-3B4B-38E1-2D2B88866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108662"/>
              </p:ext>
            </p:extLst>
          </p:nvPr>
        </p:nvGraphicFramePr>
        <p:xfrm>
          <a:off x="186484" y="1248937"/>
          <a:ext cx="11122056" cy="4942188"/>
        </p:xfrm>
        <a:graphic>
          <a:graphicData uri="http://schemas.openxmlformats.org/drawingml/2006/table">
            <a:tbl>
              <a:tblPr/>
              <a:tblGrid>
                <a:gridCol w="5561028">
                  <a:extLst>
                    <a:ext uri="{9D8B030D-6E8A-4147-A177-3AD203B41FA5}">
                      <a16:colId xmlns:a16="http://schemas.microsoft.com/office/drawing/2014/main" val="2811700385"/>
                    </a:ext>
                  </a:extLst>
                </a:gridCol>
                <a:gridCol w="5561028">
                  <a:extLst>
                    <a:ext uri="{9D8B030D-6E8A-4147-A177-3AD203B41FA5}">
                      <a16:colId xmlns:a16="http://schemas.microsoft.com/office/drawing/2014/main" val="3299472654"/>
                    </a:ext>
                  </a:extLst>
                </a:gridCol>
              </a:tblGrid>
              <a:tr h="411849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Service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Responsibilities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74181"/>
                  </a:ext>
                </a:extLst>
              </a:tr>
              <a:tr h="411849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Customer Service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Onboarding, KYC, customer profile management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926832"/>
                  </a:ext>
                </a:extLst>
              </a:tr>
              <a:tr h="411849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Account Service</a:t>
                      </a: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Create/maintain accounts, balance checks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84769"/>
                  </a:ext>
                </a:extLst>
              </a:tr>
              <a:tr h="411849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Transaction Service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Handle debits, credits, journal entries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408889"/>
                  </a:ext>
                </a:extLst>
              </a:tr>
              <a:tr h="411849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Loan Service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Origination, disbursement, repayment schedules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195926"/>
                  </a:ext>
                </a:extLst>
              </a:tr>
              <a:tr h="411849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Cards Service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Issue cards, manage PINs, block/unblock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628545"/>
                  </a:ext>
                </a:extLst>
              </a:tr>
              <a:tr h="411849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Payments Service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Process internal and external payments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34965"/>
                  </a:ext>
                </a:extLst>
              </a:tr>
              <a:tr h="411849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Risk/Fraud Service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Transaction scoring, anomaly detection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73213"/>
                  </a:ext>
                </a:extLst>
              </a:tr>
              <a:tr h="411849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Notification Service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Email, SMS, in-app notifications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082300"/>
                  </a:ext>
                </a:extLst>
              </a:tr>
              <a:tr h="411849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Audit &amp; Logging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Immutable transaction and service logs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871599"/>
                  </a:ext>
                </a:extLst>
              </a:tr>
              <a:tr h="411849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Reporting &amp; Analytics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Real-time and batch analytics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363517"/>
                  </a:ext>
                </a:extLst>
              </a:tr>
              <a:tr h="411849">
                <a:tc>
                  <a:txBody>
                    <a:bodyPr/>
                    <a:lstStyle/>
                    <a:p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Compliance Service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AML checks, regulatory reporting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039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358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566502E1-2973-BD18-9D34-989F123BF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D61F7C45-D6C8-BF43-911B-4D56F5F2E7DE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/>
              <a:t>Reference architecture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0D8BA-668D-63BD-3731-3A43A5B284ED}"/>
              </a:ext>
            </a:extLst>
          </p:cNvPr>
          <p:cNvSpPr txBox="1"/>
          <p:nvPr/>
        </p:nvSpPr>
        <p:spPr>
          <a:xfrm>
            <a:off x="3019194" y="1182028"/>
            <a:ext cx="749640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+----------------------------------------------------------+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                 User Interface / Channels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(Web, Mobile, ATM, POS, IVR, Contact Center, API)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+------------------------+---------------------------------+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             v</a:t>
            </a:r>
          </a:p>
          <a:p>
            <a:r>
              <a:rPr lang="en-US" sz="800" dirty="0">
                <a:solidFill>
                  <a:schemeClr val="bg1"/>
                </a:solidFill>
              </a:rPr>
              <a:t>+----------------------------------------------------------+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       API Gateway / BFF (Backend for Frontend)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- Request Routing, Authentication, Rate Limiting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+------------------------+---------------------------------+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             v</a:t>
            </a:r>
          </a:p>
          <a:p>
            <a:r>
              <a:rPr lang="en-US" sz="800" dirty="0">
                <a:solidFill>
                  <a:schemeClr val="bg1"/>
                </a:solidFill>
              </a:rPr>
              <a:t>+----------------------------------------------------------+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     Microservices Layer (Domain-Driven Design)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- Customer Service        - Loan Service 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- Account Service         - Payments Service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- Cards Service           - Notification Service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- Transactions Service    - Audit &amp; Logging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- Compliance/KYC Service - Risk &amp; Fraud Detection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+------------------------+---------------------------------+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             v</a:t>
            </a:r>
          </a:p>
          <a:p>
            <a:r>
              <a:rPr lang="en-US" sz="800" dirty="0">
                <a:solidFill>
                  <a:schemeClr val="bg1"/>
                </a:solidFill>
              </a:rPr>
              <a:t>+----------------------------------------------------------+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                  Service Mesh (Optional)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- Observability, Traffic Management, Security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+------------------------+---------------------------------+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             v</a:t>
            </a:r>
          </a:p>
          <a:p>
            <a:r>
              <a:rPr lang="en-US" sz="800" dirty="0">
                <a:solidFill>
                  <a:schemeClr val="bg1"/>
                </a:solidFill>
              </a:rPr>
              <a:t>+----------------------------------------------------------+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                Data &amp; Integration Layer 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- Polyglot Persistence (SQL, NoSQL, Ledger DB)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- Event Store / CQRS                      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- Data Lakes / Analytics                 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- Change Data Capture / CDC              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+----------------------------------------------------------+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                         v</a:t>
            </a:r>
          </a:p>
          <a:p>
            <a:r>
              <a:rPr lang="en-US" sz="800" dirty="0">
                <a:solidFill>
                  <a:schemeClr val="bg1"/>
                </a:solidFill>
              </a:rPr>
              <a:t>+----------------------------------------------------------+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      External Systems / Integration Services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- Core Banking Ledger (legacy if co-existing)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- Credit Bureaus, Payment Networks, SWIFT, etc.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|  - FinTech / </a:t>
            </a:r>
            <a:r>
              <a:rPr lang="en-US" sz="800" dirty="0" err="1">
                <a:solidFill>
                  <a:schemeClr val="bg1"/>
                </a:solidFill>
              </a:rPr>
              <a:t>RegTech</a:t>
            </a:r>
            <a:r>
              <a:rPr lang="en-US" sz="800" dirty="0">
                <a:solidFill>
                  <a:schemeClr val="bg1"/>
                </a:solidFill>
              </a:rPr>
              <a:t> Integration                         |</a:t>
            </a:r>
          </a:p>
          <a:p>
            <a:r>
              <a:rPr lang="en-US" sz="800" dirty="0">
                <a:solidFill>
                  <a:schemeClr val="bg1"/>
                </a:solidFill>
              </a:rPr>
              <a:t>+----------------------------------------------------------+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482019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BD74253A-B06A-66D0-F590-1235F5928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0072DD14-0D2E-2930-BF09-4A5DA027184E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/>
              <a:t>RPC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3BD791-F3CF-B347-AC13-E753C682CC5C}"/>
              </a:ext>
            </a:extLst>
          </p:cNvPr>
          <p:cNvSpPr/>
          <p:nvPr/>
        </p:nvSpPr>
        <p:spPr>
          <a:xfrm>
            <a:off x="1237785" y="1605776"/>
            <a:ext cx="1672683" cy="14719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M1(8081)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76A6F7-21ED-27DB-49A8-D443BD9144F5}"/>
              </a:ext>
            </a:extLst>
          </p:cNvPr>
          <p:cNvSpPr/>
          <p:nvPr/>
        </p:nvSpPr>
        <p:spPr>
          <a:xfrm>
            <a:off x="5887844" y="1605776"/>
            <a:ext cx="1672683" cy="14719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M2 (9001)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6E96AA-E243-8B11-1D19-DAC283C163C3}"/>
              </a:ext>
            </a:extLst>
          </p:cNvPr>
          <p:cNvCxnSpPr>
            <a:stCxn id="4" idx="3"/>
          </p:cNvCxnSpPr>
          <p:nvPr/>
        </p:nvCxnSpPr>
        <p:spPr>
          <a:xfrm flipV="1">
            <a:off x="2910468" y="2341756"/>
            <a:ext cx="2977376" cy="1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039FFA-174F-EDFC-9A64-A911552344DC}"/>
              </a:ext>
            </a:extLst>
          </p:cNvPr>
          <p:cNvSpPr txBox="1"/>
          <p:nvPr/>
        </p:nvSpPr>
        <p:spPr>
          <a:xfrm>
            <a:off x="3367668" y="1702143"/>
            <a:ext cx="176189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74E9F-35C0-EF2D-8025-93CA98103A12}"/>
              </a:ext>
            </a:extLst>
          </p:cNvPr>
          <p:cNvSpPr txBox="1"/>
          <p:nvPr/>
        </p:nvSpPr>
        <p:spPr>
          <a:xfrm>
            <a:off x="1728439" y="3735659"/>
            <a:ext cx="39921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IPC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In process</a:t>
            </a:r>
          </a:p>
          <a:p>
            <a:r>
              <a:rPr lang="en-US" sz="3200" dirty="0">
                <a:solidFill>
                  <a:schemeClr val="bg1"/>
                </a:solidFill>
              </a:rPr>
              <a:t>Out of 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1B010-3A98-C7BB-0676-29991EF83164}"/>
              </a:ext>
            </a:extLst>
          </p:cNvPr>
          <p:cNvSpPr txBox="1"/>
          <p:nvPr/>
        </p:nvSpPr>
        <p:spPr>
          <a:xfrm>
            <a:off x="5129561" y="3624146"/>
            <a:ext cx="4549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Search for a word and count the word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B30552-2719-CB16-C3C5-A9021A1A3828}"/>
              </a:ext>
            </a:extLst>
          </p:cNvPr>
          <p:cNvSpPr/>
          <p:nvPr/>
        </p:nvSpPr>
        <p:spPr>
          <a:xfrm>
            <a:off x="6863577" y="4766711"/>
            <a:ext cx="998034" cy="9690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847EE-2A77-C101-85DB-F763A1E8ECB2}"/>
              </a:ext>
            </a:extLst>
          </p:cNvPr>
          <p:cNvSpPr/>
          <p:nvPr/>
        </p:nvSpPr>
        <p:spPr>
          <a:xfrm>
            <a:off x="9355875" y="4756028"/>
            <a:ext cx="1107686" cy="9690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261925-8CF5-0886-1F05-43500C9488C2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861611" y="5240532"/>
            <a:ext cx="1494264" cy="1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0B35B43-F331-71CF-D2BC-EA43E5F39309}"/>
              </a:ext>
            </a:extLst>
          </p:cNvPr>
          <p:cNvSpPr txBox="1"/>
          <p:nvPr/>
        </p:nvSpPr>
        <p:spPr>
          <a:xfrm>
            <a:off x="7950820" y="4771849"/>
            <a:ext cx="97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AD6081-E8D3-2C91-3661-77BBE5DE0A11}"/>
              </a:ext>
            </a:extLst>
          </p:cNvPr>
          <p:cNvSpPr txBox="1"/>
          <p:nvPr/>
        </p:nvSpPr>
        <p:spPr>
          <a:xfrm>
            <a:off x="9679259" y="2430966"/>
            <a:ext cx="18511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Stub</a:t>
            </a:r>
          </a:p>
          <a:p>
            <a:r>
              <a:rPr lang="en-US" dirty="0">
                <a:solidFill>
                  <a:schemeClr val="bg1"/>
                </a:solidFill>
              </a:rPr>
              <a:t>Client</a:t>
            </a:r>
          </a:p>
          <a:p>
            <a:r>
              <a:rPr lang="en-US" dirty="0">
                <a:solidFill>
                  <a:schemeClr val="bg1"/>
                </a:solidFill>
              </a:rPr>
              <a:t>Server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HTTP2</a:t>
            </a:r>
          </a:p>
        </p:txBody>
      </p:sp>
    </p:spTree>
    <p:extLst>
      <p:ext uri="{BB962C8B-B14F-4D97-AF65-F5344CB8AC3E}">
        <p14:creationId xmlns:p14="http://schemas.microsoft.com/office/powerpoint/2010/main" val="200056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1AFD328-CEE5-0EB0-ABFA-BE3382DF6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AE3B4B30-39A4-3FE5-64A5-FDD189F8B3A7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b="1" dirty="0" err="1"/>
              <a:t>gRPC</a:t>
            </a:r>
            <a:r>
              <a:rPr lang="en-IN" b="1" dirty="0"/>
              <a:t> (</a:t>
            </a:r>
            <a:r>
              <a:rPr lang="en-IN" b="1" dirty="0" err="1"/>
              <a:t>gRPC</a:t>
            </a:r>
            <a:r>
              <a:rPr lang="en-IN" b="1" dirty="0"/>
              <a:t> Remote Procedure Call)</a:t>
            </a:r>
            <a:r>
              <a:rPr lang="en-IN" dirty="0"/>
              <a:t> is a modern open-source high-performance RPC framework.</a:t>
            </a:r>
          </a:p>
          <a:p>
            <a:r>
              <a:rPr lang="en-IN" dirty="0"/>
              <a:t>Initially developed by </a:t>
            </a:r>
            <a:r>
              <a:rPr lang="en-IN" b="1" dirty="0"/>
              <a:t>Google</a:t>
            </a:r>
            <a:r>
              <a:rPr lang="en-IN" dirty="0"/>
              <a:t>; now part of the </a:t>
            </a:r>
            <a:r>
              <a:rPr lang="en-IN" b="1" dirty="0"/>
              <a:t>Cloud Native Computing Foundation (CNCF)</a:t>
            </a:r>
            <a:r>
              <a:rPr lang="en-IN" dirty="0"/>
              <a:t>.</a:t>
            </a:r>
          </a:p>
          <a:p>
            <a:r>
              <a:rPr lang="en-IN" dirty="0"/>
              <a:t>Uses </a:t>
            </a:r>
            <a:r>
              <a:rPr lang="en-IN" b="1" dirty="0"/>
              <a:t>Protocol Buffers (</a:t>
            </a:r>
            <a:r>
              <a:rPr lang="en-IN" b="1" dirty="0" err="1"/>
              <a:t>Protobuf</a:t>
            </a:r>
            <a:r>
              <a:rPr lang="en-IN" b="1" dirty="0"/>
              <a:t>)</a:t>
            </a:r>
            <a:r>
              <a:rPr lang="en-IN" dirty="0"/>
              <a:t> as the interface definition language (IDL).</a:t>
            </a:r>
          </a:p>
          <a:p>
            <a:r>
              <a:rPr lang="en-IN" dirty="0"/>
              <a:t>Supports multiple languages (Go, Java, Python, C++, Node.js, etc.).</a:t>
            </a:r>
          </a:p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endParaRPr dirty="0"/>
          </a:p>
        </p:txBody>
      </p:sp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155CB3A5-A26F-EDE7-0A87-2F3B8455D24C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 err="1"/>
              <a:t>gRPC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048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DED51CBD-3860-3D8A-7A90-A5C87FDAE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4CB662F3-9664-4BD8-CDAB-B9992B053BA5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r>
              <a:rPr lang="en-IN" b="1" dirty="0"/>
              <a:t>Efficient &amp; Fast</a:t>
            </a:r>
            <a:r>
              <a:rPr lang="en-IN" dirty="0"/>
              <a:t>: Binary data format (Protocol Buffers) is smaller and faster than JSON/XML.</a:t>
            </a:r>
          </a:p>
          <a:p>
            <a:r>
              <a:rPr lang="en-IN" b="1" dirty="0"/>
              <a:t>Strongly Typed Contracts</a:t>
            </a:r>
            <a:r>
              <a:rPr lang="en-IN" dirty="0"/>
              <a:t>: Schema-first approach using .proto files.</a:t>
            </a:r>
          </a:p>
          <a:p>
            <a:r>
              <a:rPr lang="en-IN" b="1" dirty="0"/>
              <a:t>Bi-directional Streaming</a:t>
            </a:r>
            <a:r>
              <a:rPr lang="en-IN" dirty="0"/>
              <a:t>: Supports 4 types of communication:</a:t>
            </a:r>
          </a:p>
          <a:p>
            <a:r>
              <a:rPr lang="en-IN" dirty="0"/>
              <a:t>Unary RPC</a:t>
            </a:r>
          </a:p>
          <a:p>
            <a:r>
              <a:rPr lang="en-IN" dirty="0"/>
              <a:t>Server Streaming</a:t>
            </a:r>
          </a:p>
          <a:p>
            <a:r>
              <a:rPr lang="en-IN" dirty="0"/>
              <a:t>Client Streaming</a:t>
            </a:r>
          </a:p>
          <a:p>
            <a:r>
              <a:rPr lang="en-IN" dirty="0"/>
              <a:t>Bi-directional Streaming</a:t>
            </a:r>
          </a:p>
          <a:p>
            <a:r>
              <a:rPr lang="en-IN" b="1" dirty="0"/>
              <a:t>Built-in Code Generation</a:t>
            </a:r>
            <a:r>
              <a:rPr lang="en-IN" dirty="0"/>
              <a:t>: Stubs and client/server code are auto-generated from .proto.</a:t>
            </a:r>
          </a:p>
          <a:p>
            <a:r>
              <a:rPr lang="en-IN" b="1" dirty="0"/>
              <a:t>Built on HTTP/2</a:t>
            </a:r>
            <a:r>
              <a:rPr lang="en-IN" dirty="0"/>
              <a:t>: Enables multiplexing, flow control, header compression, and more.</a:t>
            </a:r>
          </a:p>
        </p:txBody>
      </p:sp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75B396C5-930D-561A-406B-838078C74504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 err="1"/>
              <a:t>gRPC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343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6B6DD86B-D5D0-C0AF-7302-A97CFBCC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8B0FBBD8-8E15-1C42-9131-D9355108E910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/>
              <a:t>REST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62ABA4-FD38-B30E-675A-036AC22FC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657" y="2089090"/>
            <a:ext cx="7770685" cy="373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700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408A5AE-D98B-91CA-7B6E-DB614AED0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2BD4521B-13DF-29A2-FE64-F8B9B29C0944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 err="1"/>
              <a:t>gRPC</a:t>
            </a: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40C8E08-EF3B-63FC-7139-F64650CFB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902" y="1404256"/>
            <a:ext cx="8463776" cy="456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413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16D70840-57ED-A5EA-8283-76D7FE67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3DEA6478-9EA7-9D93-0DF1-0E30EE5952E5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 err="1"/>
              <a:t>gRPC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005108-6B67-350D-EF62-F518A67BEEE0}"/>
              </a:ext>
            </a:extLst>
          </p:cNvPr>
          <p:cNvSpPr/>
          <p:nvPr/>
        </p:nvSpPr>
        <p:spPr>
          <a:xfrm>
            <a:off x="7917366" y="1806498"/>
            <a:ext cx="2843561" cy="1193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GreeterService</a:t>
            </a:r>
            <a:r>
              <a:rPr lang="en-US" dirty="0"/>
              <a:t> (Hello, Welcome) (</a:t>
            </a:r>
            <a:r>
              <a:rPr lang="en-IN" dirty="0" err="1"/>
              <a:t>HelloRequest</a:t>
            </a:r>
            <a:r>
              <a:rPr lang="en-IN" dirty="0"/>
              <a:t>, </a:t>
            </a:r>
            <a:r>
              <a:rPr lang="en-IN" dirty="0" err="1"/>
              <a:t>HelloReply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EF2B2B-1B71-A123-461D-B3884E8955ED}"/>
              </a:ext>
            </a:extLst>
          </p:cNvPr>
          <p:cNvSpPr/>
          <p:nvPr/>
        </p:nvSpPr>
        <p:spPr>
          <a:xfrm>
            <a:off x="7917366" y="3243423"/>
            <a:ext cx="2843561" cy="1193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HappyBday</a:t>
            </a:r>
            <a:r>
              <a:rPr lang="en-US" dirty="0"/>
              <a:t> service (</a:t>
            </a:r>
            <a:r>
              <a:rPr lang="en-IN" dirty="0" err="1"/>
              <a:t>HelloRequest</a:t>
            </a:r>
            <a:r>
              <a:rPr lang="en-IN" dirty="0"/>
              <a:t>, </a:t>
            </a:r>
            <a:r>
              <a:rPr lang="en-IN" dirty="0" err="1"/>
              <a:t>HelloReply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197F2A-6C1B-EDFF-4F5E-D064EFEBC971}"/>
              </a:ext>
            </a:extLst>
          </p:cNvPr>
          <p:cNvSpPr/>
          <p:nvPr/>
        </p:nvSpPr>
        <p:spPr>
          <a:xfrm>
            <a:off x="3178098" y="2072545"/>
            <a:ext cx="2163336" cy="2198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692A60-8F07-C051-9096-F43F1E96A40F}"/>
              </a:ext>
            </a:extLst>
          </p:cNvPr>
          <p:cNvCxnSpPr>
            <a:cxnSpLocks/>
            <a:stCxn id="11" idx="7"/>
            <a:endCxn id="2" idx="1"/>
          </p:cNvCxnSpPr>
          <p:nvPr/>
        </p:nvCxnSpPr>
        <p:spPr>
          <a:xfrm flipV="1">
            <a:off x="5706777" y="2403088"/>
            <a:ext cx="2210589" cy="540988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AF86B4-0D23-6B03-4CB0-1D63C756FF86}"/>
              </a:ext>
            </a:extLst>
          </p:cNvPr>
          <p:cNvCxnSpPr>
            <a:cxnSpLocks/>
            <a:stCxn id="11" idx="5"/>
            <a:endCxn id="3" idx="1"/>
          </p:cNvCxnSpPr>
          <p:nvPr/>
        </p:nvCxnSpPr>
        <p:spPr>
          <a:xfrm>
            <a:off x="5706777" y="3440837"/>
            <a:ext cx="2210589" cy="39917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89CBE41-57E5-0821-9624-30A11A43404F}"/>
              </a:ext>
            </a:extLst>
          </p:cNvPr>
          <p:cNvSpPr/>
          <p:nvPr/>
        </p:nvSpPr>
        <p:spPr>
          <a:xfrm>
            <a:off x="4824761" y="2841193"/>
            <a:ext cx="1033346" cy="70252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Stub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C853A4-9690-BEE9-3C08-58FD200BFD20}"/>
              </a:ext>
            </a:extLst>
          </p:cNvPr>
          <p:cNvSpPr/>
          <p:nvPr/>
        </p:nvSpPr>
        <p:spPr>
          <a:xfrm>
            <a:off x="862361" y="2093270"/>
            <a:ext cx="1657815" cy="2198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RestController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C572EA-3013-B9FD-A2BA-1687E4B92004}"/>
              </a:ext>
            </a:extLst>
          </p:cNvPr>
          <p:cNvCxnSpPr>
            <a:cxnSpLocks/>
            <a:stCxn id="14" idx="3"/>
            <a:endCxn id="4" idx="1"/>
          </p:cNvCxnSpPr>
          <p:nvPr/>
        </p:nvCxnSpPr>
        <p:spPr>
          <a:xfrm flipV="1">
            <a:off x="2520176" y="3171731"/>
            <a:ext cx="657922" cy="2072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85436F-0178-6F8F-6746-E8213D26AB52}"/>
              </a:ext>
            </a:extLst>
          </p:cNvPr>
          <p:cNvCxnSpPr>
            <a:cxnSpLocks/>
          </p:cNvCxnSpPr>
          <p:nvPr/>
        </p:nvCxnSpPr>
        <p:spPr>
          <a:xfrm flipV="1">
            <a:off x="198864" y="3192456"/>
            <a:ext cx="657922" cy="2072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4A82D52-ED01-37D0-E78B-1525C837957F}"/>
              </a:ext>
            </a:extLst>
          </p:cNvPr>
          <p:cNvSpPr txBox="1"/>
          <p:nvPr/>
        </p:nvSpPr>
        <p:spPr>
          <a:xfrm>
            <a:off x="171914" y="2660063"/>
            <a:ext cx="578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REST</a:t>
            </a:r>
          </a:p>
        </p:txBody>
      </p:sp>
    </p:spTree>
    <p:extLst>
      <p:ext uri="{BB962C8B-B14F-4D97-AF65-F5344CB8AC3E}">
        <p14:creationId xmlns:p14="http://schemas.microsoft.com/office/powerpoint/2010/main" val="3076513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BB94F59A-0019-DE3F-86D5-A31BDFF3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5E0D6BA0-9AC7-3306-1B84-DDBF66B48CA4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 err="1"/>
              <a:t>gRPC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6F59E9-7C9D-7AE5-950A-213CB34E3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643542"/>
              </p:ext>
            </p:extLst>
          </p:nvPr>
        </p:nvGraphicFramePr>
        <p:xfrm>
          <a:off x="493295" y="1378226"/>
          <a:ext cx="11287887" cy="4572001"/>
        </p:xfrm>
        <a:graphic>
          <a:graphicData uri="http://schemas.openxmlformats.org/drawingml/2006/table">
            <a:tbl>
              <a:tblPr/>
              <a:tblGrid>
                <a:gridCol w="3762629">
                  <a:extLst>
                    <a:ext uri="{9D8B030D-6E8A-4147-A177-3AD203B41FA5}">
                      <a16:colId xmlns:a16="http://schemas.microsoft.com/office/drawing/2014/main" val="2278502575"/>
                    </a:ext>
                  </a:extLst>
                </a:gridCol>
                <a:gridCol w="3762629">
                  <a:extLst>
                    <a:ext uri="{9D8B030D-6E8A-4147-A177-3AD203B41FA5}">
                      <a16:colId xmlns:a16="http://schemas.microsoft.com/office/drawing/2014/main" val="3485344184"/>
                    </a:ext>
                  </a:extLst>
                </a:gridCol>
                <a:gridCol w="3762629">
                  <a:extLst>
                    <a:ext uri="{9D8B030D-6E8A-4147-A177-3AD203B41FA5}">
                      <a16:colId xmlns:a16="http://schemas.microsoft.com/office/drawing/2014/main" val="2427378279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gRPC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90698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Protocol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HTTP/2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HTTP/1.1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44559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Data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Protobuf (binary)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JSON (text)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3145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38808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Streaming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Yes (Bi-directional)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Limited (via HTTP)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103877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Code Gen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Yes (auto-generated stubs)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42032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Browser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Limited (use </a:t>
                      </a:r>
                      <a:r>
                        <a:rPr lang="en-IN" dirty="0" err="1">
                          <a:solidFill>
                            <a:schemeClr val="bg1"/>
                          </a:solidFill>
                        </a:rPr>
                        <a:t>gRPC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-Web)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Full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363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58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3A29D420-DA3E-7704-7DA8-9B4AE8E8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3539E24E-5896-9495-A0F0-C584194582F0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Demo.</a:t>
            </a:r>
            <a:endParaRPr dirty="0"/>
          </a:p>
        </p:txBody>
      </p:sp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141AF46B-7B5A-CE00-041E-0588F9BF30A2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dirty="0" err="1"/>
              <a:t>gRPC</a:t>
            </a:r>
            <a:r>
              <a:rPr lang="en-US"/>
              <a:t> 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516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D1EF602D-6F9C-8A50-F4D0-503EFC8C3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87492AF1-DCB9-5A61-97B9-DDC031C9CC73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dirty="0"/>
              <a:t>AWS well architected framework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638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CB74E639-514F-4BC8-373B-B9D0B657D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0D1F256A-86F3-42BF-A9E8-E57F05A7CF84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The Twelve-Factor App methodology was created by Adam Wiggins and engineers at Heroku while building Heroku platform.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First presented by Adam Wiggins in 2011.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Later due to their generic and platform independent implementation they are released as fundamental guidelines for any cloud ready application.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Include defined practices around version control, environment configuration, isolated dependencies, executing apps as stateless resources, working with backing services like database, queue, and much more.</a:t>
            </a:r>
            <a:endParaRPr/>
          </a:p>
        </p:txBody>
      </p:sp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B8BDF43A-DABC-7A8F-9AC0-75CC4D5BE444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What is Twelve-Factor App?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7772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15D1A8-6273-17BE-79AC-7DBAD235AD0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The Twelve-Factors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C43FF-C4AC-FC9F-FCE6-28459486A18E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r>
              <a:rPr lang="en-US" dirty="0"/>
              <a:t>VII. Port binding</a:t>
            </a:r>
          </a:p>
          <a:p>
            <a:r>
              <a:rPr lang="en-US" dirty="0"/>
              <a:t>VIII. Concurrency</a:t>
            </a:r>
          </a:p>
          <a:p>
            <a:r>
              <a:rPr lang="en-US" dirty="0"/>
              <a:t>IX. Disposability</a:t>
            </a:r>
          </a:p>
          <a:p>
            <a:r>
              <a:rPr lang="en-US" dirty="0"/>
              <a:t>X. Dev/prod parity</a:t>
            </a:r>
          </a:p>
          <a:p>
            <a:r>
              <a:rPr lang="en-US" dirty="0"/>
              <a:t>XI. Logs</a:t>
            </a:r>
          </a:p>
          <a:p>
            <a:r>
              <a:rPr lang="en-US" dirty="0"/>
              <a:t>XII. Admin processes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1E07C-42B0-9BD1-085F-38784A9ED4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I. Codebase 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II. Dependencies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III. Config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IV. Backing services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V. Build, Release run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dirty="0"/>
              <a:t>VI. Processes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99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1. Codebase</a:t>
            </a: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One Codebase Many Deploy</a:t>
            </a:r>
            <a:endParaRPr sz="6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Codebase</a:t>
            </a:r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An app codebase must be stored in a repository managed by a VCS such as Git.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Must be 1-to-1 correlation between the codebase and the app.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A distributed app can have multiple codebases, one for each distributed module.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Multiple apps cannot share code. Such code must be factored out as shared libraries</a:t>
            </a:r>
            <a:endParaRPr dirty="0"/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3">
            <a:alphaModFix/>
          </a:blip>
          <a:srcRect l="6989" t="5894" r="7525" b="3249"/>
          <a:stretch/>
        </p:blipFill>
        <p:spPr>
          <a:xfrm>
            <a:off x="7816018" y="1837287"/>
            <a:ext cx="4059384" cy="2852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ED20A67D-34E4-31B8-BF83-18C9A4A3B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>
            <a:extLst>
              <a:ext uri="{FF2B5EF4-FFF2-40B4-BE49-F238E27FC236}">
                <a16:creationId xmlns:a16="http://schemas.microsoft.com/office/drawing/2014/main" id="{452D9547-66E5-D435-8CC0-545BB84507F9}"/>
              </a:ext>
            </a:extLst>
          </p:cNvPr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Codebase</a:t>
            </a:r>
            <a:endParaRPr/>
          </a:p>
        </p:txBody>
      </p:sp>
      <p:sp>
        <p:nvSpPr>
          <p:cNvPr id="144" name="Google Shape;144;p5">
            <a:extLst>
              <a:ext uri="{FF2B5EF4-FFF2-40B4-BE49-F238E27FC236}">
                <a16:creationId xmlns:a16="http://schemas.microsoft.com/office/drawing/2014/main" id="{72F31D1A-7B7E-2FD6-9D34-301F537DDB90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493295" y="1268098"/>
            <a:ext cx="11605778" cy="487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Release branch – Raise PR</a:t>
            </a: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Build gets triggered</a:t>
            </a: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Merge to master</a:t>
            </a: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Build gets triggered</a:t>
            </a: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Deploy to Dev.</a:t>
            </a: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Raise a PR for Dev to SIT</a:t>
            </a: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Raise a PR for SIT to UAT</a:t>
            </a: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Deploy repo are separate.</a:t>
            </a: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Code base is not duplicated. One single codebase. Just deploy scripts for each region will be separate.</a:t>
            </a: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dirty="0"/>
              <a:t>Dev </a:t>
            </a:r>
            <a:r>
              <a:rPr lang="en-US" dirty="0">
                <a:sym typeface="Wingdings" pitchFamily="2" charset="2"/>
              </a:rPr>
              <a:t> SIT  UAT  Preprod  Prod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857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 dirty="0"/>
              <a:t>2. Dependencies</a:t>
            </a:r>
            <a:endParaRPr dirty="0"/>
          </a:p>
        </p:txBody>
      </p:sp>
      <p:sp>
        <p:nvSpPr>
          <p:cNvPr id="153" name="Google Shape;153;p6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Explicitly Declare and Isolate</a:t>
            </a:r>
            <a:endParaRPr sz="6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Declare dependencies along with their specific versions (if required) in a manifest like </a:t>
            </a:r>
            <a:r>
              <a:rPr lang="en-US" sz="2800" dirty="0" err="1"/>
              <a:t>package.json</a:t>
            </a:r>
            <a:r>
              <a:rPr lang="en-US" sz="2800" dirty="0"/>
              <a:t> in </a:t>
            </a:r>
            <a:r>
              <a:rPr lang="en-US" sz="2800" dirty="0" err="1"/>
              <a:t>npm</a:t>
            </a:r>
            <a:r>
              <a:rPr lang="en-US" sz="2800" dirty="0"/>
              <a:t>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Use dependency isolation tool to prevent accidental import of </a:t>
            </a:r>
            <a:r>
              <a:rPr lang="en-US" sz="2800" dirty="0" err="1"/>
              <a:t>unwantead</a:t>
            </a:r>
            <a:r>
              <a:rPr lang="en-US" sz="2800" dirty="0"/>
              <a:t> dependencies.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Use dependency manager i.e. packaging system like </a:t>
            </a:r>
            <a:r>
              <a:rPr lang="en-US" sz="2800" dirty="0" err="1"/>
              <a:t>nuget</a:t>
            </a:r>
            <a:r>
              <a:rPr lang="en-US" sz="2800" dirty="0"/>
              <a:t> or </a:t>
            </a:r>
            <a:r>
              <a:rPr lang="en-US" sz="2800" dirty="0" err="1"/>
              <a:t>npm</a:t>
            </a:r>
            <a:r>
              <a:rPr lang="en-US" sz="2800" dirty="0"/>
              <a:t> to fetch all required dependencies from their sources and maintain them in a local repository.</a:t>
            </a:r>
            <a:endParaRPr dirty="0"/>
          </a:p>
        </p:txBody>
      </p:sp>
      <p:sp>
        <p:nvSpPr>
          <p:cNvPr id="160" name="Google Shape;160;p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Dependencies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3. Config</a:t>
            </a:r>
            <a:endParaRPr/>
          </a:p>
        </p:txBody>
      </p:sp>
      <p:sp>
        <p:nvSpPr>
          <p:cNvPr id="167" name="Google Shape;167;p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Store Config in the Environment</a:t>
            </a:r>
            <a:endParaRPr sz="6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A 12-factor app requires strict separation of config and code.</a:t>
            </a:r>
            <a:endParaRPr lang="en-US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Config is not checked into the app’s repository.</a:t>
            </a:r>
            <a:endParaRPr lang="en-US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A config contains secrets such as passwords, or </a:t>
            </a:r>
            <a:r>
              <a:rPr lang="en-US" sz="2800" dirty="0" err="1"/>
              <a:t>db</a:t>
            </a:r>
            <a:r>
              <a:rPr lang="en-US" sz="2800" dirty="0"/>
              <a:t> connection strings</a:t>
            </a:r>
            <a:endParaRPr lang="en-US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config should be stored in environment variables.</a:t>
            </a:r>
            <a:endParaRPr lang="en-US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App packaging, containerization runtimes, and orchestration systems provides facility to define config for the app thru environment variables based on the deploy type.</a:t>
            </a:r>
            <a:endParaRPr lang="en-US" dirty="0"/>
          </a:p>
        </p:txBody>
      </p:sp>
      <p:sp>
        <p:nvSpPr>
          <p:cNvPr id="174" name="Google Shape;174;p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Config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4. Backing Services</a:t>
            </a:r>
            <a:endParaRPr lang="en-US"/>
          </a:p>
        </p:txBody>
      </p:sp>
      <p:sp>
        <p:nvSpPr>
          <p:cNvPr id="181" name="Google Shape;181;p10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Treat backing services as attached resources</a:t>
            </a:r>
            <a:endParaRPr lang="en-US" sz="6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Backing services are treated as attached resources, whether they are locally managed or third party services.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They can be accessed easily via a URL or other credentials, and even they can swap to each other.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Backing Services Examples are: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Data Store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SMTP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Caching Systems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Azure Storage</a:t>
            </a:r>
            <a:endParaRPr dirty="0"/>
          </a:p>
        </p:txBody>
      </p:sp>
      <p:sp>
        <p:nvSpPr>
          <p:cNvPr id="188" name="Google Shape;188;p1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Backing Services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 dirty="0"/>
              <a:t>5. Build, Release and Run</a:t>
            </a:r>
            <a:endParaRPr dirty="0"/>
          </a:p>
        </p:txBody>
      </p:sp>
      <p:sp>
        <p:nvSpPr>
          <p:cNvPr id="195" name="Google Shape;195;p12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Strictly separate build and run stages</a:t>
            </a:r>
            <a:endParaRPr sz="6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Build, Release and Run</a:t>
            </a:r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BUILD = codebase + dependencies + assets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RELEASE = BUILD + config</a:t>
            </a:r>
            <a:endParaRPr sz="2800"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RUN = run process against RELEASE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There must be a separate pipeline for build and release process.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The “run” can run multiple times from the same “release” on the environment.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Char char="•"/>
            </a:pPr>
            <a:r>
              <a:rPr lang="en-US" sz="2800" dirty="0"/>
              <a:t>Also, the “release” can run multiple times from the same “build” with different configs.</a:t>
            </a:r>
            <a:endParaRPr dirty="0"/>
          </a:p>
        </p:txBody>
      </p:sp>
      <p:pic>
        <p:nvPicPr>
          <p:cNvPr id="203" name="Google Shape;20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0326" y="1817587"/>
            <a:ext cx="4454874" cy="20020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6. Processes</a:t>
            </a:r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Execute the app as one or more stateless processes</a:t>
            </a:r>
            <a:endParaRPr sz="6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process(es) must be designed to run stateless and share nothing. 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Any state that requires persistent must be handled by the backing services (e.g. database).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 idea of stateless services, help us to scale them by creating multiple instances.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App should save the sessions in a database rather than holding it in its memory.</a:t>
            </a:r>
            <a:endParaRPr dirty="0"/>
          </a:p>
        </p:txBody>
      </p:sp>
      <p:sp>
        <p:nvSpPr>
          <p:cNvPr id="217" name="Google Shape;217;p15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Processes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7. Port Binding</a:t>
            </a:r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Export services via port binding</a:t>
            </a:r>
            <a:endParaRPr sz="6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should be fully self-contained; means it does not requires runtime injection of a web server/container.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should only bind to a TCP/UDP port rather than the complete address set i.e. IP address and TCP/UDP port.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port binding should be configurable; not hard coded in the codebase.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Apps with port binding bring flexibility of getting run within the same environment where all the other processes are bind to different unique ports.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Port Binding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8. Concurrency</a:t>
            </a:r>
            <a:endParaRPr/>
          </a:p>
        </p:txBody>
      </p:sp>
      <p:sp>
        <p:nvSpPr>
          <p:cNvPr id="238" name="Google Shape;238;p1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Scale out via the process model</a:t>
            </a:r>
            <a:endParaRPr sz="6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To ensure the scalability of an app, more copies of the app (processes) should be deployed rather than making the app larger. 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 share-nothing, horizontal partitioning nature of twelve-factor app processes means that adding more concurrency is a simple and reliable operation. 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Tools such as Kubernetes can really help you here.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Concurrency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9. Disposability</a:t>
            </a:r>
            <a:endParaRPr/>
          </a:p>
        </p:txBody>
      </p:sp>
      <p:sp>
        <p:nvSpPr>
          <p:cNvPr id="252" name="Google Shape;252;p20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Maximize robustness with fast startup and graceful shutdown</a:t>
            </a:r>
            <a:endParaRPr sz="6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process should be design in a way that it can be tear down, terminated, and restart again in moments.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process should have minimum startup time.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process should shut down gracefully on terminate signal.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process should also be robust against sudden failure, and should be architect to handle unexpected, non-graceful termination without losing the in progress workload requests.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Disposability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10. Dev/Prod Parity</a:t>
            </a:r>
            <a:endParaRPr/>
          </a:p>
        </p:txBody>
      </p:sp>
      <p:sp>
        <p:nvSpPr>
          <p:cNvPr id="266" name="Google Shape;266;p22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Keep development, staging, and production as similar as possible</a:t>
            </a:r>
            <a:endParaRPr sz="6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An app’s engineering process should be design to support CI/CD.</a:t>
            </a:r>
            <a:endParaRPr dirty="0"/>
          </a:p>
          <a:p>
            <a:pPr lvl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The engineering process should minimize the dev and prod gap.</a:t>
            </a:r>
            <a:endParaRPr dirty="0"/>
          </a:p>
          <a:p>
            <a:pPr lvl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Keeping dev, staging and prod similar will ensure anyone can understand it and provide releases. </a:t>
            </a:r>
            <a:endParaRPr dirty="0"/>
          </a:p>
          <a:p>
            <a:pPr lvl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This ensures great development with limited errors, and also enables better scalability.</a:t>
            </a:r>
            <a:endParaRPr dirty="0"/>
          </a:p>
        </p:txBody>
      </p:sp>
      <p:sp>
        <p:nvSpPr>
          <p:cNvPr id="273" name="Google Shape;273;p23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Dev/Prod Parity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11. Logs</a:t>
            </a:r>
            <a:endParaRPr/>
          </a:p>
        </p:txBody>
      </p:sp>
      <p:sp>
        <p:nvSpPr>
          <p:cNvPr id="280" name="Google Shape;280;p24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Treat logs as event streams</a:t>
            </a:r>
            <a:endParaRPr sz="6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dirty="0"/>
              <a:t>Logs provide visibility into the behavior of a running app.</a:t>
            </a:r>
            <a:endParaRPr dirty="0"/>
          </a:p>
          <a:p>
            <a:pPr lvl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An app should write its logs to its output stream that should be configurable from the environment.</a:t>
            </a:r>
            <a:endParaRPr dirty="0"/>
          </a:p>
          <a:p>
            <a:pPr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Don’t route or store logs in files.</a:t>
            </a:r>
            <a:endParaRPr dirty="0"/>
          </a:p>
          <a:p>
            <a:pPr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</a:pPr>
            <a:r>
              <a:rPr lang="en-US" dirty="0"/>
              <a:t>Use Splunk or Logstash/ELK Stack for logging.</a:t>
            </a:r>
            <a:endParaRPr dirty="0"/>
          </a:p>
        </p:txBody>
      </p:sp>
      <p:sp>
        <p:nvSpPr>
          <p:cNvPr id="287" name="Google Shape;287;p25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Logs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Calibri"/>
              <a:buNone/>
            </a:pPr>
            <a:r>
              <a:rPr lang="en-US" sz="6000"/>
              <a:t>12. Admin Processes</a:t>
            </a:r>
            <a:endParaRPr/>
          </a:p>
        </p:txBody>
      </p:sp>
      <p:sp>
        <p:nvSpPr>
          <p:cNvPr id="294" name="Google Shape;294;p26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000"/>
              <a:buFont typeface="Arial"/>
              <a:buNone/>
            </a:pPr>
            <a:r>
              <a:rPr lang="en-US" sz="4000" dirty="0"/>
              <a:t>Run admin/management tasks as one-off processes</a:t>
            </a:r>
            <a:endParaRPr sz="6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app often comes with various one-off administrative processes for maintenance tasks like cleaning temporary or unused or malformed data etc.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Admin tasks should run as separate process(es) against the same release. Hence any failure either in admin process or app's own process do not impact each other.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Admin code must ship with application code to avoid sync issues.</a:t>
            </a:r>
            <a:endParaRPr dirty="0"/>
          </a:p>
        </p:txBody>
      </p:sp>
      <p:sp>
        <p:nvSpPr>
          <p:cNvPr id="301" name="Google Shape;301;p2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Admin Processes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Use declarative formats for setup automation. This minimizes the time and cost for new developers joining the project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Have a clean contract with the underlying operating system, offering maximum portability between execution environments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Suitable for deployment on modern cloud platforms, thus removing the need for servers and systems administration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Limits differences between development and production, enabling continuous deployment for maximum agility</a:t>
            </a:r>
            <a:endParaRPr dirty="0"/>
          </a:p>
          <a:p>
            <a:pPr marL="228600" lvl="0" indent="-2286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Can scale up without any major changes to tooling, architecture, or development practices, hence performance is a priority</a:t>
            </a:r>
            <a:endParaRPr dirty="0"/>
          </a:p>
        </p:txBody>
      </p:sp>
      <p:sp>
        <p:nvSpPr>
          <p:cNvPr id="308" name="Google Shape;308;p28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Benefits of Twelve-Factor App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184</TotalTime>
  <Words>4994</Words>
  <Application>Microsoft Macintosh PowerPoint</Application>
  <PresentationFormat>Widescreen</PresentationFormat>
  <Paragraphs>631</Paragraphs>
  <Slides>56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</vt:lpstr>
      <vt:lpstr>Calibri</vt:lpstr>
      <vt:lpstr>Calibri Light</vt:lpstr>
      <vt:lpstr>Roboto</vt:lpstr>
      <vt:lpstr>Roboto Light</vt:lpstr>
      <vt:lpstr>Segoe UI</vt:lpstr>
      <vt:lpstr>Wingdings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Codebase</vt:lpstr>
      <vt:lpstr>PowerPoint Presentation</vt:lpstr>
      <vt:lpstr>PowerPoint Presentation</vt:lpstr>
      <vt:lpstr>2. Dependencies</vt:lpstr>
      <vt:lpstr>PowerPoint Presentation</vt:lpstr>
      <vt:lpstr>3. Config</vt:lpstr>
      <vt:lpstr>PowerPoint Presentation</vt:lpstr>
      <vt:lpstr>4. Backing Services</vt:lpstr>
      <vt:lpstr>PowerPoint Presentation</vt:lpstr>
      <vt:lpstr>5. Build, Release and Run</vt:lpstr>
      <vt:lpstr>PowerPoint Presentation</vt:lpstr>
      <vt:lpstr>6. Processes</vt:lpstr>
      <vt:lpstr>PowerPoint Presentation</vt:lpstr>
      <vt:lpstr>7. Port Binding</vt:lpstr>
      <vt:lpstr>PowerPoint Presentation</vt:lpstr>
      <vt:lpstr>8. Concurrency</vt:lpstr>
      <vt:lpstr>PowerPoint Presentation</vt:lpstr>
      <vt:lpstr>9. Disposability</vt:lpstr>
      <vt:lpstr>PowerPoint Presentation</vt:lpstr>
      <vt:lpstr>10. Dev/Prod Parity</vt:lpstr>
      <vt:lpstr>PowerPoint Presentation</vt:lpstr>
      <vt:lpstr>11. Logs</vt:lpstr>
      <vt:lpstr>PowerPoint Presentation</vt:lpstr>
      <vt:lpstr>12. Admin Processes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Shailendra Chauhan</dc:creator>
  <cp:lastModifiedBy>Venkataramanan Amirthalingam</cp:lastModifiedBy>
  <cp:revision>1</cp:revision>
  <dcterms:created xsi:type="dcterms:W3CDTF">2015-04-26T09:42:59Z</dcterms:created>
  <dcterms:modified xsi:type="dcterms:W3CDTF">2025-07-06T17:02:29Z</dcterms:modified>
</cp:coreProperties>
</file>