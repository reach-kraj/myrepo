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4" r:id="rId1"/>
  </p:sldMasterIdLst>
  <p:notesMasterIdLst>
    <p:notesMasterId r:id="rId34"/>
  </p:notesMasterIdLst>
  <p:handoutMasterIdLst>
    <p:handoutMasterId r:id="rId35"/>
  </p:handoutMasterIdLst>
  <p:sldIdLst>
    <p:sldId id="522" r:id="rId2"/>
    <p:sldId id="2147469496" r:id="rId3"/>
    <p:sldId id="2147469481" r:id="rId4"/>
    <p:sldId id="2147469487" r:id="rId5"/>
    <p:sldId id="2147469482" r:id="rId6"/>
    <p:sldId id="2147469483" r:id="rId7"/>
    <p:sldId id="2147469484" r:id="rId8"/>
    <p:sldId id="2147469510" r:id="rId9"/>
    <p:sldId id="2147469485" r:id="rId10"/>
    <p:sldId id="2147469486" r:id="rId11"/>
    <p:sldId id="607" r:id="rId12"/>
    <p:sldId id="2147469497" r:id="rId13"/>
    <p:sldId id="2147469501" r:id="rId14"/>
    <p:sldId id="2147469498" r:id="rId15"/>
    <p:sldId id="2147469488" r:id="rId16"/>
    <p:sldId id="2147469489" r:id="rId17"/>
    <p:sldId id="2147469490" r:id="rId18"/>
    <p:sldId id="2147469491" r:id="rId19"/>
    <p:sldId id="2147469492" r:id="rId20"/>
    <p:sldId id="2147469493" r:id="rId21"/>
    <p:sldId id="2147469494" r:id="rId22"/>
    <p:sldId id="2147469495" r:id="rId23"/>
    <p:sldId id="2147469499" r:id="rId24"/>
    <p:sldId id="2147469500" r:id="rId25"/>
    <p:sldId id="2147469509" r:id="rId26"/>
    <p:sldId id="2147469502" r:id="rId27"/>
    <p:sldId id="2147469503" r:id="rId28"/>
    <p:sldId id="2147469506" r:id="rId29"/>
    <p:sldId id="2147469504" r:id="rId30"/>
    <p:sldId id="2147469508" r:id="rId31"/>
    <p:sldId id="2147469505" r:id="rId32"/>
    <p:sldId id="214746950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BD8"/>
    <a:srgbClr val="F4814E"/>
    <a:srgbClr val="F58F61"/>
    <a:srgbClr val="FF9933"/>
    <a:srgbClr val="FF9900"/>
    <a:srgbClr val="BA8BDD"/>
    <a:srgbClr val="A365D1"/>
    <a:srgbClr val="FFCB25"/>
    <a:srgbClr val="009BD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1209" autoAdjust="0"/>
  </p:normalViewPr>
  <p:slideViewPr>
    <p:cSldViewPr snapToGrid="0">
      <p:cViewPr varScale="1">
        <p:scale>
          <a:sx n="122" d="100"/>
          <a:sy n="122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7435DE70-C9F1-459A-9027-720E94656396}"/>
    <pc:docChg chg="custSel modSld">
      <pc:chgData name="Shailendra Chauhan" userId="a7d3133f-e197-4b90-bf63-99a63a264234" providerId="ADAL" clId="{7435DE70-C9F1-459A-9027-720E94656396}" dt="2025-03-06T09:05:05.114" v="103" actId="404"/>
      <pc:docMkLst>
        <pc:docMk/>
      </pc:docMkLst>
      <pc:sldChg chg="modSp mod modNotesTx">
        <pc:chgData name="Shailendra Chauhan" userId="a7d3133f-e197-4b90-bf63-99a63a264234" providerId="ADAL" clId="{7435DE70-C9F1-459A-9027-720E94656396}" dt="2025-03-06T09:05:05.114" v="103" actId="404"/>
        <pc:sldMkLst>
          <pc:docMk/>
          <pc:sldMk cId="736651118" sldId="2147469483"/>
        </pc:sldMkLst>
        <pc:spChg chg="mod">
          <ac:chgData name="Shailendra Chauhan" userId="a7d3133f-e197-4b90-bf63-99a63a264234" providerId="ADAL" clId="{7435DE70-C9F1-459A-9027-720E94656396}" dt="2025-03-06T09:05:05.114" v="103" actId="404"/>
          <ac:spMkLst>
            <pc:docMk/>
            <pc:sldMk cId="736651118" sldId="2147469483"/>
            <ac:spMk id="2" creationId="{39F8A7B9-4F1B-2A1B-DCDE-4127721D2C24}"/>
          </ac:spMkLst>
        </pc:spChg>
      </pc:sldChg>
    </pc:docChg>
  </pc:docChgLst>
  <pc:docChgLst>
    <pc:chgData name="Shailendra Chauhan" userId="a7d3133f-e197-4b90-bf63-99a63a264234" providerId="ADAL" clId="{02B9FFFC-FADC-4035-AFC7-BCF0848F8A52}"/>
    <pc:docChg chg="modSld">
      <pc:chgData name="Shailendra Chauhan" userId="a7d3133f-e197-4b90-bf63-99a63a264234" providerId="ADAL" clId="{02B9FFFC-FADC-4035-AFC7-BCF0848F8A52}" dt="2024-05-19T03:17:10.243" v="70" actId="20577"/>
      <pc:docMkLst>
        <pc:docMk/>
      </pc:docMkLst>
      <pc:sldChg chg="modSp mod">
        <pc:chgData name="Shailendra Chauhan" userId="a7d3133f-e197-4b90-bf63-99a63a264234" providerId="ADAL" clId="{02B9FFFC-FADC-4035-AFC7-BCF0848F8A52}" dt="2024-05-19T03:17:10.243" v="70" actId="20577"/>
        <pc:sldMkLst>
          <pc:docMk/>
          <pc:sldMk cId="3101471177" sldId="2147469504"/>
        </pc:sldMkLst>
      </pc:sldChg>
    </pc:docChg>
  </pc:docChgLst>
  <pc:docChgLst>
    <pc:chgData name="Shailendra Chauhan" userId="a7d3133f-e197-4b90-bf63-99a63a264234" providerId="ADAL" clId="{9113F4EE-903F-4D41-BF10-A0567851644E}"/>
    <pc:docChg chg="undo redo custSel addSld delSld modSld sldOrd">
      <pc:chgData name="Shailendra Chauhan" userId="a7d3133f-e197-4b90-bf63-99a63a264234" providerId="ADAL" clId="{9113F4EE-903F-4D41-BF10-A0567851644E}" dt="2024-03-03T03:50:36.226" v="2399"/>
      <pc:docMkLst>
        <pc:docMk/>
      </pc:docMkLst>
      <pc:sldChg chg="modSp mod ord modAnim">
        <pc:chgData name="Shailendra Chauhan" userId="a7d3133f-e197-4b90-bf63-99a63a264234" providerId="ADAL" clId="{9113F4EE-903F-4D41-BF10-A0567851644E}" dt="2024-03-03T03:19:20.157" v="1596" actId="255"/>
        <pc:sldMkLst>
          <pc:docMk/>
          <pc:sldMk cId="3512944171" sldId="506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4164146515" sldId="507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668854724" sldId="508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622747516" sldId="509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189860744" sldId="510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2861316933" sldId="511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891838612" sldId="512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3619553149" sldId="513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192656721" sldId="514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1473136694" sldId="515"/>
        </pc:sldMkLst>
      </pc:sldChg>
      <pc:sldChg chg="del">
        <pc:chgData name="Shailendra Chauhan" userId="a7d3133f-e197-4b90-bf63-99a63a264234" providerId="ADAL" clId="{9113F4EE-903F-4D41-BF10-A0567851644E}" dt="2024-03-03T03:23:17.285" v="1639" actId="2696"/>
        <pc:sldMkLst>
          <pc:docMk/>
          <pc:sldMk cId="2897014893" sldId="516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2983742983" sldId="517"/>
        </pc:sldMkLst>
      </pc:sldChg>
      <pc:sldChg chg="add setBg">
        <pc:chgData name="Shailendra Chauhan" userId="a7d3133f-e197-4b90-bf63-99a63a264234" providerId="ADAL" clId="{9113F4EE-903F-4D41-BF10-A0567851644E}" dt="2024-03-03T03:40:50.763" v="2099"/>
        <pc:sldMkLst>
          <pc:docMk/>
          <pc:sldMk cId="1037121074" sldId="518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4264975209" sldId="518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3924151125" sldId="519"/>
        </pc:sldMkLst>
      </pc:sldChg>
      <pc:sldChg chg="del">
        <pc:chgData name="Shailendra Chauhan" userId="a7d3133f-e197-4b90-bf63-99a63a264234" providerId="ADAL" clId="{9113F4EE-903F-4D41-BF10-A0567851644E}" dt="2024-03-03T03:23:17.285" v="1639" actId="2696"/>
        <pc:sldMkLst>
          <pc:docMk/>
          <pc:sldMk cId="3060720955" sldId="520"/>
        </pc:sldMkLst>
      </pc:sldChg>
      <pc:sldChg chg="del">
        <pc:chgData name="Shailendra Chauhan" userId="a7d3133f-e197-4b90-bf63-99a63a264234" providerId="ADAL" clId="{9113F4EE-903F-4D41-BF10-A0567851644E}" dt="2024-03-03T01:32:44.828" v="113" actId="2696"/>
        <pc:sldMkLst>
          <pc:docMk/>
          <pc:sldMk cId="3499953525" sldId="521"/>
        </pc:sldMkLst>
      </pc:sldChg>
      <pc:sldChg chg="modSp mod">
        <pc:chgData name="Shailendra Chauhan" userId="a7d3133f-e197-4b90-bf63-99a63a264234" providerId="ADAL" clId="{9113F4EE-903F-4D41-BF10-A0567851644E}" dt="2024-03-03T03:50:36.226" v="2399"/>
        <pc:sldMkLst>
          <pc:docMk/>
          <pc:sldMk cId="3384716785" sldId="522"/>
        </pc:sldMkLst>
      </pc:sldChg>
      <pc:sldChg chg="modSp add">
        <pc:chgData name="Shailendra Chauhan" userId="a7d3133f-e197-4b90-bf63-99a63a264234" providerId="ADAL" clId="{9113F4EE-903F-4D41-BF10-A0567851644E}" dt="2024-03-03T03:38:48.512" v="2044" actId="404"/>
        <pc:sldMkLst>
          <pc:docMk/>
          <pc:sldMk cId="2935051063" sldId="589"/>
        </pc:sldMkLst>
      </pc:sldChg>
      <pc:sldChg chg="add">
        <pc:chgData name="Shailendra Chauhan" userId="a7d3133f-e197-4b90-bf63-99a63a264234" providerId="ADAL" clId="{9113F4EE-903F-4D41-BF10-A0567851644E}" dt="2024-03-03T03:23:12.535" v="1638"/>
        <pc:sldMkLst>
          <pc:docMk/>
          <pc:sldMk cId="0" sldId="3767"/>
        </pc:sldMkLst>
      </pc:sldChg>
      <pc:sldChg chg="del">
        <pc:chgData name="Shailendra Chauhan" userId="a7d3133f-e197-4b90-bf63-99a63a264234" providerId="ADAL" clId="{9113F4EE-903F-4D41-BF10-A0567851644E}" dt="2024-03-03T01:32:47.203" v="114" actId="2696"/>
        <pc:sldMkLst>
          <pc:docMk/>
          <pc:sldMk cId="2015108213" sldId="3829"/>
        </pc:sldMkLst>
      </pc:sldChg>
      <pc:sldChg chg="del">
        <pc:chgData name="Shailendra Chauhan" userId="a7d3133f-e197-4b90-bf63-99a63a264234" providerId="ADAL" clId="{9113F4EE-903F-4D41-BF10-A0567851644E}" dt="2024-03-03T02:49:50.693" v="1295" actId="2696"/>
        <pc:sldMkLst>
          <pc:docMk/>
          <pc:sldMk cId="551833333" sldId="2147469469"/>
        </pc:sldMkLst>
      </pc:sldChg>
      <pc:sldChg chg="modSp add">
        <pc:chgData name="Shailendra Chauhan" userId="a7d3133f-e197-4b90-bf63-99a63a264234" providerId="ADAL" clId="{9113F4EE-903F-4D41-BF10-A0567851644E}" dt="2024-03-03T03:25:48.983" v="1656" actId="20577"/>
        <pc:sldMkLst>
          <pc:docMk/>
          <pc:sldMk cId="777719674" sldId="2147469470"/>
        </pc:sldMkLst>
      </pc:sldChg>
      <pc:sldChg chg="del">
        <pc:chgData name="Shailendra Chauhan" userId="a7d3133f-e197-4b90-bf63-99a63a264234" providerId="ADAL" clId="{9113F4EE-903F-4D41-BF10-A0567851644E}" dt="2024-03-03T03:10:51.152" v="1443" actId="2696"/>
        <pc:sldMkLst>
          <pc:docMk/>
          <pc:sldMk cId="2657283964" sldId="2147469470"/>
        </pc:sldMkLst>
      </pc:sldChg>
      <pc:sldChg chg="modSp new mod">
        <pc:chgData name="Shailendra Chauhan" userId="a7d3133f-e197-4b90-bf63-99a63a264234" providerId="ADAL" clId="{9113F4EE-903F-4D41-BF10-A0567851644E}" dt="2024-03-03T03:19:42.627" v="1604" actId="20577"/>
        <pc:sldMkLst>
          <pc:docMk/>
          <pc:sldMk cId="1146004687" sldId="2147469471"/>
        </pc:sldMkLst>
      </pc:sldChg>
      <pc:sldChg chg="addSp delSp modSp new mod">
        <pc:chgData name="Shailendra Chauhan" userId="a7d3133f-e197-4b90-bf63-99a63a264234" providerId="ADAL" clId="{9113F4EE-903F-4D41-BF10-A0567851644E}" dt="2024-03-03T03:08:32.995" v="1420" actId="20577"/>
        <pc:sldMkLst>
          <pc:docMk/>
          <pc:sldMk cId="1033391124" sldId="2147469472"/>
        </pc:sldMkLst>
      </pc:sldChg>
      <pc:sldChg chg="modSp new del mod">
        <pc:chgData name="Shailendra Chauhan" userId="a7d3133f-e197-4b90-bf63-99a63a264234" providerId="ADAL" clId="{9113F4EE-903F-4D41-BF10-A0567851644E}" dt="2024-03-03T03:17:09.216" v="1575" actId="2696"/>
        <pc:sldMkLst>
          <pc:docMk/>
          <pc:sldMk cId="1119291873" sldId="2147469473"/>
        </pc:sldMkLst>
      </pc:sldChg>
      <pc:sldChg chg="modSp add mod modAnim">
        <pc:chgData name="Shailendra Chauhan" userId="a7d3133f-e197-4b90-bf63-99a63a264234" providerId="ADAL" clId="{9113F4EE-903F-4D41-BF10-A0567851644E}" dt="2024-03-03T03:38:18.383" v="2041" actId="20577"/>
        <pc:sldMkLst>
          <pc:docMk/>
          <pc:sldMk cId="2153596904" sldId="2147469478"/>
        </pc:sldMkLst>
      </pc:sldChg>
      <pc:sldChg chg="add del">
        <pc:chgData name="Shailendra Chauhan" userId="a7d3133f-e197-4b90-bf63-99a63a264234" providerId="ADAL" clId="{9113F4EE-903F-4D41-BF10-A0567851644E}" dt="2024-03-03T03:31:25.630" v="1766" actId="2696"/>
        <pc:sldMkLst>
          <pc:docMk/>
          <pc:sldMk cId="3547951538" sldId="2147469479"/>
        </pc:sldMkLst>
      </pc:sldChg>
      <pc:sldChg chg="modSp new mod">
        <pc:chgData name="Shailendra Chauhan" userId="a7d3133f-e197-4b90-bf63-99a63a264234" providerId="ADAL" clId="{9113F4EE-903F-4D41-BF10-A0567851644E}" dt="2024-03-03T03:50:11.018" v="2383" actId="20577"/>
        <pc:sldMkLst>
          <pc:docMk/>
          <pc:sldMk cId="4068494065" sldId="2147469480"/>
        </pc:sldMkLst>
      </pc:sldChg>
      <pc:sldMasterChg chg="delSldLayout">
        <pc:chgData name="Shailendra Chauhan" userId="a7d3133f-e197-4b90-bf63-99a63a264234" providerId="ADAL" clId="{9113F4EE-903F-4D41-BF10-A0567851644E}" dt="2024-03-03T03:23:17.285" v="1639" actId="2696"/>
        <pc:sldMasterMkLst>
          <pc:docMk/>
          <pc:sldMasterMk cId="3873625259" sldId="2147483676"/>
        </pc:sldMasterMkLst>
        <pc:sldLayoutChg chg="del">
          <pc:chgData name="Shailendra Chauhan" userId="a7d3133f-e197-4b90-bf63-99a63a264234" providerId="ADAL" clId="{9113F4EE-903F-4D41-BF10-A0567851644E}" dt="2024-03-03T03:23:17.285" v="1639" actId="2696"/>
          <pc:sldLayoutMkLst>
            <pc:docMk/>
            <pc:sldMasterMk cId="3873625259" sldId="2147483676"/>
            <pc:sldLayoutMk cId="3330936234" sldId="2147483696"/>
          </pc:sldLayoutMkLst>
        </pc:sldLayoutChg>
      </pc:sldMasterChg>
    </pc:docChg>
  </pc:docChgLst>
  <pc:docChgLst>
    <pc:chgData name="Shailendra Chauhan" userId="a7d3133f-e197-4b90-bf63-99a63a264234" providerId="ADAL" clId="{CBC97073-7A42-4862-B4B3-033CFE261605}"/>
    <pc:docChg chg="custSel modSld">
      <pc:chgData name="Shailendra Chauhan" userId="a7d3133f-e197-4b90-bf63-99a63a264234" providerId="ADAL" clId="{CBC97073-7A42-4862-B4B3-033CFE261605}" dt="2024-09-29T02:12:09.963" v="24" actId="27636"/>
      <pc:docMkLst>
        <pc:docMk/>
      </pc:docMkLst>
      <pc:sldChg chg="modSp mod">
        <pc:chgData name="Shailendra Chauhan" userId="a7d3133f-e197-4b90-bf63-99a63a264234" providerId="ADAL" clId="{CBC97073-7A42-4862-B4B3-033CFE261605}" dt="2024-09-29T01:47:24.843" v="13" actId="1035"/>
        <pc:sldMkLst>
          <pc:docMk/>
          <pc:sldMk cId="126659372" sldId="2147469488"/>
        </pc:sldMkLst>
      </pc:sldChg>
      <pc:sldChg chg="modSp mod">
        <pc:chgData name="Shailendra Chauhan" userId="a7d3133f-e197-4b90-bf63-99a63a264234" providerId="ADAL" clId="{CBC97073-7A42-4862-B4B3-033CFE261605}" dt="2024-09-29T01:52:24.097" v="20" actId="1038"/>
        <pc:sldMkLst>
          <pc:docMk/>
          <pc:sldMk cId="2683016822" sldId="2147469491"/>
        </pc:sldMkLst>
      </pc:sldChg>
      <pc:sldChg chg="modSp mod modAnim">
        <pc:chgData name="Shailendra Chauhan" userId="a7d3133f-e197-4b90-bf63-99a63a264234" providerId="ADAL" clId="{CBC97073-7A42-4862-B4B3-033CFE261605}" dt="2024-09-29T02:12:09.963" v="24" actId="27636"/>
        <pc:sldMkLst>
          <pc:docMk/>
          <pc:sldMk cId="1447917143" sldId="2147469502"/>
        </pc:sldMkLst>
      </pc:sldChg>
    </pc:docChg>
  </pc:docChgLst>
  <pc:docChgLst>
    <pc:chgData name="Shailendra Chauhan" userId="a7d3133f-e197-4b90-bf63-99a63a264234" providerId="ADAL" clId="{63724577-655A-4AA3-A81A-E0B555AD9DCB}"/>
    <pc:docChg chg="custSel modSld modMainMaster">
      <pc:chgData name="Shailendra Chauhan" userId="a7d3133f-e197-4b90-bf63-99a63a264234" providerId="ADAL" clId="{63724577-655A-4AA3-A81A-E0B555AD9DCB}" dt="2024-06-15T11:36:21.358" v="5" actId="207"/>
      <pc:docMkLst>
        <pc:docMk/>
      </pc:docMkLst>
      <pc:sldChg chg="modSp mod">
        <pc:chgData name="Shailendra Chauhan" userId="a7d3133f-e197-4b90-bf63-99a63a264234" providerId="ADAL" clId="{63724577-655A-4AA3-A81A-E0B555AD9DCB}" dt="2024-06-15T11:36:21.358" v="5" actId="207"/>
        <pc:sldMkLst>
          <pc:docMk/>
          <pc:sldMk cId="3384716785" sldId="522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012922482" sldId="2147469481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329547788" sldId="2147469482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736651118" sldId="2147469483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628369785" sldId="2147469484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20449755" sldId="2147469485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494691065" sldId="2147469486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78977462" sldId="2147469487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26659372" sldId="2147469488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549898700" sldId="2147469489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183596658" sldId="2147469490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683016822" sldId="2147469491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075187817" sldId="2147469492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746043249" sldId="2147469493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238685126" sldId="2147469494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506694691" sldId="2147469495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100357693" sldId="2147469496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291772777" sldId="2147469497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213235310" sldId="2147469498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642847206" sldId="2147469499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69496446" sldId="2147469500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1181312397" sldId="2147469501"/>
        </pc:sldMkLst>
      </pc:sldChg>
      <pc:sldChg chg="modSp mod">
        <pc:chgData name="Shailendra Chauhan" userId="a7d3133f-e197-4b90-bf63-99a63a264234" providerId="ADAL" clId="{63724577-655A-4AA3-A81A-E0B555AD9DCB}" dt="2024-06-15T11:35:21.258" v="1" actId="27636"/>
        <pc:sldMkLst>
          <pc:docMk/>
          <pc:sldMk cId="1447917143" sldId="2147469502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418952204" sldId="2147469503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3101471177" sldId="2147469504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377457485" sldId="2147469505"/>
        </pc:sldMkLst>
      </pc:sldChg>
      <pc:sldChg chg="modSp mod">
        <pc:chgData name="Shailendra Chauhan" userId="a7d3133f-e197-4b90-bf63-99a63a264234" providerId="ADAL" clId="{63724577-655A-4AA3-A81A-E0B555AD9DCB}" dt="2024-06-15T11:35:21.271" v="2" actId="27636"/>
        <pc:sldMkLst>
          <pc:docMk/>
          <pc:sldMk cId="544371538" sldId="2147469506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362036718" sldId="2147469507"/>
        </pc:sldMkLst>
      </pc:sldChg>
      <pc:sldChg chg="modSp">
        <pc:chgData name="Shailendra Chauhan" userId="a7d3133f-e197-4b90-bf63-99a63a264234" providerId="ADAL" clId="{63724577-655A-4AA3-A81A-E0B555AD9DCB}" dt="2024-06-15T11:35:21.152" v="0"/>
        <pc:sldMkLst>
          <pc:docMk/>
          <pc:sldMk cId="2709201237" sldId="2147469508"/>
        </pc:sldMkLst>
      </pc:sldChg>
      <pc:sldMasterChg chg="modSldLayout">
        <pc:chgData name="Shailendra Chauhan" userId="a7d3133f-e197-4b90-bf63-99a63a264234" providerId="ADAL" clId="{63724577-655A-4AA3-A81A-E0B555AD9DCB}" dt="2024-06-15T11:35:21.152" v="0"/>
        <pc:sldMasterMkLst>
          <pc:docMk/>
          <pc:sldMasterMk cId="1328216193" sldId="2147483696"/>
        </pc:sldMasterMkLst>
        <pc:sldLayoutChg chg="delSp">
          <pc:chgData name="Shailendra Chauhan" userId="a7d3133f-e197-4b90-bf63-99a63a264234" providerId="ADAL" clId="{63724577-655A-4AA3-A81A-E0B555AD9DCB}" dt="2024-06-15T11:35:21.152" v="0"/>
          <pc:sldLayoutMkLst>
            <pc:docMk/>
            <pc:sldMasterMk cId="1328216193" sldId="2147483696"/>
            <pc:sldLayoutMk cId="4275718388" sldId="2147483713"/>
          </pc:sldLayoutMkLst>
        </pc:sldLayoutChg>
      </pc:sldMasterChg>
    </pc:docChg>
  </pc:docChgLst>
  <pc:docChgLst>
    <pc:chgData name="Shailendra Chauhan" userId="a7d3133f-e197-4b90-bf63-99a63a264234" providerId="ADAL" clId="{D567D9E8-206E-4891-A305-C15A70C1A4A1}"/>
    <pc:docChg chg="undo redo custSel addSld delSld modSld">
      <pc:chgData name="Shailendra Chauhan" userId="a7d3133f-e197-4b90-bf63-99a63a264234" providerId="ADAL" clId="{D567D9E8-206E-4891-A305-C15A70C1A4A1}" dt="2024-03-31T16:36:05.855" v="3254" actId="313"/>
      <pc:docMkLst>
        <pc:docMk/>
      </pc:docMkLst>
      <pc:sldChg chg="addSp modSp del mod modTransition modClrScheme modAnim chgLayout">
        <pc:chgData name="Shailendra Chauhan" userId="a7d3133f-e197-4b90-bf63-99a63a264234" providerId="ADAL" clId="{D567D9E8-206E-4891-A305-C15A70C1A4A1}" dt="2024-03-09T10:26:40.829" v="2175" actId="2696"/>
        <pc:sldMkLst>
          <pc:docMk/>
          <pc:sldMk cId="3512944171" sldId="506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1037121074" sldId="518"/>
        </pc:sldMkLst>
      </pc:sldChg>
      <pc:sldChg chg="modSp mod">
        <pc:chgData name="Shailendra Chauhan" userId="a7d3133f-e197-4b90-bf63-99a63a264234" providerId="ADAL" clId="{D567D9E8-206E-4891-A305-C15A70C1A4A1}" dt="2024-03-30T17:23:25.893" v="3177" actId="27636"/>
        <pc:sldMkLst>
          <pc:docMk/>
          <pc:sldMk cId="3384716785" sldId="522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2935051063" sldId="589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0" sldId="3767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777719674" sldId="2147469470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1146004687" sldId="2147469471"/>
        </pc:sldMkLst>
      </pc:sldChg>
      <pc:sldChg chg="del">
        <pc:chgData name="Shailendra Chauhan" userId="a7d3133f-e197-4b90-bf63-99a63a264234" providerId="ADAL" clId="{D567D9E8-206E-4891-A305-C15A70C1A4A1}" dt="2024-03-08T18:06:37.175" v="0" actId="2696"/>
        <pc:sldMkLst>
          <pc:docMk/>
          <pc:sldMk cId="1033391124" sldId="2147469472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2153596904" sldId="2147469478"/>
        </pc:sldMkLst>
      </pc:sldChg>
      <pc:sldChg chg="del">
        <pc:chgData name="Shailendra Chauhan" userId="a7d3133f-e197-4b90-bf63-99a63a264234" providerId="ADAL" clId="{D567D9E8-206E-4891-A305-C15A70C1A4A1}" dt="2024-03-08T18:41:33.427" v="995" actId="2696"/>
        <pc:sldMkLst>
          <pc:docMk/>
          <pc:sldMk cId="4068494065" sldId="2147469480"/>
        </pc:sldMkLst>
      </pc:sldChg>
      <pc:sldChg chg="addSp delSp modSp new mod modClrScheme chgLayout modNotesTx">
        <pc:chgData name="Shailendra Chauhan" userId="a7d3133f-e197-4b90-bf63-99a63a264234" providerId="ADAL" clId="{D567D9E8-206E-4891-A305-C15A70C1A4A1}" dt="2024-03-09T10:33:53.215" v="2314" actId="113"/>
        <pc:sldMkLst>
          <pc:docMk/>
          <pc:sldMk cId="3012922482" sldId="2147469481"/>
        </pc:sldMkLst>
      </pc:sldChg>
      <pc:sldChg chg="modSp new mod">
        <pc:chgData name="Shailendra Chauhan" userId="a7d3133f-e197-4b90-bf63-99a63a264234" providerId="ADAL" clId="{D567D9E8-206E-4891-A305-C15A70C1A4A1}" dt="2024-03-09T10:34:11.042" v="2316" actId="113"/>
        <pc:sldMkLst>
          <pc:docMk/>
          <pc:sldMk cId="1329547788" sldId="2147469482"/>
        </pc:sldMkLst>
      </pc:sldChg>
      <pc:sldChg chg="modSp add mod">
        <pc:chgData name="Shailendra Chauhan" userId="a7d3133f-e197-4b90-bf63-99a63a264234" providerId="ADAL" clId="{D567D9E8-206E-4891-A305-C15A70C1A4A1}" dt="2024-03-09T10:34:18.724" v="2317" actId="113"/>
        <pc:sldMkLst>
          <pc:docMk/>
          <pc:sldMk cId="736651118" sldId="2147469483"/>
        </pc:sldMkLst>
      </pc:sldChg>
      <pc:sldChg chg="modSp new mod">
        <pc:chgData name="Shailendra Chauhan" userId="a7d3133f-e197-4b90-bf63-99a63a264234" providerId="ADAL" clId="{D567D9E8-206E-4891-A305-C15A70C1A4A1}" dt="2024-03-09T10:24:38.700" v="2153" actId="20577"/>
        <pc:sldMkLst>
          <pc:docMk/>
          <pc:sldMk cId="2628369785" sldId="2147469484"/>
        </pc:sldMkLst>
      </pc:sldChg>
      <pc:sldChg chg="modSp add mod">
        <pc:chgData name="Shailendra Chauhan" userId="a7d3133f-e197-4b90-bf63-99a63a264234" providerId="ADAL" clId="{D567D9E8-206E-4891-A305-C15A70C1A4A1}" dt="2024-03-09T10:24:45.468" v="2155" actId="20577"/>
        <pc:sldMkLst>
          <pc:docMk/>
          <pc:sldMk cId="320449755" sldId="2147469485"/>
        </pc:sldMkLst>
      </pc:sldChg>
      <pc:sldChg chg="modSp add mod">
        <pc:chgData name="Shailendra Chauhan" userId="a7d3133f-e197-4b90-bf63-99a63a264234" providerId="ADAL" clId="{D567D9E8-206E-4891-A305-C15A70C1A4A1}" dt="2024-03-09T10:24:58.939" v="2157" actId="20577"/>
        <pc:sldMkLst>
          <pc:docMk/>
          <pc:sldMk cId="1494691065" sldId="2147469486"/>
        </pc:sldMkLst>
      </pc:sldChg>
      <pc:sldChg chg="modSp new mod">
        <pc:chgData name="Shailendra Chauhan" userId="a7d3133f-e197-4b90-bf63-99a63a264234" providerId="ADAL" clId="{D567D9E8-206E-4891-A305-C15A70C1A4A1}" dt="2024-03-09T10:24:05.848" v="2144" actId="20577"/>
        <pc:sldMkLst>
          <pc:docMk/>
          <pc:sldMk cId="178977462" sldId="2147469487"/>
        </pc:sldMkLst>
      </pc:sldChg>
      <pc:sldChg chg="addSp delSp modSp new mod modClrScheme chgLayout modNotesTx">
        <pc:chgData name="Shailendra Chauhan" userId="a7d3133f-e197-4b90-bf63-99a63a264234" providerId="ADAL" clId="{D567D9E8-206E-4891-A305-C15A70C1A4A1}" dt="2024-03-09T10:35:41.118" v="2322" actId="700"/>
        <pc:sldMkLst>
          <pc:docMk/>
          <pc:sldMk cId="126659372" sldId="2147469488"/>
        </pc:sldMkLst>
      </pc:sldChg>
      <pc:sldChg chg="modSp new mod">
        <pc:chgData name="Shailendra Chauhan" userId="a7d3133f-e197-4b90-bf63-99a63a264234" providerId="ADAL" clId="{D567D9E8-206E-4891-A305-C15A70C1A4A1}" dt="2024-03-09T10:27:00.273" v="2182" actId="20577"/>
        <pc:sldMkLst>
          <pc:docMk/>
          <pc:sldMk cId="3549898700" sldId="2147469489"/>
        </pc:sldMkLst>
      </pc:sldChg>
      <pc:sldChg chg="addSp modSp new mod">
        <pc:chgData name="Shailendra Chauhan" userId="a7d3133f-e197-4b90-bf63-99a63a264234" providerId="ADAL" clId="{D567D9E8-206E-4891-A305-C15A70C1A4A1}" dt="2024-03-09T10:27:06.900" v="2184" actId="20577"/>
        <pc:sldMkLst>
          <pc:docMk/>
          <pc:sldMk cId="1183596658" sldId="2147469490"/>
        </pc:sldMkLst>
      </pc:sldChg>
      <pc:sldChg chg="addSp delSp modSp new mod addAnim delAnim modAnim">
        <pc:chgData name="Shailendra Chauhan" userId="a7d3133f-e197-4b90-bf63-99a63a264234" providerId="ADAL" clId="{D567D9E8-206E-4891-A305-C15A70C1A4A1}" dt="2024-03-31T16:36:05.855" v="3254" actId="313"/>
        <pc:sldMkLst>
          <pc:docMk/>
          <pc:sldMk cId="2683016822" sldId="2147469491"/>
        </pc:sldMkLst>
      </pc:sldChg>
      <pc:sldChg chg="addSp modSp new mod">
        <pc:chgData name="Shailendra Chauhan" userId="a7d3133f-e197-4b90-bf63-99a63a264234" providerId="ADAL" clId="{D567D9E8-206E-4891-A305-C15A70C1A4A1}" dt="2024-03-09T10:27:17.494" v="2188" actId="20577"/>
        <pc:sldMkLst>
          <pc:docMk/>
          <pc:sldMk cId="2075187817" sldId="2147469492"/>
        </pc:sldMkLst>
      </pc:sldChg>
      <pc:sldChg chg="modSp new mod">
        <pc:chgData name="Shailendra Chauhan" userId="a7d3133f-e197-4b90-bf63-99a63a264234" providerId="ADAL" clId="{D567D9E8-206E-4891-A305-C15A70C1A4A1}" dt="2024-03-09T10:27:21.796" v="2190" actId="20577"/>
        <pc:sldMkLst>
          <pc:docMk/>
          <pc:sldMk cId="3746043249" sldId="2147469493"/>
        </pc:sldMkLst>
      </pc:sldChg>
      <pc:sldChg chg="modSp new mod">
        <pc:chgData name="Shailendra Chauhan" userId="a7d3133f-e197-4b90-bf63-99a63a264234" providerId="ADAL" clId="{D567D9E8-206E-4891-A305-C15A70C1A4A1}" dt="2024-03-09T10:27:26.600" v="2192" actId="20577"/>
        <pc:sldMkLst>
          <pc:docMk/>
          <pc:sldMk cId="2238685126" sldId="2147469494"/>
        </pc:sldMkLst>
      </pc:sldChg>
      <pc:sldChg chg="modSp new mod">
        <pc:chgData name="Shailendra Chauhan" userId="a7d3133f-e197-4b90-bf63-99a63a264234" providerId="ADAL" clId="{D567D9E8-206E-4891-A305-C15A70C1A4A1}" dt="2024-03-09T10:27:31.572" v="2194" actId="20577"/>
        <pc:sldMkLst>
          <pc:docMk/>
          <pc:sldMk cId="506694691" sldId="2147469495"/>
        </pc:sldMkLst>
      </pc:sldChg>
      <pc:sldChg chg="addSp delSp modSp new mod modClrScheme chgLayout">
        <pc:chgData name="Shailendra Chauhan" userId="a7d3133f-e197-4b90-bf63-99a63a264234" providerId="ADAL" clId="{D567D9E8-206E-4891-A305-C15A70C1A4A1}" dt="2024-03-09T10:32:47.322" v="2312" actId="20577"/>
        <pc:sldMkLst>
          <pc:docMk/>
          <pc:sldMk cId="3100357693" sldId="2147469496"/>
        </pc:sldMkLst>
      </pc:sldChg>
      <pc:sldChg chg="modSp new mod">
        <pc:chgData name="Shailendra Chauhan" userId="a7d3133f-e197-4b90-bf63-99a63a264234" providerId="ADAL" clId="{D567D9E8-206E-4891-A305-C15A70C1A4A1}" dt="2024-03-09T10:30:21.793" v="2271" actId="20577"/>
        <pc:sldMkLst>
          <pc:docMk/>
          <pc:sldMk cId="3291772777" sldId="2147469497"/>
        </pc:sldMkLst>
      </pc:sldChg>
      <pc:sldChg chg="modSp new mod">
        <pc:chgData name="Shailendra Chauhan" userId="a7d3133f-e197-4b90-bf63-99a63a264234" providerId="ADAL" clId="{D567D9E8-206E-4891-A305-C15A70C1A4A1}" dt="2024-03-09T10:30:35.217" v="2272"/>
        <pc:sldMkLst>
          <pc:docMk/>
          <pc:sldMk cId="3213235310" sldId="2147469498"/>
        </pc:sldMkLst>
      </pc:sldChg>
      <pc:sldChg chg="modSp new mod">
        <pc:chgData name="Shailendra Chauhan" userId="a7d3133f-e197-4b90-bf63-99a63a264234" providerId="ADAL" clId="{D567D9E8-206E-4891-A305-C15A70C1A4A1}" dt="2024-03-09T10:30:47.018" v="2273"/>
        <pc:sldMkLst>
          <pc:docMk/>
          <pc:sldMk cId="1642847206" sldId="2147469499"/>
        </pc:sldMkLst>
      </pc:sldChg>
      <pc:sldChg chg="modSp new mod">
        <pc:chgData name="Shailendra Chauhan" userId="a7d3133f-e197-4b90-bf63-99a63a264234" providerId="ADAL" clId="{D567D9E8-206E-4891-A305-C15A70C1A4A1}" dt="2024-03-09T10:30:50.987" v="2274"/>
        <pc:sldMkLst>
          <pc:docMk/>
          <pc:sldMk cId="69496446" sldId="2147469500"/>
        </pc:sldMkLst>
      </pc:sldChg>
      <pc:sldChg chg="addSp delSp modSp new mod chgLayout modNotesTx">
        <pc:chgData name="Shailendra Chauhan" userId="a7d3133f-e197-4b90-bf63-99a63a264234" providerId="ADAL" clId="{D567D9E8-206E-4891-A305-C15A70C1A4A1}" dt="2024-03-09T10:43:46.393" v="2367" actId="1076"/>
        <pc:sldMkLst>
          <pc:docMk/>
          <pc:sldMk cId="1181312397" sldId="2147469501"/>
        </pc:sldMkLst>
      </pc:sldChg>
      <pc:sldChg chg="modSp new mod">
        <pc:chgData name="Shailendra Chauhan" userId="a7d3133f-e197-4b90-bf63-99a63a264234" providerId="ADAL" clId="{D567D9E8-206E-4891-A305-C15A70C1A4A1}" dt="2024-03-30T17:22:09.350" v="3137" actId="20577"/>
        <pc:sldMkLst>
          <pc:docMk/>
          <pc:sldMk cId="1447917143" sldId="2147469502"/>
        </pc:sldMkLst>
      </pc:sldChg>
      <pc:sldChg chg="addSp delSp modSp new mod modClrScheme chgLayout">
        <pc:chgData name="Shailendra Chauhan" userId="a7d3133f-e197-4b90-bf63-99a63a264234" providerId="ADAL" clId="{D567D9E8-206E-4891-A305-C15A70C1A4A1}" dt="2024-03-30T17:26:08.703" v="3188" actId="27636"/>
        <pc:sldMkLst>
          <pc:docMk/>
          <pc:sldMk cId="418952204" sldId="2147469503"/>
        </pc:sldMkLst>
      </pc:sldChg>
      <pc:sldChg chg="modSp new mod">
        <pc:chgData name="Shailendra Chauhan" userId="a7d3133f-e197-4b90-bf63-99a63a264234" providerId="ADAL" clId="{D567D9E8-206E-4891-A305-C15A70C1A4A1}" dt="2024-03-30T17:22:22.726" v="3143" actId="20577"/>
        <pc:sldMkLst>
          <pc:docMk/>
          <pc:sldMk cId="3101471177" sldId="2147469504"/>
        </pc:sldMkLst>
      </pc:sldChg>
      <pc:sldChg chg="modSp new mod">
        <pc:chgData name="Shailendra Chauhan" userId="a7d3133f-e197-4b90-bf63-99a63a264234" providerId="ADAL" clId="{D567D9E8-206E-4891-A305-C15A70C1A4A1}" dt="2024-03-30T17:22:29.200" v="3145" actId="20577"/>
        <pc:sldMkLst>
          <pc:docMk/>
          <pc:sldMk cId="2377457485" sldId="2147469505"/>
        </pc:sldMkLst>
      </pc:sldChg>
      <pc:sldChg chg="modSp add mod">
        <pc:chgData name="Shailendra Chauhan" userId="a7d3133f-e197-4b90-bf63-99a63a264234" providerId="ADAL" clId="{D567D9E8-206E-4891-A305-C15A70C1A4A1}" dt="2024-03-30T17:22:19.315" v="3141" actId="20577"/>
        <pc:sldMkLst>
          <pc:docMk/>
          <pc:sldMk cId="544371538" sldId="2147469506"/>
        </pc:sldMkLst>
      </pc:sldChg>
      <pc:sldChg chg="modSp new mod">
        <pc:chgData name="Shailendra Chauhan" userId="a7d3133f-e197-4b90-bf63-99a63a264234" providerId="ADAL" clId="{D567D9E8-206E-4891-A305-C15A70C1A4A1}" dt="2024-03-30T17:16:16.994" v="2965" actId="20577"/>
        <pc:sldMkLst>
          <pc:docMk/>
          <pc:sldMk cId="2362036718" sldId="2147469507"/>
        </pc:sldMkLst>
      </pc:sldChg>
      <pc:sldChg chg="modSp new mod">
        <pc:chgData name="Shailendra Chauhan" userId="a7d3133f-e197-4b90-bf63-99a63a264234" providerId="ADAL" clId="{D567D9E8-206E-4891-A305-C15A70C1A4A1}" dt="2024-03-30T17:20:02.969" v="3092" actId="20577"/>
        <pc:sldMkLst>
          <pc:docMk/>
          <pc:sldMk cId="2709201237" sldId="2147469508"/>
        </pc:sldMkLst>
      </pc:sldChg>
      <pc:sldChg chg="addSp delSp modSp new mod modClrScheme chgLayout">
        <pc:chgData name="Shailendra Chauhan" userId="a7d3133f-e197-4b90-bf63-99a63a264234" providerId="ADAL" clId="{D567D9E8-206E-4891-A305-C15A70C1A4A1}" dt="2024-03-30T17:26:34.531" v="3191" actId="122"/>
        <pc:sldMkLst>
          <pc:docMk/>
          <pc:sldMk cId="2688065524" sldId="2147469509"/>
        </pc:sldMkLst>
      </pc:sldChg>
    </pc:docChg>
  </pc:docChgLst>
  <pc:docChgLst>
    <pc:chgData name="Sakshi Dhameja" userId="S::sakshi@dotnettricks.com::ea00e08a-f285-43f8-b684-36364e247324" providerId="AD" clId="Web-{561EE5D0-854B-2CEA-0730-2831CD8B1AAD}"/>
    <pc:docChg chg="modSld">
      <pc:chgData name="Sakshi Dhameja" userId="S::sakshi@dotnettricks.com::ea00e08a-f285-43f8-b684-36364e247324" providerId="AD" clId="Web-{561EE5D0-854B-2CEA-0730-2831CD8B1AAD}" dt="2024-03-30T20:53:14.784" v="21" actId="1076"/>
      <pc:docMkLst>
        <pc:docMk/>
      </pc:docMkLst>
      <pc:sldChg chg="addSp delSp modSp">
        <pc:chgData name="Sakshi Dhameja" userId="S::sakshi@dotnettricks.com::ea00e08a-f285-43f8-b684-36364e247324" providerId="AD" clId="Web-{561EE5D0-854B-2CEA-0730-2831CD8B1AAD}" dt="2024-03-30T19:03:40.466" v="8" actId="14100"/>
        <pc:sldMkLst>
          <pc:docMk/>
          <pc:sldMk cId="1183596658" sldId="2147469490"/>
        </pc:sldMkLst>
      </pc:sldChg>
      <pc:sldChg chg="modSp">
        <pc:chgData name="Sakshi Dhameja" userId="S::sakshi@dotnettricks.com::ea00e08a-f285-43f8-b684-36364e247324" providerId="AD" clId="Web-{561EE5D0-854B-2CEA-0730-2831CD8B1AAD}" dt="2024-03-30T20:53:14.784" v="21" actId="1076"/>
        <pc:sldMkLst>
          <pc:docMk/>
          <pc:sldMk cId="2683016822" sldId="2147469491"/>
        </pc:sldMkLst>
      </pc:sldChg>
      <pc:sldChg chg="addSp delSp modSp">
        <pc:chgData name="Sakshi Dhameja" userId="S::sakshi@dotnettricks.com::ea00e08a-f285-43f8-b684-36364e247324" providerId="AD" clId="Web-{561EE5D0-854B-2CEA-0730-2831CD8B1AAD}" dt="2024-03-30T20:32:46.998" v="16" actId="1076"/>
        <pc:sldMkLst>
          <pc:docMk/>
          <pc:sldMk cId="2075187817" sldId="2147469492"/>
        </pc:sldMkLst>
      </pc:sldChg>
    </pc:docChg>
  </pc:docChgLst>
  <pc:docChgLst>
    <pc:chgData name="Shailendra Chauhan" userId="a7d3133f-e197-4b90-bf63-99a63a264234" providerId="ADAL" clId="{299A2CF2-3024-432B-90E3-1CE79CA52BE0}"/>
    <pc:docChg chg="custSel modSld">
      <pc:chgData name="Shailendra Chauhan" userId="a7d3133f-e197-4b90-bf63-99a63a264234" providerId="ADAL" clId="{299A2CF2-3024-432B-90E3-1CE79CA52BE0}" dt="2024-08-04T12:22:55.118" v="1" actId="27636"/>
      <pc:docMkLst>
        <pc:docMk/>
      </pc:docMkLst>
      <pc:sldChg chg="modSp mod chgLayout">
        <pc:chgData name="Shailendra Chauhan" userId="a7d3133f-e197-4b90-bf63-99a63a264234" providerId="ADAL" clId="{299A2CF2-3024-432B-90E3-1CE79CA52BE0}" dt="2024-08-04T12:22:55.118" v="1" actId="27636"/>
        <pc:sldMkLst>
          <pc:docMk/>
          <pc:sldMk cId="3384716785" sldId="522"/>
        </pc:sldMkLst>
      </pc:sldChg>
    </pc:docChg>
  </pc:docChgLst>
  <pc:docChgLst>
    <pc:chgData name="Shailendra Chauhan" userId="a7d3133f-e197-4b90-bf63-99a63a264234" providerId="ADAL" clId="{2E600B28-2DCB-46A6-BC5B-6C8BC9C29899}"/>
    <pc:docChg chg="undo redo custSel addSld delSld modSld">
      <pc:chgData name="Shailendra Chauhan" userId="a7d3133f-e197-4b90-bf63-99a63a264234" providerId="ADAL" clId="{2E600B28-2DCB-46A6-BC5B-6C8BC9C29899}" dt="2025-05-13T05:22:03.628" v="864" actId="20577"/>
      <pc:docMkLst>
        <pc:docMk/>
      </pc:docMkLst>
      <pc:sldChg chg="add del">
        <pc:chgData name="Shailendra Chauhan" userId="a7d3133f-e197-4b90-bf63-99a63a264234" providerId="ADAL" clId="{2E600B28-2DCB-46A6-BC5B-6C8BC9C29899}" dt="2025-05-12T03:14:03.853" v="70"/>
        <pc:sldMkLst>
          <pc:docMk/>
          <pc:sldMk cId="0" sldId="279"/>
        </pc:sldMkLst>
      </pc:sldChg>
      <pc:sldChg chg="add del">
        <pc:chgData name="Shailendra Chauhan" userId="a7d3133f-e197-4b90-bf63-99a63a264234" providerId="ADAL" clId="{2E600B28-2DCB-46A6-BC5B-6C8BC9C29899}" dt="2025-05-12T03:16:00.664" v="92" actId="2696"/>
        <pc:sldMkLst>
          <pc:docMk/>
          <pc:sldMk cId="0" sldId="280"/>
        </pc:sldMkLst>
      </pc:sldChg>
      <pc:sldChg chg="add del">
        <pc:chgData name="Shailendra Chauhan" userId="a7d3133f-e197-4b90-bf63-99a63a264234" providerId="ADAL" clId="{2E600B28-2DCB-46A6-BC5B-6C8BC9C29899}" dt="2025-05-12T03:16:00.664" v="92" actId="2696"/>
        <pc:sldMkLst>
          <pc:docMk/>
          <pc:sldMk cId="0" sldId="281"/>
        </pc:sldMkLst>
      </pc:sldChg>
      <pc:sldChg chg="modSp add mod modAnim">
        <pc:chgData name="Shailendra Chauhan" userId="a7d3133f-e197-4b90-bf63-99a63a264234" providerId="ADAL" clId="{2E600B28-2DCB-46A6-BC5B-6C8BC9C29899}" dt="2025-05-13T05:22:03.628" v="864" actId="20577"/>
        <pc:sldMkLst>
          <pc:docMk/>
          <pc:sldMk cId="3802121926" sldId="607"/>
        </pc:sldMkLst>
        <pc:spChg chg="mod">
          <ac:chgData name="Shailendra Chauhan" userId="a7d3133f-e197-4b90-bf63-99a63a264234" providerId="ADAL" clId="{2E600B28-2DCB-46A6-BC5B-6C8BC9C29899}" dt="2025-05-13T05:22:03.628" v="864" actId="20577"/>
          <ac:spMkLst>
            <pc:docMk/>
            <pc:sldMk cId="3802121926" sldId="607"/>
            <ac:spMk id="2" creationId="{00000000-0000-0000-0000-000000000000}"/>
          </ac:spMkLst>
        </pc:spChg>
      </pc:sldChg>
      <pc:sldChg chg="modSp mod modNotesTx">
        <pc:chgData name="Shailendra Chauhan" userId="a7d3133f-e197-4b90-bf63-99a63a264234" providerId="ADAL" clId="{2E600B28-2DCB-46A6-BC5B-6C8BC9C29899}" dt="2025-05-13T02:31:48.778" v="313" actId="27636"/>
        <pc:sldMkLst>
          <pc:docMk/>
          <pc:sldMk cId="1329547788" sldId="2147469482"/>
        </pc:sldMkLst>
        <pc:spChg chg="mod">
          <ac:chgData name="Shailendra Chauhan" userId="a7d3133f-e197-4b90-bf63-99a63a264234" providerId="ADAL" clId="{2E600B28-2DCB-46A6-BC5B-6C8BC9C29899}" dt="2025-05-13T02:31:48.778" v="313" actId="27636"/>
          <ac:spMkLst>
            <pc:docMk/>
            <pc:sldMk cId="1329547788" sldId="2147469482"/>
            <ac:spMk id="2" creationId="{39F8A7B9-4F1B-2A1B-DCDE-4127721D2C24}"/>
          </ac:spMkLst>
        </pc:spChg>
      </pc:sldChg>
      <pc:sldChg chg="modSp mod">
        <pc:chgData name="Shailendra Chauhan" userId="a7d3133f-e197-4b90-bf63-99a63a264234" providerId="ADAL" clId="{2E600B28-2DCB-46A6-BC5B-6C8BC9C29899}" dt="2025-05-13T02:40:33.157" v="399"/>
        <pc:sldMkLst>
          <pc:docMk/>
          <pc:sldMk cId="736651118" sldId="2147469483"/>
        </pc:sldMkLst>
        <pc:spChg chg="mod">
          <ac:chgData name="Shailendra Chauhan" userId="a7d3133f-e197-4b90-bf63-99a63a264234" providerId="ADAL" clId="{2E600B28-2DCB-46A6-BC5B-6C8BC9C29899}" dt="2025-05-13T02:40:33.157" v="399"/>
          <ac:spMkLst>
            <pc:docMk/>
            <pc:sldMk cId="736651118" sldId="2147469483"/>
            <ac:spMk id="2" creationId="{39F8A7B9-4F1B-2A1B-DCDE-4127721D2C24}"/>
          </ac:spMkLst>
        </pc:spChg>
      </pc:sldChg>
      <pc:sldChg chg="modSp mod">
        <pc:chgData name="Shailendra Chauhan" userId="a7d3133f-e197-4b90-bf63-99a63a264234" providerId="ADAL" clId="{2E600B28-2DCB-46A6-BC5B-6C8BC9C29899}" dt="2025-05-13T02:50:19.349" v="446" actId="6549"/>
        <pc:sldMkLst>
          <pc:docMk/>
          <pc:sldMk cId="2628369785" sldId="2147469484"/>
        </pc:sldMkLst>
        <pc:spChg chg="mod">
          <ac:chgData name="Shailendra Chauhan" userId="a7d3133f-e197-4b90-bf63-99a63a264234" providerId="ADAL" clId="{2E600B28-2DCB-46A6-BC5B-6C8BC9C29899}" dt="2025-05-13T02:50:19.349" v="446" actId="6549"/>
          <ac:spMkLst>
            <pc:docMk/>
            <pc:sldMk cId="2628369785" sldId="2147469484"/>
            <ac:spMk id="2" creationId="{DE3994C0-08B6-E8D7-20BD-3707CA38928E}"/>
          </ac:spMkLst>
        </pc:spChg>
      </pc:sldChg>
      <pc:sldChg chg="addSp delSp modSp mod modClrScheme chgLayout">
        <pc:chgData name="Shailendra Chauhan" userId="a7d3133f-e197-4b90-bf63-99a63a264234" providerId="ADAL" clId="{2E600B28-2DCB-46A6-BC5B-6C8BC9C29899}" dt="2025-05-13T05:20:59.332" v="822" actId="1076"/>
        <pc:sldMkLst>
          <pc:docMk/>
          <pc:sldMk cId="320449755" sldId="2147469485"/>
        </pc:sldMkLst>
        <pc:spChg chg="mod ord">
          <ac:chgData name="Shailendra Chauhan" userId="a7d3133f-e197-4b90-bf63-99a63a264234" providerId="ADAL" clId="{2E600B28-2DCB-46A6-BC5B-6C8BC9C29899}" dt="2025-05-13T03:14:33.886" v="812" actId="27636"/>
          <ac:spMkLst>
            <pc:docMk/>
            <pc:sldMk cId="320449755" sldId="2147469485"/>
            <ac:spMk id="2" creationId="{DE3994C0-08B6-E8D7-20BD-3707CA38928E}"/>
          </ac:spMkLst>
        </pc:spChg>
        <pc:spChg chg="mod ord">
          <ac:chgData name="Shailendra Chauhan" userId="a7d3133f-e197-4b90-bf63-99a63a264234" providerId="ADAL" clId="{2E600B28-2DCB-46A6-BC5B-6C8BC9C29899}" dt="2025-05-13T02:15:23.027" v="123" actId="700"/>
          <ac:spMkLst>
            <pc:docMk/>
            <pc:sldMk cId="320449755" sldId="2147469485"/>
            <ac:spMk id="3" creationId="{986A80C2-65A0-6FE2-1F51-019EAC2280F5}"/>
          </ac:spMkLst>
        </pc:spChg>
        <pc:picChg chg="add mod modCrop">
          <ac:chgData name="Shailendra Chauhan" userId="a7d3133f-e197-4b90-bf63-99a63a264234" providerId="ADAL" clId="{2E600B28-2DCB-46A6-BC5B-6C8BC9C29899}" dt="2025-05-13T05:20:59.332" v="822" actId="1076"/>
          <ac:picMkLst>
            <pc:docMk/>
            <pc:sldMk cId="320449755" sldId="2147469485"/>
            <ac:picMk id="6" creationId="{797EA7F4-6E74-2390-BBEF-D0FAFA64B9BF}"/>
          </ac:picMkLst>
        </pc:picChg>
      </pc:sldChg>
      <pc:sldChg chg="addSp delSp modSp mod modClrScheme modAnim chgLayout">
        <pc:chgData name="Shailendra Chauhan" userId="a7d3133f-e197-4b90-bf63-99a63a264234" providerId="ADAL" clId="{2E600B28-2DCB-46A6-BC5B-6C8BC9C29899}" dt="2025-05-12T03:17:11.399" v="112" actId="1076"/>
        <pc:sldMkLst>
          <pc:docMk/>
          <pc:sldMk cId="3549898700" sldId="2147469489"/>
        </pc:sldMkLst>
        <pc:spChg chg="mod ord">
          <ac:chgData name="Shailendra Chauhan" userId="a7d3133f-e197-4b90-bf63-99a63a264234" providerId="ADAL" clId="{2E600B28-2DCB-46A6-BC5B-6C8BC9C29899}" dt="2025-05-12T03:14:03.411" v="69" actId="700"/>
          <ac:spMkLst>
            <pc:docMk/>
            <pc:sldMk cId="3549898700" sldId="2147469489"/>
            <ac:spMk id="2" creationId="{5C6B1560-495B-7AE3-C907-A8B74BD3D362}"/>
          </ac:spMkLst>
        </pc:spChg>
        <pc:spChg chg="mod ord">
          <ac:chgData name="Shailendra Chauhan" userId="a7d3133f-e197-4b90-bf63-99a63a264234" providerId="ADAL" clId="{2E600B28-2DCB-46A6-BC5B-6C8BC9C29899}" dt="2025-05-12T03:14:03.411" v="69" actId="700"/>
          <ac:spMkLst>
            <pc:docMk/>
            <pc:sldMk cId="3549898700" sldId="2147469489"/>
            <ac:spMk id="3" creationId="{B73C60F8-951B-2916-2A38-6216BFA506F9}"/>
          </ac:spMkLst>
        </pc:spChg>
        <pc:spChg chg="mod">
          <ac:chgData name="Shailendra Chauhan" userId="a7d3133f-e197-4b90-bf63-99a63a264234" providerId="ADAL" clId="{2E600B28-2DCB-46A6-BC5B-6C8BC9C29899}" dt="2025-05-12T03:12:08.361" v="55" actId="14100"/>
          <ac:spMkLst>
            <pc:docMk/>
            <pc:sldMk cId="3549898700" sldId="2147469489"/>
            <ac:spMk id="7" creationId="{4CDA7E7E-1315-E484-6FD7-6201E56D01E2}"/>
          </ac:spMkLst>
        </pc:spChg>
        <pc:spChg chg="add mod">
          <ac:chgData name="Shailendra Chauhan" userId="a7d3133f-e197-4b90-bf63-99a63a264234" providerId="ADAL" clId="{2E600B28-2DCB-46A6-BC5B-6C8BC9C29899}" dt="2025-05-12T03:12:03.031" v="54" actId="164"/>
          <ac:spMkLst>
            <pc:docMk/>
            <pc:sldMk cId="3549898700" sldId="2147469489"/>
            <ac:spMk id="10" creationId="{F8882FC1-D7FD-CE25-2D29-AEA788BD3A5E}"/>
          </ac:spMkLst>
        </pc:spChg>
        <pc:spChg chg="add mod">
          <ac:chgData name="Shailendra Chauhan" userId="a7d3133f-e197-4b90-bf63-99a63a264234" providerId="ADAL" clId="{2E600B28-2DCB-46A6-BC5B-6C8BC9C29899}" dt="2025-05-12T03:17:06.724" v="111" actId="164"/>
          <ac:spMkLst>
            <pc:docMk/>
            <pc:sldMk cId="3549898700" sldId="2147469489"/>
            <ac:spMk id="29" creationId="{B6989F8A-0C52-8397-8B9E-248D15C6CD13}"/>
          </ac:spMkLst>
        </pc:spChg>
        <pc:spChg chg="add mod">
          <ac:chgData name="Shailendra Chauhan" userId="a7d3133f-e197-4b90-bf63-99a63a264234" providerId="ADAL" clId="{2E600B28-2DCB-46A6-BC5B-6C8BC9C29899}" dt="2025-05-12T03:17:06.724" v="111" actId="164"/>
          <ac:spMkLst>
            <pc:docMk/>
            <pc:sldMk cId="3549898700" sldId="2147469489"/>
            <ac:spMk id="32" creationId="{0DBB58EE-D274-3882-30ED-AC6A453CB840}"/>
          </ac:spMkLst>
        </pc:spChg>
        <pc:spChg chg="add mod">
          <ac:chgData name="Shailendra Chauhan" userId="a7d3133f-e197-4b90-bf63-99a63a264234" providerId="ADAL" clId="{2E600B28-2DCB-46A6-BC5B-6C8BC9C29899}" dt="2025-05-12T03:17:06.724" v="111" actId="164"/>
          <ac:spMkLst>
            <pc:docMk/>
            <pc:sldMk cId="3549898700" sldId="2147469489"/>
            <ac:spMk id="33" creationId="{36FC2D1B-7283-4B49-FE01-CE00F38A473D}"/>
          </ac:spMkLst>
        </pc:spChg>
        <pc:spChg chg="add mod">
          <ac:chgData name="Shailendra Chauhan" userId="a7d3133f-e197-4b90-bf63-99a63a264234" providerId="ADAL" clId="{2E600B28-2DCB-46A6-BC5B-6C8BC9C29899}" dt="2025-05-12T03:17:06.724" v="111" actId="164"/>
          <ac:spMkLst>
            <pc:docMk/>
            <pc:sldMk cId="3549898700" sldId="2147469489"/>
            <ac:spMk id="34" creationId="{70E61D1E-F415-02EB-3024-47413682EDCA}"/>
          </ac:spMkLst>
        </pc:spChg>
        <pc:grpChg chg="add mod">
          <ac:chgData name="Shailendra Chauhan" userId="a7d3133f-e197-4b90-bf63-99a63a264234" providerId="ADAL" clId="{2E600B28-2DCB-46A6-BC5B-6C8BC9C29899}" dt="2025-05-12T03:12:03.031" v="54" actId="164"/>
          <ac:grpSpMkLst>
            <pc:docMk/>
            <pc:sldMk cId="3549898700" sldId="2147469489"/>
            <ac:grpSpMk id="5" creationId="{B9AF9CF5-9644-BC1E-2FFD-2846AF9EB6A5}"/>
          </ac:grpSpMkLst>
        </pc:grpChg>
        <pc:grpChg chg="add del mod">
          <ac:chgData name="Shailendra Chauhan" userId="a7d3133f-e197-4b90-bf63-99a63a264234" providerId="ADAL" clId="{2E600B28-2DCB-46A6-BC5B-6C8BC9C29899}" dt="2025-05-12T03:14:42.210" v="74" actId="1076"/>
          <ac:grpSpMkLst>
            <pc:docMk/>
            <pc:sldMk cId="3549898700" sldId="2147469489"/>
            <ac:grpSpMk id="19" creationId="{E6B4A44D-A3CA-E45E-A658-5A3200667B38}"/>
          </ac:grpSpMkLst>
        </pc:grpChg>
        <pc:grpChg chg="add mod">
          <ac:chgData name="Shailendra Chauhan" userId="a7d3133f-e197-4b90-bf63-99a63a264234" providerId="ADAL" clId="{2E600B28-2DCB-46A6-BC5B-6C8BC9C29899}" dt="2025-05-12T03:17:11.399" v="112" actId="1076"/>
          <ac:grpSpMkLst>
            <pc:docMk/>
            <pc:sldMk cId="3549898700" sldId="2147469489"/>
            <ac:grpSpMk id="35" creationId="{82E7A51B-C5B2-6785-7939-3ECAA1115F95}"/>
          </ac:grpSpMkLst>
        </pc:grpChg>
        <pc:picChg chg="mod">
          <ac:chgData name="Shailendra Chauhan" userId="a7d3133f-e197-4b90-bf63-99a63a264234" providerId="ADAL" clId="{2E600B28-2DCB-46A6-BC5B-6C8BC9C29899}" dt="2025-05-12T03:10:17.192" v="7"/>
          <ac:picMkLst>
            <pc:docMk/>
            <pc:sldMk cId="3549898700" sldId="2147469489"/>
            <ac:picMk id="6" creationId="{11A27782-8FCD-17A5-B104-CB321B703E19}"/>
          </ac:picMkLst>
        </pc:picChg>
        <pc:picChg chg="add mod">
          <ac:chgData name="Shailendra Chauhan" userId="a7d3133f-e197-4b90-bf63-99a63a264234" providerId="ADAL" clId="{2E600B28-2DCB-46A6-BC5B-6C8BC9C29899}" dt="2025-05-12T03:17:06.724" v="111" actId="164"/>
          <ac:picMkLst>
            <pc:docMk/>
            <pc:sldMk cId="3549898700" sldId="2147469489"/>
            <ac:picMk id="30" creationId="{21D7963D-818F-66A7-0083-0DB55C86A2EB}"/>
          </ac:picMkLst>
        </pc:picChg>
        <pc:picChg chg="add mod">
          <ac:chgData name="Shailendra Chauhan" userId="a7d3133f-e197-4b90-bf63-99a63a264234" providerId="ADAL" clId="{2E600B28-2DCB-46A6-BC5B-6C8BC9C29899}" dt="2025-05-12T03:17:06.724" v="111" actId="164"/>
          <ac:picMkLst>
            <pc:docMk/>
            <pc:sldMk cId="3549898700" sldId="2147469489"/>
            <ac:picMk id="31" creationId="{8E7ABE71-94CE-FC71-B3F4-5538C9BC8533}"/>
          </ac:picMkLst>
        </pc:picChg>
        <pc:cxnChg chg="add mod">
          <ac:chgData name="Shailendra Chauhan" userId="a7d3133f-e197-4b90-bf63-99a63a264234" providerId="ADAL" clId="{2E600B28-2DCB-46A6-BC5B-6C8BC9C29899}" dt="2025-05-12T03:12:03.031" v="54" actId="164"/>
          <ac:cxnSpMkLst>
            <pc:docMk/>
            <pc:sldMk cId="3549898700" sldId="2147469489"/>
            <ac:cxnSpMk id="9" creationId="{DC7F412D-F6EA-36C9-AE8C-50C7D53152D4}"/>
          </ac:cxnSpMkLst>
        </pc:cxnChg>
      </pc:sldChg>
      <pc:sldChg chg="addSp delSp modSp new mod modTransition modClrScheme chgLayout">
        <pc:chgData name="Shailendra Chauhan" userId="a7d3133f-e197-4b90-bf63-99a63a264234" providerId="ADAL" clId="{2E600B28-2DCB-46A6-BC5B-6C8BC9C29899}" dt="2025-05-13T03:09:38.426" v="719" actId="20577"/>
        <pc:sldMkLst>
          <pc:docMk/>
          <pc:sldMk cId="3979979798" sldId="2147469510"/>
        </pc:sldMkLst>
        <pc:spChg chg="add mod ord">
          <ac:chgData name="Shailendra Chauhan" userId="a7d3133f-e197-4b90-bf63-99a63a264234" providerId="ADAL" clId="{2E600B28-2DCB-46A6-BC5B-6C8BC9C29899}" dt="2025-05-13T03:00:55.758" v="535"/>
          <ac:spMkLst>
            <pc:docMk/>
            <pc:sldMk cId="3979979798" sldId="2147469510"/>
            <ac:spMk id="15" creationId="{C6DC70C5-5563-4627-4B69-CBB22F143F33}"/>
          </ac:spMkLst>
        </pc:spChg>
        <pc:graphicFrameChg chg="add mod ord modGraphic">
          <ac:chgData name="Shailendra Chauhan" userId="a7d3133f-e197-4b90-bf63-99a63a264234" providerId="ADAL" clId="{2E600B28-2DCB-46A6-BC5B-6C8BC9C29899}" dt="2025-05-13T03:09:38.426" v="719" actId="20577"/>
          <ac:graphicFrameMkLst>
            <pc:docMk/>
            <pc:sldMk cId="3979979798" sldId="2147469510"/>
            <ac:graphicFrameMk id="8" creationId="{5F57FBD6-A49E-6E3C-AAE9-E6989E9C2E02}"/>
          </ac:graphicFrameMkLst>
        </pc:graphicFrameChg>
      </pc:sldChg>
    </pc:docChg>
  </pc:docChgLst>
  <pc:docChgLst>
    <pc:chgData name="Shailendra Chauhan" userId="a7d3133f-e197-4b90-bf63-99a63a264234" providerId="ADAL" clId="{49C5B778-00DB-49D2-88B0-BF6D7A386A3F}"/>
    <pc:docChg chg="modSld">
      <pc:chgData name="Shailendra Chauhan" userId="a7d3133f-e197-4b90-bf63-99a63a264234" providerId="ADAL" clId="{49C5B778-00DB-49D2-88B0-BF6D7A386A3F}" dt="2025-06-03T06:05:23.886" v="22" actId="20577"/>
      <pc:docMkLst>
        <pc:docMk/>
      </pc:docMkLst>
      <pc:sldChg chg="modSp mod">
        <pc:chgData name="Shailendra Chauhan" userId="a7d3133f-e197-4b90-bf63-99a63a264234" providerId="ADAL" clId="{49C5B778-00DB-49D2-88B0-BF6D7A386A3F}" dt="2025-06-03T06:05:23.886" v="22" actId="20577"/>
        <pc:sldMkLst>
          <pc:docMk/>
          <pc:sldMk cId="3101471177" sldId="2147469504"/>
        </pc:sldMkLst>
        <pc:spChg chg="mod">
          <ac:chgData name="Shailendra Chauhan" userId="a7d3133f-e197-4b90-bf63-99a63a264234" providerId="ADAL" clId="{49C5B778-00DB-49D2-88B0-BF6D7A386A3F}" dt="2025-06-03T06:05:23.886" v="22" actId="20577"/>
          <ac:spMkLst>
            <pc:docMk/>
            <pc:sldMk cId="3101471177" sldId="2147469504"/>
            <ac:spMk id="2" creationId="{7D11E49D-67D8-171D-0ED7-C0E318E3CB1A}"/>
          </ac:spMkLst>
        </pc:spChg>
      </pc:sldChg>
    </pc:docChg>
  </pc:docChgLst>
  <pc:docChgLst>
    <pc:chgData name="Shailendra Chauhan" userId="a7d3133f-e197-4b90-bf63-99a63a264234" providerId="ADAL" clId="{020FE2F0-E2FD-4170-937B-AD8951A3FC2D}"/>
    <pc:docChg chg="undo custSel modSld modMainMaster">
      <pc:chgData name="Shailendra Chauhan" userId="a7d3133f-e197-4b90-bf63-99a63a264234" providerId="ADAL" clId="{020FE2F0-E2FD-4170-937B-AD8951A3FC2D}" dt="2024-07-06T06:57:45.886" v="41" actId="2696"/>
      <pc:docMkLst>
        <pc:docMk/>
      </pc:docMkLst>
      <pc:sldChg chg="modSp mod">
        <pc:chgData name="Shailendra Chauhan" userId="a7d3133f-e197-4b90-bf63-99a63a264234" providerId="ADAL" clId="{020FE2F0-E2FD-4170-937B-AD8951A3FC2D}" dt="2024-07-06T06:54:34.896" v="2" actId="27636"/>
        <pc:sldMkLst>
          <pc:docMk/>
          <pc:sldMk cId="3384716785" sldId="522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28.686" v="6" actId="700"/>
        <pc:sldMkLst>
          <pc:docMk/>
          <pc:sldMk cId="3012922482" sldId="2147469481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36.534" v="8" actId="700"/>
        <pc:sldMkLst>
          <pc:docMk/>
          <pc:sldMk cId="1329547788" sldId="2147469482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40.598" v="9" actId="700"/>
        <pc:sldMkLst>
          <pc:docMk/>
          <pc:sldMk cId="736651118" sldId="2147469483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44.967" v="10" actId="700"/>
        <pc:sldMkLst>
          <pc:docMk/>
          <pc:sldMk cId="2628369785" sldId="2147469484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49.400" v="11" actId="700"/>
        <pc:sldMkLst>
          <pc:docMk/>
          <pc:sldMk cId="320449755" sldId="2147469485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53.695" v="12" actId="700"/>
        <pc:sldMkLst>
          <pc:docMk/>
          <pc:sldMk cId="1494691065" sldId="2147469486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32.825" v="7" actId="700"/>
        <pc:sldMkLst>
          <pc:docMk/>
          <pc:sldMk cId="178977462" sldId="2147469487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17.160" v="17" actId="700"/>
        <pc:sldMkLst>
          <pc:docMk/>
          <pc:sldMk cId="126659372" sldId="2147469488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21.274" v="18" actId="700"/>
        <pc:sldMkLst>
          <pc:docMk/>
          <pc:sldMk cId="3549898700" sldId="2147469489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30.889" v="20" actId="700"/>
        <pc:sldMkLst>
          <pc:docMk/>
          <pc:sldMk cId="1183596658" sldId="2147469490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34.747" v="21" actId="700"/>
        <pc:sldMkLst>
          <pc:docMk/>
          <pc:sldMk cId="2683016822" sldId="2147469491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39.657" v="22" actId="700"/>
        <pc:sldMkLst>
          <pc:docMk/>
          <pc:sldMk cId="2075187817" sldId="2147469492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43.410" v="23" actId="700"/>
        <pc:sldMkLst>
          <pc:docMk/>
          <pc:sldMk cId="3746043249" sldId="2147469493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47.535" v="24" actId="700"/>
        <pc:sldMkLst>
          <pc:docMk/>
          <pc:sldMk cId="2238685126" sldId="2147469494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56.107" v="28" actId="27636"/>
        <pc:sldMkLst>
          <pc:docMk/>
          <pc:sldMk cId="506694691" sldId="2147469495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21.680" v="5" actId="700"/>
        <pc:sldMkLst>
          <pc:docMk/>
          <pc:sldMk cId="3100357693" sldId="2147469496"/>
        </pc:sldMkLst>
      </pc:sldChg>
      <pc:sldChg chg="modSp mod modClrScheme chgLayout">
        <pc:chgData name="Shailendra Chauhan" userId="a7d3133f-e197-4b90-bf63-99a63a264234" providerId="ADAL" clId="{020FE2F0-E2FD-4170-937B-AD8951A3FC2D}" dt="2024-07-06T06:55:57.389" v="13" actId="700"/>
        <pc:sldMkLst>
          <pc:docMk/>
          <pc:sldMk cId="3291772777" sldId="2147469497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12.099" v="16" actId="700"/>
        <pc:sldMkLst>
          <pc:docMk/>
          <pc:sldMk cId="3213235310" sldId="2147469498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59.676" v="29" actId="700"/>
        <pc:sldMkLst>
          <pc:docMk/>
          <pc:sldMk cId="1642847206" sldId="2147469499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04.777" v="30" actId="700"/>
        <pc:sldMkLst>
          <pc:docMk/>
          <pc:sldMk cId="69496446" sldId="2147469500"/>
        </pc:sldMkLst>
      </pc:sldChg>
      <pc:sldChg chg="modSp mod modClrScheme chgLayout">
        <pc:chgData name="Shailendra Chauhan" userId="a7d3133f-e197-4b90-bf63-99a63a264234" providerId="ADAL" clId="{020FE2F0-E2FD-4170-937B-AD8951A3FC2D}" dt="2024-07-06T06:56:07.786" v="15" actId="1076"/>
        <pc:sldMkLst>
          <pc:docMk/>
          <pc:sldMk cId="1181312397" sldId="2147469501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14.808" v="32" actId="700"/>
        <pc:sldMkLst>
          <pc:docMk/>
          <pc:sldMk cId="1447917143" sldId="2147469502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18.517" v="33" actId="700"/>
        <pc:sldMkLst>
          <pc:docMk/>
          <pc:sldMk cId="418952204" sldId="2147469503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27.451" v="36" actId="700"/>
        <pc:sldMkLst>
          <pc:docMk/>
          <pc:sldMk cId="3101471177" sldId="2147469504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33.453" v="38" actId="700"/>
        <pc:sldMkLst>
          <pc:docMk/>
          <pc:sldMk cId="2377457485" sldId="2147469505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23.576" v="35" actId="27636"/>
        <pc:sldMkLst>
          <pc:docMk/>
          <pc:sldMk cId="544371538" sldId="2147469506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36.785" v="39" actId="700"/>
        <pc:sldMkLst>
          <pc:docMk/>
          <pc:sldMk cId="2362036718" sldId="2147469507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30.425" v="37" actId="700"/>
        <pc:sldMkLst>
          <pc:docMk/>
          <pc:sldMk cId="2709201237" sldId="2147469508"/>
        </pc:sldMkLst>
      </pc:sldChg>
      <pc:sldChg chg="modSp mod modClrScheme chgLayout">
        <pc:chgData name="Shailendra Chauhan" userId="a7d3133f-e197-4b90-bf63-99a63a264234" providerId="ADAL" clId="{020FE2F0-E2FD-4170-937B-AD8951A3FC2D}" dt="2024-07-06T06:57:10.283" v="31" actId="700"/>
        <pc:sldMkLst>
          <pc:docMk/>
          <pc:sldMk cId="2688065524" sldId="2147469509"/>
        </pc:sldMkLst>
      </pc:sldChg>
      <pc:sldMasterChg chg="delSldLayout modSldLayout">
        <pc:chgData name="Shailendra Chauhan" userId="a7d3133f-e197-4b90-bf63-99a63a264234" providerId="ADAL" clId="{020FE2F0-E2FD-4170-937B-AD8951A3FC2D}" dt="2024-07-06T06:57:45.886" v="41" actId="2696"/>
        <pc:sldMasterMkLst>
          <pc:docMk/>
          <pc:sldMasterMk cId="3249579563" sldId="2147483714"/>
        </pc:sldMasterMkLst>
        <pc:sldLayoutChg chg="delSp del">
          <pc:chgData name="Shailendra Chauhan" userId="a7d3133f-e197-4b90-bf63-99a63a264234" providerId="ADAL" clId="{020FE2F0-E2FD-4170-937B-AD8951A3FC2D}" dt="2024-07-06T06:57:45.886" v="41" actId="2696"/>
          <pc:sldLayoutMkLst>
            <pc:docMk/>
            <pc:sldMasterMk cId="3249579563" sldId="2147483714"/>
            <pc:sldLayoutMk cId="1564373088" sldId="2147483740"/>
          </pc:sldLayoutMkLst>
        </pc:sldLayoutChg>
        <pc:sldLayoutChg chg="del">
          <pc:chgData name="Shailendra Chauhan" userId="a7d3133f-e197-4b90-bf63-99a63a264234" providerId="ADAL" clId="{020FE2F0-E2FD-4170-937B-AD8951A3FC2D}" dt="2024-07-06T06:57:44.102" v="40" actId="2696"/>
          <pc:sldLayoutMkLst>
            <pc:docMk/>
            <pc:sldMasterMk cId="3249579563" sldId="2147483714"/>
            <pc:sldLayoutMk cId="3982806538" sldId="214748374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87B356-E4C6-4EA6-9C03-1E64D8A019FB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</dgm:pt>
    <dgm:pt modelId="{9345E385-0E7F-4A5B-9DF1-072C174EFDB0}">
      <dgm:prSet phldrT="[Text]"/>
      <dgm:spPr/>
      <dgm:t>
        <a:bodyPr/>
        <a:lstStyle/>
        <a:p>
          <a:r>
            <a:rPr lang="en-US" b="0" i="0"/>
            <a:t>1.   Requirements</a:t>
          </a:r>
          <a:endParaRPr lang="en-US" b="0"/>
        </a:p>
      </dgm:t>
    </dgm:pt>
    <dgm:pt modelId="{98FCD9DD-0886-4FA2-9DC5-D865E40A8DB3}" type="parTrans" cxnId="{10F20D6C-474A-442B-B035-FF675D22D3B0}">
      <dgm:prSet/>
      <dgm:spPr/>
      <dgm:t>
        <a:bodyPr/>
        <a:lstStyle/>
        <a:p>
          <a:endParaRPr lang="en-US"/>
        </a:p>
      </dgm:t>
    </dgm:pt>
    <dgm:pt modelId="{E68C6537-D6AE-4C84-9787-420DB5D616DA}" type="sibTrans" cxnId="{10F20D6C-474A-442B-B035-FF675D22D3B0}">
      <dgm:prSet/>
      <dgm:spPr/>
      <dgm:t>
        <a:bodyPr/>
        <a:lstStyle/>
        <a:p>
          <a:endParaRPr lang="en-US"/>
        </a:p>
      </dgm:t>
    </dgm:pt>
    <dgm:pt modelId="{210450C2-42DE-4D09-904D-7515C8D7732E}">
      <dgm:prSet phldrT="[Text]"/>
      <dgm:spPr/>
      <dgm:t>
        <a:bodyPr/>
        <a:lstStyle/>
        <a:p>
          <a:r>
            <a:rPr lang="en-US" b="0" i="0"/>
            <a:t>2.               Design</a:t>
          </a:r>
          <a:endParaRPr lang="en-US" b="0"/>
        </a:p>
      </dgm:t>
    </dgm:pt>
    <dgm:pt modelId="{A861C822-8E85-4718-B8C2-0E86A689A1DF}" type="parTrans" cxnId="{A1359048-1AD9-4D70-B2A8-439357300598}">
      <dgm:prSet/>
      <dgm:spPr/>
      <dgm:t>
        <a:bodyPr/>
        <a:lstStyle/>
        <a:p>
          <a:endParaRPr lang="en-US"/>
        </a:p>
      </dgm:t>
    </dgm:pt>
    <dgm:pt modelId="{ACB8AC19-FDBC-4543-A3F5-3E16143FFAF1}" type="sibTrans" cxnId="{A1359048-1AD9-4D70-B2A8-439357300598}">
      <dgm:prSet/>
      <dgm:spPr/>
      <dgm:t>
        <a:bodyPr/>
        <a:lstStyle/>
        <a:p>
          <a:endParaRPr lang="en-US"/>
        </a:p>
      </dgm:t>
    </dgm:pt>
    <dgm:pt modelId="{E3C10C3E-3567-45A9-BBF4-AD44159826B0}">
      <dgm:prSet phldrT="[Text]"/>
      <dgm:spPr/>
      <dgm:t>
        <a:bodyPr/>
        <a:lstStyle/>
        <a:p>
          <a:r>
            <a:rPr lang="en-US" b="0" i="0"/>
            <a:t>3.        Evaluation</a:t>
          </a:r>
          <a:endParaRPr lang="en-US" b="0"/>
        </a:p>
      </dgm:t>
    </dgm:pt>
    <dgm:pt modelId="{E5010DA6-7773-449A-A92A-9909DF54BD49}" type="parTrans" cxnId="{B477F5A7-DD5A-41B9-BC00-FDB4F14A51E3}">
      <dgm:prSet/>
      <dgm:spPr/>
      <dgm:t>
        <a:bodyPr/>
        <a:lstStyle/>
        <a:p>
          <a:endParaRPr lang="en-US"/>
        </a:p>
      </dgm:t>
    </dgm:pt>
    <dgm:pt modelId="{D90D453D-AE8A-409B-AC19-B57267F24208}" type="sibTrans" cxnId="{B477F5A7-DD5A-41B9-BC00-FDB4F14A51E3}">
      <dgm:prSet/>
      <dgm:spPr/>
      <dgm:t>
        <a:bodyPr/>
        <a:lstStyle/>
        <a:p>
          <a:endParaRPr lang="en-US"/>
        </a:p>
      </dgm:t>
    </dgm:pt>
    <dgm:pt modelId="{ACB48B97-5B91-4B3E-A9B8-CBB8DAE6546C}">
      <dgm:prSet phldrT="[Text]"/>
      <dgm:spPr/>
      <dgm:t>
        <a:bodyPr/>
        <a:lstStyle/>
        <a:p>
          <a:r>
            <a:rPr lang="en-IN"/>
            <a:t>4. Documentation</a:t>
          </a:r>
          <a:endParaRPr lang="en-US"/>
        </a:p>
      </dgm:t>
    </dgm:pt>
    <dgm:pt modelId="{CD339DE9-F21B-4D6D-8612-1AF31DD8D67C}" type="parTrans" cxnId="{33C7703C-46B1-4B66-9D44-0A28284E0051}">
      <dgm:prSet/>
      <dgm:spPr/>
      <dgm:t>
        <a:bodyPr/>
        <a:lstStyle/>
        <a:p>
          <a:endParaRPr lang="en-US"/>
        </a:p>
      </dgm:t>
    </dgm:pt>
    <dgm:pt modelId="{D56D37A5-9157-4CF5-83C9-0F83096B112B}" type="sibTrans" cxnId="{33C7703C-46B1-4B66-9D44-0A28284E0051}">
      <dgm:prSet/>
      <dgm:spPr/>
      <dgm:t>
        <a:bodyPr/>
        <a:lstStyle/>
        <a:p>
          <a:endParaRPr lang="en-US"/>
        </a:p>
      </dgm:t>
    </dgm:pt>
    <dgm:pt modelId="{7E04ED2A-26D2-4BD3-90BB-68258731CA66}">
      <dgm:prSet phldrT="[Text]"/>
      <dgm:spPr/>
      <dgm:t>
        <a:bodyPr/>
        <a:lstStyle/>
        <a:p>
          <a:r>
            <a:rPr lang="en-IN"/>
            <a:t>5. Implementation</a:t>
          </a:r>
          <a:endParaRPr lang="en-US"/>
        </a:p>
      </dgm:t>
    </dgm:pt>
    <dgm:pt modelId="{F0337B7D-D536-4D7D-A478-52B14DEE3177}" type="parTrans" cxnId="{0DE762A3-1C89-4305-BDAE-6A5A178DAE70}">
      <dgm:prSet/>
      <dgm:spPr/>
      <dgm:t>
        <a:bodyPr/>
        <a:lstStyle/>
        <a:p>
          <a:endParaRPr lang="en-US"/>
        </a:p>
      </dgm:t>
    </dgm:pt>
    <dgm:pt modelId="{45638135-5355-4555-9DFE-D78F4B090440}" type="sibTrans" cxnId="{0DE762A3-1C89-4305-BDAE-6A5A178DAE70}">
      <dgm:prSet/>
      <dgm:spPr/>
      <dgm:t>
        <a:bodyPr/>
        <a:lstStyle/>
        <a:p>
          <a:endParaRPr lang="en-US"/>
        </a:p>
      </dgm:t>
    </dgm:pt>
    <dgm:pt modelId="{0520830F-48A9-4176-9ED6-0C3B5389755C}" type="pres">
      <dgm:prSet presAssocID="{0187B356-E4C6-4EA6-9C03-1E64D8A019FB}" presName="Name0" presStyleCnt="0">
        <dgm:presLayoutVars>
          <dgm:dir/>
          <dgm:animLvl val="lvl"/>
          <dgm:resizeHandles val="exact"/>
        </dgm:presLayoutVars>
      </dgm:prSet>
      <dgm:spPr/>
    </dgm:pt>
    <dgm:pt modelId="{71BB52BB-383C-4DCF-B124-85C8A2AA0B29}" type="pres">
      <dgm:prSet presAssocID="{9345E385-0E7F-4A5B-9DF1-072C174EFDB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32526C0-3C78-4953-BFDB-7E16F828174B}" type="pres">
      <dgm:prSet presAssocID="{E68C6537-D6AE-4C84-9787-420DB5D616DA}" presName="parTxOnlySpace" presStyleCnt="0"/>
      <dgm:spPr/>
    </dgm:pt>
    <dgm:pt modelId="{92BD9016-DC45-42FC-A5C0-E05B6FB90427}" type="pres">
      <dgm:prSet presAssocID="{210450C2-42DE-4D09-904D-7515C8D7732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E5BFBFF-F22D-4B0B-A8AF-F5464D5C47E7}" type="pres">
      <dgm:prSet presAssocID="{ACB8AC19-FDBC-4543-A3F5-3E16143FFAF1}" presName="parTxOnlySpace" presStyleCnt="0"/>
      <dgm:spPr/>
    </dgm:pt>
    <dgm:pt modelId="{9FAE8F8F-F309-4D4C-ACA1-731E0BED5B9B}" type="pres">
      <dgm:prSet presAssocID="{E3C10C3E-3567-45A9-BBF4-AD44159826B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16FCB1B-BB8F-43C2-B3EC-2C5D902B2BF6}" type="pres">
      <dgm:prSet presAssocID="{D90D453D-AE8A-409B-AC19-B57267F24208}" presName="parTxOnlySpace" presStyleCnt="0"/>
      <dgm:spPr/>
    </dgm:pt>
    <dgm:pt modelId="{2E5E122A-244E-45AF-BFDA-0CED6E0E2419}" type="pres">
      <dgm:prSet presAssocID="{ACB48B97-5B91-4B3E-A9B8-CBB8DAE6546C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1298C52-2893-4807-88CC-4994D2876274}" type="pres">
      <dgm:prSet presAssocID="{D56D37A5-9157-4CF5-83C9-0F83096B112B}" presName="parTxOnlySpace" presStyleCnt="0"/>
      <dgm:spPr/>
    </dgm:pt>
    <dgm:pt modelId="{5C973A0D-4AB6-4A5C-809D-B6B827037A08}" type="pres">
      <dgm:prSet presAssocID="{7E04ED2A-26D2-4BD3-90BB-68258731CA66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F74BD14-A415-4645-905C-0F8D523FBF8F}" type="presOf" srcId="{210450C2-42DE-4D09-904D-7515C8D7732E}" destId="{92BD9016-DC45-42FC-A5C0-E05B6FB90427}" srcOrd="0" destOrd="0" presId="urn:microsoft.com/office/officeart/2005/8/layout/chevron1"/>
    <dgm:cxn modelId="{33C7703C-46B1-4B66-9D44-0A28284E0051}" srcId="{0187B356-E4C6-4EA6-9C03-1E64D8A019FB}" destId="{ACB48B97-5B91-4B3E-A9B8-CBB8DAE6546C}" srcOrd="3" destOrd="0" parTransId="{CD339DE9-F21B-4D6D-8612-1AF31DD8D67C}" sibTransId="{D56D37A5-9157-4CF5-83C9-0F83096B112B}"/>
    <dgm:cxn modelId="{6CD8AE61-E48C-4160-89CD-8AD44760F141}" type="presOf" srcId="{9345E385-0E7F-4A5B-9DF1-072C174EFDB0}" destId="{71BB52BB-383C-4DCF-B124-85C8A2AA0B29}" srcOrd="0" destOrd="0" presId="urn:microsoft.com/office/officeart/2005/8/layout/chevron1"/>
    <dgm:cxn modelId="{A1359048-1AD9-4D70-B2A8-439357300598}" srcId="{0187B356-E4C6-4EA6-9C03-1E64D8A019FB}" destId="{210450C2-42DE-4D09-904D-7515C8D7732E}" srcOrd="1" destOrd="0" parTransId="{A861C822-8E85-4718-B8C2-0E86A689A1DF}" sibTransId="{ACB8AC19-FDBC-4543-A3F5-3E16143FFAF1}"/>
    <dgm:cxn modelId="{10F20D6C-474A-442B-B035-FF675D22D3B0}" srcId="{0187B356-E4C6-4EA6-9C03-1E64D8A019FB}" destId="{9345E385-0E7F-4A5B-9DF1-072C174EFDB0}" srcOrd="0" destOrd="0" parTransId="{98FCD9DD-0886-4FA2-9DC5-D865E40A8DB3}" sibTransId="{E68C6537-D6AE-4C84-9787-420DB5D616DA}"/>
    <dgm:cxn modelId="{A5505454-4DDB-40D5-BC6D-5E1142ED00BE}" type="presOf" srcId="{E3C10C3E-3567-45A9-BBF4-AD44159826B0}" destId="{9FAE8F8F-F309-4D4C-ACA1-731E0BED5B9B}" srcOrd="0" destOrd="0" presId="urn:microsoft.com/office/officeart/2005/8/layout/chevron1"/>
    <dgm:cxn modelId="{1C76EC58-FBDB-494F-834E-E75C42D4DC74}" type="presOf" srcId="{7E04ED2A-26D2-4BD3-90BB-68258731CA66}" destId="{5C973A0D-4AB6-4A5C-809D-B6B827037A08}" srcOrd="0" destOrd="0" presId="urn:microsoft.com/office/officeart/2005/8/layout/chevron1"/>
    <dgm:cxn modelId="{E025FF83-D858-48BA-9C64-A50832236BB6}" type="presOf" srcId="{0187B356-E4C6-4EA6-9C03-1E64D8A019FB}" destId="{0520830F-48A9-4176-9ED6-0C3B5389755C}" srcOrd="0" destOrd="0" presId="urn:microsoft.com/office/officeart/2005/8/layout/chevron1"/>
    <dgm:cxn modelId="{0DE762A3-1C89-4305-BDAE-6A5A178DAE70}" srcId="{0187B356-E4C6-4EA6-9C03-1E64D8A019FB}" destId="{7E04ED2A-26D2-4BD3-90BB-68258731CA66}" srcOrd="4" destOrd="0" parTransId="{F0337B7D-D536-4D7D-A478-52B14DEE3177}" sibTransId="{45638135-5355-4555-9DFE-D78F4B090440}"/>
    <dgm:cxn modelId="{B477F5A7-DD5A-41B9-BC00-FDB4F14A51E3}" srcId="{0187B356-E4C6-4EA6-9C03-1E64D8A019FB}" destId="{E3C10C3E-3567-45A9-BBF4-AD44159826B0}" srcOrd="2" destOrd="0" parTransId="{E5010DA6-7773-449A-A92A-9909DF54BD49}" sibTransId="{D90D453D-AE8A-409B-AC19-B57267F24208}"/>
    <dgm:cxn modelId="{536F34F8-29BE-406B-A379-BDD4AFF703E6}" type="presOf" srcId="{ACB48B97-5B91-4B3E-A9B8-CBB8DAE6546C}" destId="{2E5E122A-244E-45AF-BFDA-0CED6E0E2419}" srcOrd="0" destOrd="0" presId="urn:microsoft.com/office/officeart/2005/8/layout/chevron1"/>
    <dgm:cxn modelId="{11BC5DAF-8E6A-4901-A9A1-BB600B538B75}" type="presParOf" srcId="{0520830F-48A9-4176-9ED6-0C3B5389755C}" destId="{71BB52BB-383C-4DCF-B124-85C8A2AA0B29}" srcOrd="0" destOrd="0" presId="urn:microsoft.com/office/officeart/2005/8/layout/chevron1"/>
    <dgm:cxn modelId="{B964B4F5-4C28-4C36-8063-2187355D05F5}" type="presParOf" srcId="{0520830F-48A9-4176-9ED6-0C3B5389755C}" destId="{532526C0-3C78-4953-BFDB-7E16F828174B}" srcOrd="1" destOrd="0" presId="urn:microsoft.com/office/officeart/2005/8/layout/chevron1"/>
    <dgm:cxn modelId="{5E74D6AD-93E0-4204-A3FE-2C969BC8E7DC}" type="presParOf" srcId="{0520830F-48A9-4176-9ED6-0C3B5389755C}" destId="{92BD9016-DC45-42FC-A5C0-E05B6FB90427}" srcOrd="2" destOrd="0" presId="urn:microsoft.com/office/officeart/2005/8/layout/chevron1"/>
    <dgm:cxn modelId="{7CD57959-BF91-4A33-86CB-3153C6171C57}" type="presParOf" srcId="{0520830F-48A9-4176-9ED6-0C3B5389755C}" destId="{FE5BFBFF-F22D-4B0B-A8AF-F5464D5C47E7}" srcOrd="3" destOrd="0" presId="urn:microsoft.com/office/officeart/2005/8/layout/chevron1"/>
    <dgm:cxn modelId="{55A223A7-5304-44ED-9653-C2A2980161DA}" type="presParOf" srcId="{0520830F-48A9-4176-9ED6-0C3B5389755C}" destId="{9FAE8F8F-F309-4D4C-ACA1-731E0BED5B9B}" srcOrd="4" destOrd="0" presId="urn:microsoft.com/office/officeart/2005/8/layout/chevron1"/>
    <dgm:cxn modelId="{AB7DAD78-93E3-4C32-A6DA-5203757DA6E4}" type="presParOf" srcId="{0520830F-48A9-4176-9ED6-0C3B5389755C}" destId="{516FCB1B-BB8F-43C2-B3EC-2C5D902B2BF6}" srcOrd="5" destOrd="0" presId="urn:microsoft.com/office/officeart/2005/8/layout/chevron1"/>
    <dgm:cxn modelId="{C1B8D373-97AE-4DD0-9B5B-75D4C8B2E1E1}" type="presParOf" srcId="{0520830F-48A9-4176-9ED6-0C3B5389755C}" destId="{2E5E122A-244E-45AF-BFDA-0CED6E0E2419}" srcOrd="6" destOrd="0" presId="urn:microsoft.com/office/officeart/2005/8/layout/chevron1"/>
    <dgm:cxn modelId="{8BA8D716-75C5-46FE-9083-89BA02E35E44}" type="presParOf" srcId="{0520830F-48A9-4176-9ED6-0C3B5389755C}" destId="{F1298C52-2893-4807-88CC-4994D2876274}" srcOrd="7" destOrd="0" presId="urn:microsoft.com/office/officeart/2005/8/layout/chevron1"/>
    <dgm:cxn modelId="{1B415C91-04D5-433D-AE2C-B41DE988945D}" type="presParOf" srcId="{0520830F-48A9-4176-9ED6-0C3B5389755C}" destId="{5C973A0D-4AB6-4A5C-809D-B6B827037A08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B52BB-383C-4DCF-B124-85C8A2AA0B29}">
      <dsp:nvSpPr>
        <dsp:cNvPr id="0" name=""/>
        <dsp:cNvSpPr/>
      </dsp:nvSpPr>
      <dsp:spPr>
        <a:xfrm>
          <a:off x="2715" y="728725"/>
          <a:ext cx="2416650" cy="96666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1.   Requirements</a:t>
          </a:r>
          <a:endParaRPr lang="en-US" sz="1500" b="0" kern="1200"/>
        </a:p>
      </dsp:txBody>
      <dsp:txXfrm>
        <a:off x="486045" y="728725"/>
        <a:ext cx="1449990" cy="966660"/>
      </dsp:txXfrm>
    </dsp:sp>
    <dsp:sp modelId="{92BD9016-DC45-42FC-A5C0-E05B6FB90427}">
      <dsp:nvSpPr>
        <dsp:cNvPr id="0" name=""/>
        <dsp:cNvSpPr/>
      </dsp:nvSpPr>
      <dsp:spPr>
        <a:xfrm>
          <a:off x="2177701" y="728725"/>
          <a:ext cx="2416650" cy="966660"/>
        </a:xfrm>
        <a:prstGeom prst="chevron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2.               Design</a:t>
          </a:r>
          <a:endParaRPr lang="en-US" sz="1500" b="0" kern="1200"/>
        </a:p>
      </dsp:txBody>
      <dsp:txXfrm>
        <a:off x="2661031" y="728725"/>
        <a:ext cx="1449990" cy="966660"/>
      </dsp:txXfrm>
    </dsp:sp>
    <dsp:sp modelId="{9FAE8F8F-F309-4D4C-ACA1-731E0BED5B9B}">
      <dsp:nvSpPr>
        <dsp:cNvPr id="0" name=""/>
        <dsp:cNvSpPr/>
      </dsp:nvSpPr>
      <dsp:spPr>
        <a:xfrm>
          <a:off x="4352687" y="728725"/>
          <a:ext cx="2416650" cy="966660"/>
        </a:xfrm>
        <a:prstGeom prst="chevron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3.        Evaluation</a:t>
          </a:r>
          <a:endParaRPr lang="en-US" sz="1500" b="0" kern="1200"/>
        </a:p>
      </dsp:txBody>
      <dsp:txXfrm>
        <a:off x="4836017" y="728725"/>
        <a:ext cx="1449990" cy="966660"/>
      </dsp:txXfrm>
    </dsp:sp>
    <dsp:sp modelId="{2E5E122A-244E-45AF-BFDA-0CED6E0E2419}">
      <dsp:nvSpPr>
        <dsp:cNvPr id="0" name=""/>
        <dsp:cNvSpPr/>
      </dsp:nvSpPr>
      <dsp:spPr>
        <a:xfrm>
          <a:off x="6527672" y="728725"/>
          <a:ext cx="2416650" cy="966660"/>
        </a:xfrm>
        <a:prstGeom prst="chevron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4. Documentation</a:t>
          </a:r>
          <a:endParaRPr lang="en-US" sz="1500" kern="1200"/>
        </a:p>
      </dsp:txBody>
      <dsp:txXfrm>
        <a:off x="7011002" y="728725"/>
        <a:ext cx="1449990" cy="966660"/>
      </dsp:txXfrm>
    </dsp:sp>
    <dsp:sp modelId="{5C973A0D-4AB6-4A5C-809D-B6B827037A08}">
      <dsp:nvSpPr>
        <dsp:cNvPr id="0" name=""/>
        <dsp:cNvSpPr/>
      </dsp:nvSpPr>
      <dsp:spPr>
        <a:xfrm>
          <a:off x="8702658" y="728725"/>
          <a:ext cx="2416650" cy="966660"/>
        </a:xfrm>
        <a:prstGeom prst="chevron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5. Implementation</a:t>
          </a:r>
          <a:endParaRPr lang="en-US" sz="1500" kern="1200"/>
        </a:p>
      </dsp:txBody>
      <dsp:txXfrm>
        <a:off x="9185988" y="728725"/>
        <a:ext cx="1449990" cy="966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5C61-0398-4C51-8D5A-E7C1224117FB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B3E6D-78B7-448A-943B-FF5E6AE15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8773F-F672-41CF-AE0C-76B333D9A322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DD7D5-A1E7-4E59-B251-136D919D9E0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en-US" sz="1800" b="1" i="0" u="none" strike="noStrike" baseline="0">
                <a:solidFill>
                  <a:srgbClr val="000000"/>
                </a:solidFill>
                <a:latin typeface="Bahnschrift" panose="020B0502040204020203" pitchFamily="34" charset="0"/>
              </a:rPr>
              <a:t>Non-Functional Requirements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Bahnschrift" panose="020B0502040204020203" pitchFamily="34" charset="0"/>
              </a:rPr>
              <a:t> are Important. Do Not Ignore </a:t>
            </a:r>
          </a:p>
          <a:p>
            <a:endParaRPr lang="en-US" sz="1800" b="0" i="0" u="none" strike="noStrike" baseline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en-US" sz="1800" b="1" i="0" u="none" strike="noStrike" baseline="0">
                <a:solidFill>
                  <a:srgbClr val="000000"/>
                </a:solidFill>
                <a:latin typeface="Bahnschrift" panose="020B0502040204020203" pitchFamily="34" charset="0"/>
              </a:rPr>
              <a:t>Functional Requirements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Bahnschrift" panose="020B0502040204020203" pitchFamily="34" charset="0"/>
              </a:rPr>
              <a:t> are Part of the Business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32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Key Factors Affecting Performance</a:t>
            </a:r>
            <a:endParaRPr lang="en-US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Database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(Indexing, query optimization, connection pooling)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Storage Type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(SSD vs HDD, local vs cloud)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API Design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(Async vs sync, caching, load balancing)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Network Latency</a:t>
            </a:r>
            <a:r>
              <a:rPr lang="en-US" b="0" i="0" dirty="0">
                <a:solidFill>
                  <a:srgbClr val="F8FAFF"/>
                </a:solidFill>
                <a:effectLst/>
                <a:latin typeface="DeepSeek-CJK-patch"/>
              </a:rPr>
              <a:t> (Geographical distance, CDN usage)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89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Testing Tools: Azure Load Testing (Based Upon Apache JMeter), K6, JMeter, Locust,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0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b="1" i="0">
                <a:solidFill>
                  <a:srgbClr val="E3E3E3"/>
                </a:solidFill>
                <a:effectLst/>
                <a:latin typeface="Google Sans"/>
              </a:rPr>
              <a:t>HLD:</a:t>
            </a:r>
            <a:r>
              <a:rPr lang="en-US" b="0" i="0">
                <a:solidFill>
                  <a:srgbClr val="E3E3E3"/>
                </a:solidFill>
                <a:effectLst/>
                <a:latin typeface="Google Sans"/>
              </a:rPr>
              <a:t> Provides a clear vision for the system, ensuring everyone agrees on the approach before development starts.</a:t>
            </a:r>
          </a:p>
          <a:p>
            <a:pPr algn="l">
              <a:buFont typeface="Arial" panose="020B0604020202020204" pitchFamily="34" charset="0"/>
              <a:buNone/>
            </a:pPr>
            <a:endParaRPr lang="en-US" b="1" i="0">
              <a:solidFill>
                <a:srgbClr val="E3E3E3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b="1" i="0">
                <a:solidFill>
                  <a:srgbClr val="E3E3E3"/>
                </a:solidFill>
                <a:effectLst/>
                <a:latin typeface="Google Sans"/>
              </a:rPr>
              <a:t>LLD:</a:t>
            </a:r>
            <a:r>
              <a:rPr lang="en-US" b="0" i="0">
                <a:solidFill>
                  <a:srgbClr val="E3E3E3"/>
                </a:solidFill>
                <a:effectLst/>
                <a:latin typeface="Google Sans"/>
              </a:rPr>
              <a:t> Offers a step-by-step guide for developers, minimizing confusion and rework during implementation.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58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Technical capabilities that should be used to fulfill the non-functional requirements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DD7D5-A1E7-4E59-B251-136D919D9E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1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97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561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7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93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4544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93270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51572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13780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6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56374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23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55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97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9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7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923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375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74993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56759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64089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7188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64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94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1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4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7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List_of_system_quality_attribute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5C18-6CBA-896A-CD99-78160F4D2A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Software Architecture Process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System Requirements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Functional Requirements</a:t>
            </a:r>
          </a:p>
          <a:p>
            <a:pPr lvl="1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Non-Functional Requirements</a:t>
            </a:r>
          </a:p>
          <a:p>
            <a:r>
              <a:rPr lang="en-US" dirty="0"/>
              <a:t>Architecture Design</a:t>
            </a:r>
          </a:p>
          <a:p>
            <a:pPr lvl="1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High-Level Design</a:t>
            </a:r>
          </a:p>
          <a:p>
            <a:pPr lvl="1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Low-Level Design</a:t>
            </a:r>
          </a:p>
          <a:p>
            <a:r>
              <a:rPr lang="en-US" dirty="0"/>
              <a:t>Architecture Evaluation</a:t>
            </a:r>
          </a:p>
          <a:p>
            <a:pPr lvl="1"/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Quality Attributes *-</a:t>
            </a:r>
            <a:r>
              <a:rPr lang="en-US" dirty="0" err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ilities</a:t>
            </a:r>
            <a:endParaRPr lang="en-US" dirty="0">
              <a:solidFill>
                <a:schemeClr val="tx2">
                  <a:lumMod val="10000"/>
                  <a:lumOff val="90000"/>
                </a:schemeClr>
              </a:solidFill>
              <a:latin typeface="+mj-lt"/>
            </a:endParaRPr>
          </a:p>
          <a:p>
            <a:r>
              <a:rPr lang="en-US" dirty="0"/>
              <a:t>Architecture Documentation</a:t>
            </a:r>
          </a:p>
          <a:p>
            <a:r>
              <a:rPr lang="en-US" dirty="0"/>
              <a:t>Architecture Implementation</a:t>
            </a:r>
          </a:p>
          <a:p>
            <a:r>
              <a:rPr lang="en-US" dirty="0"/>
              <a:t>Strategic Approach For Choosing Tech Stack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BAAD7-C5EB-DB6B-6CD5-91EAF15D743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4000"/>
              <a:t>Software Architecture Process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C3EB7-8F6C-CFDB-289A-6BB54C52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8471678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96DC1-87E8-D3B2-6A89-2D4F9204EF2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/>
              <a:t>Software Architecture Process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5CC458-730A-33FE-ED56-EFAA97EA4FC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17423840"/>
              </p:ext>
            </p:extLst>
          </p:nvPr>
        </p:nvGraphicFramePr>
        <p:xfrm>
          <a:off x="493713" y="1268413"/>
          <a:ext cx="11122025" cy="2424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035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5AA0AF-524F-18E6-D362-20886642E7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/>
              <a:t>Functional Requirements:</a:t>
            </a:r>
            <a:r>
              <a:rPr lang="en-US"/>
              <a:t> What the System do?</a:t>
            </a:r>
          </a:p>
          <a:p>
            <a:pPr lvl="1"/>
            <a:r>
              <a:rPr lang="en-US"/>
              <a:t>Business Flows</a:t>
            </a:r>
          </a:p>
          <a:p>
            <a:pPr lvl="1"/>
            <a:r>
              <a:rPr lang="en-US"/>
              <a:t>Business Services</a:t>
            </a:r>
          </a:p>
          <a:p>
            <a:pPr lvl="1"/>
            <a:r>
              <a:rPr lang="en-US"/>
              <a:t>User Interfaces</a:t>
            </a:r>
          </a:p>
          <a:p>
            <a:r>
              <a:rPr lang="en-US" b="1"/>
              <a:t>Non-Functional Requirements:</a:t>
            </a:r>
            <a:r>
              <a:rPr lang="en-US"/>
              <a:t> What should the System deal with?</a:t>
            </a:r>
          </a:p>
          <a:p>
            <a:pPr lvl="1"/>
            <a:r>
              <a:rPr lang="en-US"/>
              <a:t>Performance</a:t>
            </a:r>
          </a:p>
          <a:p>
            <a:pPr lvl="1"/>
            <a:r>
              <a:rPr lang="en-US"/>
              <a:t>Load</a:t>
            </a:r>
          </a:p>
          <a:p>
            <a:pPr lvl="1"/>
            <a:r>
              <a:rPr lang="en-US"/>
              <a:t>Data Volume</a:t>
            </a:r>
          </a:p>
          <a:p>
            <a:pPr lvl="1"/>
            <a:r>
              <a:rPr lang="en-US"/>
              <a:t>Concurrent User</a:t>
            </a:r>
          </a:p>
          <a:p>
            <a:pPr lvl="1"/>
            <a:r>
              <a:rPr lang="en-US"/>
              <a:t>SLA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D77679-165E-EAE8-DB7E-E6B54D86F2F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1. System Requirements</a:t>
            </a:r>
          </a:p>
        </p:txBody>
      </p:sp>
    </p:spTree>
    <p:extLst>
      <p:ext uri="{BB962C8B-B14F-4D97-AF65-F5344CB8AC3E}">
        <p14:creationId xmlns:p14="http://schemas.microsoft.com/office/powerpoint/2010/main" val="301292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1E4CF1-EF02-1DE2-D13B-B1B4001778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Define Non-Functional Requirements</a:t>
            </a:r>
          </a:p>
          <a:p>
            <a:r>
              <a:rPr lang="en-US"/>
              <a:t>Always Discuss Numbers</a:t>
            </a:r>
          </a:p>
          <a:p>
            <a:r>
              <a:rPr lang="en-US"/>
              <a:t>Client won’t be able to define them</a:t>
            </a:r>
          </a:p>
          <a:p>
            <a:r>
              <a:rPr lang="en-US"/>
              <a:t>Never begin working on a system without 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3025-7691-5F87-09F7-15A083DC62B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/>
              <a:t>1.2 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897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F8A7B9-4F1B-2A1B-DCDE-4127721D2C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Latency</a:t>
            </a:r>
            <a:r>
              <a:rPr lang="en-US" dirty="0"/>
              <a:t>: Time to complete a single task?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Saving user data to database: 50-300ms (typical for well-designed API)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Reading a single file from filesystem: 5-50ms (SSD/local storage)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API response time (end-to-end): 100-500ms (depends on network, DB, logic)</a:t>
            </a:r>
          </a:p>
          <a:p>
            <a:pPr>
              <a:lnSpc>
                <a:spcPct val="110000"/>
              </a:lnSpc>
            </a:pPr>
            <a:r>
              <a:rPr lang="en-US" b="1" dirty="0"/>
              <a:t>Throughput</a:t>
            </a:r>
            <a:r>
              <a:rPr lang="en-US" dirty="0"/>
              <a:t>: Total tasks completed per second/minute?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User saves per minute: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Well-optimized API: 5,000–10,000+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Poorly optimized API: &lt; 500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File reads per second: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Local SSD: 10,000–50,000</a:t>
            </a:r>
          </a:p>
          <a:p>
            <a:pPr lvl="3">
              <a:lnSpc>
                <a:spcPct val="110000"/>
              </a:lnSpc>
            </a:pPr>
            <a:r>
              <a:rPr lang="en-US" b="0" i="0" u="none" strike="noStrike" baseline="0" dirty="0">
                <a:solidFill>
                  <a:schemeClr val="bg1"/>
                </a:solidFill>
              </a:rPr>
              <a:t>Poorly optimized: &lt; 1,000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Network/cloud storage: 1,000–5,000</a:t>
            </a:r>
          </a:p>
          <a:p>
            <a:pPr lvl="3">
              <a:lnSpc>
                <a:spcPct val="110000"/>
              </a:lnSpc>
            </a:pPr>
            <a:r>
              <a:rPr lang="en-US" b="0" i="0" u="none" strike="noStrike" baseline="0" dirty="0">
                <a:solidFill>
                  <a:schemeClr val="bg1"/>
                </a:solidFill>
              </a:rPr>
              <a:t>Poorly optimized: &lt; 1,00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A717-3446-4DE6-A6CC-474D087F184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1.2.1 Non-Functional Requirements: Performance</a:t>
            </a:r>
          </a:p>
        </p:txBody>
      </p:sp>
    </p:spTree>
    <p:extLst>
      <p:ext uri="{BB962C8B-B14F-4D97-AF65-F5344CB8AC3E}">
        <p14:creationId xmlns:p14="http://schemas.microsoft.com/office/powerpoint/2010/main" val="1329547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F8A7B9-4F1B-2A1B-DCDE-4127721D2C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Quantity of Work Without Crashing</a:t>
            </a:r>
          </a:p>
          <a:p>
            <a:r>
              <a:rPr lang="en-US" sz="2400" dirty="0"/>
              <a:t>For example: In </a:t>
            </a:r>
            <a:r>
              <a:rPr lang="en-US" sz="2400" dirty="0" err="1"/>
              <a:t>WebAPI</a:t>
            </a:r>
            <a:r>
              <a:rPr lang="en-US" sz="2400" dirty="0"/>
              <a:t>, How many concurrent requests without crashing</a:t>
            </a:r>
          </a:p>
          <a:p>
            <a:pPr lvl="1"/>
            <a:r>
              <a:rPr lang="en-US" sz="2000" dirty="0"/>
              <a:t>Well-optimized API: 5,000–10,000+ concurrent connections</a:t>
            </a:r>
          </a:p>
          <a:p>
            <a:pPr lvl="1"/>
            <a:r>
              <a:rPr lang="en-US" sz="2000" dirty="0"/>
              <a:t>Poorly optimized API: &lt; 500 concurrent connections</a:t>
            </a:r>
          </a:p>
          <a:p>
            <a:r>
              <a:rPr lang="en-US" sz="2400" b="0" i="0" u="none" strike="noStrike" baseline="0" dirty="0"/>
              <a:t>Always Plan for Extreme Cases: Design for 3-5x your peak traffic</a:t>
            </a:r>
          </a:p>
          <a:p>
            <a:r>
              <a:rPr lang="en-US" sz="2400" dirty="0"/>
              <a:t>Load Testing Tools: Azure Load Testing (Based Upon Apache JMeter), K6, </a:t>
            </a:r>
            <a:r>
              <a:rPr lang="en-US" sz="2400" dirty="0" err="1"/>
              <a:t>Jmeter</a:t>
            </a:r>
            <a:r>
              <a:rPr lang="en-US" sz="2400" dirty="0"/>
              <a:t> and Locust etc.</a:t>
            </a:r>
            <a:endParaRPr lang="en-US" sz="2400" b="0" i="0" u="none" strike="noStrike" baseline="0" dirty="0"/>
          </a:p>
          <a:p>
            <a:pPr marL="0" indent="0">
              <a:buNone/>
            </a:pPr>
            <a:r>
              <a:rPr lang="en-US" sz="2400" b="1" u="sng" dirty="0"/>
              <a:t>Load vs Throughput</a:t>
            </a:r>
          </a:p>
          <a:p>
            <a:r>
              <a:rPr lang="en-US" sz="2400" b="0" i="0" u="none" strike="noStrike" baseline="0" dirty="0"/>
              <a:t>Throughput: 100 requests / sec</a:t>
            </a:r>
          </a:p>
          <a:p>
            <a:r>
              <a:rPr lang="en-US" sz="2400" b="0" i="0" u="none" strike="noStrike" baseline="0" dirty="0"/>
              <a:t>Load: 500 concurrent requests (5x) without crashing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A717-3446-4DE6-A6CC-474D087F184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1.2.2 Non-Functional Requirements: Load</a:t>
            </a:r>
          </a:p>
        </p:txBody>
      </p:sp>
    </p:spTree>
    <p:extLst>
      <p:ext uri="{BB962C8B-B14F-4D97-AF65-F5344CB8AC3E}">
        <p14:creationId xmlns:p14="http://schemas.microsoft.com/office/powerpoint/2010/main" val="73665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3994C0-08B6-E8D7-20BD-3707CA3892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 Much Data the System Will Accumulate Over Time</a:t>
            </a:r>
          </a:p>
          <a:p>
            <a:r>
              <a:rPr lang="en-US" dirty="0"/>
              <a:t>Helps With:</a:t>
            </a:r>
          </a:p>
          <a:p>
            <a:pPr lvl="1"/>
            <a:r>
              <a:rPr lang="en-US" dirty="0"/>
              <a:t>Database selection (SQL vs NoSQL, serverless vs provisioned)</a:t>
            </a:r>
          </a:p>
          <a:p>
            <a:pPr lvl="1"/>
            <a:r>
              <a:rPr lang="en-US" dirty="0"/>
              <a:t>Query design (indexing, partitioning, archiving strategy)</a:t>
            </a:r>
          </a:p>
          <a:p>
            <a:pPr lvl="1"/>
            <a:r>
              <a:rPr lang="en-US" dirty="0"/>
              <a:t>Storage costs (scaling budget, backup retention policies)</a:t>
            </a:r>
          </a:p>
          <a:p>
            <a:r>
              <a:rPr lang="en-US" b="0" i="0" u="none" strike="noStrike" baseline="0" dirty="0"/>
              <a:t>Data Volume Aspects:</a:t>
            </a:r>
          </a:p>
          <a:p>
            <a:pPr lvl="1"/>
            <a:r>
              <a:rPr lang="en-US" i="0" u="none" strike="noStrike" baseline="0" dirty="0"/>
              <a:t>Initial Data (Day 1)</a:t>
            </a:r>
          </a:p>
          <a:p>
            <a:pPr lvl="2"/>
            <a:r>
              <a:rPr lang="en-US" i="0" u="none" strike="noStrike" baseline="0" dirty="0"/>
              <a:t>Example: 500MB (user profiles, configs, seed data)</a:t>
            </a:r>
          </a:p>
          <a:p>
            <a:pPr lvl="2"/>
            <a:r>
              <a:rPr lang="en-US" i="0" u="none" strike="noStrike" baseline="0" dirty="0"/>
              <a:t>Plan for: 3x buffer (→ 1.5GB allocated)</a:t>
            </a:r>
          </a:p>
          <a:p>
            <a:pPr lvl="1"/>
            <a:r>
              <a:rPr lang="en-US" i="0" u="none" strike="noStrike" baseline="0" dirty="0"/>
              <a:t>Annual Growth</a:t>
            </a:r>
          </a:p>
          <a:p>
            <a:pPr lvl="2"/>
            <a:r>
              <a:rPr lang="en-US" i="0" u="none" strike="noStrike" baseline="0" dirty="0"/>
              <a:t>Example: 2TB/year (user-generated content, logs, analytics)</a:t>
            </a:r>
          </a:p>
          <a:p>
            <a:pPr lvl="2"/>
            <a:r>
              <a:rPr lang="en-US" i="0" u="none" strike="noStrike" baseline="0" dirty="0"/>
              <a:t>Factors:</a:t>
            </a:r>
          </a:p>
          <a:p>
            <a:pPr lvl="3"/>
            <a:r>
              <a:rPr lang="en-US" i="0" u="none" strike="noStrike" baseline="0" dirty="0">
                <a:solidFill>
                  <a:schemeClr val="bg1"/>
                </a:solidFill>
              </a:rPr>
              <a:t>Active users × data/user/month (e.g., 10K users × 5MB/user = 50GB/month)</a:t>
            </a:r>
          </a:p>
          <a:p>
            <a:pPr lvl="3"/>
            <a:r>
              <a:rPr lang="en-US" i="0" u="none" strike="noStrike" baseline="0" dirty="0">
                <a:solidFill>
                  <a:schemeClr val="bg1"/>
                </a:solidFill>
              </a:rPr>
              <a:t>Audit logs/telemetry (~15% extra)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Legal retention policies (e.g., 7-year logs)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80C2-65A0-6FE2-1F51-019EAC2280F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1.2.3 Non-Functional Requirements: Data Volume</a:t>
            </a:r>
          </a:p>
        </p:txBody>
      </p:sp>
    </p:spTree>
    <p:extLst>
      <p:ext uri="{BB962C8B-B14F-4D97-AF65-F5344CB8AC3E}">
        <p14:creationId xmlns:p14="http://schemas.microsoft.com/office/powerpoint/2010/main" val="262836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C6DC70C5-5563-4627-4B69-CBB22F143F3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 anchor="t">
            <a:normAutofit/>
          </a:bodyPr>
          <a:lstStyle/>
          <a:p>
            <a:r>
              <a:rPr lang="en-US" dirty="0"/>
              <a:t>Database/Storage Selection Guide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F57FBD6-A49E-6E3C-AAE9-E6989E9C2E0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6527721"/>
              </p:ext>
            </p:extLst>
          </p:nvPr>
        </p:nvGraphicFramePr>
        <p:xfrm>
          <a:off x="626157" y="1352331"/>
          <a:ext cx="11089105" cy="436669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1720">
                  <a:extLst>
                    <a:ext uri="{9D8B030D-6E8A-4147-A177-3AD203B41FA5}">
                      <a16:colId xmlns:a16="http://schemas.microsoft.com/office/drawing/2014/main" val="856317217"/>
                    </a:ext>
                  </a:extLst>
                </a:gridCol>
                <a:gridCol w="2078892">
                  <a:extLst>
                    <a:ext uri="{9D8B030D-6E8A-4147-A177-3AD203B41FA5}">
                      <a16:colId xmlns:a16="http://schemas.microsoft.com/office/drawing/2014/main" val="2849942171"/>
                    </a:ext>
                  </a:extLst>
                </a:gridCol>
                <a:gridCol w="2524369">
                  <a:extLst>
                    <a:ext uri="{9D8B030D-6E8A-4147-A177-3AD203B41FA5}">
                      <a16:colId xmlns:a16="http://schemas.microsoft.com/office/drawing/2014/main" val="3618544656"/>
                    </a:ext>
                  </a:extLst>
                </a:gridCol>
                <a:gridCol w="2962032">
                  <a:extLst>
                    <a:ext uri="{9D8B030D-6E8A-4147-A177-3AD203B41FA5}">
                      <a16:colId xmlns:a16="http://schemas.microsoft.com/office/drawing/2014/main" val="3782017474"/>
                    </a:ext>
                  </a:extLst>
                </a:gridCol>
                <a:gridCol w="2282092">
                  <a:extLst>
                    <a:ext uri="{9D8B030D-6E8A-4147-A177-3AD203B41FA5}">
                      <a16:colId xmlns:a16="http://schemas.microsoft.com/office/drawing/2014/main" val="1830732603"/>
                    </a:ext>
                  </a:extLst>
                </a:gridCol>
              </a:tblGrid>
              <a:tr h="590011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</a:rPr>
                        <a:t>Data Scale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</a:rPr>
                        <a:t>SQL DB (Azure SQL)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</a:rPr>
                        <a:t>NoSQL (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effectLst/>
                        </a:rPr>
                        <a:t>CosmosDB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</a:rPr>
                        <a:t>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</a:rPr>
                        <a:t>Data Lake / Warehouse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</a:rPr>
                        <a:t>Big Data (Hadoop/Spark)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173938"/>
                  </a:ext>
                </a:extLst>
              </a:tr>
              <a:tr h="40985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&lt; 50GB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68896" marR="101338" marT="101338" marB="10133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Single server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Serverless tier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Overkill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Never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274781"/>
                  </a:ext>
                </a:extLst>
              </a:tr>
              <a:tr h="368296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50GB–1TB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68896" marR="101338" marT="101338" marB="10133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Read replicas (Premium tier)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Partitioned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Cold tier (Blob Storage)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Overkill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54396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1TB+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68896" marR="101338" marT="101338" marB="10133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Azure SQL Hyperscale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Auto-scale + RU adjustment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Hot tier + Delta Lake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Synapse Spark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748151"/>
                  </a:ext>
                </a:extLst>
              </a:tr>
              <a:tr h="1018803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10TB+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68896" marR="101338" marT="101338" marB="10133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</a:rPr>
                        <a:t>Azure SQL Hyperscale (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  <a:effectLst/>
                        </a:rPr>
                        <a:t>upto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</a:rPr>
                        <a:t> 100TB)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 dirty="0">
                          <a:solidFill>
                            <a:schemeClr val="bg1"/>
                          </a:solidFill>
                          <a:effectLst/>
                        </a:rPr>
                        <a:t>Global distribution</a:t>
                      </a:r>
                      <a:r>
                        <a:rPr lang="it-IT" sz="1400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it-IT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it-IT" sz="1400" dirty="0">
                          <a:solidFill>
                            <a:schemeClr val="bg1"/>
                          </a:solidFill>
                          <a:effectLst/>
                        </a:rPr>
                        <a:t>- Cosmos DB (multi-region)</a:t>
                      </a:r>
                      <a:br>
                        <a:rPr lang="it-IT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it-IT" sz="1400" dirty="0">
                          <a:solidFill>
                            <a:schemeClr val="bg1"/>
                          </a:solidFill>
                          <a:effectLst/>
                        </a:rPr>
                        <a:t>- Cassandra (multi-DC)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Lakehouse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Databricks + Unity Catalog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Snowflake + Iceberg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Spark clusters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Databricks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HDInsight(Spark)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588225"/>
                  </a:ext>
                </a:extLst>
              </a:tr>
              <a:tr h="1150899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</a:rPr>
                        <a:t>100TB+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68896" marR="101338" marT="101338" marB="10133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Azure Synapse SQL (dedicated pool)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Azure Cosmos DB (unlimited scale)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Tiered storage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: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Hot (S3/ADLS)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Cold (Glacier/Archive)</a:t>
                      </a:r>
                      <a:b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</a:rPr>
                        <a:t>- Metadata (Delta/Iceberg)</a:t>
                      </a: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Spark pools + AKS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68896" marR="101338" marT="101338" marB="10133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193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97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80C2-65A0-6FE2-1F51-019EAC2280F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1.2.4 Non-Functional Requirements: Concurrent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3994C0-08B6-E8D7-20BD-3707CA389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3249194"/>
          </a:xfrm>
        </p:spPr>
        <p:txBody>
          <a:bodyPr>
            <a:normAutofit/>
          </a:bodyPr>
          <a:lstStyle/>
          <a:p>
            <a:r>
              <a:rPr lang="en-US" dirty="0"/>
              <a:t>How many Users can use the System simultaneously</a:t>
            </a:r>
          </a:p>
          <a:p>
            <a:r>
              <a:rPr lang="en-US" dirty="0"/>
              <a:t>For Example: </a:t>
            </a:r>
          </a:p>
          <a:p>
            <a:pPr lvl="1"/>
            <a:r>
              <a:rPr lang="en-US" dirty="0"/>
              <a:t>If your API handles 100 requests/sec</a:t>
            </a:r>
          </a:p>
          <a:p>
            <a:pPr lvl="1"/>
            <a:r>
              <a:rPr lang="en-US" dirty="0"/>
              <a:t>Average user session lasts 30 seconds (e.g., browsing a dashboard)</a:t>
            </a:r>
          </a:p>
          <a:p>
            <a:pPr lvl="1"/>
            <a:r>
              <a:rPr lang="en-US" dirty="0"/>
              <a:t>Concurrent Users = 100 × 30 = 3,000</a:t>
            </a:r>
          </a:p>
          <a:p>
            <a:r>
              <a:rPr lang="en-US" dirty="0"/>
              <a:t>Formula: </a:t>
            </a:r>
          </a:p>
          <a:p>
            <a:pPr lvl="1"/>
            <a:r>
              <a:rPr lang="en-US" sz="2000" dirty="0"/>
              <a:t>Concurrent Users = (Peak Requests per Second × Avg. Session Duration in Seconds)</a:t>
            </a:r>
          </a:p>
        </p:txBody>
      </p:sp>
      <p:pic>
        <p:nvPicPr>
          <p:cNvPr id="6" name="Picture 5" descr="A group of people with arrows pointing to the same group&#10;&#10;AI-generated content may be incorrect.">
            <a:extLst>
              <a:ext uri="{FF2B5EF4-FFF2-40B4-BE49-F238E27FC236}">
                <a16:creationId xmlns:a16="http://schemas.microsoft.com/office/drawing/2014/main" id="{797EA7F4-6E74-2390-BBEF-D0FAFA64B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2" b="10643"/>
          <a:stretch/>
        </p:blipFill>
        <p:spPr>
          <a:xfrm>
            <a:off x="2809197" y="4580965"/>
            <a:ext cx="5667357" cy="164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3994C0-08B6-E8D7-20BD-3707CA3892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Required Uptime for the System</a:t>
            </a:r>
          </a:p>
          <a:p>
            <a:r>
              <a:rPr lang="en-US" dirty="0"/>
              <a:t>Check Your Resources SLA like Azure VM, Azure SQL SLA</a:t>
            </a:r>
          </a:p>
          <a:p>
            <a:r>
              <a:rPr lang="en-US" dirty="0"/>
              <a:t>Manage Client’s Expectations, 99.999% uptime is not a Realistic Goal</a:t>
            </a:r>
          </a:p>
          <a:p>
            <a:r>
              <a:rPr lang="en-US" dirty="0"/>
              <a:t>99.99% SLA is Equals to:</a:t>
            </a:r>
          </a:p>
          <a:p>
            <a:pPr lvl="1"/>
            <a:r>
              <a:rPr lang="en-US" dirty="0"/>
              <a:t>24 X 365 = 8760 </a:t>
            </a:r>
            <a:r>
              <a:rPr lang="en-US" dirty="0" err="1"/>
              <a:t>hrs</a:t>
            </a:r>
            <a:r>
              <a:rPr lang="en-US" dirty="0"/>
              <a:t> / year</a:t>
            </a:r>
          </a:p>
          <a:p>
            <a:pPr lvl="1"/>
            <a:r>
              <a:rPr lang="en-US" dirty="0"/>
              <a:t>8760 X 99.99% = 8759.12</a:t>
            </a:r>
          </a:p>
          <a:p>
            <a:pPr lvl="1"/>
            <a:r>
              <a:rPr lang="en-US" dirty="0"/>
              <a:t>8760 - 8759.12 = 0.88 </a:t>
            </a:r>
            <a:r>
              <a:rPr lang="en-US" dirty="0" err="1"/>
              <a:t>hrs</a:t>
            </a:r>
            <a:r>
              <a:rPr lang="en-US" dirty="0"/>
              <a:t> downtime /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80C2-65A0-6FE2-1F51-019EAC2280F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1.2.5 Non-Functional Requirements: SLA</a:t>
            </a:r>
          </a:p>
        </p:txBody>
      </p:sp>
    </p:spTree>
    <p:extLst>
      <p:ext uri="{BB962C8B-B14F-4D97-AF65-F5344CB8AC3E}">
        <p14:creationId xmlns:p14="http://schemas.microsoft.com/office/powerpoint/2010/main" val="1494691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in your Project you have: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Two virtual machines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One instance of Azure SQL Database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One instance of Azure Load Balancer</a:t>
            </a:r>
          </a:p>
          <a:p>
            <a:r>
              <a:rPr lang="en-US" dirty="0"/>
              <a:t>Composite SLA                                                          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= 99.9% × 99.9% × 99.99% × 99.99%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= 0.999 × 0.999 × 0.9999 × 0.9999                                            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= 0.9978           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= 99.78%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Composite SLA</a:t>
            </a:r>
          </a:p>
        </p:txBody>
      </p:sp>
    </p:spTree>
    <p:extLst>
      <p:ext uri="{BB962C8B-B14F-4D97-AF65-F5344CB8AC3E}">
        <p14:creationId xmlns:p14="http://schemas.microsoft.com/office/powerpoint/2010/main" val="380212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1A362F-456E-CDE7-561B-0F8997C55D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IN" b="1"/>
              <a:t>High-level Design</a:t>
            </a:r>
          </a:p>
          <a:p>
            <a:pPr lvl="1" algn="just"/>
            <a:r>
              <a:rPr lang="en-US"/>
              <a:t>Develop a high-level architecture that outlines the system's structure, identifying major components and their interactions. </a:t>
            </a:r>
          </a:p>
          <a:p>
            <a:pPr lvl="1" algn="just"/>
            <a:r>
              <a:rPr lang="en-US"/>
              <a:t>Choose an architectural style or pattern (e.g., microservices, monolithic, event-driven) that suits the project's requirements.</a:t>
            </a:r>
            <a:endParaRPr lang="en-IN"/>
          </a:p>
          <a:p>
            <a:r>
              <a:rPr lang="en-IN" b="1"/>
              <a:t>Low-level Design</a:t>
            </a:r>
          </a:p>
          <a:p>
            <a:pPr lvl="1"/>
            <a:r>
              <a:rPr lang="en-US"/>
              <a:t>Specifies the implementation details of each component, including class diagrams, database schemas, and API specifications.</a:t>
            </a:r>
            <a:r>
              <a:rPr lang="en-US" b="1"/>
              <a:t> </a:t>
            </a:r>
          </a:p>
          <a:p>
            <a:pPr lvl="1"/>
            <a:r>
              <a:rPr lang="en-US"/>
              <a:t>Make key decisions regarding the technology stack, data models, communication protocols, and other architectural elements.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79D9D-36EA-74D1-182F-1EC5B1AA356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/>
              <a:t>2. Architecture Design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72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BCEAE3-6FE5-6AF5-A1F7-21A5CB384D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algn="l">
              <a:buFont typeface="Arial" panose="020B0604020202020204" pitchFamily="34" charset="0"/>
              <a:buNone/>
            </a:pPr>
            <a:r>
              <a:rPr lang="en-US" b="1" i="0" dirty="0">
                <a:effectLst/>
              </a:rPr>
              <a:t>HLD:</a:t>
            </a:r>
            <a:r>
              <a:rPr lang="en-US" b="0" i="0" dirty="0">
                <a:effectLst/>
              </a:rPr>
              <a:t> Provides a clear vision for the system, ensuring everyone agrees on the approach before development starts.</a:t>
            </a:r>
            <a:endParaRPr lang="en-US" b="1" i="0" dirty="0">
              <a:effectLst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b="1" i="0" dirty="0">
                <a:effectLst/>
              </a:rPr>
              <a:t>LLD:</a:t>
            </a:r>
            <a:r>
              <a:rPr lang="en-US" b="0" i="0" dirty="0">
                <a:effectLst/>
              </a:rPr>
              <a:t> Offers a step-by-step guide for developers, minimizing confusion and rework during implementation.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7532B-561F-09A6-015B-71633F67799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/>
              <a:t>High-level Design</a:t>
            </a:r>
            <a:r>
              <a:rPr lang="en-US"/>
              <a:t> vs. </a:t>
            </a:r>
            <a:r>
              <a:rPr lang="en-IN"/>
              <a:t>Low-level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B008B7-EE4C-494F-9C30-C1F3CC89F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5" y="1360405"/>
            <a:ext cx="10983858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12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74C471-8557-9A88-3643-9849ADDA39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/>
              <a:t>Architecture Review</a:t>
            </a:r>
          </a:p>
          <a:p>
            <a:pPr lvl="1"/>
            <a:r>
              <a:rPr lang="en-US"/>
              <a:t>Review the architecture to ensure it meets the requirements and follow the best practices. </a:t>
            </a:r>
          </a:p>
          <a:p>
            <a:pPr lvl="1"/>
            <a:r>
              <a:rPr lang="en-US"/>
              <a:t>Do peer reviews, prototyping, and evaluate the architecture using ATAM (Architecture Tradeoff Analysis Method).</a:t>
            </a:r>
          </a:p>
          <a:p>
            <a:r>
              <a:rPr lang="en-US" b="1"/>
              <a:t>Quality Attribute Analysis</a:t>
            </a:r>
          </a:p>
          <a:p>
            <a:pPr lvl="1"/>
            <a:r>
              <a:rPr lang="en-US"/>
              <a:t>Assess the architecture’s ability to achieve desired quality attributes such as scalability, security, maintainability, and availability.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ABEA-F790-F56A-5D14-D1D8FE5EAD5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/>
              <a:t>3. </a:t>
            </a:r>
            <a:r>
              <a:rPr lang="en-US"/>
              <a:t>Architecture </a:t>
            </a:r>
            <a:r>
              <a:rPr lang="en-IN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213235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FCEEA-2135-20B0-50EB-76D13EB7525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/>
              <a:t>3.1 Quality Attributes: *-</a:t>
            </a:r>
            <a:r>
              <a:rPr lang="en-US" err="1"/>
              <a:t>ilities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012DDE-ECBF-C402-38DD-C47907A427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Scalability</a:t>
            </a:r>
          </a:p>
          <a:p>
            <a:r>
              <a:rPr lang="en-US"/>
              <a:t>Manageability</a:t>
            </a:r>
          </a:p>
          <a:p>
            <a:r>
              <a:rPr lang="en-US"/>
              <a:t>Modularity</a:t>
            </a:r>
          </a:p>
          <a:p>
            <a:r>
              <a:rPr lang="en-US"/>
              <a:t>Extensibility</a:t>
            </a:r>
          </a:p>
          <a:p>
            <a:r>
              <a:rPr lang="en-US"/>
              <a:t>Testability</a:t>
            </a:r>
          </a:p>
          <a:p>
            <a:r>
              <a:rPr lang="en-US"/>
              <a:t>Reliability</a:t>
            </a:r>
          </a:p>
          <a:p>
            <a:r>
              <a:rPr lang="en-US"/>
              <a:t>Availability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C7B335-1155-B969-2D5F-136029D8F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100" y="1198147"/>
            <a:ext cx="6358820" cy="481680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8C9CFC-3D4B-A146-E0B6-CFD4B22795A9}"/>
              </a:ext>
            </a:extLst>
          </p:cNvPr>
          <p:cNvSpPr txBox="1"/>
          <p:nvPr/>
        </p:nvSpPr>
        <p:spPr>
          <a:xfrm>
            <a:off x="5556100" y="5979837"/>
            <a:ext cx="5817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Source: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https://en.wikipedia.org/wiki/List_of_system_quality_attributes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659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C60F8-951B-2916-2A38-6216BFA506F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 anchor="t">
            <a:normAutofit/>
          </a:bodyPr>
          <a:lstStyle/>
          <a:p>
            <a:r>
              <a:rPr lang="en-US"/>
              <a:t>3.1.1 Scalability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6B1560-495B-7AE3-C907-A8B74BD3D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5415799" cy="4877624"/>
          </a:xfrm>
        </p:spPr>
        <p:txBody>
          <a:bodyPr>
            <a:normAutofit/>
          </a:bodyPr>
          <a:lstStyle/>
          <a:p>
            <a:r>
              <a:rPr lang="en-US" dirty="0"/>
              <a:t>Adding Computing Resources without any interruption</a:t>
            </a:r>
          </a:p>
          <a:p>
            <a:r>
              <a:rPr lang="en-US" dirty="0"/>
              <a:t>There are two types of Scaling:</a:t>
            </a:r>
          </a:p>
          <a:p>
            <a:pPr lvl="1"/>
            <a:r>
              <a:rPr lang="en-US" sz="2800" dirty="0"/>
              <a:t>Vertical Scaling</a:t>
            </a:r>
          </a:p>
          <a:p>
            <a:pPr lvl="1"/>
            <a:r>
              <a:rPr lang="en-US" sz="2800" dirty="0"/>
              <a:t>Horizontal Scaling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B4A44D-A3CA-E45E-A658-5A3200667B38}"/>
              </a:ext>
            </a:extLst>
          </p:cNvPr>
          <p:cNvGrpSpPr/>
          <p:nvPr/>
        </p:nvGrpSpPr>
        <p:grpSpPr>
          <a:xfrm>
            <a:off x="6534784" y="1580417"/>
            <a:ext cx="5163921" cy="1686413"/>
            <a:chOff x="745173" y="4011002"/>
            <a:chExt cx="5163921" cy="1686413"/>
          </a:xfrm>
        </p:grpSpPr>
        <p:grpSp>
          <p:nvGrpSpPr>
            <p:cNvPr id="5" name="Google Shape;292;p24">
              <a:extLst>
                <a:ext uri="{FF2B5EF4-FFF2-40B4-BE49-F238E27FC236}">
                  <a16:creationId xmlns:a16="http://schemas.microsoft.com/office/drawing/2014/main" id="{B9AF9CF5-9644-BC1E-2FFD-2846AF9EB6A5}"/>
                </a:ext>
              </a:extLst>
            </p:cNvPr>
            <p:cNvGrpSpPr/>
            <p:nvPr/>
          </p:nvGrpSpPr>
          <p:grpSpPr>
            <a:xfrm>
              <a:off x="745173" y="4011002"/>
              <a:ext cx="5163921" cy="1686413"/>
              <a:chOff x="2307587" y="1535413"/>
              <a:chExt cx="6026516" cy="2052915"/>
            </a:xfrm>
          </p:grpSpPr>
          <p:pic>
            <p:nvPicPr>
              <p:cNvPr id="6" name="Google Shape;293;p24">
                <a:extLst>
                  <a:ext uri="{FF2B5EF4-FFF2-40B4-BE49-F238E27FC236}">
                    <a16:creationId xmlns:a16="http://schemas.microsoft.com/office/drawing/2014/main" id="{11A27782-8FCD-17A5-B104-CB321B703E19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 t="17166" b="7643"/>
              <a:stretch/>
            </p:blipFill>
            <p:spPr>
              <a:xfrm>
                <a:off x="2307587" y="1535413"/>
                <a:ext cx="6026516" cy="2052915"/>
              </a:xfrm>
              <a:prstGeom prst="rect">
                <a:avLst/>
              </a:prstGeom>
              <a:solidFill>
                <a:srgbClr val="ECECEC"/>
              </a:solidFill>
              <a:ln w="88900" cap="sq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7" name="Google Shape;294;p24">
                <a:extLst>
                  <a:ext uri="{FF2B5EF4-FFF2-40B4-BE49-F238E27FC236}">
                    <a16:creationId xmlns:a16="http://schemas.microsoft.com/office/drawing/2014/main" id="{4CDA7E7E-1315-E484-6FD7-6201E56D01E2}"/>
                  </a:ext>
                </a:extLst>
              </p:cNvPr>
              <p:cNvSpPr txBox="1"/>
              <p:nvPr/>
            </p:nvSpPr>
            <p:spPr>
              <a:xfrm>
                <a:off x="4511678" y="2241149"/>
                <a:ext cx="1149230" cy="374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Scale Up</a:t>
                </a:r>
                <a:endParaRPr sz="1400" dirty="0"/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C7F412D-F6EA-36C9-AE8C-50C7D53152D4}"/>
                </a:ext>
              </a:extLst>
            </p:cNvPr>
            <p:cNvCxnSpPr/>
            <p:nvPr/>
          </p:nvCxnSpPr>
          <p:spPr>
            <a:xfrm flipH="1">
              <a:off x="2297723" y="4391648"/>
              <a:ext cx="1430215" cy="0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Google Shape;294;p24">
              <a:extLst>
                <a:ext uri="{FF2B5EF4-FFF2-40B4-BE49-F238E27FC236}">
                  <a16:creationId xmlns:a16="http://schemas.microsoft.com/office/drawing/2014/main" id="{F8882FC1-D7FD-CE25-2D29-AEA788BD3A5E}"/>
                </a:ext>
              </a:extLst>
            </p:cNvPr>
            <p:cNvSpPr txBox="1"/>
            <p:nvPr/>
          </p:nvSpPr>
          <p:spPr>
            <a:xfrm>
              <a:off x="2571260" y="4083912"/>
              <a:ext cx="117230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Scale Down</a:t>
              </a:r>
              <a:endParaRPr sz="14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2E7A51B-C5B2-6785-7939-3ECAA1115F95}"/>
              </a:ext>
            </a:extLst>
          </p:cNvPr>
          <p:cNvGrpSpPr/>
          <p:nvPr/>
        </p:nvGrpSpPr>
        <p:grpSpPr>
          <a:xfrm>
            <a:off x="819950" y="4037102"/>
            <a:ext cx="8127075" cy="1841002"/>
            <a:chOff x="493295" y="3946315"/>
            <a:chExt cx="8127075" cy="1841002"/>
          </a:xfrm>
        </p:grpSpPr>
        <p:sp>
          <p:nvSpPr>
            <p:cNvPr id="29" name="Google Shape;304;p25">
              <a:extLst>
                <a:ext uri="{FF2B5EF4-FFF2-40B4-BE49-F238E27FC236}">
                  <a16:creationId xmlns:a16="http://schemas.microsoft.com/office/drawing/2014/main" id="{B6989F8A-0C52-8397-8B9E-248D15C6CD13}"/>
                </a:ext>
              </a:extLst>
            </p:cNvPr>
            <p:cNvSpPr txBox="1"/>
            <p:nvPr/>
          </p:nvSpPr>
          <p:spPr>
            <a:xfrm>
              <a:off x="3922501" y="4376531"/>
              <a:ext cx="843043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Scale out</a:t>
              </a:r>
              <a:endParaRPr sz="12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  <p:pic>
          <p:nvPicPr>
            <p:cNvPr id="30" name="Google Shape;305;p25">
              <a:extLst>
                <a:ext uri="{FF2B5EF4-FFF2-40B4-BE49-F238E27FC236}">
                  <a16:creationId xmlns:a16="http://schemas.microsoft.com/office/drawing/2014/main" id="{21D7963D-818F-66A7-0083-0DB55C86A2E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3295" y="3946315"/>
              <a:ext cx="3399121" cy="1841002"/>
            </a:xfrm>
            <a:prstGeom prst="rect">
              <a:avLst/>
            </a:prstGeom>
            <a:noFill/>
            <a:ln>
              <a:noFill/>
            </a:ln>
            <a:effectLst>
              <a:outerShdw blurRad="292100" dist="139700" dir="2700000" algn="tl" rotWithShape="0">
                <a:srgbClr val="333333">
                  <a:alpha val="64705"/>
                </a:srgbClr>
              </a:outerShdw>
            </a:effectLst>
          </p:spPr>
        </p:pic>
        <p:pic>
          <p:nvPicPr>
            <p:cNvPr id="31" name="Google Shape;306;p25">
              <a:extLst>
                <a:ext uri="{FF2B5EF4-FFF2-40B4-BE49-F238E27FC236}">
                  <a16:creationId xmlns:a16="http://schemas.microsoft.com/office/drawing/2014/main" id="{8E7ABE71-94CE-FC71-B3F4-5538C9BC853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95629" y="3956701"/>
              <a:ext cx="3824741" cy="1820230"/>
            </a:xfrm>
            <a:prstGeom prst="rect">
              <a:avLst/>
            </a:prstGeom>
            <a:noFill/>
            <a:ln>
              <a:noFill/>
            </a:ln>
            <a:effectLst>
              <a:outerShdw blurRad="292100" dist="139700" dir="2700000" algn="tl" rotWithShape="0">
                <a:srgbClr val="333333">
                  <a:alpha val="64705"/>
                </a:srgbClr>
              </a:outerShdw>
            </a:effectLst>
          </p:spPr>
        </p:pic>
        <p:sp>
          <p:nvSpPr>
            <p:cNvPr id="32" name="Google Shape;307;p25">
              <a:extLst>
                <a:ext uri="{FF2B5EF4-FFF2-40B4-BE49-F238E27FC236}">
                  <a16:creationId xmlns:a16="http://schemas.microsoft.com/office/drawing/2014/main" id="{0DBB58EE-D274-3882-30ED-AC6A453CB840}"/>
                </a:ext>
              </a:extLst>
            </p:cNvPr>
            <p:cNvSpPr/>
            <p:nvPr/>
          </p:nvSpPr>
          <p:spPr>
            <a:xfrm>
              <a:off x="4033037" y="4601889"/>
              <a:ext cx="601486" cy="30668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2E75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07;p25">
              <a:extLst>
                <a:ext uri="{FF2B5EF4-FFF2-40B4-BE49-F238E27FC236}">
                  <a16:creationId xmlns:a16="http://schemas.microsoft.com/office/drawing/2014/main" id="{36FC2D1B-7283-4B49-FE01-CE00F38A473D}"/>
                </a:ext>
              </a:extLst>
            </p:cNvPr>
            <p:cNvSpPr/>
            <p:nvPr/>
          </p:nvSpPr>
          <p:spPr>
            <a:xfrm rot="10800000">
              <a:off x="3987908" y="4943862"/>
              <a:ext cx="646614" cy="30668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2E75B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19;p26">
              <a:extLst>
                <a:ext uri="{FF2B5EF4-FFF2-40B4-BE49-F238E27FC236}">
                  <a16:creationId xmlns:a16="http://schemas.microsoft.com/office/drawing/2014/main" id="{70E61D1E-F415-02EB-3024-47413682EDCA}"/>
                </a:ext>
              </a:extLst>
            </p:cNvPr>
            <p:cNvSpPr txBox="1"/>
            <p:nvPr/>
          </p:nvSpPr>
          <p:spPr>
            <a:xfrm>
              <a:off x="3987907" y="5247647"/>
              <a:ext cx="742107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Scale In</a:t>
              </a:r>
              <a:endParaRPr sz="1200" dirty="0">
                <a:solidFill>
                  <a:schemeClr val="tx2">
                    <a:lumMod val="10000"/>
                    <a:lumOff val="9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9898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CA31-23CA-7F15-5091-DEF60258727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3.1.2 Manageability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688BC4-EAE3-E0D5-3514-B473234E1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Know what is going on and take actions accordingly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5EC04-AC12-6335-F0F1-A7C066A6D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447427"/>
            <a:ext cx="9167812" cy="283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9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980C-4A9D-15DA-4DEE-2735D71F93A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3.1.3 Modularity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1A9D3C-3B2F-03C3-4BF4-B3CA02663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system that is built from building blocks, that can be changed or replaced without affecting the whole system.</a:t>
            </a:r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0AF0C8C1-8FA8-4C40-FC34-E6B29C66F90F}"/>
              </a:ext>
            </a:extLst>
          </p:cNvPr>
          <p:cNvSpPr/>
          <p:nvPr/>
        </p:nvSpPr>
        <p:spPr>
          <a:xfrm>
            <a:off x="5842889" y="3401447"/>
            <a:ext cx="1590871" cy="602245"/>
          </a:xfrm>
          <a:custGeom>
            <a:avLst/>
            <a:gdLst>
              <a:gd name="connsiteX0" fmla="*/ 0 w 7151872"/>
              <a:gd name="connsiteY0" fmla="*/ 134386 h 1343859"/>
              <a:gd name="connsiteX1" fmla="*/ 134386 w 7151872"/>
              <a:gd name="connsiteY1" fmla="*/ 0 h 1343859"/>
              <a:gd name="connsiteX2" fmla="*/ 7017486 w 7151872"/>
              <a:gd name="connsiteY2" fmla="*/ 0 h 1343859"/>
              <a:gd name="connsiteX3" fmla="*/ 7151872 w 7151872"/>
              <a:gd name="connsiteY3" fmla="*/ 134386 h 1343859"/>
              <a:gd name="connsiteX4" fmla="*/ 7151872 w 7151872"/>
              <a:gd name="connsiteY4" fmla="*/ 1209473 h 1343859"/>
              <a:gd name="connsiteX5" fmla="*/ 7017486 w 7151872"/>
              <a:gd name="connsiteY5" fmla="*/ 1343859 h 1343859"/>
              <a:gd name="connsiteX6" fmla="*/ 134386 w 7151872"/>
              <a:gd name="connsiteY6" fmla="*/ 1343859 h 1343859"/>
              <a:gd name="connsiteX7" fmla="*/ 0 w 7151872"/>
              <a:gd name="connsiteY7" fmla="*/ 1209473 h 1343859"/>
              <a:gd name="connsiteX8" fmla="*/ 0 w 7151872"/>
              <a:gd name="connsiteY8" fmla="*/ 134386 h 134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1872" h="1343859">
                <a:moveTo>
                  <a:pt x="0" y="134386"/>
                </a:moveTo>
                <a:cubicBezTo>
                  <a:pt x="0" y="60167"/>
                  <a:pt x="60167" y="0"/>
                  <a:pt x="134386" y="0"/>
                </a:cubicBezTo>
                <a:lnTo>
                  <a:pt x="7017486" y="0"/>
                </a:lnTo>
                <a:cubicBezTo>
                  <a:pt x="7091705" y="0"/>
                  <a:pt x="7151872" y="60167"/>
                  <a:pt x="7151872" y="134386"/>
                </a:cubicBezTo>
                <a:lnTo>
                  <a:pt x="7151872" y="1209473"/>
                </a:lnTo>
                <a:cubicBezTo>
                  <a:pt x="7151872" y="1283692"/>
                  <a:pt x="7091705" y="1343859"/>
                  <a:pt x="7017486" y="1343859"/>
                </a:cubicBezTo>
                <a:lnTo>
                  <a:pt x="134386" y="1343859"/>
                </a:lnTo>
                <a:cubicBezTo>
                  <a:pt x="60167" y="1343859"/>
                  <a:pt x="0" y="1283692"/>
                  <a:pt x="0" y="1209473"/>
                </a:cubicBezTo>
                <a:lnTo>
                  <a:pt x="0" y="134386"/>
                </a:lnTo>
                <a:close/>
              </a:path>
            </a:pathLst>
          </a:custGeom>
          <a:solidFill>
            <a:srgbClr val="146BD8"/>
          </a:solidFill>
          <a:ln>
            <a:solidFill>
              <a:srgbClr val="0070C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0340" tIns="260340" rIns="260340" bIns="260340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600" kern="1200" dirty="0"/>
              <a:t>Cart</a:t>
            </a:r>
          </a:p>
        </p:txBody>
      </p:sp>
      <p:sp>
        <p:nvSpPr>
          <p:cNvPr id="12" name="Freeform: Shape 5">
            <a:extLst>
              <a:ext uri="{FF2B5EF4-FFF2-40B4-BE49-F238E27FC236}">
                <a16:creationId xmlns:a16="http://schemas.microsoft.com/office/drawing/2014/main" id="{EDECD0F9-2E38-6D2C-3C5A-9DB07AA50640}"/>
              </a:ext>
            </a:extLst>
          </p:cNvPr>
          <p:cNvSpPr/>
          <p:nvPr/>
        </p:nvSpPr>
        <p:spPr>
          <a:xfrm>
            <a:off x="4258725" y="3401447"/>
            <a:ext cx="1465108" cy="583250"/>
          </a:xfrm>
          <a:custGeom>
            <a:avLst/>
            <a:gdLst>
              <a:gd name="connsiteX0" fmla="*/ 0 w 7151872"/>
              <a:gd name="connsiteY0" fmla="*/ 134386 h 1343859"/>
              <a:gd name="connsiteX1" fmla="*/ 134386 w 7151872"/>
              <a:gd name="connsiteY1" fmla="*/ 0 h 1343859"/>
              <a:gd name="connsiteX2" fmla="*/ 7017486 w 7151872"/>
              <a:gd name="connsiteY2" fmla="*/ 0 h 1343859"/>
              <a:gd name="connsiteX3" fmla="*/ 7151872 w 7151872"/>
              <a:gd name="connsiteY3" fmla="*/ 134386 h 1343859"/>
              <a:gd name="connsiteX4" fmla="*/ 7151872 w 7151872"/>
              <a:gd name="connsiteY4" fmla="*/ 1209473 h 1343859"/>
              <a:gd name="connsiteX5" fmla="*/ 7017486 w 7151872"/>
              <a:gd name="connsiteY5" fmla="*/ 1343859 h 1343859"/>
              <a:gd name="connsiteX6" fmla="*/ 134386 w 7151872"/>
              <a:gd name="connsiteY6" fmla="*/ 1343859 h 1343859"/>
              <a:gd name="connsiteX7" fmla="*/ 0 w 7151872"/>
              <a:gd name="connsiteY7" fmla="*/ 1209473 h 1343859"/>
              <a:gd name="connsiteX8" fmla="*/ 0 w 7151872"/>
              <a:gd name="connsiteY8" fmla="*/ 134386 h 134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1872" h="1343859">
                <a:moveTo>
                  <a:pt x="0" y="134386"/>
                </a:moveTo>
                <a:cubicBezTo>
                  <a:pt x="0" y="60167"/>
                  <a:pt x="60167" y="0"/>
                  <a:pt x="134386" y="0"/>
                </a:cubicBezTo>
                <a:lnTo>
                  <a:pt x="7017486" y="0"/>
                </a:lnTo>
                <a:cubicBezTo>
                  <a:pt x="7091705" y="0"/>
                  <a:pt x="7151872" y="60167"/>
                  <a:pt x="7151872" y="134386"/>
                </a:cubicBezTo>
                <a:lnTo>
                  <a:pt x="7151872" y="1209473"/>
                </a:lnTo>
                <a:cubicBezTo>
                  <a:pt x="7151872" y="1283692"/>
                  <a:pt x="7091705" y="1343859"/>
                  <a:pt x="7017486" y="1343859"/>
                </a:cubicBezTo>
                <a:lnTo>
                  <a:pt x="134386" y="1343859"/>
                </a:lnTo>
                <a:cubicBezTo>
                  <a:pt x="60167" y="1343859"/>
                  <a:pt x="0" y="1283692"/>
                  <a:pt x="0" y="1209473"/>
                </a:cubicBezTo>
                <a:lnTo>
                  <a:pt x="0" y="134386"/>
                </a:lnTo>
                <a:close/>
              </a:path>
            </a:pathLst>
          </a:cu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0340" tIns="260340" rIns="260340" bIns="260340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600" kern="1200" dirty="0"/>
              <a:t>User</a:t>
            </a:r>
          </a:p>
        </p:txBody>
      </p:sp>
      <p:sp>
        <p:nvSpPr>
          <p:cNvPr id="13" name="Freeform: Shape 5">
            <a:extLst>
              <a:ext uri="{FF2B5EF4-FFF2-40B4-BE49-F238E27FC236}">
                <a16:creationId xmlns:a16="http://schemas.microsoft.com/office/drawing/2014/main" id="{3DAD815F-AEFE-5E3B-13B2-BEFAB9C6F609}"/>
              </a:ext>
            </a:extLst>
          </p:cNvPr>
          <p:cNvSpPr/>
          <p:nvPr/>
        </p:nvSpPr>
        <p:spPr>
          <a:xfrm>
            <a:off x="4258725" y="4124361"/>
            <a:ext cx="1465108" cy="602245"/>
          </a:xfrm>
          <a:custGeom>
            <a:avLst/>
            <a:gdLst>
              <a:gd name="connsiteX0" fmla="*/ 0 w 7151872"/>
              <a:gd name="connsiteY0" fmla="*/ 134386 h 1343859"/>
              <a:gd name="connsiteX1" fmla="*/ 134386 w 7151872"/>
              <a:gd name="connsiteY1" fmla="*/ 0 h 1343859"/>
              <a:gd name="connsiteX2" fmla="*/ 7017486 w 7151872"/>
              <a:gd name="connsiteY2" fmla="*/ 0 h 1343859"/>
              <a:gd name="connsiteX3" fmla="*/ 7151872 w 7151872"/>
              <a:gd name="connsiteY3" fmla="*/ 134386 h 1343859"/>
              <a:gd name="connsiteX4" fmla="*/ 7151872 w 7151872"/>
              <a:gd name="connsiteY4" fmla="*/ 1209473 h 1343859"/>
              <a:gd name="connsiteX5" fmla="*/ 7017486 w 7151872"/>
              <a:gd name="connsiteY5" fmla="*/ 1343859 h 1343859"/>
              <a:gd name="connsiteX6" fmla="*/ 134386 w 7151872"/>
              <a:gd name="connsiteY6" fmla="*/ 1343859 h 1343859"/>
              <a:gd name="connsiteX7" fmla="*/ 0 w 7151872"/>
              <a:gd name="connsiteY7" fmla="*/ 1209473 h 1343859"/>
              <a:gd name="connsiteX8" fmla="*/ 0 w 7151872"/>
              <a:gd name="connsiteY8" fmla="*/ 134386 h 134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1872" h="1343859">
                <a:moveTo>
                  <a:pt x="0" y="134386"/>
                </a:moveTo>
                <a:cubicBezTo>
                  <a:pt x="0" y="60167"/>
                  <a:pt x="60167" y="0"/>
                  <a:pt x="134386" y="0"/>
                </a:cubicBezTo>
                <a:lnTo>
                  <a:pt x="7017486" y="0"/>
                </a:lnTo>
                <a:cubicBezTo>
                  <a:pt x="7091705" y="0"/>
                  <a:pt x="7151872" y="60167"/>
                  <a:pt x="7151872" y="134386"/>
                </a:cubicBezTo>
                <a:lnTo>
                  <a:pt x="7151872" y="1209473"/>
                </a:lnTo>
                <a:cubicBezTo>
                  <a:pt x="7151872" y="1283692"/>
                  <a:pt x="7091705" y="1343859"/>
                  <a:pt x="7017486" y="1343859"/>
                </a:cubicBezTo>
                <a:lnTo>
                  <a:pt x="134386" y="1343859"/>
                </a:lnTo>
                <a:cubicBezTo>
                  <a:pt x="60167" y="1343859"/>
                  <a:pt x="0" y="1283692"/>
                  <a:pt x="0" y="1209473"/>
                </a:cubicBezTo>
                <a:lnTo>
                  <a:pt x="0" y="134386"/>
                </a:lnTo>
                <a:close/>
              </a:path>
            </a:pathLst>
          </a:custGeom>
          <a:solidFill>
            <a:srgbClr val="DC5F3F"/>
          </a:solidFill>
          <a:ln>
            <a:solidFill>
              <a:srgbClr val="DC5F3F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0340" tIns="260340" rIns="260340" bIns="260340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600" kern="1200" dirty="0"/>
              <a:t>Payment</a:t>
            </a:r>
          </a:p>
        </p:txBody>
      </p:sp>
      <p:sp>
        <p:nvSpPr>
          <p:cNvPr id="14" name="Freeform: Shape 5">
            <a:extLst>
              <a:ext uri="{FF2B5EF4-FFF2-40B4-BE49-F238E27FC236}">
                <a16:creationId xmlns:a16="http://schemas.microsoft.com/office/drawing/2014/main" id="{2068F60F-67EE-69ED-09E4-F81D361ECEA6}"/>
              </a:ext>
            </a:extLst>
          </p:cNvPr>
          <p:cNvSpPr/>
          <p:nvPr/>
        </p:nvSpPr>
        <p:spPr>
          <a:xfrm>
            <a:off x="5859592" y="4124360"/>
            <a:ext cx="1590871" cy="602245"/>
          </a:xfrm>
          <a:custGeom>
            <a:avLst/>
            <a:gdLst>
              <a:gd name="connsiteX0" fmla="*/ 0 w 7151872"/>
              <a:gd name="connsiteY0" fmla="*/ 134386 h 1343859"/>
              <a:gd name="connsiteX1" fmla="*/ 134386 w 7151872"/>
              <a:gd name="connsiteY1" fmla="*/ 0 h 1343859"/>
              <a:gd name="connsiteX2" fmla="*/ 7017486 w 7151872"/>
              <a:gd name="connsiteY2" fmla="*/ 0 h 1343859"/>
              <a:gd name="connsiteX3" fmla="*/ 7151872 w 7151872"/>
              <a:gd name="connsiteY3" fmla="*/ 134386 h 1343859"/>
              <a:gd name="connsiteX4" fmla="*/ 7151872 w 7151872"/>
              <a:gd name="connsiteY4" fmla="*/ 1209473 h 1343859"/>
              <a:gd name="connsiteX5" fmla="*/ 7017486 w 7151872"/>
              <a:gd name="connsiteY5" fmla="*/ 1343859 h 1343859"/>
              <a:gd name="connsiteX6" fmla="*/ 134386 w 7151872"/>
              <a:gd name="connsiteY6" fmla="*/ 1343859 h 1343859"/>
              <a:gd name="connsiteX7" fmla="*/ 0 w 7151872"/>
              <a:gd name="connsiteY7" fmla="*/ 1209473 h 1343859"/>
              <a:gd name="connsiteX8" fmla="*/ 0 w 7151872"/>
              <a:gd name="connsiteY8" fmla="*/ 134386 h 134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1872" h="1343859">
                <a:moveTo>
                  <a:pt x="0" y="134386"/>
                </a:moveTo>
                <a:cubicBezTo>
                  <a:pt x="0" y="60167"/>
                  <a:pt x="60167" y="0"/>
                  <a:pt x="134386" y="0"/>
                </a:cubicBezTo>
                <a:lnTo>
                  <a:pt x="7017486" y="0"/>
                </a:lnTo>
                <a:cubicBezTo>
                  <a:pt x="7091705" y="0"/>
                  <a:pt x="7151872" y="60167"/>
                  <a:pt x="7151872" y="134386"/>
                </a:cubicBezTo>
                <a:lnTo>
                  <a:pt x="7151872" y="1209473"/>
                </a:lnTo>
                <a:cubicBezTo>
                  <a:pt x="7151872" y="1283692"/>
                  <a:pt x="7091705" y="1343859"/>
                  <a:pt x="7017486" y="1343859"/>
                </a:cubicBezTo>
                <a:lnTo>
                  <a:pt x="134386" y="1343859"/>
                </a:lnTo>
                <a:cubicBezTo>
                  <a:pt x="60167" y="1343859"/>
                  <a:pt x="0" y="1283692"/>
                  <a:pt x="0" y="1209473"/>
                </a:cubicBezTo>
                <a:lnTo>
                  <a:pt x="0" y="134386"/>
                </a:lnTo>
                <a:close/>
              </a:path>
            </a:pathLst>
          </a:cu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0340" tIns="260340" rIns="260340" bIns="260340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600" kern="1200" dirty="0"/>
              <a:t>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695FF4-0392-9D51-B98F-AA1491CA64FB}"/>
              </a:ext>
            </a:extLst>
          </p:cNvPr>
          <p:cNvSpPr/>
          <p:nvPr/>
        </p:nvSpPr>
        <p:spPr>
          <a:xfrm>
            <a:off x="4122718" y="3205655"/>
            <a:ext cx="3435823" cy="2405752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5">
            <a:extLst>
              <a:ext uri="{FF2B5EF4-FFF2-40B4-BE49-F238E27FC236}">
                <a16:creationId xmlns:a16="http://schemas.microsoft.com/office/drawing/2014/main" id="{644E5824-92BB-84C6-124D-760ECB7EF5AC}"/>
              </a:ext>
            </a:extLst>
          </p:cNvPr>
          <p:cNvSpPr/>
          <p:nvPr/>
        </p:nvSpPr>
        <p:spPr>
          <a:xfrm>
            <a:off x="4271223" y="4861481"/>
            <a:ext cx="1465108" cy="602245"/>
          </a:xfrm>
          <a:custGeom>
            <a:avLst/>
            <a:gdLst>
              <a:gd name="connsiteX0" fmla="*/ 0 w 7151872"/>
              <a:gd name="connsiteY0" fmla="*/ 134386 h 1343859"/>
              <a:gd name="connsiteX1" fmla="*/ 134386 w 7151872"/>
              <a:gd name="connsiteY1" fmla="*/ 0 h 1343859"/>
              <a:gd name="connsiteX2" fmla="*/ 7017486 w 7151872"/>
              <a:gd name="connsiteY2" fmla="*/ 0 h 1343859"/>
              <a:gd name="connsiteX3" fmla="*/ 7151872 w 7151872"/>
              <a:gd name="connsiteY3" fmla="*/ 134386 h 1343859"/>
              <a:gd name="connsiteX4" fmla="*/ 7151872 w 7151872"/>
              <a:gd name="connsiteY4" fmla="*/ 1209473 h 1343859"/>
              <a:gd name="connsiteX5" fmla="*/ 7017486 w 7151872"/>
              <a:gd name="connsiteY5" fmla="*/ 1343859 h 1343859"/>
              <a:gd name="connsiteX6" fmla="*/ 134386 w 7151872"/>
              <a:gd name="connsiteY6" fmla="*/ 1343859 h 1343859"/>
              <a:gd name="connsiteX7" fmla="*/ 0 w 7151872"/>
              <a:gd name="connsiteY7" fmla="*/ 1209473 h 1343859"/>
              <a:gd name="connsiteX8" fmla="*/ 0 w 7151872"/>
              <a:gd name="connsiteY8" fmla="*/ 134386 h 134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1872" h="1343859">
                <a:moveTo>
                  <a:pt x="0" y="134386"/>
                </a:moveTo>
                <a:cubicBezTo>
                  <a:pt x="0" y="60167"/>
                  <a:pt x="60167" y="0"/>
                  <a:pt x="134386" y="0"/>
                </a:cubicBezTo>
                <a:lnTo>
                  <a:pt x="7017486" y="0"/>
                </a:lnTo>
                <a:cubicBezTo>
                  <a:pt x="7091705" y="0"/>
                  <a:pt x="7151872" y="60167"/>
                  <a:pt x="7151872" y="134386"/>
                </a:cubicBezTo>
                <a:lnTo>
                  <a:pt x="7151872" y="1209473"/>
                </a:lnTo>
                <a:cubicBezTo>
                  <a:pt x="7151872" y="1283692"/>
                  <a:pt x="7091705" y="1343859"/>
                  <a:pt x="7017486" y="1343859"/>
                </a:cubicBezTo>
                <a:lnTo>
                  <a:pt x="134386" y="1343859"/>
                </a:lnTo>
                <a:cubicBezTo>
                  <a:pt x="60167" y="1343859"/>
                  <a:pt x="0" y="1283692"/>
                  <a:pt x="0" y="1209473"/>
                </a:cubicBezTo>
                <a:lnTo>
                  <a:pt x="0" y="134386"/>
                </a:lnTo>
                <a:close/>
              </a:path>
            </a:pathLst>
          </a:cu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0340" tIns="260340" rIns="260340" bIns="260340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600" kern="1200" dirty="0"/>
              <a:t>Auth</a:t>
            </a:r>
          </a:p>
        </p:txBody>
      </p:sp>
      <p:sp>
        <p:nvSpPr>
          <p:cNvPr id="20" name="Freeform: Shape 5">
            <a:extLst>
              <a:ext uri="{FF2B5EF4-FFF2-40B4-BE49-F238E27FC236}">
                <a16:creationId xmlns:a16="http://schemas.microsoft.com/office/drawing/2014/main" id="{7136CEB3-F17D-07F6-071D-EAFEB38A7A3F}"/>
              </a:ext>
            </a:extLst>
          </p:cNvPr>
          <p:cNvSpPr/>
          <p:nvPr/>
        </p:nvSpPr>
        <p:spPr>
          <a:xfrm>
            <a:off x="5872090" y="4861480"/>
            <a:ext cx="1590871" cy="602245"/>
          </a:xfrm>
          <a:custGeom>
            <a:avLst/>
            <a:gdLst>
              <a:gd name="connsiteX0" fmla="*/ 0 w 7151872"/>
              <a:gd name="connsiteY0" fmla="*/ 134386 h 1343859"/>
              <a:gd name="connsiteX1" fmla="*/ 134386 w 7151872"/>
              <a:gd name="connsiteY1" fmla="*/ 0 h 1343859"/>
              <a:gd name="connsiteX2" fmla="*/ 7017486 w 7151872"/>
              <a:gd name="connsiteY2" fmla="*/ 0 h 1343859"/>
              <a:gd name="connsiteX3" fmla="*/ 7151872 w 7151872"/>
              <a:gd name="connsiteY3" fmla="*/ 134386 h 1343859"/>
              <a:gd name="connsiteX4" fmla="*/ 7151872 w 7151872"/>
              <a:gd name="connsiteY4" fmla="*/ 1209473 h 1343859"/>
              <a:gd name="connsiteX5" fmla="*/ 7017486 w 7151872"/>
              <a:gd name="connsiteY5" fmla="*/ 1343859 h 1343859"/>
              <a:gd name="connsiteX6" fmla="*/ 134386 w 7151872"/>
              <a:gd name="connsiteY6" fmla="*/ 1343859 h 1343859"/>
              <a:gd name="connsiteX7" fmla="*/ 0 w 7151872"/>
              <a:gd name="connsiteY7" fmla="*/ 1209473 h 1343859"/>
              <a:gd name="connsiteX8" fmla="*/ 0 w 7151872"/>
              <a:gd name="connsiteY8" fmla="*/ 134386 h 1343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1872" h="1343859">
                <a:moveTo>
                  <a:pt x="0" y="134386"/>
                </a:moveTo>
                <a:cubicBezTo>
                  <a:pt x="0" y="60167"/>
                  <a:pt x="60167" y="0"/>
                  <a:pt x="134386" y="0"/>
                </a:cubicBezTo>
                <a:lnTo>
                  <a:pt x="7017486" y="0"/>
                </a:lnTo>
                <a:cubicBezTo>
                  <a:pt x="7091705" y="0"/>
                  <a:pt x="7151872" y="60167"/>
                  <a:pt x="7151872" y="134386"/>
                </a:cubicBezTo>
                <a:lnTo>
                  <a:pt x="7151872" y="1209473"/>
                </a:lnTo>
                <a:cubicBezTo>
                  <a:pt x="7151872" y="1283692"/>
                  <a:pt x="7091705" y="1343859"/>
                  <a:pt x="7017486" y="1343859"/>
                </a:cubicBezTo>
                <a:lnTo>
                  <a:pt x="134386" y="1343859"/>
                </a:lnTo>
                <a:cubicBezTo>
                  <a:pt x="60167" y="1343859"/>
                  <a:pt x="0" y="1283692"/>
                  <a:pt x="0" y="1209473"/>
                </a:cubicBezTo>
                <a:lnTo>
                  <a:pt x="0" y="134386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0340" tIns="260340" rIns="260340" bIns="260340" numCol="1" spcCol="1270" anchor="ctr" anchorCtr="0">
            <a:noAutofit/>
          </a:bodyPr>
          <a:lstStyle/>
          <a:p>
            <a:pPr marL="0" lvl="0" indent="0" algn="ctr" defTabSz="2578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600" kern="1200" dirty="0"/>
              <a:t>Catalogue</a:t>
            </a:r>
          </a:p>
        </p:txBody>
      </p:sp>
    </p:spTree>
    <p:extLst>
      <p:ext uri="{BB962C8B-B14F-4D97-AF65-F5344CB8AC3E}">
        <p14:creationId xmlns:p14="http://schemas.microsoft.com/office/powerpoint/2010/main" val="268301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CAC4-21DF-6BD7-2F00-8D85FBD6711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3.1.4 Extensibility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657838-0413-D96F-D1CE-18B9D1C69E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A system functionality can be extended without modifying its existing code.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76F28-FADB-5DF0-F7CE-148BA80F9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1" y="2600314"/>
            <a:ext cx="8941593" cy="327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8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5A606-EB4C-C7EB-EEAF-3F76F9BE696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3.1.5 Testability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BF37B2-CEA9-9625-D5FE-BD3E3F15DD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How easy it to test the application?</a:t>
            </a:r>
          </a:p>
          <a:p>
            <a:r>
              <a:rPr lang="en-US"/>
              <a:t>Independent modules and methods</a:t>
            </a:r>
          </a:p>
          <a:p>
            <a:r>
              <a:rPr lang="en-US"/>
              <a:t>Single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7460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5AD7-6D1C-50C4-7EDD-ED4023C70AC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3.1.6 Reliability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4B02A4-0849-1CCB-2EC9-A142BE2CD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A system is said to be reliable if it can continue to function correctly and remain available for operations even in the presence of partial failures.</a:t>
            </a:r>
          </a:p>
          <a:p>
            <a:r>
              <a:rPr lang="en-US"/>
              <a:t>It is measured as the probability of a system working correctly in a given time interval</a:t>
            </a:r>
          </a:p>
        </p:txBody>
      </p:sp>
    </p:spTree>
    <p:extLst>
      <p:ext uri="{BB962C8B-B14F-4D97-AF65-F5344CB8AC3E}">
        <p14:creationId xmlns:p14="http://schemas.microsoft.com/office/powerpoint/2010/main" val="223868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7398A1-9FE1-6F2B-B085-426D2EC35B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A probability of a system working correctly at any given time and being available for operations</a:t>
            </a:r>
          </a:p>
          <a:p>
            <a:pPr marL="457200" lvl="1" indent="0" algn="l">
              <a:buNone/>
            </a:pPr>
            <a:r>
              <a:rPr lang="en-US" b="0" i="0" dirty="0">
                <a:effectLst/>
              </a:rPr>
              <a:t>Time based availability:</a:t>
            </a:r>
          </a:p>
          <a:p>
            <a:pPr marL="457200" lvl="1" indent="0" algn="l">
              <a:buNone/>
            </a:pPr>
            <a:r>
              <a:rPr lang="en-US" b="0" i="0" dirty="0">
                <a:effectLst/>
              </a:rPr>
              <a:t>	availability= uptime / (uptime + downtime) </a:t>
            </a:r>
          </a:p>
          <a:p>
            <a:pPr marL="457200" lvl="1" indent="0" algn="l">
              <a:buNone/>
            </a:pPr>
            <a:r>
              <a:rPr lang="en-US" dirty="0"/>
              <a:t>Request based availability:	</a:t>
            </a:r>
          </a:p>
          <a:p>
            <a:pPr marL="457200" lvl="1" indent="0" algn="l">
              <a:buNone/>
            </a:pPr>
            <a:r>
              <a:rPr lang="en-US" b="0" i="0" dirty="0">
                <a:effectLst/>
              </a:rPr>
              <a:t>  	availability= successful requests/total requests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There can be downtime, but the system is expected to recover from the same in a quick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6C04C-B464-53D6-A33E-8FDE40D4833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3.1.7 Availability</a:t>
            </a:r>
          </a:p>
        </p:txBody>
      </p:sp>
    </p:spTree>
    <p:extLst>
      <p:ext uri="{BB962C8B-B14F-4D97-AF65-F5344CB8AC3E}">
        <p14:creationId xmlns:p14="http://schemas.microsoft.com/office/powerpoint/2010/main" val="506694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F6A961-4743-240B-EC63-2826B7D0F2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/>
              <a:t>Architectural Artifacts</a:t>
            </a:r>
          </a:p>
          <a:p>
            <a:pPr lvl="1"/>
            <a:r>
              <a:rPr lang="en-US"/>
              <a:t>Create documentation to describes the architecture, including diagrams, component definitions, and interaction models. </a:t>
            </a:r>
          </a:p>
          <a:p>
            <a:pPr lvl="1"/>
            <a:r>
              <a:rPr lang="en-US"/>
              <a:t>This documentation should cover both HLD and LLD details.</a:t>
            </a:r>
          </a:p>
          <a:p>
            <a:r>
              <a:rPr lang="en-US" b="1"/>
              <a:t>Maintenance</a:t>
            </a:r>
            <a:endParaRPr lang="en-US"/>
          </a:p>
          <a:p>
            <a:pPr lvl="1"/>
            <a:r>
              <a:rPr lang="en-US"/>
              <a:t>Update documentation to reflect changes and decisions made during the development process and maintenance phase.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5E204-6383-7778-3202-9271A59454F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4. Architecture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642847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E13891-7AE8-4687-7086-539E89E982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b="1"/>
              <a:t>Guidance</a:t>
            </a:r>
          </a:p>
          <a:p>
            <a:pPr lvl="1" algn="just"/>
            <a:r>
              <a:rPr lang="en-US"/>
              <a:t>The architecture serves as a blueprint for developers, guiding the system's implementation with defined standards, technologies, and patterns.</a:t>
            </a:r>
          </a:p>
          <a:p>
            <a:pPr algn="just"/>
            <a:r>
              <a:rPr lang="en-US" b="1"/>
              <a:t>Iteration</a:t>
            </a:r>
          </a:p>
          <a:p>
            <a:pPr lvl="1" algn="just"/>
            <a:r>
              <a:rPr lang="en-US"/>
              <a:t>Implementation often uncovers the need for adjustments in the architecture, requiring an iterative approach to refining architectural decisions.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2026E-E847-4A95-4D83-25EF2684601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/>
              <a:t>5. </a:t>
            </a:r>
            <a:r>
              <a:rPr lang="en-US"/>
              <a:t>Architecture </a:t>
            </a:r>
            <a:r>
              <a:rPr lang="en-IN"/>
              <a:t>Implementation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6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04D0E01-DFD2-6C7D-A0D7-E29221FF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Strategic Approach For Choosing Tech Stack</a:t>
            </a:r>
          </a:p>
        </p:txBody>
      </p:sp>
    </p:spTree>
    <p:extLst>
      <p:ext uri="{BB962C8B-B14F-4D97-AF65-F5344CB8AC3E}">
        <p14:creationId xmlns:p14="http://schemas.microsoft.com/office/powerpoint/2010/main" val="2688065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1E8A93-2844-6D9A-9EEB-6E7C392E24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Open Source or Commercial</a:t>
            </a:r>
            <a:r>
              <a:rPr lang="en-US" sz="1600" dirty="0"/>
              <a:t>: Decide based on community support, flexibility, reliability, dedicated support (commercial).</a:t>
            </a:r>
          </a:p>
          <a:p>
            <a:r>
              <a:rPr lang="en-US" sz="1600" b="1" dirty="0"/>
              <a:t>Vision and Roadmap</a:t>
            </a:r>
            <a:r>
              <a:rPr lang="en-US" sz="1600" dirty="0"/>
              <a:t>: Ensure the technology aligns with your project goals and has a clear, evolving roadmap.</a:t>
            </a:r>
          </a:p>
          <a:p>
            <a:r>
              <a:rPr lang="en-US" sz="1600" b="1" dirty="0"/>
              <a:t>Community Engagement</a:t>
            </a:r>
            <a:r>
              <a:rPr lang="en-US" sz="1600" dirty="0"/>
              <a:t>: Check GitHub for activity levels, contributions, and user feedback.</a:t>
            </a:r>
          </a:p>
          <a:p>
            <a:r>
              <a:rPr lang="en-US" sz="1600" b="1" dirty="0"/>
              <a:t>Developer Experience</a:t>
            </a:r>
            <a:r>
              <a:rPr lang="en-US" sz="1600" dirty="0"/>
              <a:t>: Gather feedback on the learning curve, strengths, and weaknesses from the developer community.</a:t>
            </a:r>
          </a:p>
          <a:p>
            <a:r>
              <a:rPr lang="en-US" sz="1600" b="1" dirty="0"/>
              <a:t>Ecosystem</a:t>
            </a:r>
            <a:r>
              <a:rPr lang="en-US" sz="1600" dirty="0"/>
              <a:t>: Evaluate the range of integrations, plugins, and tools available that can enhance development efficiency.</a:t>
            </a:r>
          </a:p>
          <a:p>
            <a:r>
              <a:rPr lang="en-US" sz="1600" b="1" dirty="0"/>
              <a:t>Maintenance and Updates</a:t>
            </a:r>
            <a:r>
              <a:rPr lang="en-US" sz="1600" dirty="0"/>
              <a:t>: Regular, stable updates indicate a commitment to quality and addressing user needs.</a:t>
            </a:r>
          </a:p>
          <a:p>
            <a:r>
              <a:rPr lang="en-US" sz="1600" b="1" dirty="0"/>
              <a:t>Documentation</a:t>
            </a:r>
            <a:r>
              <a:rPr lang="en-US" sz="1600" dirty="0"/>
              <a:t>: Good documentation and learning resources are essential for efficient problem-solving and onboarding.</a:t>
            </a:r>
          </a:p>
          <a:p>
            <a:r>
              <a:rPr lang="en-US" sz="1600" b="1" dirty="0"/>
              <a:t>Performance and Scalability</a:t>
            </a:r>
            <a:r>
              <a:rPr lang="en-US" sz="1600" dirty="0"/>
              <a:t>: Ensure the technology can handle growth and performs well under increased loads.</a:t>
            </a:r>
          </a:p>
          <a:p>
            <a:r>
              <a:rPr lang="en-US" sz="1600" b="1" dirty="0"/>
              <a:t>Security</a:t>
            </a:r>
            <a:r>
              <a:rPr lang="en-US" sz="1600" dirty="0"/>
              <a:t>: Assess the technology's security features and its history of addressing vulnerabilities.</a:t>
            </a:r>
          </a:p>
          <a:p>
            <a:r>
              <a:rPr lang="en-US" sz="1600" b="1" dirty="0"/>
              <a:t>Compatibility</a:t>
            </a:r>
            <a:r>
              <a:rPr lang="en-US" sz="1600" dirty="0"/>
              <a:t>: Ensure it integrates well with your existing stack and the tools you plan to use.</a:t>
            </a:r>
          </a:p>
          <a:p>
            <a:r>
              <a:rPr lang="en-US" sz="1600" b="1" dirty="0"/>
              <a:t>Licensing and Costs</a:t>
            </a:r>
            <a:r>
              <a:rPr lang="en-US" sz="1600" dirty="0"/>
              <a:t>: Understand the financial and legal implications, including licensing fees and potential long-term costs.</a:t>
            </a:r>
          </a:p>
          <a:p>
            <a:r>
              <a:rPr lang="en-US" sz="1600" b="1" dirty="0"/>
              <a:t>Developer Availability</a:t>
            </a:r>
            <a:r>
              <a:rPr lang="en-US" sz="1600" dirty="0"/>
              <a:t>: Consider the availability of skilled developers familiar with the technology for recruitment ease.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E1D2C-1EC5-0544-C93D-91466C16609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#1: Strategic Approach For </a:t>
            </a:r>
            <a:r>
              <a:rPr lang="en-US"/>
              <a:t>Choosing </a:t>
            </a:r>
            <a:r>
              <a:rPr lang="en-US" dirty="0"/>
              <a:t>Technology Stack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1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57CD0-40B1-E7DE-8F54-12F58556C1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u="sng"/>
              <a:t>User Growth Projections</a:t>
            </a:r>
          </a:p>
          <a:p>
            <a:r>
              <a:rPr lang="en-US" sz="2000"/>
              <a:t>Current Stage: 10,000 daily users, amounting to 300,000 monthly.</a:t>
            </a:r>
          </a:p>
          <a:p>
            <a:r>
              <a:rPr lang="en-US" sz="2000"/>
              <a:t>After 1 Year: Projected to double to 20,000 daily users, reaching 600,000 monthly.</a:t>
            </a:r>
          </a:p>
          <a:p>
            <a:pPr marL="0" indent="0" algn="l">
              <a:buNone/>
            </a:pPr>
            <a:r>
              <a:rPr lang="en-US" sz="2000" b="1" i="0" u="sng">
                <a:effectLst/>
              </a:rPr>
              <a:t>Project Planning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</a:rPr>
              <a:t>Methodology</a:t>
            </a:r>
            <a:r>
              <a:rPr lang="en-US" sz="2000" b="0" i="0">
                <a:effectLst/>
              </a:rPr>
              <a:t>: Adopt Agile/Scrum for flexible, iterative development, complemented by a Kanban board for visual project management and workflow visualization.</a:t>
            </a:r>
            <a:endParaRPr lang="en-US" sz="2000" b="1" u="sng"/>
          </a:p>
          <a:p>
            <a:pPr marL="0" indent="0">
              <a:buNone/>
            </a:pPr>
            <a:r>
              <a:rPr lang="en-US" sz="2000" b="1" u="sng"/>
              <a:t>Architectural Principles</a:t>
            </a:r>
          </a:p>
          <a:p>
            <a:r>
              <a:rPr lang="en-US" sz="2000" b="1"/>
              <a:t>Clean Architecture</a:t>
            </a:r>
            <a:r>
              <a:rPr lang="en-US" sz="2000"/>
              <a:t>: Emphasize the separation of concerns to ensure scalability, maintainability, and flexibility.</a:t>
            </a:r>
          </a:p>
          <a:p>
            <a:r>
              <a:rPr lang="en-US" sz="2000" b="1"/>
              <a:t>API-Centric Design</a:t>
            </a:r>
            <a:r>
              <a:rPr lang="en-US" sz="2000"/>
              <a:t>: Implement an API-based architecture to facilitate easy integration between different frontends and the backend, supporting:</a:t>
            </a:r>
          </a:p>
          <a:p>
            <a:pPr lvl="1"/>
            <a:r>
              <a:rPr lang="en-US" sz="1800"/>
              <a:t>Website</a:t>
            </a:r>
          </a:p>
          <a:p>
            <a:pPr lvl="1"/>
            <a:r>
              <a:rPr lang="en-US" sz="1800"/>
              <a:t>Mobile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6183-E5B8-19A8-4D7F-ED283D40F42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#</a:t>
            </a:r>
            <a:r>
              <a:rPr lang="en-US" dirty="0"/>
              <a:t>2</a:t>
            </a:r>
            <a:r>
              <a:rPr lang="en-US"/>
              <a:t>: Strategic Approach For Architecture Selection</a:t>
            </a:r>
          </a:p>
        </p:txBody>
      </p:sp>
    </p:spTree>
    <p:extLst>
      <p:ext uri="{BB962C8B-B14F-4D97-AF65-F5344CB8AC3E}">
        <p14:creationId xmlns:p14="http://schemas.microsoft.com/office/powerpoint/2010/main" val="418952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F57CD0-40B1-E7DE-8F54-12F58556C1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u="sng"/>
              <a:t>User Growth Projections</a:t>
            </a:r>
          </a:p>
          <a:p>
            <a:r>
              <a:rPr lang="en-US" sz="2000"/>
              <a:t>Current Stage: 1,00,000 daily users, amounting to 30 millions monthly.</a:t>
            </a:r>
          </a:p>
          <a:p>
            <a:r>
              <a:rPr lang="en-US" sz="2000"/>
              <a:t>After 1 Year: Projected to double to 2,00,000 daily users, reaching 60 millions monthly.</a:t>
            </a:r>
          </a:p>
          <a:p>
            <a:pPr marL="0" indent="0" algn="l">
              <a:buNone/>
            </a:pPr>
            <a:r>
              <a:rPr lang="en-US" sz="2000" b="1" i="0" u="sng">
                <a:effectLst/>
              </a:rPr>
              <a:t>Project Planning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</a:rPr>
              <a:t>Methodology</a:t>
            </a:r>
            <a:r>
              <a:rPr lang="en-US" sz="2000" b="0" i="0">
                <a:effectLst/>
              </a:rPr>
              <a:t>: Adopt Agile/Scrum for flexible, iterative development, complemented by a Kanban board for visual project management and workflow visualization.</a:t>
            </a:r>
            <a:endParaRPr lang="en-US" sz="2000" b="1" u="sng"/>
          </a:p>
          <a:p>
            <a:pPr marL="0" indent="0">
              <a:buNone/>
            </a:pPr>
            <a:r>
              <a:rPr lang="en-US" sz="2000" b="1" u="sng"/>
              <a:t>Architectural Principles</a:t>
            </a:r>
          </a:p>
          <a:p>
            <a:r>
              <a:rPr lang="en-US" sz="2000" b="1"/>
              <a:t>Microservices Architecture: </a:t>
            </a:r>
            <a:r>
              <a:rPr lang="en-US" sz="2000" dirty="0"/>
              <a:t>Use</a:t>
            </a:r>
            <a:r>
              <a:rPr lang="en-US" sz="2000"/>
              <a:t> microservices architecture to ensure scalability, fault isolation, and CI/CD. </a:t>
            </a:r>
          </a:p>
          <a:p>
            <a:r>
              <a:rPr lang="en-US" sz="2000" b="1"/>
              <a:t>Microservices Patterns</a:t>
            </a:r>
            <a:r>
              <a:rPr lang="en-US" sz="2000"/>
              <a:t>: Implement microservices principles and patterns as:</a:t>
            </a:r>
          </a:p>
          <a:p>
            <a:pPr lvl="1"/>
            <a:r>
              <a:rPr lang="en-US" sz="1600"/>
              <a:t>Decomposition Patterns</a:t>
            </a:r>
          </a:p>
          <a:p>
            <a:pPr lvl="1"/>
            <a:r>
              <a:rPr lang="en-US" sz="1600"/>
              <a:t>Integration Patterns</a:t>
            </a:r>
          </a:p>
          <a:p>
            <a:pPr lvl="1"/>
            <a:r>
              <a:rPr lang="en-US" sz="1600"/>
              <a:t>Communication Patterns</a:t>
            </a:r>
          </a:p>
          <a:p>
            <a:pPr lvl="1"/>
            <a:r>
              <a:rPr lang="en-US" sz="1600"/>
              <a:t>Cross-Cutting Concerns Patterns</a:t>
            </a:r>
          </a:p>
          <a:p>
            <a:pPr lvl="1"/>
            <a:r>
              <a:rPr lang="en-US" sz="1600"/>
              <a:t>Observable Patterns</a:t>
            </a:r>
          </a:p>
          <a:p>
            <a:pPr lvl="1"/>
            <a:r>
              <a:rPr lang="en-US" sz="1600"/>
              <a:t>Database Patterns</a:t>
            </a:r>
          </a:p>
          <a:p>
            <a:pPr lvl="1"/>
            <a:r>
              <a:rPr lang="en-US" sz="1600"/>
              <a:t>Deployment Patterns</a:t>
            </a:r>
            <a:endParaRPr lang="en-US" sz="1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6183-E5B8-19A8-4D7F-ED283D40F42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#</a:t>
            </a:r>
            <a:r>
              <a:rPr lang="en-US" dirty="0"/>
              <a:t>2.1</a:t>
            </a:r>
            <a:r>
              <a:rPr lang="en-US"/>
              <a:t>: Strategic Approach For Architecture Selection</a:t>
            </a:r>
          </a:p>
        </p:txBody>
      </p:sp>
    </p:spTree>
    <p:extLst>
      <p:ext uri="{BB962C8B-B14F-4D97-AF65-F5344CB8AC3E}">
        <p14:creationId xmlns:p14="http://schemas.microsoft.com/office/powerpoint/2010/main" val="544371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11E49D-67D8-171D-0ED7-C0E318E3CB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b="1" i="0" u="sng" dirty="0">
                <a:effectLst/>
              </a:rPr>
              <a:t>Backend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Skills</a:t>
            </a:r>
            <a:r>
              <a:rPr lang="en-US" b="0" i="0" dirty="0">
                <a:effectLst/>
              </a:rPr>
              <a:t>: Proficiency in Java or .NET Core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Performance: </a:t>
            </a:r>
            <a:r>
              <a:rPr lang="en-US" dirty="0"/>
              <a:t>Compare the framework performance metrices.</a:t>
            </a:r>
            <a:endParaRPr lang="en-US" b="1" i="0" dirty="0">
              <a:effectLst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i="0" u="sng" dirty="0">
                <a:effectLst/>
              </a:rPr>
              <a:t>Frontend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React</a:t>
            </a:r>
            <a:r>
              <a:rPr lang="en-US" b="0" i="0" dirty="0">
                <a:effectLst/>
              </a:rPr>
              <a:t>: For building dynamic, responsive user interfaces.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Spring Boot MVC</a:t>
            </a:r>
            <a:r>
              <a:rPr lang="en-US" b="0" i="0" dirty="0">
                <a:effectLst/>
              </a:rPr>
              <a:t>: For server-side rendering, offering quick load times and SEO benefits.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Bootstrap</a:t>
            </a:r>
            <a:r>
              <a:rPr lang="en-US" b="0" i="0" dirty="0">
                <a:effectLst/>
              </a:rPr>
              <a:t>: For rapid, responsive design.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b="1" i="0" u="sng" dirty="0">
                <a:effectLst/>
              </a:rPr>
              <a:t>Database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SQL (ACID compliant)</a:t>
            </a:r>
            <a:r>
              <a:rPr lang="en-US" b="0" i="0" dirty="0">
                <a:effectLst/>
              </a:rPr>
              <a:t>: Ideal for transactions and complex queries. </a:t>
            </a:r>
            <a:r>
              <a:rPr lang="en-US" b="0" i="0">
                <a:effectLst/>
              </a:rPr>
              <a:t>Consider Oracle, </a:t>
            </a:r>
            <a:r>
              <a:rPr lang="en-US" b="0" i="0" dirty="0">
                <a:effectLst/>
              </a:rPr>
              <a:t>PostgreSQL, or MySQL based on licensing and ecosystem preference.</a:t>
            </a:r>
          </a:p>
          <a:p>
            <a:pPr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NoSQL</a:t>
            </a:r>
            <a:r>
              <a:rPr lang="en-US" b="0" i="0" dirty="0">
                <a:effectLst/>
              </a:rPr>
              <a:t>: For scalability and handling unstructured data. Options like Cassandra, MongoDB, or </a:t>
            </a:r>
            <a:r>
              <a:rPr lang="en-US" b="0" i="0" dirty="0" err="1">
                <a:effectLst/>
              </a:rPr>
              <a:t>CosmosDB</a:t>
            </a:r>
            <a:r>
              <a:rPr lang="en-US" b="0" i="0" dirty="0">
                <a:effectLst/>
              </a:rPr>
              <a:t> cater to different needs, including document storage and horizontal scaling.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C89EB-5C49-8512-9348-155472436D9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#3: </a:t>
            </a:r>
            <a:r>
              <a:rPr lang="en-US"/>
              <a:t>Strategic </a:t>
            </a:r>
            <a:r>
              <a:rPr lang="en-US" dirty="0"/>
              <a:t>Approach For Technology Selection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71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AB0786-4AA0-D866-6084-5261CD3F50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1" i="0" u="sng" dirty="0">
                <a:effectLst/>
              </a:rPr>
              <a:t>Cache and CDN</a:t>
            </a:r>
          </a:p>
          <a:p>
            <a:pPr algn="l"/>
            <a:r>
              <a:rPr lang="en-US" sz="2000" b="1" i="0" dirty="0">
                <a:effectLst/>
              </a:rPr>
              <a:t>Redis Cache:</a:t>
            </a:r>
            <a:r>
              <a:rPr lang="en-US" sz="2000" b="0" i="0" dirty="0">
                <a:effectLst/>
              </a:rPr>
              <a:t> Enhance performance and reduce load times.</a:t>
            </a:r>
          </a:p>
          <a:p>
            <a:pPr algn="l"/>
            <a:r>
              <a:rPr lang="en-US" sz="2000" b="1" i="0" dirty="0">
                <a:effectLst/>
              </a:rPr>
              <a:t>Content Delivery Network (CDN):</a:t>
            </a:r>
            <a:r>
              <a:rPr lang="en-US" sz="2000" b="0" i="0" dirty="0">
                <a:effectLst/>
              </a:rPr>
              <a:t> Distribute static content like images, static files (JS, CSS, Audio, Video) globally to improve user experience.</a:t>
            </a:r>
          </a:p>
          <a:p>
            <a:pPr marL="0" indent="0" algn="l">
              <a:buNone/>
            </a:pPr>
            <a:r>
              <a:rPr lang="en-US" sz="2000" b="1" u="sng" dirty="0"/>
              <a:t>Messaging Services</a:t>
            </a:r>
          </a:p>
          <a:p>
            <a:r>
              <a:rPr lang="en-US" sz="2000" b="1" dirty="0"/>
              <a:t>Message Brokers</a:t>
            </a:r>
            <a:r>
              <a:rPr lang="en-US" sz="2000" dirty="0"/>
              <a:t>: RabbitMQ or Azure Service Bus for reliable message queuing.</a:t>
            </a:r>
          </a:p>
          <a:p>
            <a:r>
              <a:rPr lang="en-US" sz="2000" b="1" dirty="0"/>
              <a:t>Stream Processing</a:t>
            </a:r>
            <a:r>
              <a:rPr lang="en-US" sz="2000" dirty="0"/>
              <a:t>: Kafka or Azure EventHub for high-throughput, real-time event streaming.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A498D-3387-5141-0909-EF7A71360C8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Strategic Approach For Technology Selection Contd.</a:t>
            </a:r>
          </a:p>
        </p:txBody>
      </p:sp>
    </p:spTree>
    <p:extLst>
      <p:ext uri="{BB962C8B-B14F-4D97-AF65-F5344CB8AC3E}">
        <p14:creationId xmlns:p14="http://schemas.microsoft.com/office/powerpoint/2010/main" val="2709201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7B9C14-72A8-E221-7040-9A4DB699EE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0" u="sng">
                <a:effectLst/>
              </a:rPr>
              <a:t>Performance Optimization</a:t>
            </a:r>
            <a:endParaRPr lang="en-US" sz="2000"/>
          </a:p>
          <a:p>
            <a:r>
              <a:rPr lang="en-US" sz="2000"/>
              <a:t>Cache: Implement Redis to enhance performance and reduce database load.</a:t>
            </a:r>
          </a:p>
          <a:p>
            <a:r>
              <a:rPr lang="en-US" sz="2000"/>
              <a:t>CDN: Use CDN to server static content like images, </a:t>
            </a:r>
            <a:r>
              <a:rPr lang="en-US" sz="2000" err="1"/>
              <a:t>js</a:t>
            </a:r>
            <a:r>
              <a:rPr lang="en-US" sz="2000"/>
              <a:t>, </a:t>
            </a:r>
            <a:r>
              <a:rPr lang="en-US" sz="2000" err="1"/>
              <a:t>css</a:t>
            </a:r>
            <a:r>
              <a:rPr lang="en-US" sz="2000"/>
              <a:t> assets</a:t>
            </a:r>
          </a:p>
          <a:p>
            <a:pPr marL="0" indent="0" algn="l">
              <a:buNone/>
            </a:pPr>
            <a:r>
              <a:rPr lang="en-US" sz="2000" b="1" i="0" u="sng">
                <a:effectLst/>
              </a:rPr>
              <a:t>Cloud/DevOps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</a:rPr>
              <a:t>Azure</a:t>
            </a:r>
            <a:r>
              <a:rPr lang="en-US" sz="2000" b="0" i="0">
                <a:effectLst/>
              </a:rPr>
              <a:t>: As the cloud provider, leveraging its vast services, including database, computing, and storage solutions.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</a:rPr>
              <a:t>CI/CD Pipeline</a:t>
            </a:r>
            <a:r>
              <a:rPr lang="en-US" sz="2000" b="0" i="0">
                <a:effectLst/>
              </a:rPr>
              <a:t>: Utilize Azure DevOps, GitHub Actions, or Jenkins for continuous integration and delivery, ensuring quick and reliable deployment cycles.</a:t>
            </a:r>
          </a:p>
          <a:p>
            <a:pPr marL="0" indent="0">
              <a:buNone/>
            </a:pPr>
            <a:r>
              <a:rPr lang="en-US" sz="2000" b="1" i="0" u="sng">
                <a:effectLst/>
              </a:rPr>
              <a:t>Monitoring</a:t>
            </a:r>
            <a:endParaRPr lang="en-US" sz="2000" b="0" i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</a:rPr>
              <a:t>Monitoring and Logging</a:t>
            </a:r>
            <a:r>
              <a:rPr lang="en-US" sz="2000" b="0" i="0">
                <a:effectLst/>
              </a:rPr>
              <a:t>: Use tools like </a:t>
            </a:r>
            <a:r>
              <a:rPr lang="en-US" sz="2000" b="0" i="0" err="1">
                <a:effectLst/>
              </a:rPr>
              <a:t>Serilog</a:t>
            </a:r>
            <a:r>
              <a:rPr lang="en-US" sz="2000" b="0" i="0">
                <a:effectLst/>
              </a:rPr>
              <a:t> and Application Insight for real-time monitoring and logging to quickly identify and resolve issues, ensuring a smooth user experience.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B5F23-1DD5-1955-059E-7076EB6FF97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#4. </a:t>
            </a:r>
            <a:r>
              <a:rPr lang="en-US"/>
              <a:t>Strategic </a:t>
            </a:r>
            <a:r>
              <a:rPr lang="en-US" dirty="0"/>
              <a:t>Approach For Deployment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57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98B711-F728-89A8-5E88-C30B2DE9BB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Containerization:</a:t>
            </a:r>
            <a:r>
              <a:rPr lang="en-US" sz="2400"/>
              <a:t> Docker for creating lightweight, portable service containers.</a:t>
            </a:r>
          </a:p>
          <a:p>
            <a:r>
              <a:rPr lang="en-US" sz="2400" b="1"/>
              <a:t>Orchestration:</a:t>
            </a:r>
            <a:r>
              <a:rPr lang="en-US" sz="2400"/>
              <a:t> Kubernetes, specifically AKS (Azure Kubernetes Service), for managing containerized applications at scale.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02C3D-6275-944F-76BF-EB1BDF49716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Strategic approach to deployment Contd..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36718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243</TotalTime>
  <Words>2252</Words>
  <Application>Microsoft Office PowerPoint</Application>
  <PresentationFormat>Widescreen</PresentationFormat>
  <Paragraphs>298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Bahnschrift</vt:lpstr>
      <vt:lpstr>Calibri</vt:lpstr>
      <vt:lpstr>Calibri Light</vt:lpstr>
      <vt:lpstr>DeepSeek-CJK-patch</vt:lpstr>
      <vt:lpstr>Google Sans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Strategic Approach For Choosing Tech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17</cp:revision>
  <dcterms:created xsi:type="dcterms:W3CDTF">2015-04-26T09:42:00Z</dcterms:created>
  <dcterms:modified xsi:type="dcterms:W3CDTF">2025-06-03T06:05:24Z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1033-11.2.0.8942</vt:lpwstr>
  </property>
</Properties>
</file>