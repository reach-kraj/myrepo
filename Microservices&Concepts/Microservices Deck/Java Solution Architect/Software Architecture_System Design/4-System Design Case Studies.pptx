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14" r:id="rId1"/>
  </p:sldMasterIdLst>
  <p:notesMasterIdLst>
    <p:notesMasterId r:id="rId84"/>
  </p:notesMasterIdLst>
  <p:handoutMasterIdLst>
    <p:handoutMasterId r:id="rId85"/>
  </p:handoutMasterIdLst>
  <p:sldIdLst>
    <p:sldId id="522" r:id="rId2"/>
    <p:sldId id="557" r:id="rId3"/>
    <p:sldId id="531" r:id="rId4"/>
    <p:sldId id="640" r:id="rId5"/>
    <p:sldId id="547" r:id="rId6"/>
    <p:sldId id="548" r:id="rId7"/>
    <p:sldId id="550" r:id="rId8"/>
    <p:sldId id="558" r:id="rId9"/>
    <p:sldId id="525" r:id="rId10"/>
    <p:sldId id="637" r:id="rId11"/>
    <p:sldId id="526" r:id="rId12"/>
    <p:sldId id="527" r:id="rId13"/>
    <p:sldId id="528" r:id="rId14"/>
    <p:sldId id="529" r:id="rId15"/>
    <p:sldId id="641" r:id="rId16"/>
    <p:sldId id="536" r:id="rId17"/>
    <p:sldId id="537" r:id="rId18"/>
    <p:sldId id="538" r:id="rId19"/>
    <p:sldId id="638" r:id="rId20"/>
    <p:sldId id="602" r:id="rId21"/>
    <p:sldId id="603" r:id="rId22"/>
    <p:sldId id="604" r:id="rId23"/>
    <p:sldId id="540" r:id="rId24"/>
    <p:sldId id="627" r:id="rId25"/>
    <p:sldId id="580" r:id="rId26"/>
    <p:sldId id="642" r:id="rId27"/>
    <p:sldId id="530" r:id="rId28"/>
    <p:sldId id="532" r:id="rId29"/>
    <p:sldId id="533" r:id="rId30"/>
    <p:sldId id="534" r:id="rId31"/>
    <p:sldId id="605" r:id="rId32"/>
    <p:sldId id="606" r:id="rId33"/>
    <p:sldId id="607" r:id="rId34"/>
    <p:sldId id="608" r:id="rId35"/>
    <p:sldId id="628" r:id="rId36"/>
    <p:sldId id="535" r:id="rId37"/>
    <p:sldId id="643" r:id="rId38"/>
    <p:sldId id="559" r:id="rId39"/>
    <p:sldId id="560" r:id="rId40"/>
    <p:sldId id="561" r:id="rId41"/>
    <p:sldId id="562" r:id="rId42"/>
    <p:sldId id="609" r:id="rId43"/>
    <p:sldId id="610" r:id="rId44"/>
    <p:sldId id="611" r:id="rId45"/>
    <p:sldId id="612" r:id="rId46"/>
    <p:sldId id="629" r:id="rId47"/>
    <p:sldId id="633" r:id="rId48"/>
    <p:sldId id="644" r:id="rId49"/>
    <p:sldId id="564" r:id="rId50"/>
    <p:sldId id="565" r:id="rId51"/>
    <p:sldId id="566" r:id="rId52"/>
    <p:sldId id="567" r:id="rId53"/>
    <p:sldId id="613" r:id="rId54"/>
    <p:sldId id="614" r:id="rId55"/>
    <p:sldId id="615" r:id="rId56"/>
    <p:sldId id="616" r:id="rId57"/>
    <p:sldId id="630" r:id="rId58"/>
    <p:sldId id="634" r:id="rId59"/>
    <p:sldId id="645" r:id="rId60"/>
    <p:sldId id="583" r:id="rId61"/>
    <p:sldId id="584" r:id="rId62"/>
    <p:sldId id="585" r:id="rId63"/>
    <p:sldId id="586" r:id="rId64"/>
    <p:sldId id="617" r:id="rId65"/>
    <p:sldId id="618" r:id="rId66"/>
    <p:sldId id="619" r:id="rId67"/>
    <p:sldId id="620" r:id="rId68"/>
    <p:sldId id="597" r:id="rId69"/>
    <p:sldId id="631" r:id="rId70"/>
    <p:sldId id="636" r:id="rId71"/>
    <p:sldId id="639" r:id="rId72"/>
    <p:sldId id="590" r:id="rId73"/>
    <p:sldId id="591" r:id="rId74"/>
    <p:sldId id="592" r:id="rId75"/>
    <p:sldId id="593" r:id="rId76"/>
    <p:sldId id="621" r:id="rId77"/>
    <p:sldId id="622" r:id="rId78"/>
    <p:sldId id="623" r:id="rId79"/>
    <p:sldId id="624" r:id="rId80"/>
    <p:sldId id="625" r:id="rId81"/>
    <p:sldId id="632" r:id="rId82"/>
    <p:sldId id="635"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6BD8"/>
    <a:srgbClr val="F4814E"/>
    <a:srgbClr val="F58F61"/>
    <a:srgbClr val="FF9933"/>
    <a:srgbClr val="FF9900"/>
    <a:srgbClr val="BA8BDD"/>
    <a:srgbClr val="A365D1"/>
    <a:srgbClr val="FFCB25"/>
    <a:srgbClr val="009BD2"/>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4660"/>
  </p:normalViewPr>
  <p:slideViewPr>
    <p:cSldViewPr snapToGrid="0">
      <p:cViewPr varScale="1">
        <p:scale>
          <a:sx n="120" d="100"/>
          <a:sy n="120" d="100"/>
        </p:scale>
        <p:origin x="114" y="19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6/11/relationships/changesInfo" Target="changesInfos/changesInfo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kshi Dhameja" userId="S::sakshi@dotnettricks.com::ea00e08a-f285-43f8-b684-36364e247324" providerId="AD" clId="Web-{4F6B3666-6552-B066-664C-0AE98ED59C66}"/>
    <pc:docChg chg="addSld delSld modSld sldOrd">
      <pc:chgData name="Sakshi Dhameja" userId="S::sakshi@dotnettricks.com::ea00e08a-f285-43f8-b684-36364e247324" providerId="AD" clId="Web-{4F6B3666-6552-B066-664C-0AE98ED59C66}" dt="2024-03-23T07:33:57.299" v="108" actId="1076"/>
      <pc:docMkLst>
        <pc:docMk/>
      </pc:docMkLst>
      <pc:sldChg chg="addSp delSp modSp">
        <pc:chgData name="Sakshi Dhameja" userId="S::sakshi@dotnettricks.com::ea00e08a-f285-43f8-b684-36364e247324" providerId="AD" clId="Web-{4F6B3666-6552-B066-664C-0AE98ED59C66}" dt="2024-03-22T18:58:58.830" v="39" actId="1076"/>
        <pc:sldMkLst>
          <pc:docMk/>
          <pc:sldMk cId="300847703" sldId="540"/>
        </pc:sldMkLst>
        <pc:picChg chg="add mod">
          <ac:chgData name="Sakshi Dhameja" userId="S::sakshi@dotnettricks.com::ea00e08a-f285-43f8-b684-36364e247324" providerId="AD" clId="Web-{4F6B3666-6552-B066-664C-0AE98ED59C66}" dt="2024-03-22T18:58:51.283" v="36" actId="1076"/>
          <ac:picMkLst>
            <pc:docMk/>
            <pc:sldMk cId="300847703" sldId="540"/>
            <ac:picMk id="2" creationId="{D2B2F316-F904-92E3-FAEF-327EE6F940C3}"/>
          </ac:picMkLst>
        </pc:picChg>
        <pc:picChg chg="add del mod">
          <ac:chgData name="Sakshi Dhameja" userId="S::sakshi@dotnettricks.com::ea00e08a-f285-43f8-b684-36364e247324" providerId="AD" clId="Web-{4F6B3666-6552-B066-664C-0AE98ED59C66}" dt="2024-03-22T18:56:59.671" v="17"/>
          <ac:picMkLst>
            <pc:docMk/>
            <pc:sldMk cId="300847703" sldId="540"/>
            <ac:picMk id="4" creationId="{75D3BFAA-388A-72A1-39A7-9838B15196D8}"/>
          </ac:picMkLst>
        </pc:picChg>
        <pc:picChg chg="add mod">
          <ac:chgData name="Sakshi Dhameja" userId="S::sakshi@dotnettricks.com::ea00e08a-f285-43f8-b684-36364e247324" providerId="AD" clId="Web-{4F6B3666-6552-B066-664C-0AE98ED59C66}" dt="2024-03-22T18:58:55.330" v="38" actId="1076"/>
          <ac:picMkLst>
            <pc:docMk/>
            <pc:sldMk cId="300847703" sldId="540"/>
            <ac:picMk id="5" creationId="{3048A58C-3298-31EB-7B1D-0A8C7EEFF3FF}"/>
          </ac:picMkLst>
        </pc:picChg>
        <pc:picChg chg="add mod">
          <ac:chgData name="Sakshi Dhameja" userId="S::sakshi@dotnettricks.com::ea00e08a-f285-43f8-b684-36364e247324" providerId="AD" clId="Web-{4F6B3666-6552-B066-664C-0AE98ED59C66}" dt="2024-03-22T18:58:58.830" v="39" actId="1076"/>
          <ac:picMkLst>
            <pc:docMk/>
            <pc:sldMk cId="300847703" sldId="540"/>
            <ac:picMk id="6" creationId="{9B1BEB79-201E-0327-FFB6-AD72A24F5ED8}"/>
          </ac:picMkLst>
        </pc:picChg>
        <pc:picChg chg="del mod">
          <ac:chgData name="Sakshi Dhameja" userId="S::sakshi@dotnettricks.com::ea00e08a-f285-43f8-b684-36364e247324" providerId="AD" clId="Web-{4F6B3666-6552-B066-664C-0AE98ED59C66}" dt="2024-03-22T18:46:30.453" v="8"/>
          <ac:picMkLst>
            <pc:docMk/>
            <pc:sldMk cId="300847703" sldId="540"/>
            <ac:picMk id="12" creationId="{BA97C671-FF59-D3C5-AB3B-1FE53EC3DB5F}"/>
          </ac:picMkLst>
        </pc:picChg>
      </pc:sldChg>
      <pc:sldChg chg="ord">
        <pc:chgData name="Sakshi Dhameja" userId="S::sakshi@dotnettricks.com::ea00e08a-f285-43f8-b684-36364e247324" providerId="AD" clId="Web-{4F6B3666-6552-B066-664C-0AE98ED59C66}" dt="2024-03-22T18:58:39.470" v="33"/>
        <pc:sldMkLst>
          <pc:docMk/>
          <pc:sldMk cId="234544814" sldId="543"/>
        </pc:sldMkLst>
      </pc:sldChg>
      <pc:sldChg chg="addSp delSp modSp">
        <pc:chgData name="Sakshi Dhameja" userId="S::sakshi@dotnettricks.com::ea00e08a-f285-43f8-b684-36364e247324" providerId="AD" clId="Web-{4F6B3666-6552-B066-664C-0AE98ED59C66}" dt="2024-03-23T07:25:44.209" v="99" actId="1076"/>
        <pc:sldMkLst>
          <pc:docMk/>
          <pc:sldMk cId="2944910126" sldId="573"/>
        </pc:sldMkLst>
        <pc:spChg chg="add del mod">
          <ac:chgData name="Sakshi Dhameja" userId="S::sakshi@dotnettricks.com::ea00e08a-f285-43f8-b684-36364e247324" providerId="AD" clId="Web-{4F6B3666-6552-B066-664C-0AE98ED59C66}" dt="2024-03-23T07:06:16.775" v="84"/>
          <ac:spMkLst>
            <pc:docMk/>
            <pc:sldMk cId="2944910126" sldId="573"/>
            <ac:spMk id="5" creationId="{DD4569C0-1247-AE33-F941-AAFF32A02124}"/>
          </ac:spMkLst>
        </pc:spChg>
        <pc:spChg chg="add del mod">
          <ac:chgData name="Sakshi Dhameja" userId="S::sakshi@dotnettricks.com::ea00e08a-f285-43f8-b684-36364e247324" providerId="AD" clId="Web-{4F6B3666-6552-B066-664C-0AE98ED59C66}" dt="2024-03-23T07:25:37.459" v="96"/>
          <ac:spMkLst>
            <pc:docMk/>
            <pc:sldMk cId="2944910126" sldId="573"/>
            <ac:spMk id="8" creationId="{3BF2ACC4-7646-2136-B20F-0976154C0F88}"/>
          </ac:spMkLst>
        </pc:spChg>
        <pc:picChg chg="mod">
          <ac:chgData name="Sakshi Dhameja" userId="S::sakshi@dotnettricks.com::ea00e08a-f285-43f8-b684-36364e247324" providerId="AD" clId="Web-{4F6B3666-6552-B066-664C-0AE98ED59C66}" dt="2024-03-23T07:06:26.478" v="89" actId="1076"/>
          <ac:picMkLst>
            <pc:docMk/>
            <pc:sldMk cId="2944910126" sldId="573"/>
            <ac:picMk id="4" creationId="{934BD98B-6ED9-678A-2B97-BE1763A7CB62}"/>
          </ac:picMkLst>
        </pc:picChg>
        <pc:picChg chg="add del mod ord">
          <ac:chgData name="Sakshi Dhameja" userId="S::sakshi@dotnettricks.com::ea00e08a-f285-43f8-b684-36364e247324" providerId="AD" clId="Web-{4F6B3666-6552-B066-664C-0AE98ED59C66}" dt="2024-03-23T07:25:19.756" v="95"/>
          <ac:picMkLst>
            <pc:docMk/>
            <pc:sldMk cId="2944910126" sldId="573"/>
            <ac:picMk id="6" creationId="{F4B83765-46B4-5D5D-F6C6-F3309021EF1E}"/>
          </ac:picMkLst>
        </pc:picChg>
        <pc:picChg chg="add mod ord">
          <ac:chgData name="Sakshi Dhameja" userId="S::sakshi@dotnettricks.com::ea00e08a-f285-43f8-b684-36364e247324" providerId="AD" clId="Web-{4F6B3666-6552-B066-664C-0AE98ED59C66}" dt="2024-03-23T07:25:44.209" v="99" actId="1076"/>
          <ac:picMkLst>
            <pc:docMk/>
            <pc:sldMk cId="2944910126" sldId="573"/>
            <ac:picMk id="9" creationId="{EB4C5C21-0D44-A0E7-E17C-FAD67B6EF80B}"/>
          </ac:picMkLst>
        </pc:picChg>
        <pc:picChg chg="del mod">
          <ac:chgData name="Sakshi Dhameja" userId="S::sakshi@dotnettricks.com::ea00e08a-f285-43f8-b684-36364e247324" providerId="AD" clId="Web-{4F6B3666-6552-B066-664C-0AE98ED59C66}" dt="2024-03-23T07:06:15.822" v="83"/>
          <ac:picMkLst>
            <pc:docMk/>
            <pc:sldMk cId="2944910126" sldId="573"/>
            <ac:picMk id="3074" creationId="{3996A4BF-3361-7C89-988E-3E9C49AFA1AA}"/>
          </ac:picMkLst>
        </pc:picChg>
      </pc:sldChg>
      <pc:sldChg chg="modSp">
        <pc:chgData name="Sakshi Dhameja" userId="S::sakshi@dotnettricks.com::ea00e08a-f285-43f8-b684-36364e247324" providerId="AD" clId="Web-{4F6B3666-6552-B066-664C-0AE98ED59C66}" dt="2024-03-23T07:33:57.299" v="108" actId="1076"/>
        <pc:sldMkLst>
          <pc:docMk/>
          <pc:sldMk cId="3163328458" sldId="574"/>
        </pc:sldMkLst>
        <pc:picChg chg="mod">
          <ac:chgData name="Sakshi Dhameja" userId="S::sakshi@dotnettricks.com::ea00e08a-f285-43f8-b684-36364e247324" providerId="AD" clId="Web-{4F6B3666-6552-B066-664C-0AE98ED59C66}" dt="2024-03-23T07:33:57.299" v="108" actId="1076"/>
          <ac:picMkLst>
            <pc:docMk/>
            <pc:sldMk cId="3163328458" sldId="574"/>
            <ac:picMk id="4100" creationId="{15CB625A-1A94-C952-9F8F-01B3050F0CFB}"/>
          </ac:picMkLst>
        </pc:picChg>
      </pc:sldChg>
      <pc:sldChg chg="del">
        <pc:chgData name="Sakshi Dhameja" userId="S::sakshi@dotnettricks.com::ea00e08a-f285-43f8-b684-36364e247324" providerId="AD" clId="Web-{4F6B3666-6552-B066-664C-0AE98ED59C66}" dt="2024-03-23T06:01:22.090" v="57"/>
        <pc:sldMkLst>
          <pc:docMk/>
          <pc:sldMk cId="1961755782" sldId="578"/>
        </pc:sldMkLst>
      </pc:sldChg>
      <pc:sldChg chg="addSp delSp modSp">
        <pc:chgData name="Sakshi Dhameja" userId="S::sakshi@dotnettricks.com::ea00e08a-f285-43f8-b684-36364e247324" providerId="AD" clId="Web-{4F6B3666-6552-B066-664C-0AE98ED59C66}" dt="2024-03-23T07:27:17.899" v="103" actId="1076"/>
        <pc:sldMkLst>
          <pc:docMk/>
          <pc:sldMk cId="3498905732" sldId="585"/>
        </pc:sldMkLst>
        <pc:spChg chg="mod">
          <ac:chgData name="Sakshi Dhameja" userId="S::sakshi@dotnettricks.com::ea00e08a-f285-43f8-b684-36364e247324" providerId="AD" clId="Web-{4F6B3666-6552-B066-664C-0AE98ED59C66}" dt="2024-03-23T06:48:01.155" v="79" actId="1076"/>
          <ac:spMkLst>
            <pc:docMk/>
            <pc:sldMk cId="3498905732" sldId="585"/>
            <ac:spMk id="2" creationId="{BA75A89E-0C41-0F02-4FB2-4749C74D64D8}"/>
          </ac:spMkLst>
        </pc:spChg>
        <pc:picChg chg="del mod">
          <ac:chgData name="Sakshi Dhameja" userId="S::sakshi@dotnettricks.com::ea00e08a-f285-43f8-b684-36364e247324" providerId="AD" clId="Web-{4F6B3666-6552-B066-664C-0AE98ED59C66}" dt="2024-03-23T06:47:44.077" v="74"/>
          <ac:picMkLst>
            <pc:docMk/>
            <pc:sldMk cId="3498905732" sldId="585"/>
            <ac:picMk id="4" creationId="{687E7D4B-7351-2313-2A0C-1D742EFE0251}"/>
          </ac:picMkLst>
        </pc:picChg>
        <pc:picChg chg="add del mod">
          <ac:chgData name="Sakshi Dhameja" userId="S::sakshi@dotnettricks.com::ea00e08a-f285-43f8-b684-36364e247324" providerId="AD" clId="Web-{4F6B3666-6552-B066-664C-0AE98ED59C66}" dt="2024-03-23T07:26:56.399" v="100"/>
          <ac:picMkLst>
            <pc:docMk/>
            <pc:sldMk cId="3498905732" sldId="585"/>
            <ac:picMk id="6" creationId="{21F7F623-3CA9-6C7A-74A1-459631772065}"/>
          </ac:picMkLst>
        </pc:picChg>
        <pc:picChg chg="add mod">
          <ac:chgData name="Sakshi Dhameja" userId="S::sakshi@dotnettricks.com::ea00e08a-f285-43f8-b684-36364e247324" providerId="AD" clId="Web-{4F6B3666-6552-B066-664C-0AE98ED59C66}" dt="2024-03-23T07:27:17.899" v="103" actId="1076"/>
          <ac:picMkLst>
            <pc:docMk/>
            <pc:sldMk cId="3498905732" sldId="585"/>
            <ac:picMk id="7" creationId="{414832BF-AB42-722C-5717-3EDF72683EB1}"/>
          </ac:picMkLst>
        </pc:picChg>
      </pc:sldChg>
      <pc:sldChg chg="modSp">
        <pc:chgData name="Sakshi Dhameja" userId="S::sakshi@dotnettricks.com::ea00e08a-f285-43f8-b684-36364e247324" providerId="AD" clId="Web-{4F6B3666-6552-B066-664C-0AE98ED59C66}" dt="2024-03-23T07:28:10.963" v="107" actId="14100"/>
        <pc:sldMkLst>
          <pc:docMk/>
          <pc:sldMk cId="2051502615" sldId="589"/>
        </pc:sldMkLst>
        <pc:picChg chg="mod">
          <ac:chgData name="Sakshi Dhameja" userId="S::sakshi@dotnettricks.com::ea00e08a-f285-43f8-b684-36364e247324" providerId="AD" clId="Web-{4F6B3666-6552-B066-664C-0AE98ED59C66}" dt="2024-03-23T07:28:10.963" v="107" actId="14100"/>
          <ac:picMkLst>
            <pc:docMk/>
            <pc:sldMk cId="2051502615" sldId="589"/>
            <ac:picMk id="1026" creationId="{6581FFB9-67C9-9EF7-44A1-865E0C4A7D12}"/>
          </ac:picMkLst>
        </pc:picChg>
      </pc:sldChg>
      <pc:sldChg chg="addSp delSp modSp add replId">
        <pc:chgData name="Sakshi Dhameja" userId="S::sakshi@dotnettricks.com::ea00e08a-f285-43f8-b684-36364e247324" providerId="AD" clId="Web-{4F6B3666-6552-B066-664C-0AE98ED59C66}" dt="2024-03-23T07:23:21.800" v="94" actId="1076"/>
        <pc:sldMkLst>
          <pc:docMk/>
          <pc:sldMk cId="1687401671" sldId="597"/>
        </pc:sldMkLst>
        <pc:spChg chg="add del mod">
          <ac:chgData name="Sakshi Dhameja" userId="S::sakshi@dotnettricks.com::ea00e08a-f285-43f8-b684-36364e247324" providerId="AD" clId="Web-{4F6B3666-6552-B066-664C-0AE98ED59C66}" dt="2024-03-23T05:59:36.290" v="43"/>
          <ac:spMkLst>
            <pc:docMk/>
            <pc:sldMk cId="1687401671" sldId="597"/>
            <ac:spMk id="6" creationId="{D6974576-4DD4-4C81-89D7-DC5011D96B34}"/>
          </ac:spMkLst>
        </pc:spChg>
        <pc:picChg chg="add del mod">
          <ac:chgData name="Sakshi Dhameja" userId="S::sakshi@dotnettricks.com::ea00e08a-f285-43f8-b684-36364e247324" providerId="AD" clId="Web-{4F6B3666-6552-B066-664C-0AE98ED59C66}" dt="2024-03-23T06:19:02.240" v="62"/>
          <ac:picMkLst>
            <pc:docMk/>
            <pc:sldMk cId="1687401671" sldId="597"/>
            <ac:picMk id="7" creationId="{99AC26CC-11D5-87CB-F6CF-96C01775B2FD}"/>
          </ac:picMkLst>
        </pc:picChg>
        <pc:picChg chg="add mod">
          <ac:chgData name="Sakshi Dhameja" userId="S::sakshi@dotnettricks.com::ea00e08a-f285-43f8-b684-36364e247324" providerId="AD" clId="Web-{4F6B3666-6552-B066-664C-0AE98ED59C66}" dt="2024-03-23T07:23:19.722" v="93" actId="1076"/>
          <ac:picMkLst>
            <pc:docMk/>
            <pc:sldMk cId="1687401671" sldId="597"/>
            <ac:picMk id="8" creationId="{D0506571-BCC3-C987-CAD8-B81A16073741}"/>
          </ac:picMkLst>
        </pc:picChg>
        <pc:picChg chg="add del mod">
          <ac:chgData name="Sakshi Dhameja" userId="S::sakshi@dotnettricks.com::ea00e08a-f285-43f8-b684-36364e247324" providerId="AD" clId="Web-{4F6B3666-6552-B066-664C-0AE98ED59C66}" dt="2024-03-23T06:34:23.402" v="68"/>
          <ac:picMkLst>
            <pc:docMk/>
            <pc:sldMk cId="1687401671" sldId="597"/>
            <ac:picMk id="9" creationId="{200FFB65-847B-FD98-DF05-6282F978FDCA}"/>
          </ac:picMkLst>
        </pc:picChg>
        <pc:picChg chg="add mod">
          <ac:chgData name="Sakshi Dhameja" userId="S::sakshi@dotnettricks.com::ea00e08a-f285-43f8-b684-36364e247324" providerId="AD" clId="Web-{4F6B3666-6552-B066-664C-0AE98ED59C66}" dt="2024-03-23T07:23:21.800" v="94" actId="1076"/>
          <ac:picMkLst>
            <pc:docMk/>
            <pc:sldMk cId="1687401671" sldId="597"/>
            <ac:picMk id="10" creationId="{2B5302FC-6248-D331-DEE9-D950BB8CA3F2}"/>
          </ac:picMkLst>
        </pc:picChg>
        <pc:picChg chg="del">
          <ac:chgData name="Sakshi Dhameja" userId="S::sakshi@dotnettricks.com::ea00e08a-f285-43f8-b684-36364e247324" providerId="AD" clId="Web-{4F6B3666-6552-B066-664C-0AE98ED59C66}" dt="2024-03-23T05:59:33.665" v="41"/>
          <ac:picMkLst>
            <pc:docMk/>
            <pc:sldMk cId="1687401671" sldId="597"/>
            <ac:picMk id="8194" creationId="{7AD1A122-04B5-7971-15E8-F14732F6631F}"/>
          </ac:picMkLst>
        </pc:picChg>
        <pc:picChg chg="del">
          <ac:chgData name="Sakshi Dhameja" userId="S::sakshi@dotnettricks.com::ea00e08a-f285-43f8-b684-36364e247324" providerId="AD" clId="Web-{4F6B3666-6552-B066-664C-0AE98ED59C66}" dt="2024-03-23T05:59:36.821" v="44"/>
          <ac:picMkLst>
            <pc:docMk/>
            <pc:sldMk cId="1687401671" sldId="597"/>
            <ac:picMk id="8196" creationId="{A5897D63-E89B-66F9-B48C-B598D2B81C79}"/>
          </ac:picMkLst>
        </pc:picChg>
      </pc:sldChg>
    </pc:docChg>
  </pc:docChgLst>
  <pc:docChgLst>
    <pc:chgData name="Shailendra Chauhan" userId="a7d3133f-e197-4b90-bf63-99a63a264234" providerId="ADAL" clId="{E574157F-C713-4C67-861F-4DFB4056D16C}"/>
    <pc:docChg chg="undo custSel addSld delSld modSld modMainMaster">
      <pc:chgData name="Shailendra Chauhan" userId="a7d3133f-e197-4b90-bf63-99a63a264234" providerId="ADAL" clId="{E574157F-C713-4C67-861F-4DFB4056D16C}" dt="2024-07-26T15:34:31.096" v="174" actId="1035"/>
      <pc:docMkLst>
        <pc:docMk/>
      </pc:docMkLst>
      <pc:sldChg chg="modSp mod">
        <pc:chgData name="Shailendra Chauhan" userId="a7d3133f-e197-4b90-bf63-99a63a264234" providerId="ADAL" clId="{E574157F-C713-4C67-861F-4DFB4056D16C}" dt="2024-07-06T07:04:15.363" v="9" actId="27636"/>
        <pc:sldMkLst>
          <pc:docMk/>
          <pc:sldMk cId="3384716785" sldId="522"/>
        </pc:sldMkLst>
        <pc:spChg chg="mod">
          <ac:chgData name="Shailendra Chauhan" userId="a7d3133f-e197-4b90-bf63-99a63a264234" providerId="ADAL" clId="{E574157F-C713-4C67-861F-4DFB4056D16C}" dt="2024-07-06T07:04:15.322" v="8"/>
          <ac:spMkLst>
            <pc:docMk/>
            <pc:sldMk cId="3384716785" sldId="522"/>
            <ac:spMk id="2" creationId="{C25C3EB7-8F6C-CFDB-289A-6BB54C526AE7}"/>
          </ac:spMkLst>
        </pc:spChg>
        <pc:spChg chg="mod">
          <ac:chgData name="Shailendra Chauhan" userId="a7d3133f-e197-4b90-bf63-99a63a264234" providerId="ADAL" clId="{E574157F-C713-4C67-861F-4DFB4056D16C}" dt="2024-07-06T07:04:15.363" v="9" actId="27636"/>
          <ac:spMkLst>
            <pc:docMk/>
            <pc:sldMk cId="3384716785" sldId="522"/>
            <ac:spMk id="4" creationId="{5D5BAAD7-C5EB-DB6B-6CD5-91EAF15D743C}"/>
          </ac:spMkLst>
        </pc:spChg>
      </pc:sldChg>
      <pc:sldChg chg="modSp mod modClrScheme chgLayout">
        <pc:chgData name="Shailendra Chauhan" userId="a7d3133f-e197-4b90-bf63-99a63a264234" providerId="ADAL" clId="{E574157F-C713-4C67-861F-4DFB4056D16C}" dt="2024-07-06T07:04:46.259" v="18" actId="700"/>
        <pc:sldMkLst>
          <pc:docMk/>
          <pc:sldMk cId="3492494734" sldId="525"/>
        </pc:sldMkLst>
        <pc:spChg chg="mod ord">
          <ac:chgData name="Shailendra Chauhan" userId="a7d3133f-e197-4b90-bf63-99a63a264234" providerId="ADAL" clId="{E574157F-C713-4C67-861F-4DFB4056D16C}" dt="2024-07-06T07:04:46.259" v="18" actId="700"/>
          <ac:spMkLst>
            <pc:docMk/>
            <pc:sldMk cId="3492494734" sldId="525"/>
            <ac:spMk id="3" creationId="{8B91E7CC-BECE-365E-192D-546A39AAF0F7}"/>
          </ac:spMkLst>
        </pc:spChg>
      </pc:sldChg>
      <pc:sldChg chg="modSp mod modClrScheme chgLayout">
        <pc:chgData name="Shailendra Chauhan" userId="a7d3133f-e197-4b90-bf63-99a63a264234" providerId="ADAL" clId="{E574157F-C713-4C67-861F-4DFB4056D16C}" dt="2024-07-26T15:34:31.096" v="174" actId="1035"/>
        <pc:sldMkLst>
          <pc:docMk/>
          <pc:sldMk cId="2463012277" sldId="526"/>
        </pc:sldMkLst>
        <pc:spChg chg="mod ord">
          <ac:chgData name="Shailendra Chauhan" userId="a7d3133f-e197-4b90-bf63-99a63a264234" providerId="ADAL" clId="{E574157F-C713-4C67-861F-4DFB4056D16C}" dt="2024-07-06T07:04:53.530" v="20" actId="700"/>
          <ac:spMkLst>
            <pc:docMk/>
            <pc:sldMk cId="2463012277" sldId="526"/>
            <ac:spMk id="3" creationId="{CE2F5ACF-151C-F295-725F-0D852BAA683B}"/>
          </ac:spMkLst>
        </pc:spChg>
        <pc:picChg chg="mod">
          <ac:chgData name="Shailendra Chauhan" userId="a7d3133f-e197-4b90-bf63-99a63a264234" providerId="ADAL" clId="{E574157F-C713-4C67-861F-4DFB4056D16C}" dt="2024-07-26T15:34:31.096" v="174" actId="1035"/>
          <ac:picMkLst>
            <pc:docMk/>
            <pc:sldMk cId="2463012277" sldId="526"/>
            <ac:picMk id="4" creationId="{35DA3D39-26D6-562E-0721-01A30796020C}"/>
          </ac:picMkLst>
        </pc:picChg>
      </pc:sldChg>
      <pc:sldChg chg="modSp mod modClrScheme chgLayout">
        <pc:chgData name="Shailendra Chauhan" userId="a7d3133f-e197-4b90-bf63-99a63a264234" providerId="ADAL" clId="{E574157F-C713-4C67-861F-4DFB4056D16C}" dt="2024-07-26T15:34:26.455" v="162" actId="1035"/>
        <pc:sldMkLst>
          <pc:docMk/>
          <pc:sldMk cId="103645309" sldId="527"/>
        </pc:sldMkLst>
        <pc:spChg chg="mod ord">
          <ac:chgData name="Shailendra Chauhan" userId="a7d3133f-e197-4b90-bf63-99a63a264234" providerId="ADAL" clId="{E574157F-C713-4C67-861F-4DFB4056D16C}" dt="2024-07-06T07:04:56.632" v="21" actId="700"/>
          <ac:spMkLst>
            <pc:docMk/>
            <pc:sldMk cId="103645309" sldId="527"/>
            <ac:spMk id="3" creationId="{45C33BF9-346E-B343-C2A5-B3A66B776D25}"/>
          </ac:spMkLst>
        </pc:spChg>
        <pc:picChg chg="mod">
          <ac:chgData name="Shailendra Chauhan" userId="a7d3133f-e197-4b90-bf63-99a63a264234" providerId="ADAL" clId="{E574157F-C713-4C67-861F-4DFB4056D16C}" dt="2024-07-26T15:34:26.455" v="162" actId="1035"/>
          <ac:picMkLst>
            <pc:docMk/>
            <pc:sldMk cId="103645309" sldId="527"/>
            <ac:picMk id="4" creationId="{C7AF7AD1-C370-BACE-32F3-CAFB74C51488}"/>
          </ac:picMkLst>
        </pc:picChg>
      </pc:sldChg>
      <pc:sldChg chg="modSp mod modClrScheme chgLayout">
        <pc:chgData name="Shailendra Chauhan" userId="a7d3133f-e197-4b90-bf63-99a63a264234" providerId="ADAL" clId="{E574157F-C713-4C67-861F-4DFB4056D16C}" dt="2024-07-26T15:34:22.134" v="150" actId="1035"/>
        <pc:sldMkLst>
          <pc:docMk/>
          <pc:sldMk cId="1549443840" sldId="528"/>
        </pc:sldMkLst>
        <pc:spChg chg="mod ord">
          <ac:chgData name="Shailendra Chauhan" userId="a7d3133f-e197-4b90-bf63-99a63a264234" providerId="ADAL" clId="{E574157F-C713-4C67-861F-4DFB4056D16C}" dt="2024-07-06T07:05:00.591" v="22" actId="700"/>
          <ac:spMkLst>
            <pc:docMk/>
            <pc:sldMk cId="1549443840" sldId="528"/>
            <ac:spMk id="3" creationId="{4D8D2CA3-200E-A522-D769-F6D885770D69}"/>
          </ac:spMkLst>
        </pc:spChg>
        <pc:picChg chg="mod">
          <ac:chgData name="Shailendra Chauhan" userId="a7d3133f-e197-4b90-bf63-99a63a264234" providerId="ADAL" clId="{E574157F-C713-4C67-861F-4DFB4056D16C}" dt="2024-07-26T15:34:22.134" v="150" actId="1035"/>
          <ac:picMkLst>
            <pc:docMk/>
            <pc:sldMk cId="1549443840" sldId="528"/>
            <ac:picMk id="7" creationId="{DBD0EC4F-AE0D-2183-95C9-AE959F0010AD}"/>
          </ac:picMkLst>
        </pc:picChg>
      </pc:sldChg>
      <pc:sldChg chg="modSp mod modClrScheme chgLayout">
        <pc:chgData name="Shailendra Chauhan" userId="a7d3133f-e197-4b90-bf63-99a63a264234" providerId="ADAL" clId="{E574157F-C713-4C67-861F-4DFB4056D16C}" dt="2024-07-06T07:05:03.795" v="23" actId="700"/>
        <pc:sldMkLst>
          <pc:docMk/>
          <pc:sldMk cId="1176817143" sldId="529"/>
        </pc:sldMkLst>
        <pc:spChg chg="mod ord">
          <ac:chgData name="Shailendra Chauhan" userId="a7d3133f-e197-4b90-bf63-99a63a264234" providerId="ADAL" clId="{E574157F-C713-4C67-861F-4DFB4056D16C}" dt="2024-07-06T07:05:03.795" v="23" actId="700"/>
          <ac:spMkLst>
            <pc:docMk/>
            <pc:sldMk cId="1176817143" sldId="529"/>
            <ac:spMk id="3" creationId="{154B75ED-CC35-E053-E01E-724725B8B8A0}"/>
          </ac:spMkLst>
        </pc:spChg>
      </pc:sldChg>
      <pc:sldChg chg="modSp mod modClrScheme chgLayout">
        <pc:chgData name="Shailendra Chauhan" userId="a7d3133f-e197-4b90-bf63-99a63a264234" providerId="ADAL" clId="{E574157F-C713-4C67-861F-4DFB4056D16C}" dt="2024-07-06T07:06:24.477" v="39" actId="700"/>
        <pc:sldMkLst>
          <pc:docMk/>
          <pc:sldMk cId="1293669426" sldId="530"/>
        </pc:sldMkLst>
        <pc:spChg chg="mod ord">
          <ac:chgData name="Shailendra Chauhan" userId="a7d3133f-e197-4b90-bf63-99a63a264234" providerId="ADAL" clId="{E574157F-C713-4C67-861F-4DFB4056D16C}" dt="2024-07-06T07:06:24.477" v="39" actId="700"/>
          <ac:spMkLst>
            <pc:docMk/>
            <pc:sldMk cId="1293669426" sldId="530"/>
            <ac:spMk id="2" creationId="{3116A47B-7B0C-7298-5C4D-B33E3B0059AD}"/>
          </ac:spMkLst>
        </pc:spChg>
        <pc:spChg chg="mod ord">
          <ac:chgData name="Shailendra Chauhan" userId="a7d3133f-e197-4b90-bf63-99a63a264234" providerId="ADAL" clId="{E574157F-C713-4C67-861F-4DFB4056D16C}" dt="2024-07-06T07:06:24.477" v="39" actId="700"/>
          <ac:spMkLst>
            <pc:docMk/>
            <pc:sldMk cId="1293669426" sldId="530"/>
            <ac:spMk id="3" creationId="{103ED9E4-AD20-490C-DC04-7FCCA5ADA557}"/>
          </ac:spMkLst>
        </pc:spChg>
      </pc:sldChg>
      <pc:sldChg chg="modSp mod modClrScheme chgLayout">
        <pc:chgData name="Shailendra Chauhan" userId="a7d3133f-e197-4b90-bf63-99a63a264234" providerId="ADAL" clId="{E574157F-C713-4C67-861F-4DFB4056D16C}" dt="2024-07-06T07:04:25.314" v="11" actId="700"/>
        <pc:sldMkLst>
          <pc:docMk/>
          <pc:sldMk cId="1257088793" sldId="531"/>
        </pc:sldMkLst>
        <pc:spChg chg="mod ord">
          <ac:chgData name="Shailendra Chauhan" userId="a7d3133f-e197-4b90-bf63-99a63a264234" providerId="ADAL" clId="{E574157F-C713-4C67-861F-4DFB4056D16C}" dt="2024-07-06T07:04:25.314" v="11" actId="700"/>
          <ac:spMkLst>
            <pc:docMk/>
            <pc:sldMk cId="1257088793" sldId="531"/>
            <ac:spMk id="2" creationId="{65B05594-56C8-BAF6-0B5F-93ECE56B6D3B}"/>
          </ac:spMkLst>
        </pc:spChg>
        <pc:spChg chg="mod ord">
          <ac:chgData name="Shailendra Chauhan" userId="a7d3133f-e197-4b90-bf63-99a63a264234" providerId="ADAL" clId="{E574157F-C713-4C67-861F-4DFB4056D16C}" dt="2024-07-06T07:04:25.314" v="11" actId="700"/>
          <ac:spMkLst>
            <pc:docMk/>
            <pc:sldMk cId="1257088793" sldId="531"/>
            <ac:spMk id="3" creationId="{B22D7811-D6EF-AA63-C0BD-10B9E370CB87}"/>
          </ac:spMkLst>
        </pc:spChg>
      </pc:sldChg>
      <pc:sldChg chg="modSp mod modClrScheme chgLayout">
        <pc:chgData name="Shailendra Chauhan" userId="a7d3133f-e197-4b90-bf63-99a63a264234" providerId="ADAL" clId="{E574157F-C713-4C67-861F-4DFB4056D16C}" dt="2024-07-06T07:06:28.273" v="41" actId="27636"/>
        <pc:sldMkLst>
          <pc:docMk/>
          <pc:sldMk cId="2209764001" sldId="532"/>
        </pc:sldMkLst>
        <pc:spChg chg="mod ord">
          <ac:chgData name="Shailendra Chauhan" userId="a7d3133f-e197-4b90-bf63-99a63a264234" providerId="ADAL" clId="{E574157F-C713-4C67-861F-4DFB4056D16C}" dt="2024-07-06T07:06:28.273" v="41" actId="27636"/>
          <ac:spMkLst>
            <pc:docMk/>
            <pc:sldMk cId="2209764001" sldId="532"/>
            <ac:spMk id="2" creationId="{F6591A50-22DE-B1BE-E094-B3FDC0525090}"/>
          </ac:spMkLst>
        </pc:spChg>
        <pc:spChg chg="mod ord">
          <ac:chgData name="Shailendra Chauhan" userId="a7d3133f-e197-4b90-bf63-99a63a264234" providerId="ADAL" clId="{E574157F-C713-4C67-861F-4DFB4056D16C}" dt="2024-07-06T07:06:28.253" v="40" actId="700"/>
          <ac:spMkLst>
            <pc:docMk/>
            <pc:sldMk cId="2209764001" sldId="532"/>
            <ac:spMk id="3" creationId="{B5F36776-6DE5-80C2-A390-58AD25F56937}"/>
          </ac:spMkLst>
        </pc:spChg>
      </pc:sldChg>
      <pc:sldChg chg="modSp mod modClrScheme chgLayout">
        <pc:chgData name="Shailendra Chauhan" userId="a7d3133f-e197-4b90-bf63-99a63a264234" providerId="ADAL" clId="{E574157F-C713-4C67-861F-4DFB4056D16C}" dt="2024-07-06T07:06:31.553" v="42" actId="700"/>
        <pc:sldMkLst>
          <pc:docMk/>
          <pc:sldMk cId="4276420823" sldId="533"/>
        </pc:sldMkLst>
        <pc:spChg chg="mod ord">
          <ac:chgData name="Shailendra Chauhan" userId="a7d3133f-e197-4b90-bf63-99a63a264234" providerId="ADAL" clId="{E574157F-C713-4C67-861F-4DFB4056D16C}" dt="2024-07-06T07:06:31.553" v="42" actId="700"/>
          <ac:spMkLst>
            <pc:docMk/>
            <pc:sldMk cId="4276420823" sldId="533"/>
            <ac:spMk id="2" creationId="{AB0287C5-B75D-72CA-5550-FD0A37F192E7}"/>
          </ac:spMkLst>
        </pc:spChg>
        <pc:spChg chg="mod ord">
          <ac:chgData name="Shailendra Chauhan" userId="a7d3133f-e197-4b90-bf63-99a63a264234" providerId="ADAL" clId="{E574157F-C713-4C67-861F-4DFB4056D16C}" dt="2024-07-06T07:06:31.553" v="42" actId="700"/>
          <ac:spMkLst>
            <pc:docMk/>
            <pc:sldMk cId="4276420823" sldId="533"/>
            <ac:spMk id="3" creationId="{36752DCD-6BF8-89C8-108A-1F221D3A51EE}"/>
          </ac:spMkLst>
        </pc:spChg>
      </pc:sldChg>
      <pc:sldChg chg="modSp mod modClrScheme chgLayout">
        <pc:chgData name="Shailendra Chauhan" userId="a7d3133f-e197-4b90-bf63-99a63a264234" providerId="ADAL" clId="{E574157F-C713-4C67-861F-4DFB4056D16C}" dt="2024-07-06T07:06:35.386" v="43" actId="700"/>
        <pc:sldMkLst>
          <pc:docMk/>
          <pc:sldMk cId="2984372723" sldId="534"/>
        </pc:sldMkLst>
        <pc:spChg chg="mod ord">
          <ac:chgData name="Shailendra Chauhan" userId="a7d3133f-e197-4b90-bf63-99a63a264234" providerId="ADAL" clId="{E574157F-C713-4C67-861F-4DFB4056D16C}" dt="2024-07-06T07:06:35.386" v="43" actId="700"/>
          <ac:spMkLst>
            <pc:docMk/>
            <pc:sldMk cId="2984372723" sldId="534"/>
            <ac:spMk id="2" creationId="{38AEDC74-6050-E049-5CE6-CA7FFBE09AF8}"/>
          </ac:spMkLst>
        </pc:spChg>
        <pc:spChg chg="mod ord">
          <ac:chgData name="Shailendra Chauhan" userId="a7d3133f-e197-4b90-bf63-99a63a264234" providerId="ADAL" clId="{E574157F-C713-4C67-861F-4DFB4056D16C}" dt="2024-07-06T07:06:35.386" v="43" actId="700"/>
          <ac:spMkLst>
            <pc:docMk/>
            <pc:sldMk cId="2984372723" sldId="534"/>
            <ac:spMk id="3" creationId="{3DB6DFE7-E4F4-E49B-236D-9BEAC0A5902F}"/>
          </ac:spMkLst>
        </pc:spChg>
      </pc:sldChg>
      <pc:sldChg chg="modSp mod modClrScheme chgLayout">
        <pc:chgData name="Shailendra Chauhan" userId="a7d3133f-e197-4b90-bf63-99a63a264234" providerId="ADAL" clId="{E574157F-C713-4C67-861F-4DFB4056D16C}" dt="2024-07-06T07:06:57.472" v="51" actId="700"/>
        <pc:sldMkLst>
          <pc:docMk/>
          <pc:sldMk cId="3955941799" sldId="535"/>
        </pc:sldMkLst>
        <pc:spChg chg="mod ord">
          <ac:chgData name="Shailendra Chauhan" userId="a7d3133f-e197-4b90-bf63-99a63a264234" providerId="ADAL" clId="{E574157F-C713-4C67-861F-4DFB4056D16C}" dt="2024-07-06T07:06:57.472" v="51" actId="700"/>
          <ac:spMkLst>
            <pc:docMk/>
            <pc:sldMk cId="3955941799" sldId="535"/>
            <ac:spMk id="2" creationId="{C8058CE8-3D51-219C-C613-80F62E24E4AF}"/>
          </ac:spMkLst>
        </pc:spChg>
      </pc:sldChg>
      <pc:sldChg chg="modSp mod modClrScheme chgLayout">
        <pc:chgData name="Shailendra Chauhan" userId="a7d3133f-e197-4b90-bf63-99a63a264234" providerId="ADAL" clId="{E574157F-C713-4C67-861F-4DFB4056D16C}" dt="2024-07-06T07:05:08.180" v="25" actId="27636"/>
        <pc:sldMkLst>
          <pc:docMk/>
          <pc:sldMk cId="1137608785" sldId="536"/>
        </pc:sldMkLst>
        <pc:spChg chg="mod ord">
          <ac:chgData name="Shailendra Chauhan" userId="a7d3133f-e197-4b90-bf63-99a63a264234" providerId="ADAL" clId="{E574157F-C713-4C67-861F-4DFB4056D16C}" dt="2024-07-06T07:05:08.169" v="24" actId="700"/>
          <ac:spMkLst>
            <pc:docMk/>
            <pc:sldMk cId="1137608785" sldId="536"/>
            <ac:spMk id="2" creationId="{3116A47B-7B0C-7298-5C4D-B33E3B0059AD}"/>
          </ac:spMkLst>
        </pc:spChg>
        <pc:spChg chg="mod ord">
          <ac:chgData name="Shailendra Chauhan" userId="a7d3133f-e197-4b90-bf63-99a63a264234" providerId="ADAL" clId="{E574157F-C713-4C67-861F-4DFB4056D16C}" dt="2024-07-06T07:05:08.180" v="25" actId="27636"/>
          <ac:spMkLst>
            <pc:docMk/>
            <pc:sldMk cId="1137608785" sldId="536"/>
            <ac:spMk id="3" creationId="{103ED9E4-AD20-490C-DC04-7FCCA5ADA557}"/>
          </ac:spMkLst>
        </pc:spChg>
      </pc:sldChg>
      <pc:sldChg chg="modSp mod modClrScheme chgLayout">
        <pc:chgData name="Shailendra Chauhan" userId="a7d3133f-e197-4b90-bf63-99a63a264234" providerId="ADAL" clId="{E574157F-C713-4C67-861F-4DFB4056D16C}" dt="2024-07-06T07:11:00.350" v="114" actId="700"/>
        <pc:sldMkLst>
          <pc:docMk/>
          <pc:sldMk cId="1632363384" sldId="537"/>
        </pc:sldMkLst>
        <pc:spChg chg="mod ord">
          <ac:chgData name="Shailendra Chauhan" userId="a7d3133f-e197-4b90-bf63-99a63a264234" providerId="ADAL" clId="{E574157F-C713-4C67-861F-4DFB4056D16C}" dt="2024-07-06T07:11:00.350" v="114" actId="700"/>
          <ac:spMkLst>
            <pc:docMk/>
            <pc:sldMk cId="1632363384" sldId="537"/>
            <ac:spMk id="2" creationId="{F6591A50-22DE-B1BE-E094-B3FDC0525090}"/>
          </ac:spMkLst>
        </pc:spChg>
        <pc:spChg chg="mod ord">
          <ac:chgData name="Shailendra Chauhan" userId="a7d3133f-e197-4b90-bf63-99a63a264234" providerId="ADAL" clId="{E574157F-C713-4C67-861F-4DFB4056D16C}" dt="2024-07-06T07:11:00.350" v="114" actId="700"/>
          <ac:spMkLst>
            <pc:docMk/>
            <pc:sldMk cId="1632363384" sldId="537"/>
            <ac:spMk id="3" creationId="{B5F36776-6DE5-80C2-A390-58AD25F56937}"/>
          </ac:spMkLst>
        </pc:spChg>
      </pc:sldChg>
      <pc:sldChg chg="modSp mod modClrScheme chgLayout">
        <pc:chgData name="Shailendra Chauhan" userId="a7d3133f-e197-4b90-bf63-99a63a264234" providerId="ADAL" clId="{E574157F-C713-4C67-861F-4DFB4056D16C}" dt="2024-07-06T07:11:04.404" v="115" actId="700"/>
        <pc:sldMkLst>
          <pc:docMk/>
          <pc:sldMk cId="3542176600" sldId="538"/>
        </pc:sldMkLst>
        <pc:spChg chg="mod ord">
          <ac:chgData name="Shailendra Chauhan" userId="a7d3133f-e197-4b90-bf63-99a63a264234" providerId="ADAL" clId="{E574157F-C713-4C67-861F-4DFB4056D16C}" dt="2024-07-06T07:11:04.404" v="115" actId="700"/>
          <ac:spMkLst>
            <pc:docMk/>
            <pc:sldMk cId="3542176600" sldId="538"/>
            <ac:spMk id="2" creationId="{AB0287C5-B75D-72CA-5550-FD0A37F192E7}"/>
          </ac:spMkLst>
        </pc:spChg>
        <pc:spChg chg="mod ord">
          <ac:chgData name="Shailendra Chauhan" userId="a7d3133f-e197-4b90-bf63-99a63a264234" providerId="ADAL" clId="{E574157F-C713-4C67-861F-4DFB4056D16C}" dt="2024-07-06T07:11:04.404" v="115" actId="700"/>
          <ac:spMkLst>
            <pc:docMk/>
            <pc:sldMk cId="3542176600" sldId="538"/>
            <ac:spMk id="3" creationId="{36752DCD-6BF8-89C8-108A-1F221D3A51EE}"/>
          </ac:spMkLst>
        </pc:spChg>
      </pc:sldChg>
      <pc:sldChg chg="modSp mod modClrScheme chgLayout">
        <pc:chgData name="Shailendra Chauhan" userId="a7d3133f-e197-4b90-bf63-99a63a264234" providerId="ADAL" clId="{E574157F-C713-4C67-861F-4DFB4056D16C}" dt="2024-07-06T07:05:47.080" v="34" actId="700"/>
        <pc:sldMkLst>
          <pc:docMk/>
          <pc:sldMk cId="300847703" sldId="540"/>
        </pc:sldMkLst>
        <pc:spChg chg="mod ord">
          <ac:chgData name="Shailendra Chauhan" userId="a7d3133f-e197-4b90-bf63-99a63a264234" providerId="ADAL" clId="{E574157F-C713-4C67-861F-4DFB4056D16C}" dt="2024-07-06T07:05:47.080" v="34" actId="700"/>
          <ac:spMkLst>
            <pc:docMk/>
            <pc:sldMk cId="300847703" sldId="540"/>
            <ac:spMk id="3" creationId="{9F36F16B-62C2-E228-9ED2-85F666E939D6}"/>
          </ac:spMkLst>
        </pc:spChg>
      </pc:sldChg>
      <pc:sldChg chg="modSp mod modClrScheme chgLayout">
        <pc:chgData name="Shailendra Chauhan" userId="a7d3133f-e197-4b90-bf63-99a63a264234" providerId="ADAL" clId="{E574157F-C713-4C67-861F-4DFB4056D16C}" dt="2024-07-06T07:04:28.326" v="13" actId="27636"/>
        <pc:sldMkLst>
          <pc:docMk/>
          <pc:sldMk cId="1086415499" sldId="547"/>
        </pc:sldMkLst>
        <pc:spChg chg="mod ord">
          <ac:chgData name="Shailendra Chauhan" userId="a7d3133f-e197-4b90-bf63-99a63a264234" providerId="ADAL" clId="{E574157F-C713-4C67-861F-4DFB4056D16C}" dt="2024-07-06T07:04:28.300" v="12" actId="700"/>
          <ac:spMkLst>
            <pc:docMk/>
            <pc:sldMk cId="1086415499" sldId="547"/>
            <ac:spMk id="2" creationId="{3116A47B-7B0C-7298-5C4D-B33E3B0059AD}"/>
          </ac:spMkLst>
        </pc:spChg>
        <pc:spChg chg="mod ord">
          <ac:chgData name="Shailendra Chauhan" userId="a7d3133f-e197-4b90-bf63-99a63a264234" providerId="ADAL" clId="{E574157F-C713-4C67-861F-4DFB4056D16C}" dt="2024-07-06T07:04:28.326" v="13" actId="27636"/>
          <ac:spMkLst>
            <pc:docMk/>
            <pc:sldMk cId="1086415499" sldId="547"/>
            <ac:spMk id="3" creationId="{103ED9E4-AD20-490C-DC04-7FCCA5ADA557}"/>
          </ac:spMkLst>
        </pc:spChg>
      </pc:sldChg>
      <pc:sldChg chg="modSp mod modClrScheme chgLayout">
        <pc:chgData name="Shailendra Chauhan" userId="a7d3133f-e197-4b90-bf63-99a63a264234" providerId="ADAL" clId="{E574157F-C713-4C67-861F-4DFB4056D16C}" dt="2024-07-06T07:04:32.408" v="15" actId="27636"/>
        <pc:sldMkLst>
          <pc:docMk/>
          <pc:sldMk cId="2160728945" sldId="548"/>
        </pc:sldMkLst>
        <pc:spChg chg="mod ord">
          <ac:chgData name="Shailendra Chauhan" userId="a7d3133f-e197-4b90-bf63-99a63a264234" providerId="ADAL" clId="{E574157F-C713-4C67-861F-4DFB4056D16C}" dt="2024-07-06T07:04:32.408" v="15" actId="27636"/>
          <ac:spMkLst>
            <pc:docMk/>
            <pc:sldMk cId="2160728945" sldId="548"/>
            <ac:spMk id="2" creationId="{F6591A50-22DE-B1BE-E094-B3FDC0525090}"/>
          </ac:spMkLst>
        </pc:spChg>
        <pc:spChg chg="mod ord">
          <ac:chgData name="Shailendra Chauhan" userId="a7d3133f-e197-4b90-bf63-99a63a264234" providerId="ADAL" clId="{E574157F-C713-4C67-861F-4DFB4056D16C}" dt="2024-07-06T07:04:32.393" v="14" actId="700"/>
          <ac:spMkLst>
            <pc:docMk/>
            <pc:sldMk cId="2160728945" sldId="548"/>
            <ac:spMk id="3" creationId="{B5F36776-6DE5-80C2-A390-58AD25F56937}"/>
          </ac:spMkLst>
        </pc:spChg>
      </pc:sldChg>
      <pc:sldChg chg="modSp mod modClrScheme chgLayout">
        <pc:chgData name="Shailendra Chauhan" userId="a7d3133f-e197-4b90-bf63-99a63a264234" providerId="ADAL" clId="{E574157F-C713-4C67-861F-4DFB4056D16C}" dt="2024-07-06T07:04:36.543" v="16" actId="700"/>
        <pc:sldMkLst>
          <pc:docMk/>
          <pc:sldMk cId="2390963027" sldId="550"/>
        </pc:sldMkLst>
        <pc:spChg chg="mod ord">
          <ac:chgData name="Shailendra Chauhan" userId="a7d3133f-e197-4b90-bf63-99a63a264234" providerId="ADAL" clId="{E574157F-C713-4C67-861F-4DFB4056D16C}" dt="2024-07-06T07:04:36.543" v="16" actId="700"/>
          <ac:spMkLst>
            <pc:docMk/>
            <pc:sldMk cId="2390963027" sldId="550"/>
            <ac:spMk id="2" creationId="{38AEDC74-6050-E049-5CE6-CA7FFBE09AF8}"/>
          </ac:spMkLst>
        </pc:spChg>
        <pc:spChg chg="mod ord">
          <ac:chgData name="Shailendra Chauhan" userId="a7d3133f-e197-4b90-bf63-99a63a264234" providerId="ADAL" clId="{E574157F-C713-4C67-861F-4DFB4056D16C}" dt="2024-07-06T07:04:36.543" v="16" actId="700"/>
          <ac:spMkLst>
            <pc:docMk/>
            <pc:sldMk cId="2390963027" sldId="550"/>
            <ac:spMk id="3" creationId="{3DB6DFE7-E4F4-E49B-236D-9BEAC0A5902F}"/>
          </ac:spMkLst>
        </pc:spChg>
      </pc:sldChg>
      <pc:sldChg chg="modSp mod modClrScheme chgLayout">
        <pc:chgData name="Shailendra Chauhan" userId="a7d3133f-e197-4b90-bf63-99a63a264234" providerId="ADAL" clId="{E574157F-C713-4C67-861F-4DFB4056D16C}" dt="2024-07-06T07:04:21.730" v="10" actId="700"/>
        <pc:sldMkLst>
          <pc:docMk/>
          <pc:sldMk cId="1261249813" sldId="557"/>
        </pc:sldMkLst>
        <pc:spChg chg="mod ord">
          <ac:chgData name="Shailendra Chauhan" userId="a7d3133f-e197-4b90-bf63-99a63a264234" providerId="ADAL" clId="{E574157F-C713-4C67-861F-4DFB4056D16C}" dt="2024-07-06T07:04:21.730" v="10" actId="700"/>
          <ac:spMkLst>
            <pc:docMk/>
            <pc:sldMk cId="1261249813" sldId="557"/>
            <ac:spMk id="2" creationId="{060DCA9A-7048-211B-6B02-5A76A44D5FDF}"/>
          </ac:spMkLst>
        </pc:spChg>
        <pc:spChg chg="mod ord">
          <ac:chgData name="Shailendra Chauhan" userId="a7d3133f-e197-4b90-bf63-99a63a264234" providerId="ADAL" clId="{E574157F-C713-4C67-861F-4DFB4056D16C}" dt="2024-07-06T07:04:21.730" v="10" actId="700"/>
          <ac:spMkLst>
            <pc:docMk/>
            <pc:sldMk cId="1261249813" sldId="557"/>
            <ac:spMk id="3" creationId="{25E0D566-0120-F5A8-DA77-02128BF20740}"/>
          </ac:spMkLst>
        </pc:spChg>
      </pc:sldChg>
      <pc:sldChg chg="modSp mod modClrScheme chgLayout">
        <pc:chgData name="Shailendra Chauhan" userId="a7d3133f-e197-4b90-bf63-99a63a264234" providerId="ADAL" clId="{E574157F-C713-4C67-861F-4DFB4056D16C}" dt="2024-07-06T07:04:42.518" v="17" actId="700"/>
        <pc:sldMkLst>
          <pc:docMk/>
          <pc:sldMk cId="3598829229" sldId="558"/>
        </pc:sldMkLst>
        <pc:spChg chg="mod ord">
          <ac:chgData name="Shailendra Chauhan" userId="a7d3133f-e197-4b90-bf63-99a63a264234" providerId="ADAL" clId="{E574157F-C713-4C67-861F-4DFB4056D16C}" dt="2024-07-06T07:04:42.518" v="17" actId="700"/>
          <ac:spMkLst>
            <pc:docMk/>
            <pc:sldMk cId="3598829229" sldId="558"/>
            <ac:spMk id="2" creationId="{C8B25CE3-CAA2-62AA-CE35-826D9A1C9E52}"/>
          </ac:spMkLst>
        </pc:spChg>
      </pc:sldChg>
      <pc:sldChg chg="modSp mod modClrScheme chgLayout">
        <pc:chgData name="Shailendra Chauhan" userId="a7d3133f-e197-4b90-bf63-99a63a264234" providerId="ADAL" clId="{E574157F-C713-4C67-861F-4DFB4056D16C}" dt="2024-07-06T07:07:01.957" v="53" actId="27636"/>
        <pc:sldMkLst>
          <pc:docMk/>
          <pc:sldMk cId="143041912" sldId="559"/>
        </pc:sldMkLst>
        <pc:spChg chg="mod ord">
          <ac:chgData name="Shailendra Chauhan" userId="a7d3133f-e197-4b90-bf63-99a63a264234" providerId="ADAL" clId="{E574157F-C713-4C67-861F-4DFB4056D16C}" dt="2024-07-06T07:07:01.936" v="52" actId="700"/>
          <ac:spMkLst>
            <pc:docMk/>
            <pc:sldMk cId="143041912" sldId="559"/>
            <ac:spMk id="2" creationId="{3116A47B-7B0C-7298-5C4D-B33E3B0059AD}"/>
          </ac:spMkLst>
        </pc:spChg>
        <pc:spChg chg="mod ord">
          <ac:chgData name="Shailendra Chauhan" userId="a7d3133f-e197-4b90-bf63-99a63a264234" providerId="ADAL" clId="{E574157F-C713-4C67-861F-4DFB4056D16C}" dt="2024-07-06T07:07:01.957" v="53" actId="27636"/>
          <ac:spMkLst>
            <pc:docMk/>
            <pc:sldMk cId="143041912" sldId="559"/>
            <ac:spMk id="3" creationId="{103ED9E4-AD20-490C-DC04-7FCCA5ADA557}"/>
          </ac:spMkLst>
        </pc:spChg>
      </pc:sldChg>
      <pc:sldChg chg="modSp mod modClrScheme chgLayout">
        <pc:chgData name="Shailendra Chauhan" userId="a7d3133f-e197-4b90-bf63-99a63a264234" providerId="ADAL" clId="{E574157F-C713-4C67-861F-4DFB4056D16C}" dt="2024-07-06T07:07:05.196" v="55" actId="27636"/>
        <pc:sldMkLst>
          <pc:docMk/>
          <pc:sldMk cId="845358724" sldId="560"/>
        </pc:sldMkLst>
        <pc:spChg chg="mod ord">
          <ac:chgData name="Shailendra Chauhan" userId="a7d3133f-e197-4b90-bf63-99a63a264234" providerId="ADAL" clId="{E574157F-C713-4C67-861F-4DFB4056D16C}" dt="2024-07-06T07:07:05.196" v="55" actId="27636"/>
          <ac:spMkLst>
            <pc:docMk/>
            <pc:sldMk cId="845358724" sldId="560"/>
            <ac:spMk id="2" creationId="{F6591A50-22DE-B1BE-E094-B3FDC0525090}"/>
          </ac:spMkLst>
        </pc:spChg>
        <pc:spChg chg="mod ord">
          <ac:chgData name="Shailendra Chauhan" userId="a7d3133f-e197-4b90-bf63-99a63a264234" providerId="ADAL" clId="{E574157F-C713-4C67-861F-4DFB4056D16C}" dt="2024-07-06T07:07:05.172" v="54" actId="700"/>
          <ac:spMkLst>
            <pc:docMk/>
            <pc:sldMk cId="845358724" sldId="560"/>
            <ac:spMk id="3" creationId="{B5F36776-6DE5-80C2-A390-58AD25F56937}"/>
          </ac:spMkLst>
        </pc:spChg>
      </pc:sldChg>
      <pc:sldChg chg="modSp mod modClrScheme chgLayout">
        <pc:chgData name="Shailendra Chauhan" userId="a7d3133f-e197-4b90-bf63-99a63a264234" providerId="ADAL" clId="{E574157F-C713-4C67-861F-4DFB4056D16C}" dt="2024-07-06T07:07:08.847" v="56" actId="700"/>
        <pc:sldMkLst>
          <pc:docMk/>
          <pc:sldMk cId="4080635801" sldId="561"/>
        </pc:sldMkLst>
        <pc:spChg chg="mod ord">
          <ac:chgData name="Shailendra Chauhan" userId="a7d3133f-e197-4b90-bf63-99a63a264234" providerId="ADAL" clId="{E574157F-C713-4C67-861F-4DFB4056D16C}" dt="2024-07-06T07:07:08.847" v="56" actId="700"/>
          <ac:spMkLst>
            <pc:docMk/>
            <pc:sldMk cId="4080635801" sldId="561"/>
            <ac:spMk id="2" creationId="{AB0287C5-B75D-72CA-5550-FD0A37F192E7}"/>
          </ac:spMkLst>
        </pc:spChg>
        <pc:spChg chg="mod ord">
          <ac:chgData name="Shailendra Chauhan" userId="a7d3133f-e197-4b90-bf63-99a63a264234" providerId="ADAL" clId="{E574157F-C713-4C67-861F-4DFB4056D16C}" dt="2024-07-06T07:07:08.847" v="56" actId="700"/>
          <ac:spMkLst>
            <pc:docMk/>
            <pc:sldMk cId="4080635801" sldId="561"/>
            <ac:spMk id="3" creationId="{36752DCD-6BF8-89C8-108A-1F221D3A51EE}"/>
          </ac:spMkLst>
        </pc:spChg>
      </pc:sldChg>
      <pc:sldChg chg="modSp mod modClrScheme chgLayout">
        <pc:chgData name="Shailendra Chauhan" userId="a7d3133f-e197-4b90-bf63-99a63a264234" providerId="ADAL" clId="{E574157F-C713-4C67-861F-4DFB4056D16C}" dt="2024-07-06T07:07:11.903" v="57" actId="700"/>
        <pc:sldMkLst>
          <pc:docMk/>
          <pc:sldMk cId="2153437333" sldId="562"/>
        </pc:sldMkLst>
        <pc:spChg chg="mod ord">
          <ac:chgData name="Shailendra Chauhan" userId="a7d3133f-e197-4b90-bf63-99a63a264234" providerId="ADAL" clId="{E574157F-C713-4C67-861F-4DFB4056D16C}" dt="2024-07-06T07:07:11.903" v="57" actId="700"/>
          <ac:spMkLst>
            <pc:docMk/>
            <pc:sldMk cId="2153437333" sldId="562"/>
            <ac:spMk id="2" creationId="{38AEDC74-6050-E049-5CE6-CA7FFBE09AF8}"/>
          </ac:spMkLst>
        </pc:spChg>
        <pc:spChg chg="mod ord">
          <ac:chgData name="Shailendra Chauhan" userId="a7d3133f-e197-4b90-bf63-99a63a264234" providerId="ADAL" clId="{E574157F-C713-4C67-861F-4DFB4056D16C}" dt="2024-07-06T07:07:11.903" v="57" actId="700"/>
          <ac:spMkLst>
            <pc:docMk/>
            <pc:sldMk cId="2153437333" sldId="562"/>
            <ac:spMk id="3" creationId="{3DB6DFE7-E4F4-E49B-236D-9BEAC0A5902F}"/>
          </ac:spMkLst>
        </pc:spChg>
      </pc:sldChg>
      <pc:sldChg chg="modSp mod modClrScheme chgLayout">
        <pc:chgData name="Shailendra Chauhan" userId="a7d3133f-e197-4b90-bf63-99a63a264234" providerId="ADAL" clId="{E574157F-C713-4C67-861F-4DFB4056D16C}" dt="2024-07-06T07:13:31.115" v="132" actId="27636"/>
        <pc:sldMkLst>
          <pc:docMk/>
          <pc:sldMk cId="857955355" sldId="564"/>
        </pc:sldMkLst>
        <pc:spChg chg="mod ord">
          <ac:chgData name="Shailendra Chauhan" userId="a7d3133f-e197-4b90-bf63-99a63a264234" providerId="ADAL" clId="{E574157F-C713-4C67-861F-4DFB4056D16C}" dt="2024-07-06T07:13:31.086" v="131" actId="700"/>
          <ac:spMkLst>
            <pc:docMk/>
            <pc:sldMk cId="857955355" sldId="564"/>
            <ac:spMk id="2" creationId="{3116A47B-7B0C-7298-5C4D-B33E3B0059AD}"/>
          </ac:spMkLst>
        </pc:spChg>
        <pc:spChg chg="mod ord">
          <ac:chgData name="Shailendra Chauhan" userId="a7d3133f-e197-4b90-bf63-99a63a264234" providerId="ADAL" clId="{E574157F-C713-4C67-861F-4DFB4056D16C}" dt="2024-07-06T07:13:31.115" v="132" actId="27636"/>
          <ac:spMkLst>
            <pc:docMk/>
            <pc:sldMk cId="857955355" sldId="564"/>
            <ac:spMk id="3" creationId="{103ED9E4-AD20-490C-DC04-7FCCA5ADA557}"/>
          </ac:spMkLst>
        </pc:spChg>
      </pc:sldChg>
      <pc:sldChg chg="modSp mod modClrScheme chgLayout">
        <pc:chgData name="Shailendra Chauhan" userId="a7d3133f-e197-4b90-bf63-99a63a264234" providerId="ADAL" clId="{E574157F-C713-4C67-861F-4DFB4056D16C}" dt="2024-07-06T07:07:53.619" v="69" actId="27636"/>
        <pc:sldMkLst>
          <pc:docMk/>
          <pc:sldMk cId="416997435" sldId="565"/>
        </pc:sldMkLst>
        <pc:spChg chg="mod ord">
          <ac:chgData name="Shailendra Chauhan" userId="a7d3133f-e197-4b90-bf63-99a63a264234" providerId="ADAL" clId="{E574157F-C713-4C67-861F-4DFB4056D16C}" dt="2024-07-06T07:07:53.619" v="69" actId="27636"/>
          <ac:spMkLst>
            <pc:docMk/>
            <pc:sldMk cId="416997435" sldId="565"/>
            <ac:spMk id="2" creationId="{F6591A50-22DE-B1BE-E094-B3FDC0525090}"/>
          </ac:spMkLst>
        </pc:spChg>
        <pc:spChg chg="mod ord">
          <ac:chgData name="Shailendra Chauhan" userId="a7d3133f-e197-4b90-bf63-99a63a264234" providerId="ADAL" clId="{E574157F-C713-4C67-861F-4DFB4056D16C}" dt="2024-07-06T07:07:53.584" v="68" actId="700"/>
          <ac:spMkLst>
            <pc:docMk/>
            <pc:sldMk cId="416997435" sldId="565"/>
            <ac:spMk id="3" creationId="{B5F36776-6DE5-80C2-A390-58AD25F56937}"/>
          </ac:spMkLst>
        </pc:spChg>
      </pc:sldChg>
      <pc:sldChg chg="modSp mod modClrScheme chgLayout">
        <pc:chgData name="Shailendra Chauhan" userId="a7d3133f-e197-4b90-bf63-99a63a264234" providerId="ADAL" clId="{E574157F-C713-4C67-861F-4DFB4056D16C}" dt="2024-07-06T07:07:56.830" v="70" actId="700"/>
        <pc:sldMkLst>
          <pc:docMk/>
          <pc:sldMk cId="2021661606" sldId="566"/>
        </pc:sldMkLst>
        <pc:spChg chg="mod ord">
          <ac:chgData name="Shailendra Chauhan" userId="a7d3133f-e197-4b90-bf63-99a63a264234" providerId="ADAL" clId="{E574157F-C713-4C67-861F-4DFB4056D16C}" dt="2024-07-06T07:07:56.830" v="70" actId="700"/>
          <ac:spMkLst>
            <pc:docMk/>
            <pc:sldMk cId="2021661606" sldId="566"/>
            <ac:spMk id="2" creationId="{AB0287C5-B75D-72CA-5550-FD0A37F192E7}"/>
          </ac:spMkLst>
        </pc:spChg>
        <pc:spChg chg="mod ord">
          <ac:chgData name="Shailendra Chauhan" userId="a7d3133f-e197-4b90-bf63-99a63a264234" providerId="ADAL" clId="{E574157F-C713-4C67-861F-4DFB4056D16C}" dt="2024-07-06T07:07:56.830" v="70" actId="700"/>
          <ac:spMkLst>
            <pc:docMk/>
            <pc:sldMk cId="2021661606" sldId="566"/>
            <ac:spMk id="3" creationId="{36752DCD-6BF8-89C8-108A-1F221D3A51EE}"/>
          </ac:spMkLst>
        </pc:spChg>
      </pc:sldChg>
      <pc:sldChg chg="modSp mod modClrScheme chgLayout">
        <pc:chgData name="Shailendra Chauhan" userId="a7d3133f-e197-4b90-bf63-99a63a264234" providerId="ADAL" clId="{E574157F-C713-4C67-861F-4DFB4056D16C}" dt="2024-07-06T07:07:59.937" v="71" actId="700"/>
        <pc:sldMkLst>
          <pc:docMk/>
          <pc:sldMk cId="1638243511" sldId="567"/>
        </pc:sldMkLst>
        <pc:spChg chg="mod ord">
          <ac:chgData name="Shailendra Chauhan" userId="a7d3133f-e197-4b90-bf63-99a63a264234" providerId="ADAL" clId="{E574157F-C713-4C67-861F-4DFB4056D16C}" dt="2024-07-06T07:07:59.937" v="71" actId="700"/>
          <ac:spMkLst>
            <pc:docMk/>
            <pc:sldMk cId="1638243511" sldId="567"/>
            <ac:spMk id="2" creationId="{38AEDC74-6050-E049-5CE6-CA7FFBE09AF8}"/>
          </ac:spMkLst>
        </pc:spChg>
        <pc:spChg chg="mod ord">
          <ac:chgData name="Shailendra Chauhan" userId="a7d3133f-e197-4b90-bf63-99a63a264234" providerId="ADAL" clId="{E574157F-C713-4C67-861F-4DFB4056D16C}" dt="2024-07-06T07:07:59.937" v="71" actId="700"/>
          <ac:spMkLst>
            <pc:docMk/>
            <pc:sldMk cId="1638243511" sldId="567"/>
            <ac:spMk id="3" creationId="{3DB6DFE7-E4F4-E49B-236D-9BEAC0A5902F}"/>
          </ac:spMkLst>
        </pc:spChg>
      </pc:sldChg>
      <pc:sldChg chg="modSp mod modClrScheme chgLayout">
        <pc:chgData name="Shailendra Chauhan" userId="a7d3133f-e197-4b90-bf63-99a63a264234" providerId="ADAL" clId="{E574157F-C713-4C67-861F-4DFB4056D16C}" dt="2024-07-06T07:06:20.401" v="38" actId="700"/>
        <pc:sldMkLst>
          <pc:docMk/>
          <pc:sldMk cId="1618606821" sldId="580"/>
        </pc:sldMkLst>
        <pc:spChg chg="mod ord">
          <ac:chgData name="Shailendra Chauhan" userId="a7d3133f-e197-4b90-bf63-99a63a264234" providerId="ADAL" clId="{E574157F-C713-4C67-861F-4DFB4056D16C}" dt="2024-07-06T07:06:20.401" v="38" actId="700"/>
          <ac:spMkLst>
            <pc:docMk/>
            <pc:sldMk cId="1618606821" sldId="580"/>
            <ac:spMk id="13" creationId="{D0042690-546F-9957-513D-BF37B661F7B8}"/>
          </ac:spMkLst>
        </pc:spChg>
      </pc:sldChg>
      <pc:sldChg chg="modSp mod modClrScheme chgLayout">
        <pc:chgData name="Shailendra Chauhan" userId="a7d3133f-e197-4b90-bf63-99a63a264234" providerId="ADAL" clId="{E574157F-C713-4C67-861F-4DFB4056D16C}" dt="2024-07-06T07:08:32.008" v="82" actId="27636"/>
        <pc:sldMkLst>
          <pc:docMk/>
          <pc:sldMk cId="1707766076" sldId="583"/>
        </pc:sldMkLst>
        <pc:spChg chg="mod ord">
          <ac:chgData name="Shailendra Chauhan" userId="a7d3133f-e197-4b90-bf63-99a63a264234" providerId="ADAL" clId="{E574157F-C713-4C67-861F-4DFB4056D16C}" dt="2024-07-06T07:08:31.950" v="81" actId="700"/>
          <ac:spMkLst>
            <pc:docMk/>
            <pc:sldMk cId="1707766076" sldId="583"/>
            <ac:spMk id="2" creationId="{3116A47B-7B0C-7298-5C4D-B33E3B0059AD}"/>
          </ac:spMkLst>
        </pc:spChg>
        <pc:spChg chg="mod ord">
          <ac:chgData name="Shailendra Chauhan" userId="a7d3133f-e197-4b90-bf63-99a63a264234" providerId="ADAL" clId="{E574157F-C713-4C67-861F-4DFB4056D16C}" dt="2024-07-06T07:08:32.008" v="82" actId="27636"/>
          <ac:spMkLst>
            <pc:docMk/>
            <pc:sldMk cId="1707766076" sldId="583"/>
            <ac:spMk id="3" creationId="{103ED9E4-AD20-490C-DC04-7FCCA5ADA557}"/>
          </ac:spMkLst>
        </pc:spChg>
      </pc:sldChg>
      <pc:sldChg chg="modSp mod modClrScheme chgLayout">
        <pc:chgData name="Shailendra Chauhan" userId="a7d3133f-e197-4b90-bf63-99a63a264234" providerId="ADAL" clId="{E574157F-C713-4C67-861F-4DFB4056D16C}" dt="2024-07-06T07:08:34.936" v="84" actId="27636"/>
        <pc:sldMkLst>
          <pc:docMk/>
          <pc:sldMk cId="2772468576" sldId="584"/>
        </pc:sldMkLst>
        <pc:spChg chg="mod ord">
          <ac:chgData name="Shailendra Chauhan" userId="a7d3133f-e197-4b90-bf63-99a63a264234" providerId="ADAL" clId="{E574157F-C713-4C67-861F-4DFB4056D16C}" dt="2024-07-06T07:08:34.936" v="84" actId="27636"/>
          <ac:spMkLst>
            <pc:docMk/>
            <pc:sldMk cId="2772468576" sldId="584"/>
            <ac:spMk id="2" creationId="{F6591A50-22DE-B1BE-E094-B3FDC0525090}"/>
          </ac:spMkLst>
        </pc:spChg>
        <pc:spChg chg="mod ord">
          <ac:chgData name="Shailendra Chauhan" userId="a7d3133f-e197-4b90-bf63-99a63a264234" providerId="ADAL" clId="{E574157F-C713-4C67-861F-4DFB4056D16C}" dt="2024-07-06T07:08:34.916" v="83" actId="700"/>
          <ac:spMkLst>
            <pc:docMk/>
            <pc:sldMk cId="2772468576" sldId="584"/>
            <ac:spMk id="3" creationId="{B5F36776-6DE5-80C2-A390-58AD25F56937}"/>
          </ac:spMkLst>
        </pc:spChg>
      </pc:sldChg>
      <pc:sldChg chg="modSp mod modClrScheme chgLayout">
        <pc:chgData name="Shailendra Chauhan" userId="a7d3133f-e197-4b90-bf63-99a63a264234" providerId="ADAL" clId="{E574157F-C713-4C67-861F-4DFB4056D16C}" dt="2024-07-06T07:08:39.040" v="85" actId="700"/>
        <pc:sldMkLst>
          <pc:docMk/>
          <pc:sldMk cId="2528085683" sldId="585"/>
        </pc:sldMkLst>
        <pc:spChg chg="mod ord">
          <ac:chgData name="Shailendra Chauhan" userId="a7d3133f-e197-4b90-bf63-99a63a264234" providerId="ADAL" clId="{E574157F-C713-4C67-861F-4DFB4056D16C}" dt="2024-07-06T07:08:39.040" v="85" actId="700"/>
          <ac:spMkLst>
            <pc:docMk/>
            <pc:sldMk cId="2528085683" sldId="585"/>
            <ac:spMk id="2" creationId="{AB0287C5-B75D-72CA-5550-FD0A37F192E7}"/>
          </ac:spMkLst>
        </pc:spChg>
        <pc:spChg chg="mod ord">
          <ac:chgData name="Shailendra Chauhan" userId="a7d3133f-e197-4b90-bf63-99a63a264234" providerId="ADAL" clId="{E574157F-C713-4C67-861F-4DFB4056D16C}" dt="2024-07-06T07:08:39.040" v="85" actId="700"/>
          <ac:spMkLst>
            <pc:docMk/>
            <pc:sldMk cId="2528085683" sldId="585"/>
            <ac:spMk id="3" creationId="{36752DCD-6BF8-89C8-108A-1F221D3A51EE}"/>
          </ac:spMkLst>
        </pc:spChg>
      </pc:sldChg>
      <pc:sldChg chg="modSp mod modClrScheme chgLayout">
        <pc:chgData name="Shailendra Chauhan" userId="a7d3133f-e197-4b90-bf63-99a63a264234" providerId="ADAL" clId="{E574157F-C713-4C67-861F-4DFB4056D16C}" dt="2024-07-06T07:08:45.579" v="86" actId="700"/>
        <pc:sldMkLst>
          <pc:docMk/>
          <pc:sldMk cId="3993708141" sldId="586"/>
        </pc:sldMkLst>
        <pc:spChg chg="mod ord">
          <ac:chgData name="Shailendra Chauhan" userId="a7d3133f-e197-4b90-bf63-99a63a264234" providerId="ADAL" clId="{E574157F-C713-4C67-861F-4DFB4056D16C}" dt="2024-07-06T07:08:45.579" v="86" actId="700"/>
          <ac:spMkLst>
            <pc:docMk/>
            <pc:sldMk cId="3993708141" sldId="586"/>
            <ac:spMk id="2" creationId="{38AEDC74-6050-E049-5CE6-CA7FFBE09AF8}"/>
          </ac:spMkLst>
        </pc:spChg>
        <pc:spChg chg="mod ord">
          <ac:chgData name="Shailendra Chauhan" userId="a7d3133f-e197-4b90-bf63-99a63a264234" providerId="ADAL" clId="{E574157F-C713-4C67-861F-4DFB4056D16C}" dt="2024-07-06T07:08:45.579" v="86" actId="700"/>
          <ac:spMkLst>
            <pc:docMk/>
            <pc:sldMk cId="3993708141" sldId="586"/>
            <ac:spMk id="3" creationId="{3DB6DFE7-E4F4-E49B-236D-9BEAC0A5902F}"/>
          </ac:spMkLst>
        </pc:spChg>
      </pc:sldChg>
      <pc:sldChg chg="modSp mod modClrScheme chgLayout">
        <pc:chgData name="Shailendra Chauhan" userId="a7d3133f-e197-4b90-bf63-99a63a264234" providerId="ADAL" clId="{E574157F-C713-4C67-861F-4DFB4056D16C}" dt="2024-07-06T07:09:23.232" v="98" actId="27636"/>
        <pc:sldMkLst>
          <pc:docMk/>
          <pc:sldMk cId="3096286546" sldId="590"/>
        </pc:sldMkLst>
        <pc:spChg chg="mod ord">
          <ac:chgData name="Shailendra Chauhan" userId="a7d3133f-e197-4b90-bf63-99a63a264234" providerId="ADAL" clId="{E574157F-C713-4C67-861F-4DFB4056D16C}" dt="2024-07-06T07:09:23.221" v="97" actId="700"/>
          <ac:spMkLst>
            <pc:docMk/>
            <pc:sldMk cId="3096286546" sldId="590"/>
            <ac:spMk id="2" creationId="{3116A47B-7B0C-7298-5C4D-B33E3B0059AD}"/>
          </ac:spMkLst>
        </pc:spChg>
        <pc:spChg chg="mod ord">
          <ac:chgData name="Shailendra Chauhan" userId="a7d3133f-e197-4b90-bf63-99a63a264234" providerId="ADAL" clId="{E574157F-C713-4C67-861F-4DFB4056D16C}" dt="2024-07-06T07:09:23.232" v="98" actId="27636"/>
          <ac:spMkLst>
            <pc:docMk/>
            <pc:sldMk cId="3096286546" sldId="590"/>
            <ac:spMk id="3" creationId="{103ED9E4-AD20-490C-DC04-7FCCA5ADA557}"/>
          </ac:spMkLst>
        </pc:spChg>
      </pc:sldChg>
      <pc:sldChg chg="modSp mod modClrScheme chgLayout">
        <pc:chgData name="Shailendra Chauhan" userId="a7d3133f-e197-4b90-bf63-99a63a264234" providerId="ADAL" clId="{E574157F-C713-4C67-861F-4DFB4056D16C}" dt="2024-07-06T07:09:27.174" v="100" actId="27636"/>
        <pc:sldMkLst>
          <pc:docMk/>
          <pc:sldMk cId="2688417799" sldId="591"/>
        </pc:sldMkLst>
        <pc:spChg chg="mod ord">
          <ac:chgData name="Shailendra Chauhan" userId="a7d3133f-e197-4b90-bf63-99a63a264234" providerId="ADAL" clId="{E574157F-C713-4C67-861F-4DFB4056D16C}" dt="2024-07-06T07:09:27.174" v="100" actId="27636"/>
          <ac:spMkLst>
            <pc:docMk/>
            <pc:sldMk cId="2688417799" sldId="591"/>
            <ac:spMk id="2" creationId="{F6591A50-22DE-B1BE-E094-B3FDC0525090}"/>
          </ac:spMkLst>
        </pc:spChg>
        <pc:spChg chg="mod ord">
          <ac:chgData name="Shailendra Chauhan" userId="a7d3133f-e197-4b90-bf63-99a63a264234" providerId="ADAL" clId="{E574157F-C713-4C67-861F-4DFB4056D16C}" dt="2024-07-06T07:09:27.147" v="99" actId="700"/>
          <ac:spMkLst>
            <pc:docMk/>
            <pc:sldMk cId="2688417799" sldId="591"/>
            <ac:spMk id="3" creationId="{B5F36776-6DE5-80C2-A390-58AD25F56937}"/>
          </ac:spMkLst>
        </pc:spChg>
      </pc:sldChg>
      <pc:sldChg chg="modSp mod modClrScheme chgLayout">
        <pc:chgData name="Shailendra Chauhan" userId="a7d3133f-e197-4b90-bf63-99a63a264234" providerId="ADAL" clId="{E574157F-C713-4C67-861F-4DFB4056D16C}" dt="2024-07-06T07:09:30.881" v="101" actId="700"/>
        <pc:sldMkLst>
          <pc:docMk/>
          <pc:sldMk cId="621490946" sldId="592"/>
        </pc:sldMkLst>
        <pc:spChg chg="mod ord">
          <ac:chgData name="Shailendra Chauhan" userId="a7d3133f-e197-4b90-bf63-99a63a264234" providerId="ADAL" clId="{E574157F-C713-4C67-861F-4DFB4056D16C}" dt="2024-07-06T07:09:30.881" v="101" actId="700"/>
          <ac:spMkLst>
            <pc:docMk/>
            <pc:sldMk cId="621490946" sldId="592"/>
            <ac:spMk id="2" creationId="{AB0287C5-B75D-72CA-5550-FD0A37F192E7}"/>
          </ac:spMkLst>
        </pc:spChg>
        <pc:spChg chg="mod ord">
          <ac:chgData name="Shailendra Chauhan" userId="a7d3133f-e197-4b90-bf63-99a63a264234" providerId="ADAL" clId="{E574157F-C713-4C67-861F-4DFB4056D16C}" dt="2024-07-06T07:09:30.881" v="101" actId="700"/>
          <ac:spMkLst>
            <pc:docMk/>
            <pc:sldMk cId="621490946" sldId="592"/>
            <ac:spMk id="3" creationId="{36752DCD-6BF8-89C8-108A-1F221D3A51EE}"/>
          </ac:spMkLst>
        </pc:spChg>
      </pc:sldChg>
      <pc:sldChg chg="modSp mod modClrScheme chgLayout">
        <pc:chgData name="Shailendra Chauhan" userId="a7d3133f-e197-4b90-bf63-99a63a264234" providerId="ADAL" clId="{E574157F-C713-4C67-861F-4DFB4056D16C}" dt="2024-07-06T07:09:34.594" v="102" actId="700"/>
        <pc:sldMkLst>
          <pc:docMk/>
          <pc:sldMk cId="1576413590" sldId="593"/>
        </pc:sldMkLst>
        <pc:spChg chg="mod ord">
          <ac:chgData name="Shailendra Chauhan" userId="a7d3133f-e197-4b90-bf63-99a63a264234" providerId="ADAL" clId="{E574157F-C713-4C67-861F-4DFB4056D16C}" dt="2024-07-06T07:09:34.594" v="102" actId="700"/>
          <ac:spMkLst>
            <pc:docMk/>
            <pc:sldMk cId="1576413590" sldId="593"/>
            <ac:spMk id="2" creationId="{38AEDC74-6050-E049-5CE6-CA7FFBE09AF8}"/>
          </ac:spMkLst>
        </pc:spChg>
        <pc:spChg chg="mod ord">
          <ac:chgData name="Shailendra Chauhan" userId="a7d3133f-e197-4b90-bf63-99a63a264234" providerId="ADAL" clId="{E574157F-C713-4C67-861F-4DFB4056D16C}" dt="2024-07-06T07:09:34.594" v="102" actId="700"/>
          <ac:spMkLst>
            <pc:docMk/>
            <pc:sldMk cId="1576413590" sldId="593"/>
            <ac:spMk id="3" creationId="{3DB6DFE7-E4F4-E49B-236D-9BEAC0A5902F}"/>
          </ac:spMkLst>
        </pc:spChg>
      </pc:sldChg>
      <pc:sldChg chg="modSp mod modClrScheme chgLayout">
        <pc:chgData name="Shailendra Chauhan" userId="a7d3133f-e197-4b90-bf63-99a63a264234" providerId="ADAL" clId="{E574157F-C713-4C67-861F-4DFB4056D16C}" dt="2024-07-06T07:09:02.719" v="92" actId="700"/>
        <pc:sldMkLst>
          <pc:docMk/>
          <pc:sldMk cId="1313642044" sldId="597"/>
        </pc:sldMkLst>
        <pc:spChg chg="mod ord">
          <ac:chgData name="Shailendra Chauhan" userId="a7d3133f-e197-4b90-bf63-99a63a264234" providerId="ADAL" clId="{E574157F-C713-4C67-861F-4DFB4056D16C}" dt="2024-07-06T07:09:02.719" v="92" actId="700"/>
          <ac:spMkLst>
            <pc:docMk/>
            <pc:sldMk cId="1313642044" sldId="597"/>
            <ac:spMk id="2" creationId="{E396A802-7632-0297-1374-B383E988C43F}"/>
          </ac:spMkLst>
        </pc:spChg>
        <pc:spChg chg="mod ord">
          <ac:chgData name="Shailendra Chauhan" userId="a7d3133f-e197-4b90-bf63-99a63a264234" providerId="ADAL" clId="{E574157F-C713-4C67-861F-4DFB4056D16C}" dt="2024-07-06T07:09:02.719" v="92" actId="700"/>
          <ac:spMkLst>
            <pc:docMk/>
            <pc:sldMk cId="1313642044" sldId="597"/>
            <ac:spMk id="3" creationId="{61160E6A-9A1C-C4A3-A16E-015242356874}"/>
          </ac:spMkLst>
        </pc:spChg>
      </pc:sldChg>
      <pc:sldChg chg="modSp mod modClrScheme chgLayout">
        <pc:chgData name="Shailendra Chauhan" userId="a7d3133f-e197-4b90-bf63-99a63a264234" providerId="ADAL" clId="{E574157F-C713-4C67-861F-4DFB4056D16C}" dt="2024-07-06T07:05:36.163" v="30" actId="700"/>
        <pc:sldMkLst>
          <pc:docMk/>
          <pc:sldMk cId="4168438669" sldId="602"/>
        </pc:sldMkLst>
        <pc:spChg chg="mod ord">
          <ac:chgData name="Shailendra Chauhan" userId="a7d3133f-e197-4b90-bf63-99a63a264234" providerId="ADAL" clId="{E574157F-C713-4C67-861F-4DFB4056D16C}" dt="2024-07-06T07:05:36.163" v="30" actId="700"/>
          <ac:spMkLst>
            <pc:docMk/>
            <pc:sldMk cId="4168438669" sldId="602"/>
            <ac:spMk id="2" creationId="{3AF47D22-47F5-0FE8-FEE4-DECF8D38F7C8}"/>
          </ac:spMkLst>
        </pc:spChg>
        <pc:spChg chg="mod ord">
          <ac:chgData name="Shailendra Chauhan" userId="a7d3133f-e197-4b90-bf63-99a63a264234" providerId="ADAL" clId="{E574157F-C713-4C67-861F-4DFB4056D16C}" dt="2024-07-06T07:05:36.163" v="30" actId="700"/>
          <ac:spMkLst>
            <pc:docMk/>
            <pc:sldMk cId="4168438669" sldId="602"/>
            <ac:spMk id="3" creationId="{9E40FAF1-302F-34D8-B9E1-2FDDDB3D2EF9}"/>
          </ac:spMkLst>
        </pc:spChg>
      </pc:sldChg>
      <pc:sldChg chg="modSp mod modClrScheme chgLayout">
        <pc:chgData name="Shailendra Chauhan" userId="a7d3133f-e197-4b90-bf63-99a63a264234" providerId="ADAL" clId="{E574157F-C713-4C67-861F-4DFB4056D16C}" dt="2024-07-06T07:05:39.394" v="31" actId="700"/>
        <pc:sldMkLst>
          <pc:docMk/>
          <pc:sldMk cId="1884692827" sldId="603"/>
        </pc:sldMkLst>
        <pc:spChg chg="mod ord">
          <ac:chgData name="Shailendra Chauhan" userId="a7d3133f-e197-4b90-bf63-99a63a264234" providerId="ADAL" clId="{E574157F-C713-4C67-861F-4DFB4056D16C}" dt="2024-07-06T07:05:39.394" v="31" actId="700"/>
          <ac:spMkLst>
            <pc:docMk/>
            <pc:sldMk cId="1884692827" sldId="603"/>
            <ac:spMk id="2" creationId="{02640FC6-0B29-1DB9-2267-0571203B7062}"/>
          </ac:spMkLst>
        </pc:spChg>
        <pc:spChg chg="mod ord">
          <ac:chgData name="Shailendra Chauhan" userId="a7d3133f-e197-4b90-bf63-99a63a264234" providerId="ADAL" clId="{E574157F-C713-4C67-861F-4DFB4056D16C}" dt="2024-07-06T07:05:39.394" v="31" actId="700"/>
          <ac:spMkLst>
            <pc:docMk/>
            <pc:sldMk cId="1884692827" sldId="603"/>
            <ac:spMk id="3" creationId="{674CB9DB-5D19-2A92-43E8-C65DC44E8817}"/>
          </ac:spMkLst>
        </pc:spChg>
      </pc:sldChg>
      <pc:sldChg chg="modSp mod modClrScheme chgLayout">
        <pc:chgData name="Shailendra Chauhan" userId="a7d3133f-e197-4b90-bf63-99a63a264234" providerId="ADAL" clId="{E574157F-C713-4C67-861F-4DFB4056D16C}" dt="2024-07-06T07:05:42.737" v="33" actId="27636"/>
        <pc:sldMkLst>
          <pc:docMk/>
          <pc:sldMk cId="959467806" sldId="604"/>
        </pc:sldMkLst>
        <pc:spChg chg="mod ord">
          <ac:chgData name="Shailendra Chauhan" userId="a7d3133f-e197-4b90-bf63-99a63a264234" providerId="ADAL" clId="{E574157F-C713-4C67-861F-4DFB4056D16C}" dt="2024-07-06T07:05:42.737" v="33" actId="27636"/>
          <ac:spMkLst>
            <pc:docMk/>
            <pc:sldMk cId="959467806" sldId="604"/>
            <ac:spMk id="2" creationId="{3A73DE15-5452-9088-4C26-4ED9243A1C84}"/>
          </ac:spMkLst>
        </pc:spChg>
        <pc:spChg chg="mod ord">
          <ac:chgData name="Shailendra Chauhan" userId="a7d3133f-e197-4b90-bf63-99a63a264234" providerId="ADAL" clId="{E574157F-C713-4C67-861F-4DFB4056D16C}" dt="2024-07-06T07:05:42.718" v="32" actId="700"/>
          <ac:spMkLst>
            <pc:docMk/>
            <pc:sldMk cId="959467806" sldId="604"/>
            <ac:spMk id="3" creationId="{F0CFA9D4-726E-4066-49CA-E5777A85B657}"/>
          </ac:spMkLst>
        </pc:spChg>
      </pc:sldChg>
      <pc:sldChg chg="modSp mod modClrScheme chgLayout">
        <pc:chgData name="Shailendra Chauhan" userId="a7d3133f-e197-4b90-bf63-99a63a264234" providerId="ADAL" clId="{E574157F-C713-4C67-861F-4DFB4056D16C}" dt="2024-07-06T07:06:38.525" v="45" actId="27636"/>
        <pc:sldMkLst>
          <pc:docMk/>
          <pc:sldMk cId="4009963013" sldId="605"/>
        </pc:sldMkLst>
        <pc:spChg chg="mod ord">
          <ac:chgData name="Shailendra Chauhan" userId="a7d3133f-e197-4b90-bf63-99a63a264234" providerId="ADAL" clId="{E574157F-C713-4C67-861F-4DFB4056D16C}" dt="2024-07-06T07:06:38.525" v="45" actId="27636"/>
          <ac:spMkLst>
            <pc:docMk/>
            <pc:sldMk cId="4009963013" sldId="605"/>
            <ac:spMk id="2" creationId="{2A791BA2-CB7D-0822-83C9-6AFAE527C9A2}"/>
          </ac:spMkLst>
        </pc:spChg>
        <pc:spChg chg="mod ord">
          <ac:chgData name="Shailendra Chauhan" userId="a7d3133f-e197-4b90-bf63-99a63a264234" providerId="ADAL" clId="{E574157F-C713-4C67-861F-4DFB4056D16C}" dt="2024-07-06T07:06:38.487" v="44" actId="700"/>
          <ac:spMkLst>
            <pc:docMk/>
            <pc:sldMk cId="4009963013" sldId="605"/>
            <ac:spMk id="3" creationId="{7B17C9E1-836D-C25A-FCC2-6771AF13F3D1}"/>
          </ac:spMkLst>
        </pc:spChg>
      </pc:sldChg>
      <pc:sldChg chg="modSp mod modClrScheme chgLayout">
        <pc:chgData name="Shailendra Chauhan" userId="a7d3133f-e197-4b90-bf63-99a63a264234" providerId="ADAL" clId="{E574157F-C713-4C67-861F-4DFB4056D16C}" dt="2024-07-06T07:06:41.588" v="46" actId="700"/>
        <pc:sldMkLst>
          <pc:docMk/>
          <pc:sldMk cId="2284487702" sldId="606"/>
        </pc:sldMkLst>
        <pc:spChg chg="mod ord">
          <ac:chgData name="Shailendra Chauhan" userId="a7d3133f-e197-4b90-bf63-99a63a264234" providerId="ADAL" clId="{E574157F-C713-4C67-861F-4DFB4056D16C}" dt="2024-07-06T07:06:41.588" v="46" actId="700"/>
          <ac:spMkLst>
            <pc:docMk/>
            <pc:sldMk cId="2284487702" sldId="606"/>
            <ac:spMk id="2" creationId="{7297FDC9-4DEF-7E86-2C37-5327705DC660}"/>
          </ac:spMkLst>
        </pc:spChg>
        <pc:spChg chg="mod ord">
          <ac:chgData name="Shailendra Chauhan" userId="a7d3133f-e197-4b90-bf63-99a63a264234" providerId="ADAL" clId="{E574157F-C713-4C67-861F-4DFB4056D16C}" dt="2024-07-06T07:06:41.588" v="46" actId="700"/>
          <ac:spMkLst>
            <pc:docMk/>
            <pc:sldMk cId="2284487702" sldId="606"/>
            <ac:spMk id="3" creationId="{4D4D1C8F-82DC-B1DD-3A64-30DB2E205CEF}"/>
          </ac:spMkLst>
        </pc:spChg>
      </pc:sldChg>
      <pc:sldChg chg="modSp mod modClrScheme chgLayout">
        <pc:chgData name="Shailendra Chauhan" userId="a7d3133f-e197-4b90-bf63-99a63a264234" providerId="ADAL" clId="{E574157F-C713-4C67-861F-4DFB4056D16C}" dt="2024-07-06T07:06:45.322" v="48" actId="27636"/>
        <pc:sldMkLst>
          <pc:docMk/>
          <pc:sldMk cId="979172404" sldId="607"/>
        </pc:sldMkLst>
        <pc:spChg chg="mod ord">
          <ac:chgData name="Shailendra Chauhan" userId="a7d3133f-e197-4b90-bf63-99a63a264234" providerId="ADAL" clId="{E574157F-C713-4C67-861F-4DFB4056D16C}" dt="2024-07-06T07:06:45.322" v="48" actId="27636"/>
          <ac:spMkLst>
            <pc:docMk/>
            <pc:sldMk cId="979172404" sldId="607"/>
            <ac:spMk id="2" creationId="{3AFA1C57-BF4A-9987-1D74-4DE8887E4F24}"/>
          </ac:spMkLst>
        </pc:spChg>
        <pc:spChg chg="mod ord">
          <ac:chgData name="Shailendra Chauhan" userId="a7d3133f-e197-4b90-bf63-99a63a264234" providerId="ADAL" clId="{E574157F-C713-4C67-861F-4DFB4056D16C}" dt="2024-07-06T07:06:45.302" v="47" actId="700"/>
          <ac:spMkLst>
            <pc:docMk/>
            <pc:sldMk cId="979172404" sldId="607"/>
            <ac:spMk id="3" creationId="{3CAB44C9-19E1-B132-4DAC-FBEE1F3392F8}"/>
          </ac:spMkLst>
        </pc:spChg>
      </pc:sldChg>
      <pc:sldChg chg="modSp mod modClrScheme chgLayout">
        <pc:chgData name="Shailendra Chauhan" userId="a7d3133f-e197-4b90-bf63-99a63a264234" providerId="ADAL" clId="{E574157F-C713-4C67-861F-4DFB4056D16C}" dt="2024-07-06T07:06:48.668" v="49" actId="700"/>
        <pc:sldMkLst>
          <pc:docMk/>
          <pc:sldMk cId="3181121385" sldId="608"/>
        </pc:sldMkLst>
        <pc:spChg chg="mod ord">
          <ac:chgData name="Shailendra Chauhan" userId="a7d3133f-e197-4b90-bf63-99a63a264234" providerId="ADAL" clId="{E574157F-C713-4C67-861F-4DFB4056D16C}" dt="2024-07-06T07:06:48.668" v="49" actId="700"/>
          <ac:spMkLst>
            <pc:docMk/>
            <pc:sldMk cId="3181121385" sldId="608"/>
            <ac:spMk id="2" creationId="{F183A448-F8FE-80AB-8A29-33B794DD4122}"/>
          </ac:spMkLst>
        </pc:spChg>
        <pc:spChg chg="mod ord">
          <ac:chgData name="Shailendra Chauhan" userId="a7d3133f-e197-4b90-bf63-99a63a264234" providerId="ADAL" clId="{E574157F-C713-4C67-861F-4DFB4056D16C}" dt="2024-07-06T07:06:48.668" v="49" actId="700"/>
          <ac:spMkLst>
            <pc:docMk/>
            <pc:sldMk cId="3181121385" sldId="608"/>
            <ac:spMk id="3" creationId="{C8B31FC2-3922-5466-A327-F5D23F2D82F5}"/>
          </ac:spMkLst>
        </pc:spChg>
      </pc:sldChg>
      <pc:sldChg chg="modSp mod modClrScheme chgLayout">
        <pc:chgData name="Shailendra Chauhan" userId="a7d3133f-e197-4b90-bf63-99a63a264234" providerId="ADAL" clId="{E574157F-C713-4C67-861F-4DFB4056D16C}" dt="2024-07-06T07:07:14.917" v="58" actId="700"/>
        <pc:sldMkLst>
          <pc:docMk/>
          <pc:sldMk cId="2759127095" sldId="609"/>
        </pc:sldMkLst>
        <pc:spChg chg="mod ord">
          <ac:chgData name="Shailendra Chauhan" userId="a7d3133f-e197-4b90-bf63-99a63a264234" providerId="ADAL" clId="{E574157F-C713-4C67-861F-4DFB4056D16C}" dt="2024-07-06T07:07:14.917" v="58" actId="700"/>
          <ac:spMkLst>
            <pc:docMk/>
            <pc:sldMk cId="2759127095" sldId="609"/>
            <ac:spMk id="2" creationId="{BE9D884F-8F95-1A7D-B200-23BC83135C4A}"/>
          </ac:spMkLst>
        </pc:spChg>
        <pc:spChg chg="mod ord">
          <ac:chgData name="Shailendra Chauhan" userId="a7d3133f-e197-4b90-bf63-99a63a264234" providerId="ADAL" clId="{E574157F-C713-4C67-861F-4DFB4056D16C}" dt="2024-07-06T07:07:14.917" v="58" actId="700"/>
          <ac:spMkLst>
            <pc:docMk/>
            <pc:sldMk cId="2759127095" sldId="609"/>
            <ac:spMk id="3" creationId="{F719ED02-4119-0D16-3649-793724E98371}"/>
          </ac:spMkLst>
        </pc:spChg>
      </pc:sldChg>
      <pc:sldChg chg="modSp mod modClrScheme chgLayout">
        <pc:chgData name="Shailendra Chauhan" userId="a7d3133f-e197-4b90-bf63-99a63a264234" providerId="ADAL" clId="{E574157F-C713-4C67-861F-4DFB4056D16C}" dt="2024-07-06T07:07:18.477" v="59" actId="700"/>
        <pc:sldMkLst>
          <pc:docMk/>
          <pc:sldMk cId="1681565921" sldId="610"/>
        </pc:sldMkLst>
        <pc:spChg chg="mod ord">
          <ac:chgData name="Shailendra Chauhan" userId="a7d3133f-e197-4b90-bf63-99a63a264234" providerId="ADAL" clId="{E574157F-C713-4C67-861F-4DFB4056D16C}" dt="2024-07-06T07:07:18.477" v="59" actId="700"/>
          <ac:spMkLst>
            <pc:docMk/>
            <pc:sldMk cId="1681565921" sldId="610"/>
            <ac:spMk id="2" creationId="{D840FD96-36B9-557A-C276-034F65F122DC}"/>
          </ac:spMkLst>
        </pc:spChg>
        <pc:spChg chg="mod ord">
          <ac:chgData name="Shailendra Chauhan" userId="a7d3133f-e197-4b90-bf63-99a63a264234" providerId="ADAL" clId="{E574157F-C713-4C67-861F-4DFB4056D16C}" dt="2024-07-06T07:07:18.477" v="59" actId="700"/>
          <ac:spMkLst>
            <pc:docMk/>
            <pc:sldMk cId="1681565921" sldId="610"/>
            <ac:spMk id="3" creationId="{272204CC-E33D-11DC-F3BC-FDA6B8ECCF24}"/>
          </ac:spMkLst>
        </pc:spChg>
      </pc:sldChg>
      <pc:sldChg chg="modSp mod modClrScheme chgLayout">
        <pc:chgData name="Shailendra Chauhan" userId="a7d3133f-e197-4b90-bf63-99a63a264234" providerId="ADAL" clId="{E574157F-C713-4C67-861F-4DFB4056D16C}" dt="2024-07-06T07:07:21.737" v="60" actId="700"/>
        <pc:sldMkLst>
          <pc:docMk/>
          <pc:sldMk cId="1654618036" sldId="611"/>
        </pc:sldMkLst>
        <pc:spChg chg="mod ord">
          <ac:chgData name="Shailendra Chauhan" userId="a7d3133f-e197-4b90-bf63-99a63a264234" providerId="ADAL" clId="{E574157F-C713-4C67-861F-4DFB4056D16C}" dt="2024-07-06T07:07:21.737" v="60" actId="700"/>
          <ac:spMkLst>
            <pc:docMk/>
            <pc:sldMk cId="1654618036" sldId="611"/>
            <ac:spMk id="2" creationId="{D30CEFCB-EC8A-4B8C-63CE-0672B43AAD0E}"/>
          </ac:spMkLst>
        </pc:spChg>
        <pc:spChg chg="mod ord">
          <ac:chgData name="Shailendra Chauhan" userId="a7d3133f-e197-4b90-bf63-99a63a264234" providerId="ADAL" clId="{E574157F-C713-4C67-861F-4DFB4056D16C}" dt="2024-07-06T07:07:21.737" v="60" actId="700"/>
          <ac:spMkLst>
            <pc:docMk/>
            <pc:sldMk cId="1654618036" sldId="611"/>
            <ac:spMk id="3" creationId="{39AD2DF9-4D20-7980-8284-FEF5CD7A0442}"/>
          </ac:spMkLst>
        </pc:spChg>
      </pc:sldChg>
      <pc:sldChg chg="modSp mod modClrScheme chgLayout">
        <pc:chgData name="Shailendra Chauhan" userId="a7d3133f-e197-4b90-bf63-99a63a264234" providerId="ADAL" clId="{E574157F-C713-4C67-861F-4DFB4056D16C}" dt="2024-07-06T07:07:25.934" v="61" actId="700"/>
        <pc:sldMkLst>
          <pc:docMk/>
          <pc:sldMk cId="1870710400" sldId="612"/>
        </pc:sldMkLst>
        <pc:spChg chg="mod ord">
          <ac:chgData name="Shailendra Chauhan" userId="a7d3133f-e197-4b90-bf63-99a63a264234" providerId="ADAL" clId="{E574157F-C713-4C67-861F-4DFB4056D16C}" dt="2024-07-06T07:07:25.934" v="61" actId="700"/>
          <ac:spMkLst>
            <pc:docMk/>
            <pc:sldMk cId="1870710400" sldId="612"/>
            <ac:spMk id="2" creationId="{61216EA5-4F43-3C20-0406-6625E3285757}"/>
          </ac:spMkLst>
        </pc:spChg>
        <pc:spChg chg="mod ord">
          <ac:chgData name="Shailendra Chauhan" userId="a7d3133f-e197-4b90-bf63-99a63a264234" providerId="ADAL" clId="{E574157F-C713-4C67-861F-4DFB4056D16C}" dt="2024-07-06T07:07:25.934" v="61" actId="700"/>
          <ac:spMkLst>
            <pc:docMk/>
            <pc:sldMk cId="1870710400" sldId="612"/>
            <ac:spMk id="3" creationId="{E7D504C4-A290-FB6D-1CE3-2E73157FD469}"/>
          </ac:spMkLst>
        </pc:spChg>
      </pc:sldChg>
      <pc:sldChg chg="modSp mod modClrScheme chgLayout">
        <pc:chgData name="Shailendra Chauhan" userId="a7d3133f-e197-4b90-bf63-99a63a264234" providerId="ADAL" clId="{E574157F-C713-4C67-861F-4DFB4056D16C}" dt="2024-07-06T07:08:03.082" v="72" actId="700"/>
        <pc:sldMkLst>
          <pc:docMk/>
          <pc:sldMk cId="3178796030" sldId="613"/>
        </pc:sldMkLst>
        <pc:spChg chg="mod ord">
          <ac:chgData name="Shailendra Chauhan" userId="a7d3133f-e197-4b90-bf63-99a63a264234" providerId="ADAL" clId="{E574157F-C713-4C67-861F-4DFB4056D16C}" dt="2024-07-06T07:08:03.082" v="72" actId="700"/>
          <ac:spMkLst>
            <pc:docMk/>
            <pc:sldMk cId="3178796030" sldId="613"/>
            <ac:spMk id="2" creationId="{829DEEEF-E61F-783F-C6F2-78D463D908F8}"/>
          </ac:spMkLst>
        </pc:spChg>
        <pc:spChg chg="mod ord">
          <ac:chgData name="Shailendra Chauhan" userId="a7d3133f-e197-4b90-bf63-99a63a264234" providerId="ADAL" clId="{E574157F-C713-4C67-861F-4DFB4056D16C}" dt="2024-07-06T07:08:03.082" v="72" actId="700"/>
          <ac:spMkLst>
            <pc:docMk/>
            <pc:sldMk cId="3178796030" sldId="613"/>
            <ac:spMk id="3" creationId="{0E5DFA9D-36E9-73B5-1031-94281622509C}"/>
          </ac:spMkLst>
        </pc:spChg>
      </pc:sldChg>
      <pc:sldChg chg="modSp mod modClrScheme chgLayout">
        <pc:chgData name="Shailendra Chauhan" userId="a7d3133f-e197-4b90-bf63-99a63a264234" providerId="ADAL" clId="{E574157F-C713-4C67-861F-4DFB4056D16C}" dt="2024-07-06T07:08:06.699" v="73" actId="700"/>
        <pc:sldMkLst>
          <pc:docMk/>
          <pc:sldMk cId="766241605" sldId="614"/>
        </pc:sldMkLst>
        <pc:spChg chg="mod ord">
          <ac:chgData name="Shailendra Chauhan" userId="a7d3133f-e197-4b90-bf63-99a63a264234" providerId="ADAL" clId="{E574157F-C713-4C67-861F-4DFB4056D16C}" dt="2024-07-06T07:08:06.699" v="73" actId="700"/>
          <ac:spMkLst>
            <pc:docMk/>
            <pc:sldMk cId="766241605" sldId="614"/>
            <ac:spMk id="2" creationId="{62839BDD-0C27-4720-9F30-FAB69E88CD0F}"/>
          </ac:spMkLst>
        </pc:spChg>
        <pc:spChg chg="mod ord">
          <ac:chgData name="Shailendra Chauhan" userId="a7d3133f-e197-4b90-bf63-99a63a264234" providerId="ADAL" clId="{E574157F-C713-4C67-861F-4DFB4056D16C}" dt="2024-07-06T07:08:06.699" v="73" actId="700"/>
          <ac:spMkLst>
            <pc:docMk/>
            <pc:sldMk cId="766241605" sldId="614"/>
            <ac:spMk id="3" creationId="{5A679234-9CAF-A0B8-B6B6-A6C9DE9D4D79}"/>
          </ac:spMkLst>
        </pc:spChg>
      </pc:sldChg>
      <pc:sldChg chg="modSp mod modClrScheme chgLayout">
        <pc:chgData name="Shailendra Chauhan" userId="a7d3133f-e197-4b90-bf63-99a63a264234" providerId="ADAL" clId="{E574157F-C713-4C67-861F-4DFB4056D16C}" dt="2024-07-06T07:08:10.239" v="75" actId="27636"/>
        <pc:sldMkLst>
          <pc:docMk/>
          <pc:sldMk cId="46299293" sldId="615"/>
        </pc:sldMkLst>
        <pc:spChg chg="mod ord">
          <ac:chgData name="Shailendra Chauhan" userId="a7d3133f-e197-4b90-bf63-99a63a264234" providerId="ADAL" clId="{E574157F-C713-4C67-861F-4DFB4056D16C}" dt="2024-07-06T07:08:10.239" v="75" actId="27636"/>
          <ac:spMkLst>
            <pc:docMk/>
            <pc:sldMk cId="46299293" sldId="615"/>
            <ac:spMk id="2" creationId="{8AF71148-15E7-656C-3EC8-FFBA1128DCCA}"/>
          </ac:spMkLst>
        </pc:spChg>
        <pc:spChg chg="mod ord">
          <ac:chgData name="Shailendra Chauhan" userId="a7d3133f-e197-4b90-bf63-99a63a264234" providerId="ADAL" clId="{E574157F-C713-4C67-861F-4DFB4056D16C}" dt="2024-07-06T07:08:10.222" v="74" actId="700"/>
          <ac:spMkLst>
            <pc:docMk/>
            <pc:sldMk cId="46299293" sldId="615"/>
            <ac:spMk id="3" creationId="{9247384B-B8D3-A582-853A-13FF1C05FAAA}"/>
          </ac:spMkLst>
        </pc:spChg>
      </pc:sldChg>
      <pc:sldChg chg="modSp mod modClrScheme chgLayout">
        <pc:chgData name="Shailendra Chauhan" userId="a7d3133f-e197-4b90-bf63-99a63a264234" providerId="ADAL" clId="{E574157F-C713-4C67-861F-4DFB4056D16C}" dt="2024-07-06T07:08:13.421" v="76" actId="700"/>
        <pc:sldMkLst>
          <pc:docMk/>
          <pc:sldMk cId="3265074991" sldId="616"/>
        </pc:sldMkLst>
        <pc:spChg chg="mod ord">
          <ac:chgData name="Shailendra Chauhan" userId="a7d3133f-e197-4b90-bf63-99a63a264234" providerId="ADAL" clId="{E574157F-C713-4C67-861F-4DFB4056D16C}" dt="2024-07-06T07:08:13.421" v="76" actId="700"/>
          <ac:spMkLst>
            <pc:docMk/>
            <pc:sldMk cId="3265074991" sldId="616"/>
            <ac:spMk id="2" creationId="{14392BCC-4152-F465-CF7F-A94C992CCD7E}"/>
          </ac:spMkLst>
        </pc:spChg>
        <pc:spChg chg="mod ord">
          <ac:chgData name="Shailendra Chauhan" userId="a7d3133f-e197-4b90-bf63-99a63a264234" providerId="ADAL" clId="{E574157F-C713-4C67-861F-4DFB4056D16C}" dt="2024-07-06T07:08:13.421" v="76" actId="700"/>
          <ac:spMkLst>
            <pc:docMk/>
            <pc:sldMk cId="3265074991" sldId="616"/>
            <ac:spMk id="3" creationId="{1AEED819-37BC-D31E-C186-BD4884C99CED}"/>
          </ac:spMkLst>
        </pc:spChg>
      </pc:sldChg>
      <pc:sldChg chg="modSp mod modClrScheme chgLayout">
        <pc:chgData name="Shailendra Chauhan" userId="a7d3133f-e197-4b90-bf63-99a63a264234" providerId="ADAL" clId="{E574157F-C713-4C67-861F-4DFB4056D16C}" dt="2024-07-06T07:08:48.816" v="88" actId="27636"/>
        <pc:sldMkLst>
          <pc:docMk/>
          <pc:sldMk cId="3048291790" sldId="617"/>
        </pc:sldMkLst>
        <pc:spChg chg="mod ord">
          <ac:chgData name="Shailendra Chauhan" userId="a7d3133f-e197-4b90-bf63-99a63a264234" providerId="ADAL" clId="{E574157F-C713-4C67-861F-4DFB4056D16C}" dt="2024-07-06T07:08:48.816" v="88" actId="27636"/>
          <ac:spMkLst>
            <pc:docMk/>
            <pc:sldMk cId="3048291790" sldId="617"/>
            <ac:spMk id="2" creationId="{9ECF727C-6B07-9197-DC72-F9616466AAD6}"/>
          </ac:spMkLst>
        </pc:spChg>
        <pc:spChg chg="mod ord">
          <ac:chgData name="Shailendra Chauhan" userId="a7d3133f-e197-4b90-bf63-99a63a264234" providerId="ADAL" clId="{E574157F-C713-4C67-861F-4DFB4056D16C}" dt="2024-07-06T07:08:48.792" v="87" actId="700"/>
          <ac:spMkLst>
            <pc:docMk/>
            <pc:sldMk cId="3048291790" sldId="617"/>
            <ac:spMk id="3" creationId="{FF0AC990-F640-FE63-19E3-266AFED29CFC}"/>
          </ac:spMkLst>
        </pc:spChg>
      </pc:sldChg>
      <pc:sldChg chg="modSp mod modClrScheme chgLayout">
        <pc:chgData name="Shailendra Chauhan" userId="a7d3133f-e197-4b90-bf63-99a63a264234" providerId="ADAL" clId="{E574157F-C713-4C67-861F-4DFB4056D16C}" dt="2024-07-06T07:08:52.141" v="89" actId="700"/>
        <pc:sldMkLst>
          <pc:docMk/>
          <pc:sldMk cId="851214121" sldId="618"/>
        </pc:sldMkLst>
        <pc:spChg chg="mod ord">
          <ac:chgData name="Shailendra Chauhan" userId="a7d3133f-e197-4b90-bf63-99a63a264234" providerId="ADAL" clId="{E574157F-C713-4C67-861F-4DFB4056D16C}" dt="2024-07-06T07:08:52.141" v="89" actId="700"/>
          <ac:spMkLst>
            <pc:docMk/>
            <pc:sldMk cId="851214121" sldId="618"/>
            <ac:spMk id="2" creationId="{3C33C84F-855F-CBB3-1F5C-DEFD25D18D55}"/>
          </ac:spMkLst>
        </pc:spChg>
        <pc:spChg chg="mod ord">
          <ac:chgData name="Shailendra Chauhan" userId="a7d3133f-e197-4b90-bf63-99a63a264234" providerId="ADAL" clId="{E574157F-C713-4C67-861F-4DFB4056D16C}" dt="2024-07-06T07:08:52.141" v="89" actId="700"/>
          <ac:spMkLst>
            <pc:docMk/>
            <pc:sldMk cId="851214121" sldId="618"/>
            <ac:spMk id="3" creationId="{AB595E02-276C-7047-1909-616E4EBAA09F}"/>
          </ac:spMkLst>
        </pc:spChg>
      </pc:sldChg>
      <pc:sldChg chg="modSp mod modClrScheme chgLayout">
        <pc:chgData name="Shailendra Chauhan" userId="a7d3133f-e197-4b90-bf63-99a63a264234" providerId="ADAL" clId="{E574157F-C713-4C67-861F-4DFB4056D16C}" dt="2024-07-06T07:08:55.321" v="90" actId="700"/>
        <pc:sldMkLst>
          <pc:docMk/>
          <pc:sldMk cId="1257918332" sldId="619"/>
        </pc:sldMkLst>
        <pc:spChg chg="mod ord">
          <ac:chgData name="Shailendra Chauhan" userId="a7d3133f-e197-4b90-bf63-99a63a264234" providerId="ADAL" clId="{E574157F-C713-4C67-861F-4DFB4056D16C}" dt="2024-07-06T07:08:55.321" v="90" actId="700"/>
          <ac:spMkLst>
            <pc:docMk/>
            <pc:sldMk cId="1257918332" sldId="619"/>
            <ac:spMk id="2" creationId="{BAEC4068-625A-29CC-7083-06A7A4769ADE}"/>
          </ac:spMkLst>
        </pc:spChg>
        <pc:spChg chg="mod ord">
          <ac:chgData name="Shailendra Chauhan" userId="a7d3133f-e197-4b90-bf63-99a63a264234" providerId="ADAL" clId="{E574157F-C713-4C67-861F-4DFB4056D16C}" dt="2024-07-06T07:08:55.321" v="90" actId="700"/>
          <ac:spMkLst>
            <pc:docMk/>
            <pc:sldMk cId="1257918332" sldId="619"/>
            <ac:spMk id="3" creationId="{A297542F-0BF9-B53E-DD6D-D31AA1075DFF}"/>
          </ac:spMkLst>
        </pc:spChg>
      </pc:sldChg>
      <pc:sldChg chg="modSp mod modClrScheme chgLayout">
        <pc:chgData name="Shailendra Chauhan" userId="a7d3133f-e197-4b90-bf63-99a63a264234" providerId="ADAL" clId="{E574157F-C713-4C67-861F-4DFB4056D16C}" dt="2024-07-06T07:08:59.363" v="91" actId="700"/>
        <pc:sldMkLst>
          <pc:docMk/>
          <pc:sldMk cId="3809635258" sldId="620"/>
        </pc:sldMkLst>
        <pc:spChg chg="mod ord">
          <ac:chgData name="Shailendra Chauhan" userId="a7d3133f-e197-4b90-bf63-99a63a264234" providerId="ADAL" clId="{E574157F-C713-4C67-861F-4DFB4056D16C}" dt="2024-07-06T07:08:59.363" v="91" actId="700"/>
          <ac:spMkLst>
            <pc:docMk/>
            <pc:sldMk cId="3809635258" sldId="620"/>
            <ac:spMk id="2" creationId="{4BD511ED-AB78-E1AF-86DC-BE10A9C69CF3}"/>
          </ac:spMkLst>
        </pc:spChg>
        <pc:spChg chg="mod ord">
          <ac:chgData name="Shailendra Chauhan" userId="a7d3133f-e197-4b90-bf63-99a63a264234" providerId="ADAL" clId="{E574157F-C713-4C67-861F-4DFB4056D16C}" dt="2024-07-06T07:08:59.363" v="91" actId="700"/>
          <ac:spMkLst>
            <pc:docMk/>
            <pc:sldMk cId="3809635258" sldId="620"/>
            <ac:spMk id="3" creationId="{4AE1A968-7235-57E8-3D89-FD45DEF20DF6}"/>
          </ac:spMkLst>
        </pc:spChg>
      </pc:sldChg>
      <pc:sldChg chg="modSp mod modClrScheme chgLayout">
        <pc:chgData name="Shailendra Chauhan" userId="a7d3133f-e197-4b90-bf63-99a63a264234" providerId="ADAL" clId="{E574157F-C713-4C67-861F-4DFB4056D16C}" dt="2024-07-06T07:09:37.723" v="103" actId="700"/>
        <pc:sldMkLst>
          <pc:docMk/>
          <pc:sldMk cId="1491759654" sldId="621"/>
        </pc:sldMkLst>
        <pc:spChg chg="mod ord">
          <ac:chgData name="Shailendra Chauhan" userId="a7d3133f-e197-4b90-bf63-99a63a264234" providerId="ADAL" clId="{E574157F-C713-4C67-861F-4DFB4056D16C}" dt="2024-07-06T07:09:37.723" v="103" actId="700"/>
          <ac:spMkLst>
            <pc:docMk/>
            <pc:sldMk cId="1491759654" sldId="621"/>
            <ac:spMk id="2" creationId="{22EB2603-A7F9-A480-548F-A3F8FF840A1A}"/>
          </ac:spMkLst>
        </pc:spChg>
        <pc:spChg chg="mod ord">
          <ac:chgData name="Shailendra Chauhan" userId="a7d3133f-e197-4b90-bf63-99a63a264234" providerId="ADAL" clId="{E574157F-C713-4C67-861F-4DFB4056D16C}" dt="2024-07-06T07:09:37.723" v="103" actId="700"/>
          <ac:spMkLst>
            <pc:docMk/>
            <pc:sldMk cId="1491759654" sldId="621"/>
            <ac:spMk id="3" creationId="{23C2737C-B890-2D73-4DEE-1FB167C4B123}"/>
          </ac:spMkLst>
        </pc:spChg>
      </pc:sldChg>
      <pc:sldChg chg="modSp mod modClrScheme chgLayout">
        <pc:chgData name="Shailendra Chauhan" userId="a7d3133f-e197-4b90-bf63-99a63a264234" providerId="ADAL" clId="{E574157F-C713-4C67-861F-4DFB4056D16C}" dt="2024-07-06T07:09:41.146" v="104" actId="700"/>
        <pc:sldMkLst>
          <pc:docMk/>
          <pc:sldMk cId="468279106" sldId="622"/>
        </pc:sldMkLst>
        <pc:spChg chg="mod ord">
          <ac:chgData name="Shailendra Chauhan" userId="a7d3133f-e197-4b90-bf63-99a63a264234" providerId="ADAL" clId="{E574157F-C713-4C67-861F-4DFB4056D16C}" dt="2024-07-06T07:09:41.146" v="104" actId="700"/>
          <ac:spMkLst>
            <pc:docMk/>
            <pc:sldMk cId="468279106" sldId="622"/>
            <ac:spMk id="2" creationId="{BBC9C276-557F-F122-1DAE-C9119D98289B}"/>
          </ac:spMkLst>
        </pc:spChg>
        <pc:spChg chg="mod ord">
          <ac:chgData name="Shailendra Chauhan" userId="a7d3133f-e197-4b90-bf63-99a63a264234" providerId="ADAL" clId="{E574157F-C713-4C67-861F-4DFB4056D16C}" dt="2024-07-06T07:09:41.146" v="104" actId="700"/>
          <ac:spMkLst>
            <pc:docMk/>
            <pc:sldMk cId="468279106" sldId="622"/>
            <ac:spMk id="3" creationId="{BD81B29C-88FD-53E1-3905-66C2AEA55BD8}"/>
          </ac:spMkLst>
        </pc:spChg>
      </pc:sldChg>
      <pc:sldChg chg="modSp mod modClrScheme chgLayout">
        <pc:chgData name="Shailendra Chauhan" userId="a7d3133f-e197-4b90-bf63-99a63a264234" providerId="ADAL" clId="{E574157F-C713-4C67-861F-4DFB4056D16C}" dt="2024-07-06T07:09:44.538" v="105" actId="700"/>
        <pc:sldMkLst>
          <pc:docMk/>
          <pc:sldMk cId="742315382" sldId="623"/>
        </pc:sldMkLst>
        <pc:spChg chg="mod ord">
          <ac:chgData name="Shailendra Chauhan" userId="a7d3133f-e197-4b90-bf63-99a63a264234" providerId="ADAL" clId="{E574157F-C713-4C67-861F-4DFB4056D16C}" dt="2024-07-06T07:09:44.538" v="105" actId="700"/>
          <ac:spMkLst>
            <pc:docMk/>
            <pc:sldMk cId="742315382" sldId="623"/>
            <ac:spMk id="2" creationId="{8C9CF94F-5775-ED03-EBA1-F838C369DAB1}"/>
          </ac:spMkLst>
        </pc:spChg>
        <pc:spChg chg="mod ord">
          <ac:chgData name="Shailendra Chauhan" userId="a7d3133f-e197-4b90-bf63-99a63a264234" providerId="ADAL" clId="{E574157F-C713-4C67-861F-4DFB4056D16C}" dt="2024-07-06T07:09:44.538" v="105" actId="700"/>
          <ac:spMkLst>
            <pc:docMk/>
            <pc:sldMk cId="742315382" sldId="623"/>
            <ac:spMk id="3" creationId="{B6626CDB-A294-0274-1505-28E3B1C68DE2}"/>
          </ac:spMkLst>
        </pc:spChg>
      </pc:sldChg>
      <pc:sldChg chg="modSp mod modClrScheme chgLayout">
        <pc:chgData name="Shailendra Chauhan" userId="a7d3133f-e197-4b90-bf63-99a63a264234" providerId="ADAL" clId="{E574157F-C713-4C67-861F-4DFB4056D16C}" dt="2024-07-06T07:09:47.741" v="106" actId="700"/>
        <pc:sldMkLst>
          <pc:docMk/>
          <pc:sldMk cId="3289074435" sldId="624"/>
        </pc:sldMkLst>
        <pc:spChg chg="mod ord">
          <ac:chgData name="Shailendra Chauhan" userId="a7d3133f-e197-4b90-bf63-99a63a264234" providerId="ADAL" clId="{E574157F-C713-4C67-861F-4DFB4056D16C}" dt="2024-07-06T07:09:47.741" v="106" actId="700"/>
          <ac:spMkLst>
            <pc:docMk/>
            <pc:sldMk cId="3289074435" sldId="624"/>
            <ac:spMk id="2" creationId="{ED56ACF4-31C7-6F1E-5B13-2A178D2B57C1}"/>
          </ac:spMkLst>
        </pc:spChg>
        <pc:spChg chg="mod ord">
          <ac:chgData name="Shailendra Chauhan" userId="a7d3133f-e197-4b90-bf63-99a63a264234" providerId="ADAL" clId="{E574157F-C713-4C67-861F-4DFB4056D16C}" dt="2024-07-06T07:09:47.741" v="106" actId="700"/>
          <ac:spMkLst>
            <pc:docMk/>
            <pc:sldMk cId="3289074435" sldId="624"/>
            <ac:spMk id="3" creationId="{19C4542E-421E-C6EE-51C0-EB97619B2982}"/>
          </ac:spMkLst>
        </pc:spChg>
      </pc:sldChg>
      <pc:sldChg chg="modSp mod modClrScheme chgLayout">
        <pc:chgData name="Shailendra Chauhan" userId="a7d3133f-e197-4b90-bf63-99a63a264234" providerId="ADAL" clId="{E574157F-C713-4C67-861F-4DFB4056D16C}" dt="2024-07-06T07:09:51.315" v="107" actId="700"/>
        <pc:sldMkLst>
          <pc:docMk/>
          <pc:sldMk cId="2094944111" sldId="625"/>
        </pc:sldMkLst>
        <pc:spChg chg="mod ord">
          <ac:chgData name="Shailendra Chauhan" userId="a7d3133f-e197-4b90-bf63-99a63a264234" providerId="ADAL" clId="{E574157F-C713-4C67-861F-4DFB4056D16C}" dt="2024-07-06T07:09:51.315" v="107" actId="700"/>
          <ac:spMkLst>
            <pc:docMk/>
            <pc:sldMk cId="2094944111" sldId="625"/>
            <ac:spMk id="2" creationId="{3916B654-756E-9D38-0BC4-FA18EB10DCEF}"/>
          </ac:spMkLst>
        </pc:spChg>
        <pc:spChg chg="mod ord">
          <ac:chgData name="Shailendra Chauhan" userId="a7d3133f-e197-4b90-bf63-99a63a264234" providerId="ADAL" clId="{E574157F-C713-4C67-861F-4DFB4056D16C}" dt="2024-07-06T07:09:51.315" v="107" actId="700"/>
          <ac:spMkLst>
            <pc:docMk/>
            <pc:sldMk cId="2094944111" sldId="625"/>
            <ac:spMk id="3" creationId="{7B383B5B-48D9-343E-5892-44331F5BDE89}"/>
          </ac:spMkLst>
        </pc:spChg>
      </pc:sldChg>
      <pc:sldChg chg="modSp del mod modClrScheme chgLayout">
        <pc:chgData name="Shailendra Chauhan" userId="a7d3133f-e197-4b90-bf63-99a63a264234" providerId="ADAL" clId="{E574157F-C713-4C67-861F-4DFB4056D16C}" dt="2024-07-06T07:11:49.835" v="124" actId="2696"/>
        <pc:sldMkLst>
          <pc:docMk/>
          <pc:sldMk cId="2684636291" sldId="626"/>
        </pc:sldMkLst>
        <pc:spChg chg="mod ord">
          <ac:chgData name="Shailendra Chauhan" userId="a7d3133f-e197-4b90-bf63-99a63a264234" providerId="ADAL" clId="{E574157F-C713-4C67-861F-4DFB4056D16C}" dt="2024-07-06T07:11:16.530" v="117" actId="700"/>
          <ac:spMkLst>
            <pc:docMk/>
            <pc:sldMk cId="2684636291" sldId="626"/>
            <ac:spMk id="3" creationId="{191C29DF-14DC-F469-0C60-33A218885B8F}"/>
          </ac:spMkLst>
        </pc:spChg>
        <pc:graphicFrameChg chg="mod ord">
          <ac:chgData name="Shailendra Chauhan" userId="a7d3133f-e197-4b90-bf63-99a63a264234" providerId="ADAL" clId="{E574157F-C713-4C67-861F-4DFB4056D16C}" dt="2024-07-06T07:11:16.530" v="117" actId="700"/>
          <ac:graphicFrameMkLst>
            <pc:docMk/>
            <pc:sldMk cId="2684636291" sldId="626"/>
            <ac:graphicFrameMk id="11" creationId="{A88A9376-F5DE-CF12-CB58-3B6853B71BF2}"/>
          </ac:graphicFrameMkLst>
        </pc:graphicFrameChg>
      </pc:sldChg>
      <pc:sldChg chg="addSp delSp modSp mod modClrScheme chgLayout">
        <pc:chgData name="Shailendra Chauhan" userId="a7d3133f-e197-4b90-bf63-99a63a264234" providerId="ADAL" clId="{E574157F-C713-4C67-861F-4DFB4056D16C}" dt="2024-07-06T07:12:07.229" v="128" actId="1076"/>
        <pc:sldMkLst>
          <pc:docMk/>
          <pc:sldMk cId="2278520162" sldId="627"/>
        </pc:sldMkLst>
        <pc:spChg chg="add del mod ord">
          <ac:chgData name="Shailendra Chauhan" userId="a7d3133f-e197-4b90-bf63-99a63a264234" providerId="ADAL" clId="{E574157F-C713-4C67-861F-4DFB4056D16C}" dt="2024-07-06T07:06:09.536" v="37" actId="700"/>
          <ac:spMkLst>
            <pc:docMk/>
            <pc:sldMk cId="2278520162" sldId="627"/>
            <ac:spMk id="2" creationId="{E7468E85-FE20-C5DB-BC52-598E14A78600}"/>
          </ac:spMkLst>
        </pc:spChg>
        <pc:spChg chg="mod ord">
          <ac:chgData name="Shailendra Chauhan" userId="a7d3133f-e197-4b90-bf63-99a63a264234" providerId="ADAL" clId="{E574157F-C713-4C67-861F-4DFB4056D16C}" dt="2024-07-06T07:06:09.536" v="37" actId="700"/>
          <ac:spMkLst>
            <pc:docMk/>
            <pc:sldMk cId="2278520162" sldId="627"/>
            <ac:spMk id="6" creationId="{EB7F4B5F-4A4F-405C-36C0-BD3FF5848743}"/>
          </ac:spMkLst>
        </pc:spChg>
        <pc:picChg chg="mod ord">
          <ac:chgData name="Shailendra Chauhan" userId="a7d3133f-e197-4b90-bf63-99a63a264234" providerId="ADAL" clId="{E574157F-C713-4C67-861F-4DFB4056D16C}" dt="2024-07-06T07:12:07.229" v="128" actId="1076"/>
          <ac:picMkLst>
            <pc:docMk/>
            <pc:sldMk cId="2278520162" sldId="627"/>
            <ac:picMk id="5" creationId="{5D95486C-7062-0837-E769-EC81C48602CD}"/>
          </ac:picMkLst>
        </pc:picChg>
      </pc:sldChg>
      <pc:sldChg chg="modSp mod modClrScheme chgLayout">
        <pc:chgData name="Shailendra Chauhan" userId="a7d3133f-e197-4b90-bf63-99a63a264234" providerId="ADAL" clId="{E574157F-C713-4C67-861F-4DFB4056D16C}" dt="2024-07-06T07:13:14.143" v="130" actId="404"/>
        <pc:sldMkLst>
          <pc:docMk/>
          <pc:sldMk cId="786742994" sldId="628"/>
        </pc:sldMkLst>
        <pc:spChg chg="mod ord">
          <ac:chgData name="Shailendra Chauhan" userId="a7d3133f-e197-4b90-bf63-99a63a264234" providerId="ADAL" clId="{E574157F-C713-4C67-861F-4DFB4056D16C}" dt="2024-07-06T07:13:14.143" v="130" actId="404"/>
          <ac:spMkLst>
            <pc:docMk/>
            <pc:sldMk cId="786742994" sldId="628"/>
            <ac:spMk id="6" creationId="{EB7F4B5F-4A4F-405C-36C0-BD3FF5848743}"/>
          </ac:spMkLst>
        </pc:spChg>
      </pc:sldChg>
      <pc:sldChg chg="modSp mod modClrScheme chgLayout">
        <pc:chgData name="Shailendra Chauhan" userId="a7d3133f-e197-4b90-bf63-99a63a264234" providerId="ADAL" clId="{E574157F-C713-4C67-861F-4DFB4056D16C}" dt="2024-07-06T07:07:34.760" v="64" actId="404"/>
        <pc:sldMkLst>
          <pc:docMk/>
          <pc:sldMk cId="4066374643" sldId="629"/>
        </pc:sldMkLst>
        <pc:spChg chg="mod ord">
          <ac:chgData name="Shailendra Chauhan" userId="a7d3133f-e197-4b90-bf63-99a63a264234" providerId="ADAL" clId="{E574157F-C713-4C67-861F-4DFB4056D16C}" dt="2024-07-06T07:07:34.760" v="64" actId="404"/>
          <ac:spMkLst>
            <pc:docMk/>
            <pc:sldMk cId="4066374643" sldId="629"/>
            <ac:spMk id="6" creationId="{EB7F4B5F-4A4F-405C-36C0-BD3FF5848743}"/>
          </ac:spMkLst>
        </pc:spChg>
      </pc:sldChg>
      <pc:sldChg chg="modSp mod modClrScheme chgLayout">
        <pc:chgData name="Shailendra Chauhan" userId="a7d3133f-e197-4b90-bf63-99a63a264234" providerId="ADAL" clId="{E574157F-C713-4C67-861F-4DFB4056D16C}" dt="2024-07-06T07:08:21.461" v="79" actId="404"/>
        <pc:sldMkLst>
          <pc:docMk/>
          <pc:sldMk cId="197110304" sldId="630"/>
        </pc:sldMkLst>
        <pc:spChg chg="mod ord">
          <ac:chgData name="Shailendra Chauhan" userId="a7d3133f-e197-4b90-bf63-99a63a264234" providerId="ADAL" clId="{E574157F-C713-4C67-861F-4DFB4056D16C}" dt="2024-07-06T07:08:21.461" v="79" actId="404"/>
          <ac:spMkLst>
            <pc:docMk/>
            <pc:sldMk cId="197110304" sldId="630"/>
            <ac:spMk id="6" creationId="{EB7F4B5F-4A4F-405C-36C0-BD3FF5848743}"/>
          </ac:spMkLst>
        </pc:spChg>
      </pc:sldChg>
      <pc:sldChg chg="modSp mod modClrScheme chgLayout">
        <pc:chgData name="Shailendra Chauhan" userId="a7d3133f-e197-4b90-bf63-99a63a264234" providerId="ADAL" clId="{E574157F-C713-4C67-861F-4DFB4056D16C}" dt="2024-07-06T07:09:09.011" v="95" actId="404"/>
        <pc:sldMkLst>
          <pc:docMk/>
          <pc:sldMk cId="432525759" sldId="631"/>
        </pc:sldMkLst>
        <pc:spChg chg="mod ord">
          <ac:chgData name="Shailendra Chauhan" userId="a7d3133f-e197-4b90-bf63-99a63a264234" providerId="ADAL" clId="{E574157F-C713-4C67-861F-4DFB4056D16C}" dt="2024-07-06T07:09:09.011" v="95" actId="404"/>
          <ac:spMkLst>
            <pc:docMk/>
            <pc:sldMk cId="432525759" sldId="631"/>
            <ac:spMk id="6" creationId="{EB7F4B5F-4A4F-405C-36C0-BD3FF5848743}"/>
          </ac:spMkLst>
        </pc:spChg>
      </pc:sldChg>
      <pc:sldChg chg="modSp mod modClrScheme chgLayout">
        <pc:chgData name="Shailendra Chauhan" userId="a7d3133f-e197-4b90-bf63-99a63a264234" providerId="ADAL" clId="{E574157F-C713-4C67-861F-4DFB4056D16C}" dt="2024-07-06T07:10:00.126" v="110" actId="404"/>
        <pc:sldMkLst>
          <pc:docMk/>
          <pc:sldMk cId="842336992" sldId="632"/>
        </pc:sldMkLst>
        <pc:spChg chg="mod ord">
          <ac:chgData name="Shailendra Chauhan" userId="a7d3133f-e197-4b90-bf63-99a63a264234" providerId="ADAL" clId="{E574157F-C713-4C67-861F-4DFB4056D16C}" dt="2024-07-06T07:10:00.126" v="110" actId="404"/>
          <ac:spMkLst>
            <pc:docMk/>
            <pc:sldMk cId="842336992" sldId="632"/>
            <ac:spMk id="6" creationId="{EB7F4B5F-4A4F-405C-36C0-BD3FF5848743}"/>
          </ac:spMkLst>
        </pc:spChg>
      </pc:sldChg>
      <pc:sldChg chg="modSp mod modClrScheme chgLayout">
        <pc:chgData name="Shailendra Chauhan" userId="a7d3133f-e197-4b90-bf63-99a63a264234" providerId="ADAL" clId="{E574157F-C713-4C67-861F-4DFB4056D16C}" dt="2024-07-06T07:07:48.253" v="67" actId="700"/>
        <pc:sldMkLst>
          <pc:docMk/>
          <pc:sldMk cId="3420991088" sldId="633"/>
        </pc:sldMkLst>
        <pc:spChg chg="mod ord">
          <ac:chgData name="Shailendra Chauhan" userId="a7d3133f-e197-4b90-bf63-99a63a264234" providerId="ADAL" clId="{E574157F-C713-4C67-861F-4DFB4056D16C}" dt="2024-07-06T07:07:48.253" v="67" actId="700"/>
          <ac:spMkLst>
            <pc:docMk/>
            <pc:sldMk cId="3420991088" sldId="633"/>
            <ac:spMk id="3" creationId="{655A0AEB-ECF5-F3DC-2268-A3467894BD1D}"/>
          </ac:spMkLst>
        </pc:spChg>
      </pc:sldChg>
      <pc:sldChg chg="modSp mod modClrScheme chgLayout">
        <pc:chgData name="Shailendra Chauhan" userId="a7d3133f-e197-4b90-bf63-99a63a264234" providerId="ADAL" clId="{E574157F-C713-4C67-861F-4DFB4056D16C}" dt="2024-07-06T07:08:28.437" v="80" actId="700"/>
        <pc:sldMkLst>
          <pc:docMk/>
          <pc:sldMk cId="1275993073" sldId="634"/>
        </pc:sldMkLst>
        <pc:spChg chg="mod ord">
          <ac:chgData name="Shailendra Chauhan" userId="a7d3133f-e197-4b90-bf63-99a63a264234" providerId="ADAL" clId="{E574157F-C713-4C67-861F-4DFB4056D16C}" dt="2024-07-06T07:08:28.437" v="80" actId="700"/>
          <ac:spMkLst>
            <pc:docMk/>
            <pc:sldMk cId="1275993073" sldId="634"/>
            <ac:spMk id="4" creationId="{DB66A4B5-9B30-7C7B-AB8D-904DA9D5EFA6}"/>
          </ac:spMkLst>
        </pc:spChg>
      </pc:sldChg>
      <pc:sldChg chg="modSp mod modClrScheme chgLayout">
        <pc:chgData name="Shailendra Chauhan" userId="a7d3133f-e197-4b90-bf63-99a63a264234" providerId="ADAL" clId="{E574157F-C713-4C67-861F-4DFB4056D16C}" dt="2024-07-06T07:10:06.120" v="111" actId="700"/>
        <pc:sldMkLst>
          <pc:docMk/>
          <pc:sldMk cId="898091090" sldId="635"/>
        </pc:sldMkLst>
        <pc:spChg chg="mod ord">
          <ac:chgData name="Shailendra Chauhan" userId="a7d3133f-e197-4b90-bf63-99a63a264234" providerId="ADAL" clId="{E574157F-C713-4C67-861F-4DFB4056D16C}" dt="2024-07-06T07:10:06.120" v="111" actId="700"/>
          <ac:spMkLst>
            <pc:docMk/>
            <pc:sldMk cId="898091090" sldId="635"/>
            <ac:spMk id="6" creationId="{EB7F4B5F-4A4F-405C-36C0-BD3FF5848743}"/>
          </ac:spMkLst>
        </pc:spChg>
      </pc:sldChg>
      <pc:sldChg chg="modSp mod modClrScheme chgLayout">
        <pc:chgData name="Shailendra Chauhan" userId="a7d3133f-e197-4b90-bf63-99a63a264234" providerId="ADAL" clId="{E574157F-C713-4C67-861F-4DFB4056D16C}" dt="2024-07-06T07:09:14.992" v="96" actId="700"/>
        <pc:sldMkLst>
          <pc:docMk/>
          <pc:sldMk cId="1800578166" sldId="636"/>
        </pc:sldMkLst>
        <pc:spChg chg="mod ord">
          <ac:chgData name="Shailendra Chauhan" userId="a7d3133f-e197-4b90-bf63-99a63a264234" providerId="ADAL" clId="{E574157F-C713-4C67-861F-4DFB4056D16C}" dt="2024-07-06T07:09:14.992" v="96" actId="700"/>
          <ac:spMkLst>
            <pc:docMk/>
            <pc:sldMk cId="1800578166" sldId="636"/>
            <ac:spMk id="6" creationId="{EB7F4B5F-4A4F-405C-36C0-BD3FF5848743}"/>
          </ac:spMkLst>
        </pc:spChg>
        <pc:picChg chg="mod">
          <ac:chgData name="Shailendra Chauhan" userId="a7d3133f-e197-4b90-bf63-99a63a264234" providerId="ADAL" clId="{E574157F-C713-4C67-861F-4DFB4056D16C}" dt="2024-07-02T02:37:54.858" v="3" actId="1038"/>
          <ac:picMkLst>
            <pc:docMk/>
            <pc:sldMk cId="1800578166" sldId="636"/>
            <ac:picMk id="4" creationId="{BB5682C9-75DC-0FE4-3A3A-296428719EED}"/>
          </ac:picMkLst>
        </pc:picChg>
      </pc:sldChg>
      <pc:sldChg chg="modSp mod modClrScheme chgLayout">
        <pc:chgData name="Shailendra Chauhan" userId="a7d3133f-e197-4b90-bf63-99a63a264234" providerId="ADAL" clId="{E574157F-C713-4C67-861F-4DFB4056D16C}" dt="2024-07-06T07:04:50.355" v="19" actId="700"/>
        <pc:sldMkLst>
          <pc:docMk/>
          <pc:sldMk cId="3513310004" sldId="637"/>
        </pc:sldMkLst>
        <pc:spChg chg="mod ord">
          <ac:chgData name="Shailendra Chauhan" userId="a7d3133f-e197-4b90-bf63-99a63a264234" providerId="ADAL" clId="{E574157F-C713-4C67-861F-4DFB4056D16C}" dt="2024-07-06T07:04:50.355" v="19" actId="700"/>
          <ac:spMkLst>
            <pc:docMk/>
            <pc:sldMk cId="3513310004" sldId="637"/>
            <ac:spMk id="3" creationId="{8B91E7CC-BECE-365E-192D-546A39AAF0F7}"/>
          </ac:spMkLst>
        </pc:spChg>
      </pc:sldChg>
      <pc:sldChg chg="addSp delSp modSp new mod modClrScheme modShow chgLayout">
        <pc:chgData name="Shailendra Chauhan" userId="a7d3133f-e197-4b90-bf63-99a63a264234" providerId="ADAL" clId="{E574157F-C713-4C67-861F-4DFB4056D16C}" dt="2024-07-06T07:11:53.895" v="125" actId="729"/>
        <pc:sldMkLst>
          <pc:docMk/>
          <pc:sldMk cId="2435380610" sldId="638"/>
        </pc:sldMkLst>
        <pc:spChg chg="mod ord">
          <ac:chgData name="Shailendra Chauhan" userId="a7d3133f-e197-4b90-bf63-99a63a264234" providerId="ADAL" clId="{E574157F-C713-4C67-861F-4DFB4056D16C}" dt="2024-07-06T07:11:36.975" v="121" actId="700"/>
          <ac:spMkLst>
            <pc:docMk/>
            <pc:sldMk cId="2435380610" sldId="638"/>
            <ac:spMk id="2" creationId="{A2D43745-26FB-BE91-C62E-B0AAEF0279A4}"/>
          </ac:spMkLst>
        </pc:spChg>
        <pc:spChg chg="del mod ord">
          <ac:chgData name="Shailendra Chauhan" userId="a7d3133f-e197-4b90-bf63-99a63a264234" providerId="ADAL" clId="{E574157F-C713-4C67-861F-4DFB4056D16C}" dt="2024-07-06T07:11:36.975" v="121" actId="700"/>
          <ac:spMkLst>
            <pc:docMk/>
            <pc:sldMk cId="2435380610" sldId="638"/>
            <ac:spMk id="3" creationId="{011979C7-4BFF-CACE-F050-104B530023CF}"/>
          </ac:spMkLst>
        </pc:spChg>
        <pc:graphicFrameChg chg="add mod">
          <ac:chgData name="Shailendra Chauhan" userId="a7d3133f-e197-4b90-bf63-99a63a264234" providerId="ADAL" clId="{E574157F-C713-4C67-861F-4DFB4056D16C}" dt="2024-07-06T07:11:46.021" v="123" actId="1076"/>
          <ac:graphicFrameMkLst>
            <pc:docMk/>
            <pc:sldMk cId="2435380610" sldId="638"/>
            <ac:graphicFrameMk id="4" creationId="{EDAB3BB7-7DC8-1466-F85A-8FA506F7B62C}"/>
          </ac:graphicFrameMkLst>
        </pc:graphicFrameChg>
      </pc:sldChg>
      <pc:sldMasterChg chg="delSldLayout modSldLayout">
        <pc:chgData name="Shailendra Chauhan" userId="a7d3133f-e197-4b90-bf63-99a63a264234" providerId="ADAL" clId="{E574157F-C713-4C67-861F-4DFB4056D16C}" dt="2024-07-06T07:13:48.673" v="133" actId="2696"/>
        <pc:sldMasterMkLst>
          <pc:docMk/>
          <pc:sldMasterMk cId="4043431976" sldId="2147483714"/>
        </pc:sldMasterMkLst>
        <pc:sldLayoutChg chg="delSp del">
          <pc:chgData name="Shailendra Chauhan" userId="a7d3133f-e197-4b90-bf63-99a63a264234" providerId="ADAL" clId="{E574157F-C713-4C67-861F-4DFB4056D16C}" dt="2024-07-06T07:13:48.673" v="133" actId="2696"/>
          <pc:sldLayoutMkLst>
            <pc:docMk/>
            <pc:sldMasterMk cId="4043431976" sldId="2147483714"/>
            <pc:sldLayoutMk cId="862682479" sldId="2147483740"/>
          </pc:sldLayoutMkLst>
          <pc:cxnChg chg="del">
            <ac:chgData name="Shailendra Chauhan" userId="a7d3133f-e197-4b90-bf63-99a63a264234" providerId="ADAL" clId="{E574157F-C713-4C67-861F-4DFB4056D16C}" dt="2024-07-06T07:04:15.322" v="8"/>
            <ac:cxnSpMkLst>
              <pc:docMk/>
              <pc:sldMasterMk cId="4043431976" sldId="2147483714"/>
              <pc:sldLayoutMk cId="862682479" sldId="2147483740"/>
              <ac:cxnSpMk id="4" creationId="{FB45B075-4B41-FBC9-32E9-1C2C607A0E75}"/>
            </ac:cxnSpMkLst>
          </pc:cxnChg>
        </pc:sldLayoutChg>
        <pc:sldLayoutChg chg="delSp del">
          <pc:chgData name="Shailendra Chauhan" userId="a7d3133f-e197-4b90-bf63-99a63a264234" providerId="ADAL" clId="{E574157F-C713-4C67-861F-4DFB4056D16C}" dt="2024-07-06T07:10:23.028" v="113" actId="2696"/>
          <pc:sldLayoutMkLst>
            <pc:docMk/>
            <pc:sldMasterMk cId="4043431976" sldId="2147483714"/>
            <pc:sldLayoutMk cId="3477549025" sldId="2147483741"/>
          </pc:sldLayoutMkLst>
          <pc:spChg chg="del">
            <ac:chgData name="Shailendra Chauhan" userId="a7d3133f-e197-4b90-bf63-99a63a264234" providerId="ADAL" clId="{E574157F-C713-4C67-861F-4DFB4056D16C}" dt="2024-07-06T07:04:15.322" v="8"/>
            <ac:spMkLst>
              <pc:docMk/>
              <pc:sldMasterMk cId="4043431976" sldId="2147483714"/>
              <pc:sldLayoutMk cId="3477549025" sldId="2147483741"/>
              <ac:spMk id="6" creationId="{40B7D0EE-D10A-B4D1-1A6D-22C1FC71CCBC}"/>
            </ac:spMkLst>
          </pc:spChg>
          <pc:picChg chg="del">
            <ac:chgData name="Shailendra Chauhan" userId="a7d3133f-e197-4b90-bf63-99a63a264234" providerId="ADAL" clId="{E574157F-C713-4C67-861F-4DFB4056D16C}" dt="2024-07-06T07:04:15.322" v="8"/>
            <ac:picMkLst>
              <pc:docMk/>
              <pc:sldMasterMk cId="4043431976" sldId="2147483714"/>
              <pc:sldLayoutMk cId="3477549025" sldId="2147483741"/>
              <ac:picMk id="8" creationId="{8F488631-35A3-4F61-C943-9B2BFF32C478}"/>
            </ac:picMkLst>
          </pc:picChg>
          <pc:cxnChg chg="del">
            <ac:chgData name="Shailendra Chauhan" userId="a7d3133f-e197-4b90-bf63-99a63a264234" providerId="ADAL" clId="{E574157F-C713-4C67-861F-4DFB4056D16C}" dt="2024-07-06T07:04:15.322" v="8"/>
            <ac:cxnSpMkLst>
              <pc:docMk/>
              <pc:sldMasterMk cId="4043431976" sldId="2147483714"/>
              <pc:sldLayoutMk cId="3477549025" sldId="2147483741"/>
              <ac:cxnSpMk id="3" creationId="{9294ABBF-B557-EB05-5067-3DE1C05E30AF}"/>
            </ac:cxnSpMkLst>
          </pc:cxnChg>
        </pc:sldLayoutChg>
        <pc:sldLayoutChg chg="del">
          <pc:chgData name="Shailendra Chauhan" userId="a7d3133f-e197-4b90-bf63-99a63a264234" providerId="ADAL" clId="{E574157F-C713-4C67-861F-4DFB4056D16C}" dt="2024-07-06T07:10:20.901" v="112" actId="2696"/>
          <pc:sldLayoutMkLst>
            <pc:docMk/>
            <pc:sldMasterMk cId="4043431976" sldId="2147483714"/>
            <pc:sldLayoutMk cId="1705893944" sldId="2147483742"/>
          </pc:sldLayoutMkLst>
        </pc:sldLayoutChg>
      </pc:sldMasterChg>
    </pc:docChg>
  </pc:docChgLst>
  <pc:docChgLst>
    <pc:chgData name="Sakshi Dhameja" userId="S::sakshi@dotnettricks.com::ea00e08a-f285-43f8-b684-36364e247324" providerId="AD" clId="Web-{4B8F0635-F96A-4574-5313-380AEFB760A9}"/>
    <pc:docChg chg="addSld delSld modSld">
      <pc:chgData name="Sakshi Dhameja" userId="S::sakshi@dotnettricks.com::ea00e08a-f285-43f8-b684-36364e247324" providerId="AD" clId="Web-{4B8F0635-F96A-4574-5313-380AEFB760A9}" dt="2024-03-22T11:13:27.966" v="103" actId="1076"/>
      <pc:docMkLst>
        <pc:docMk/>
      </pc:docMkLst>
      <pc:sldChg chg="del">
        <pc:chgData name="Sakshi Dhameja" userId="S::sakshi@dotnettricks.com::ea00e08a-f285-43f8-b684-36364e247324" providerId="AD" clId="Web-{4B8F0635-F96A-4574-5313-380AEFB760A9}" dt="2024-03-21T13:01:13.892" v="14"/>
        <pc:sldMkLst>
          <pc:docMk/>
          <pc:sldMk cId="2414222094" sldId="523"/>
        </pc:sldMkLst>
      </pc:sldChg>
      <pc:sldChg chg="addSp delSp modSp">
        <pc:chgData name="Sakshi Dhameja" userId="S::sakshi@dotnettricks.com::ea00e08a-f285-43f8-b684-36364e247324" providerId="AD" clId="Web-{4B8F0635-F96A-4574-5313-380AEFB760A9}" dt="2024-03-21T13:11:48.739" v="32" actId="1076"/>
        <pc:sldMkLst>
          <pc:docMk/>
          <pc:sldMk cId="3757602354" sldId="524"/>
        </pc:sldMkLst>
        <pc:spChg chg="add del mod">
          <ac:chgData name="Sakshi Dhameja" userId="S::sakshi@dotnettricks.com::ea00e08a-f285-43f8-b684-36364e247324" providerId="AD" clId="Web-{4B8F0635-F96A-4574-5313-380AEFB760A9}" dt="2024-03-21T13:11:29.879" v="25"/>
          <ac:spMkLst>
            <pc:docMk/>
            <pc:sldMk cId="3757602354" sldId="524"/>
            <ac:spMk id="4" creationId="{C0E1F2B9-341C-66D9-60E4-A72D4424D088}"/>
          </ac:spMkLst>
        </pc:spChg>
        <pc:picChg chg="del">
          <ac:chgData name="Sakshi Dhameja" userId="S::sakshi@dotnettricks.com::ea00e08a-f285-43f8-b684-36364e247324" providerId="AD" clId="Web-{4B8F0635-F96A-4574-5313-380AEFB760A9}" dt="2024-03-21T13:11:22.832" v="24"/>
          <ac:picMkLst>
            <pc:docMk/>
            <pc:sldMk cId="3757602354" sldId="524"/>
            <ac:picMk id="5" creationId="{B4403902-2C17-8635-62CD-1A56C63D64CF}"/>
          </ac:picMkLst>
        </pc:picChg>
        <pc:picChg chg="add mod ord">
          <ac:chgData name="Sakshi Dhameja" userId="S::sakshi@dotnettricks.com::ea00e08a-f285-43f8-b684-36364e247324" providerId="AD" clId="Web-{4B8F0635-F96A-4574-5313-380AEFB760A9}" dt="2024-03-21T13:11:48.739" v="32" actId="1076"/>
          <ac:picMkLst>
            <pc:docMk/>
            <pc:sldMk cId="3757602354" sldId="524"/>
            <ac:picMk id="6" creationId="{332C0514-43BE-FB2A-262E-1726ACFF992A}"/>
          </ac:picMkLst>
        </pc:picChg>
      </pc:sldChg>
      <pc:sldChg chg="addSp delSp modSp">
        <pc:chgData name="Sakshi Dhameja" userId="S::sakshi@dotnettricks.com::ea00e08a-f285-43f8-b684-36364e247324" providerId="AD" clId="Web-{4B8F0635-F96A-4574-5313-380AEFB760A9}" dt="2024-03-21T13:10:56.300" v="23" actId="1076"/>
        <pc:sldMkLst>
          <pc:docMk/>
          <pc:sldMk cId="3492494734" sldId="525"/>
        </pc:sldMkLst>
        <pc:spChg chg="add del mod">
          <ac:chgData name="Sakshi Dhameja" userId="S::sakshi@dotnettricks.com::ea00e08a-f285-43f8-b684-36364e247324" providerId="AD" clId="Web-{4B8F0635-F96A-4574-5313-380AEFB760A9}" dt="2024-03-21T13:02:49.864" v="17"/>
          <ac:spMkLst>
            <pc:docMk/>
            <pc:sldMk cId="3492494734" sldId="525"/>
            <ac:spMk id="4" creationId="{B3984676-2B1C-E9F6-6668-26209A8E5CFA}"/>
          </ac:spMkLst>
        </pc:spChg>
        <pc:picChg chg="del">
          <ac:chgData name="Sakshi Dhameja" userId="S::sakshi@dotnettricks.com::ea00e08a-f285-43f8-b684-36364e247324" providerId="AD" clId="Web-{4B8F0635-F96A-4574-5313-380AEFB760A9}" dt="2024-03-21T13:02:44.504" v="15"/>
          <ac:picMkLst>
            <pc:docMk/>
            <pc:sldMk cId="3492494734" sldId="525"/>
            <ac:picMk id="5" creationId="{DA4AA2CA-2C63-9622-9D45-3541FB339123}"/>
          </ac:picMkLst>
        </pc:picChg>
        <pc:picChg chg="add mod">
          <ac:chgData name="Sakshi Dhameja" userId="S::sakshi@dotnettricks.com::ea00e08a-f285-43f8-b684-36364e247324" providerId="AD" clId="Web-{4B8F0635-F96A-4574-5313-380AEFB760A9}" dt="2024-03-21T13:10:56.300" v="23" actId="1076"/>
          <ac:picMkLst>
            <pc:docMk/>
            <pc:sldMk cId="3492494734" sldId="525"/>
            <ac:picMk id="6" creationId="{42FFF513-B115-4129-5083-1DC4EBC9FA41}"/>
          </ac:picMkLst>
        </pc:picChg>
      </pc:sldChg>
      <pc:sldChg chg="addSp delSp modSp">
        <pc:chgData name="Sakshi Dhameja" userId="S::sakshi@dotnettricks.com::ea00e08a-f285-43f8-b684-36364e247324" providerId="AD" clId="Web-{4B8F0635-F96A-4574-5313-380AEFB760A9}" dt="2024-03-21T14:36:15.212" v="71" actId="1076"/>
        <pc:sldMkLst>
          <pc:docMk/>
          <pc:sldMk cId="2463012277" sldId="526"/>
        </pc:sldMkLst>
        <pc:spChg chg="add del mod">
          <ac:chgData name="Sakshi Dhameja" userId="S::sakshi@dotnettricks.com::ea00e08a-f285-43f8-b684-36364e247324" providerId="AD" clId="Web-{4B8F0635-F96A-4574-5313-380AEFB760A9}" dt="2024-03-21T14:35:22.587" v="58"/>
          <ac:spMkLst>
            <pc:docMk/>
            <pc:sldMk cId="2463012277" sldId="526"/>
            <ac:spMk id="4" creationId="{7573EB94-A5F4-49D3-C0D7-B9AC6BEC1F79}"/>
          </ac:spMkLst>
        </pc:spChg>
        <pc:spChg chg="add del mod">
          <ac:chgData name="Sakshi Dhameja" userId="S::sakshi@dotnettricks.com::ea00e08a-f285-43f8-b684-36364e247324" providerId="AD" clId="Web-{4B8F0635-F96A-4574-5313-380AEFB760A9}" dt="2024-03-21T14:35:57.134" v="66"/>
          <ac:spMkLst>
            <pc:docMk/>
            <pc:sldMk cId="2463012277" sldId="526"/>
            <ac:spMk id="8" creationId="{4C0FC360-B72D-17B9-CDC4-81DA786E1D62}"/>
          </ac:spMkLst>
        </pc:spChg>
        <pc:picChg chg="add del mod">
          <ac:chgData name="Sakshi Dhameja" userId="S::sakshi@dotnettricks.com::ea00e08a-f285-43f8-b684-36364e247324" providerId="AD" clId="Web-{4B8F0635-F96A-4574-5313-380AEFB760A9}" dt="2024-03-21T14:35:54.072" v="65"/>
          <ac:picMkLst>
            <pc:docMk/>
            <pc:sldMk cId="2463012277" sldId="526"/>
            <ac:picMk id="5" creationId="{660DBE57-2F36-986B-7C38-3475FD569476}"/>
          </ac:picMkLst>
        </pc:picChg>
        <pc:picChg chg="add del mod ord">
          <ac:chgData name="Sakshi Dhameja" userId="S::sakshi@dotnettricks.com::ea00e08a-f285-43f8-b684-36364e247324" providerId="AD" clId="Web-{4B8F0635-F96A-4574-5313-380AEFB760A9}" dt="2024-03-21T14:35:21.806" v="57"/>
          <ac:picMkLst>
            <pc:docMk/>
            <pc:sldMk cId="2463012277" sldId="526"/>
            <ac:picMk id="6" creationId="{27CFE7D4-CA87-EC03-59AF-DF85485DFF74}"/>
          </ac:picMkLst>
        </pc:picChg>
        <pc:picChg chg="add mod">
          <ac:chgData name="Sakshi Dhameja" userId="S::sakshi@dotnettricks.com::ea00e08a-f285-43f8-b684-36364e247324" providerId="AD" clId="Web-{4B8F0635-F96A-4574-5313-380AEFB760A9}" dt="2024-03-21T14:36:15.212" v="71" actId="1076"/>
          <ac:picMkLst>
            <pc:docMk/>
            <pc:sldMk cId="2463012277" sldId="526"/>
            <ac:picMk id="9" creationId="{D7D1B280-C686-0369-F934-DAAB2167660C}"/>
          </ac:picMkLst>
        </pc:picChg>
      </pc:sldChg>
      <pc:sldChg chg="addSp delSp modSp">
        <pc:chgData name="Sakshi Dhameja" userId="S::sakshi@dotnettricks.com::ea00e08a-f285-43f8-b684-36364e247324" providerId="AD" clId="Web-{4B8F0635-F96A-4574-5313-380AEFB760A9}" dt="2024-03-21T13:13:13.460" v="43" actId="1076"/>
        <pc:sldMkLst>
          <pc:docMk/>
          <pc:sldMk cId="103645309" sldId="527"/>
        </pc:sldMkLst>
        <pc:spChg chg="add del mod">
          <ac:chgData name="Sakshi Dhameja" userId="S::sakshi@dotnettricks.com::ea00e08a-f285-43f8-b684-36364e247324" providerId="AD" clId="Web-{4B8F0635-F96A-4574-5313-380AEFB760A9}" dt="2024-03-21T13:12:45.959" v="34"/>
          <ac:spMkLst>
            <pc:docMk/>
            <pc:sldMk cId="103645309" sldId="527"/>
            <ac:spMk id="4" creationId="{0CDBCDAE-3C5B-84E5-1614-3E6C3745D403}"/>
          </ac:spMkLst>
        </pc:spChg>
        <pc:picChg chg="del">
          <ac:chgData name="Sakshi Dhameja" userId="S::sakshi@dotnettricks.com::ea00e08a-f285-43f8-b684-36364e247324" providerId="AD" clId="Web-{4B8F0635-F96A-4574-5313-380AEFB760A9}" dt="2024-03-21T13:12:39.600" v="33"/>
          <ac:picMkLst>
            <pc:docMk/>
            <pc:sldMk cId="103645309" sldId="527"/>
            <ac:picMk id="5" creationId="{F518A67C-4937-8E50-38A7-0631409D1E3E}"/>
          </ac:picMkLst>
        </pc:picChg>
        <pc:picChg chg="add mod ord">
          <ac:chgData name="Sakshi Dhameja" userId="S::sakshi@dotnettricks.com::ea00e08a-f285-43f8-b684-36364e247324" providerId="AD" clId="Web-{4B8F0635-F96A-4574-5313-380AEFB760A9}" dt="2024-03-21T13:13:13.460" v="43" actId="1076"/>
          <ac:picMkLst>
            <pc:docMk/>
            <pc:sldMk cId="103645309" sldId="527"/>
            <ac:picMk id="6" creationId="{5F7DE191-2D86-00B9-4C97-9524BCD8C04C}"/>
          </ac:picMkLst>
        </pc:picChg>
      </pc:sldChg>
      <pc:sldChg chg="addSp delSp modSp">
        <pc:chgData name="Sakshi Dhameja" userId="S::sakshi@dotnettricks.com::ea00e08a-f285-43f8-b684-36364e247324" providerId="AD" clId="Web-{4B8F0635-F96A-4574-5313-380AEFB760A9}" dt="2024-03-22T11:00:41.473" v="93" actId="1076"/>
        <pc:sldMkLst>
          <pc:docMk/>
          <pc:sldMk cId="1549443840" sldId="528"/>
        </pc:sldMkLst>
        <pc:spChg chg="add del mod">
          <ac:chgData name="Sakshi Dhameja" userId="S::sakshi@dotnettricks.com::ea00e08a-f285-43f8-b684-36364e247324" providerId="AD" clId="Web-{4B8F0635-F96A-4574-5313-380AEFB760A9}" dt="2024-03-22T11:00:28.208" v="88"/>
          <ac:spMkLst>
            <pc:docMk/>
            <pc:sldMk cId="1549443840" sldId="528"/>
            <ac:spMk id="4" creationId="{F0DC65BA-D470-BB92-554F-9FC8EE9C64F2}"/>
          </ac:spMkLst>
        </pc:spChg>
        <pc:picChg chg="del mod">
          <ac:chgData name="Sakshi Dhameja" userId="S::sakshi@dotnettricks.com::ea00e08a-f285-43f8-b684-36364e247324" providerId="AD" clId="Web-{4B8F0635-F96A-4574-5313-380AEFB760A9}" dt="2024-03-22T11:00:25.551" v="87"/>
          <ac:picMkLst>
            <pc:docMk/>
            <pc:sldMk cId="1549443840" sldId="528"/>
            <ac:picMk id="5" creationId="{86699401-0B58-A2F7-6FBE-A91A51FE9754}"/>
          </ac:picMkLst>
        </pc:picChg>
        <pc:picChg chg="add mod">
          <ac:chgData name="Sakshi Dhameja" userId="S::sakshi@dotnettricks.com::ea00e08a-f285-43f8-b684-36364e247324" providerId="AD" clId="Web-{4B8F0635-F96A-4574-5313-380AEFB760A9}" dt="2024-03-22T11:00:41.473" v="93" actId="1076"/>
          <ac:picMkLst>
            <pc:docMk/>
            <pc:sldMk cId="1549443840" sldId="528"/>
            <ac:picMk id="6" creationId="{97DBACD4-F938-CE69-38BD-A3B7A528A92F}"/>
          </ac:picMkLst>
        </pc:picChg>
      </pc:sldChg>
      <pc:sldChg chg="modSp">
        <pc:chgData name="Sakshi Dhameja" userId="S::sakshi@dotnettricks.com::ea00e08a-f285-43f8-b684-36364e247324" providerId="AD" clId="Web-{4B8F0635-F96A-4574-5313-380AEFB760A9}" dt="2024-03-22T11:13:27.966" v="103" actId="1076"/>
        <pc:sldMkLst>
          <pc:docMk/>
          <pc:sldMk cId="1176817143" sldId="529"/>
        </pc:sldMkLst>
        <pc:picChg chg="mod">
          <ac:chgData name="Sakshi Dhameja" userId="S::sakshi@dotnettricks.com::ea00e08a-f285-43f8-b684-36364e247324" providerId="AD" clId="Web-{4B8F0635-F96A-4574-5313-380AEFB760A9}" dt="2024-03-22T11:13:27.966" v="103" actId="1076"/>
          <ac:picMkLst>
            <pc:docMk/>
            <pc:sldMk cId="1176817143" sldId="529"/>
            <ac:picMk id="5" creationId="{1F4F5C80-FB64-2321-AC56-202FE3F5CF8B}"/>
          </ac:picMkLst>
        </pc:picChg>
      </pc:sldChg>
      <pc:sldChg chg="addSp delSp modSp add replId">
        <pc:chgData name="Sakshi Dhameja" userId="S::sakshi@dotnettricks.com::ea00e08a-f285-43f8-b684-36364e247324" providerId="AD" clId="Web-{4B8F0635-F96A-4574-5313-380AEFB760A9}" dt="2024-03-21T13:01:11.439" v="13" actId="1076"/>
        <pc:sldMkLst>
          <pc:docMk/>
          <pc:sldMk cId="3598829229" sldId="558"/>
        </pc:sldMkLst>
        <pc:spChg chg="add del mod">
          <ac:chgData name="Sakshi Dhameja" userId="S::sakshi@dotnettricks.com::ea00e08a-f285-43f8-b684-36364e247324" providerId="AD" clId="Web-{4B8F0635-F96A-4574-5313-380AEFB760A9}" dt="2024-03-21T08:37:41.071" v="2"/>
          <ac:spMkLst>
            <pc:docMk/>
            <pc:sldMk cId="3598829229" sldId="558"/>
            <ac:spMk id="3" creationId="{EED1AF0A-98F5-D555-1883-26A5760B16A6}"/>
          </ac:spMkLst>
        </pc:spChg>
        <pc:picChg chg="add del mod">
          <ac:chgData name="Sakshi Dhameja" userId="S::sakshi@dotnettricks.com::ea00e08a-f285-43f8-b684-36364e247324" providerId="AD" clId="Web-{4B8F0635-F96A-4574-5313-380AEFB760A9}" dt="2024-03-21T08:38:06.634" v="8"/>
          <ac:picMkLst>
            <pc:docMk/>
            <pc:sldMk cId="3598829229" sldId="558"/>
            <ac:picMk id="4" creationId="{190FD835-6721-2817-1C2E-E47739422C1D}"/>
          </ac:picMkLst>
        </pc:picChg>
        <pc:picChg chg="add mod">
          <ac:chgData name="Sakshi Dhameja" userId="S::sakshi@dotnettricks.com::ea00e08a-f285-43f8-b684-36364e247324" providerId="AD" clId="Web-{4B8F0635-F96A-4574-5313-380AEFB760A9}" dt="2024-03-21T13:01:11.439" v="13" actId="1076"/>
          <ac:picMkLst>
            <pc:docMk/>
            <pc:sldMk cId="3598829229" sldId="558"/>
            <ac:picMk id="5" creationId="{0AE27F1A-A3AA-7C71-E78C-F41CDD362373}"/>
          </ac:picMkLst>
        </pc:picChg>
        <pc:picChg chg="del">
          <ac:chgData name="Sakshi Dhameja" userId="S::sakshi@dotnettricks.com::ea00e08a-f285-43f8-b684-36364e247324" providerId="AD" clId="Web-{4B8F0635-F96A-4574-5313-380AEFB760A9}" dt="2024-03-21T08:37:38.118" v="1"/>
          <ac:picMkLst>
            <pc:docMk/>
            <pc:sldMk cId="3598829229" sldId="558"/>
            <ac:picMk id="12" creationId="{ADEDF4B4-6569-3947-2E59-78792DAB32AF}"/>
          </ac:picMkLst>
        </pc:picChg>
      </pc:sldChg>
      <pc:sldChg chg="modSp">
        <pc:chgData name="Sakshi Dhameja" userId="S::sakshi@dotnettricks.com::ea00e08a-f285-43f8-b684-36364e247324" providerId="AD" clId="Web-{4B8F0635-F96A-4574-5313-380AEFB760A9}" dt="2024-03-22T09:11:20.948" v="84" actId="1076"/>
        <pc:sldMkLst>
          <pc:docMk/>
          <pc:sldMk cId="1618606821" sldId="580"/>
        </pc:sldMkLst>
        <pc:picChg chg="mod">
          <ac:chgData name="Sakshi Dhameja" userId="S::sakshi@dotnettricks.com::ea00e08a-f285-43f8-b684-36364e247324" providerId="AD" clId="Web-{4B8F0635-F96A-4574-5313-380AEFB760A9}" dt="2024-03-22T09:11:20.948" v="84" actId="1076"/>
          <ac:picMkLst>
            <pc:docMk/>
            <pc:sldMk cId="1618606821" sldId="580"/>
            <ac:picMk id="10242" creationId="{63B3FF7E-DAF1-BE4A-206D-072A5F041DBA}"/>
          </ac:picMkLst>
        </pc:picChg>
      </pc:sldChg>
    </pc:docChg>
  </pc:docChgLst>
  <pc:docChgLst>
    <pc:chgData name="Shailendra Chauhan" userId="a7d3133f-e197-4b90-bf63-99a63a264234" providerId="ADAL" clId="{52816A22-6984-41A3-AA3C-881E50E388CC}"/>
    <pc:docChg chg="undo custSel delSld modSld">
      <pc:chgData name="Shailendra Chauhan" userId="a7d3133f-e197-4b90-bf63-99a63a264234" providerId="ADAL" clId="{52816A22-6984-41A3-AA3C-881E50E388CC}" dt="2024-05-26T03:03:49.051" v="14" actId="729"/>
      <pc:docMkLst>
        <pc:docMk/>
      </pc:docMkLst>
      <pc:sldChg chg="del">
        <pc:chgData name="Shailendra Chauhan" userId="a7d3133f-e197-4b90-bf63-99a63a264234" providerId="ADAL" clId="{52816A22-6984-41A3-AA3C-881E50E388CC}" dt="2024-05-25T08:16:23.744" v="0" actId="2696"/>
        <pc:sldMkLst>
          <pc:docMk/>
          <pc:sldMk cId="4251904266" sldId="563"/>
        </pc:sldMkLst>
      </pc:sldChg>
      <pc:sldChg chg="mod modShow">
        <pc:chgData name="Shailendra Chauhan" userId="a7d3133f-e197-4b90-bf63-99a63a264234" providerId="ADAL" clId="{52816A22-6984-41A3-AA3C-881E50E388CC}" dt="2024-05-26T03:03:49.051" v="14" actId="729"/>
        <pc:sldMkLst>
          <pc:docMk/>
          <pc:sldMk cId="1313642044" sldId="597"/>
        </pc:sldMkLst>
      </pc:sldChg>
      <pc:sldChg chg="modSp mod">
        <pc:chgData name="Shailendra Chauhan" userId="a7d3133f-e197-4b90-bf63-99a63a264234" providerId="ADAL" clId="{52816A22-6984-41A3-AA3C-881E50E388CC}" dt="2024-05-26T02:40:41.854" v="2" actId="20577"/>
        <pc:sldMkLst>
          <pc:docMk/>
          <pc:sldMk cId="2759127095" sldId="609"/>
        </pc:sldMkLst>
        <pc:spChg chg="mod">
          <ac:chgData name="Shailendra Chauhan" userId="a7d3133f-e197-4b90-bf63-99a63a264234" providerId="ADAL" clId="{52816A22-6984-41A3-AA3C-881E50E388CC}" dt="2024-05-26T02:40:41.854" v="2" actId="20577"/>
          <ac:spMkLst>
            <pc:docMk/>
            <pc:sldMk cId="2759127095" sldId="609"/>
            <ac:spMk id="2" creationId="{BE9D884F-8F95-1A7D-B200-23BC83135C4A}"/>
          </ac:spMkLst>
        </pc:spChg>
      </pc:sldChg>
      <pc:sldChg chg="modSp mod">
        <pc:chgData name="Shailendra Chauhan" userId="a7d3133f-e197-4b90-bf63-99a63a264234" providerId="ADAL" clId="{52816A22-6984-41A3-AA3C-881E50E388CC}" dt="2024-05-26T02:41:10.275" v="5" actId="20577"/>
        <pc:sldMkLst>
          <pc:docMk/>
          <pc:sldMk cId="1681565921" sldId="610"/>
        </pc:sldMkLst>
        <pc:spChg chg="mod">
          <ac:chgData name="Shailendra Chauhan" userId="a7d3133f-e197-4b90-bf63-99a63a264234" providerId="ADAL" clId="{52816A22-6984-41A3-AA3C-881E50E388CC}" dt="2024-05-26T02:41:10.275" v="5" actId="20577"/>
          <ac:spMkLst>
            <pc:docMk/>
            <pc:sldMk cId="1681565921" sldId="610"/>
            <ac:spMk id="2" creationId="{D840FD96-36B9-557A-C276-034F65F122DC}"/>
          </ac:spMkLst>
        </pc:spChg>
      </pc:sldChg>
      <pc:sldChg chg="modSp mod">
        <pc:chgData name="Shailendra Chauhan" userId="a7d3133f-e197-4b90-bf63-99a63a264234" providerId="ADAL" clId="{52816A22-6984-41A3-AA3C-881E50E388CC}" dt="2024-05-26T02:41:55.173" v="13" actId="20577"/>
        <pc:sldMkLst>
          <pc:docMk/>
          <pc:sldMk cId="1870710400" sldId="612"/>
        </pc:sldMkLst>
        <pc:spChg chg="mod">
          <ac:chgData name="Shailendra Chauhan" userId="a7d3133f-e197-4b90-bf63-99a63a264234" providerId="ADAL" clId="{52816A22-6984-41A3-AA3C-881E50E388CC}" dt="2024-05-26T02:41:55.173" v="13" actId="20577"/>
          <ac:spMkLst>
            <pc:docMk/>
            <pc:sldMk cId="1870710400" sldId="612"/>
            <ac:spMk id="2" creationId="{61216EA5-4F43-3C20-0406-6625E3285757}"/>
          </ac:spMkLst>
        </pc:spChg>
      </pc:sldChg>
    </pc:docChg>
  </pc:docChgLst>
  <pc:docChgLst>
    <pc:chgData name="Guest User" userId="S::urn:spo:anon#af6a7a29afd420552c81c4a37861e22f6f83d035445e42763d5e219899a4c81a::" providerId="AD" clId="Web-{363F87B9-6A55-1503-8DCD-B3EE43CCED7E}"/>
    <pc:docChg chg="modSld">
      <pc:chgData name="Guest User" userId="S::urn:spo:anon#af6a7a29afd420552c81c4a37861e22f6f83d035445e42763d5e219899a4c81a::" providerId="AD" clId="Web-{363F87B9-6A55-1503-8DCD-B3EE43CCED7E}" dt="2024-03-28T09:31:33.942" v="0" actId="1076"/>
      <pc:docMkLst>
        <pc:docMk/>
      </pc:docMkLst>
      <pc:sldChg chg="modSp">
        <pc:chgData name="Guest User" userId="S::urn:spo:anon#af6a7a29afd420552c81c4a37861e22f6f83d035445e42763d5e219899a4c81a::" providerId="AD" clId="Web-{363F87B9-6A55-1503-8DCD-B3EE43CCED7E}" dt="2024-03-28T09:31:33.942" v="0" actId="1076"/>
        <pc:sldMkLst>
          <pc:docMk/>
          <pc:sldMk cId="103645309" sldId="527"/>
        </pc:sldMkLst>
        <pc:picChg chg="mod">
          <ac:chgData name="Guest User" userId="S::urn:spo:anon#af6a7a29afd420552c81c4a37861e22f6f83d035445e42763d5e219899a4c81a::" providerId="AD" clId="Web-{363F87B9-6A55-1503-8DCD-B3EE43CCED7E}" dt="2024-03-28T09:31:33.942" v="0" actId="1076"/>
          <ac:picMkLst>
            <pc:docMk/>
            <pc:sldMk cId="103645309" sldId="527"/>
            <ac:picMk id="6" creationId="{5F7DE191-2D86-00B9-4C97-9524BCD8C04C}"/>
          </ac:picMkLst>
        </pc:picChg>
      </pc:sldChg>
    </pc:docChg>
  </pc:docChgLst>
  <pc:docChgLst>
    <pc:chgData name="Sakshi Dhameja" userId="S::sakshi@dotnettricks.com::ea00e08a-f285-43f8-b684-36364e247324" providerId="AD" clId="Web-{14AD3708-439D-3865-C062-ACCB12DD9357}"/>
    <pc:docChg chg="addSld delSld modSld">
      <pc:chgData name="Sakshi Dhameja" userId="S::sakshi@dotnettricks.com::ea00e08a-f285-43f8-b684-36364e247324" providerId="AD" clId="Web-{14AD3708-439D-3865-C062-ACCB12DD9357}" dt="2024-03-31T08:01:07.508" v="30" actId="14100"/>
      <pc:docMkLst>
        <pc:docMk/>
      </pc:docMkLst>
      <pc:sldChg chg="modSp del">
        <pc:chgData name="Sakshi Dhameja" userId="S::sakshi@dotnettricks.com::ea00e08a-f285-43f8-b684-36364e247324" providerId="AD" clId="Web-{14AD3708-439D-3865-C062-ACCB12DD9357}" dt="2024-03-31T07:56:49.499" v="7"/>
        <pc:sldMkLst>
          <pc:docMk/>
          <pc:sldMk cId="2148813703" sldId="589"/>
        </pc:sldMkLst>
        <pc:picChg chg="mod">
          <ac:chgData name="Sakshi Dhameja" userId="S::sakshi@dotnettricks.com::ea00e08a-f285-43f8-b684-36364e247324" providerId="AD" clId="Web-{14AD3708-439D-3865-C062-ACCB12DD9357}" dt="2024-03-31T07:12:05.797" v="5" actId="1076"/>
          <ac:picMkLst>
            <pc:docMk/>
            <pc:sldMk cId="2148813703" sldId="589"/>
            <ac:picMk id="8" creationId="{CFB012ED-FA73-C081-26E4-C415E92F4ADC}"/>
          </ac:picMkLst>
        </pc:picChg>
      </pc:sldChg>
      <pc:sldChg chg="addSp delSp modSp add replId">
        <pc:chgData name="Sakshi Dhameja" userId="S::sakshi@dotnettricks.com::ea00e08a-f285-43f8-b684-36364e247324" providerId="AD" clId="Web-{14AD3708-439D-3865-C062-ACCB12DD9357}" dt="2024-03-31T08:01:07.508" v="30" actId="14100"/>
        <pc:sldMkLst>
          <pc:docMk/>
          <pc:sldMk cId="1800578166" sldId="636"/>
        </pc:sldMkLst>
        <pc:spChg chg="mod">
          <ac:chgData name="Sakshi Dhameja" userId="S::sakshi@dotnettricks.com::ea00e08a-f285-43f8-b684-36364e247324" providerId="AD" clId="Web-{14AD3708-439D-3865-C062-ACCB12DD9357}" dt="2024-03-31T07:56:55.968" v="17" actId="20577"/>
          <ac:spMkLst>
            <pc:docMk/>
            <pc:sldMk cId="1800578166" sldId="636"/>
            <ac:spMk id="6" creationId="{EB7F4B5F-4A4F-405C-36C0-BD3FF5848743}"/>
          </ac:spMkLst>
        </pc:spChg>
        <pc:picChg chg="add del mod">
          <ac:chgData name="Sakshi Dhameja" userId="S::sakshi@dotnettricks.com::ea00e08a-f285-43f8-b684-36364e247324" providerId="AD" clId="Web-{14AD3708-439D-3865-C062-ACCB12DD9357}" dt="2024-03-31T08:00:47.648" v="24"/>
          <ac:picMkLst>
            <pc:docMk/>
            <pc:sldMk cId="1800578166" sldId="636"/>
            <ac:picMk id="2" creationId="{567CBEE4-3B12-A127-9660-F5D367059913}"/>
          </ac:picMkLst>
        </pc:picChg>
        <pc:picChg chg="del">
          <ac:chgData name="Sakshi Dhameja" userId="S::sakshi@dotnettricks.com::ea00e08a-f285-43f8-b684-36364e247324" providerId="AD" clId="Web-{14AD3708-439D-3865-C062-ACCB12DD9357}" dt="2024-03-31T07:56:51.093" v="8"/>
          <ac:picMkLst>
            <pc:docMk/>
            <pc:sldMk cId="1800578166" sldId="636"/>
            <ac:picMk id="3" creationId="{64C7B05E-E4A8-BFEF-CBCC-1BB9179ACD6C}"/>
          </ac:picMkLst>
        </pc:picChg>
        <pc:picChg chg="add mod">
          <ac:chgData name="Sakshi Dhameja" userId="S::sakshi@dotnettricks.com::ea00e08a-f285-43f8-b684-36364e247324" providerId="AD" clId="Web-{14AD3708-439D-3865-C062-ACCB12DD9357}" dt="2024-03-31T08:01:07.508" v="30" actId="14100"/>
          <ac:picMkLst>
            <pc:docMk/>
            <pc:sldMk cId="1800578166" sldId="636"/>
            <ac:picMk id="4" creationId="{BB5682C9-75DC-0FE4-3A3A-296428719EED}"/>
          </ac:picMkLst>
        </pc:picChg>
      </pc:sldChg>
    </pc:docChg>
  </pc:docChgLst>
  <pc:docChgLst>
    <pc:chgData name="Shailendra Chauhan" userId="a7d3133f-e197-4b90-bf63-99a63a264234" providerId="ADAL" clId="{9113F4EE-903F-4D41-BF10-A0567851644E}"/>
    <pc:docChg chg="undo redo custSel addSld delSld modSld sldOrd">
      <pc:chgData name="Shailendra Chauhan" userId="a7d3133f-e197-4b90-bf63-99a63a264234" providerId="ADAL" clId="{9113F4EE-903F-4D41-BF10-A0567851644E}" dt="2024-03-03T03:50:36.226" v="2399"/>
      <pc:docMkLst>
        <pc:docMk/>
      </pc:docMkLst>
      <pc:sldChg chg="modSp mod ord modAnim">
        <pc:chgData name="Shailendra Chauhan" userId="a7d3133f-e197-4b90-bf63-99a63a264234" providerId="ADAL" clId="{9113F4EE-903F-4D41-BF10-A0567851644E}" dt="2024-03-03T03:19:20.157" v="1596" actId="255"/>
        <pc:sldMkLst>
          <pc:docMk/>
          <pc:sldMk cId="3512944171" sldId="506"/>
        </pc:sldMkLst>
        <pc:spChg chg="mod">
          <ac:chgData name="Shailendra Chauhan" userId="a7d3133f-e197-4b90-bf63-99a63a264234" providerId="ADAL" clId="{9113F4EE-903F-4D41-BF10-A0567851644E}" dt="2024-03-03T03:19:20.157" v="1596" actId="255"/>
          <ac:spMkLst>
            <pc:docMk/>
            <pc:sldMk cId="3512944171" sldId="506"/>
            <ac:spMk id="2" creationId="{00000000-0000-0000-0000-000000000000}"/>
          </ac:spMkLst>
        </pc:spChg>
        <pc:spChg chg="mod">
          <ac:chgData name="Shailendra Chauhan" userId="a7d3133f-e197-4b90-bf63-99a63a264234" providerId="ADAL" clId="{9113F4EE-903F-4D41-BF10-A0567851644E}" dt="2024-03-03T01:52:44.669" v="293" actId="20577"/>
          <ac:spMkLst>
            <pc:docMk/>
            <pc:sldMk cId="3512944171" sldId="506"/>
            <ac:spMk id="3" creationId="{00000000-0000-0000-0000-000000000000}"/>
          </ac:spMkLst>
        </pc:spChg>
      </pc:sldChg>
      <pc:sldChg chg="del">
        <pc:chgData name="Shailendra Chauhan" userId="a7d3133f-e197-4b90-bf63-99a63a264234" providerId="ADAL" clId="{9113F4EE-903F-4D41-BF10-A0567851644E}" dt="2024-03-03T03:10:51.152" v="1443" actId="2696"/>
        <pc:sldMkLst>
          <pc:docMk/>
          <pc:sldMk cId="4164146515" sldId="507"/>
        </pc:sldMkLst>
      </pc:sldChg>
      <pc:sldChg chg="del">
        <pc:chgData name="Shailendra Chauhan" userId="a7d3133f-e197-4b90-bf63-99a63a264234" providerId="ADAL" clId="{9113F4EE-903F-4D41-BF10-A0567851644E}" dt="2024-03-03T03:10:51.152" v="1443" actId="2696"/>
        <pc:sldMkLst>
          <pc:docMk/>
          <pc:sldMk cId="668854724" sldId="508"/>
        </pc:sldMkLst>
      </pc:sldChg>
      <pc:sldChg chg="del">
        <pc:chgData name="Shailendra Chauhan" userId="a7d3133f-e197-4b90-bf63-99a63a264234" providerId="ADAL" clId="{9113F4EE-903F-4D41-BF10-A0567851644E}" dt="2024-03-03T03:10:51.152" v="1443" actId="2696"/>
        <pc:sldMkLst>
          <pc:docMk/>
          <pc:sldMk cId="622747516" sldId="509"/>
        </pc:sldMkLst>
      </pc:sldChg>
      <pc:sldChg chg="del">
        <pc:chgData name="Shailendra Chauhan" userId="a7d3133f-e197-4b90-bf63-99a63a264234" providerId="ADAL" clId="{9113F4EE-903F-4D41-BF10-A0567851644E}" dt="2024-03-03T03:10:51.152" v="1443" actId="2696"/>
        <pc:sldMkLst>
          <pc:docMk/>
          <pc:sldMk cId="1189860744" sldId="510"/>
        </pc:sldMkLst>
      </pc:sldChg>
      <pc:sldChg chg="del">
        <pc:chgData name="Shailendra Chauhan" userId="a7d3133f-e197-4b90-bf63-99a63a264234" providerId="ADAL" clId="{9113F4EE-903F-4D41-BF10-A0567851644E}" dt="2024-03-03T03:10:51.152" v="1443" actId="2696"/>
        <pc:sldMkLst>
          <pc:docMk/>
          <pc:sldMk cId="2861316933" sldId="511"/>
        </pc:sldMkLst>
      </pc:sldChg>
      <pc:sldChg chg="del">
        <pc:chgData name="Shailendra Chauhan" userId="a7d3133f-e197-4b90-bf63-99a63a264234" providerId="ADAL" clId="{9113F4EE-903F-4D41-BF10-A0567851644E}" dt="2024-03-03T03:10:51.152" v="1443" actId="2696"/>
        <pc:sldMkLst>
          <pc:docMk/>
          <pc:sldMk cId="1891838612" sldId="512"/>
        </pc:sldMkLst>
      </pc:sldChg>
      <pc:sldChg chg="del">
        <pc:chgData name="Shailendra Chauhan" userId="a7d3133f-e197-4b90-bf63-99a63a264234" providerId="ADAL" clId="{9113F4EE-903F-4D41-BF10-A0567851644E}" dt="2024-03-03T03:10:51.152" v="1443" actId="2696"/>
        <pc:sldMkLst>
          <pc:docMk/>
          <pc:sldMk cId="3619553149" sldId="513"/>
        </pc:sldMkLst>
      </pc:sldChg>
      <pc:sldChg chg="del">
        <pc:chgData name="Shailendra Chauhan" userId="a7d3133f-e197-4b90-bf63-99a63a264234" providerId="ADAL" clId="{9113F4EE-903F-4D41-BF10-A0567851644E}" dt="2024-03-03T03:10:51.152" v="1443" actId="2696"/>
        <pc:sldMkLst>
          <pc:docMk/>
          <pc:sldMk cId="1192656721" sldId="514"/>
        </pc:sldMkLst>
      </pc:sldChg>
      <pc:sldChg chg="del">
        <pc:chgData name="Shailendra Chauhan" userId="a7d3133f-e197-4b90-bf63-99a63a264234" providerId="ADAL" clId="{9113F4EE-903F-4D41-BF10-A0567851644E}" dt="2024-03-03T03:10:51.152" v="1443" actId="2696"/>
        <pc:sldMkLst>
          <pc:docMk/>
          <pc:sldMk cId="1473136694" sldId="515"/>
        </pc:sldMkLst>
      </pc:sldChg>
      <pc:sldChg chg="del">
        <pc:chgData name="Shailendra Chauhan" userId="a7d3133f-e197-4b90-bf63-99a63a264234" providerId="ADAL" clId="{9113F4EE-903F-4D41-BF10-A0567851644E}" dt="2024-03-03T03:23:17.285" v="1639" actId="2696"/>
        <pc:sldMkLst>
          <pc:docMk/>
          <pc:sldMk cId="2897014893" sldId="516"/>
        </pc:sldMkLst>
      </pc:sldChg>
      <pc:sldChg chg="del">
        <pc:chgData name="Shailendra Chauhan" userId="a7d3133f-e197-4b90-bf63-99a63a264234" providerId="ADAL" clId="{9113F4EE-903F-4D41-BF10-A0567851644E}" dt="2024-03-03T03:10:51.152" v="1443" actId="2696"/>
        <pc:sldMkLst>
          <pc:docMk/>
          <pc:sldMk cId="2983742983" sldId="517"/>
        </pc:sldMkLst>
      </pc:sldChg>
      <pc:sldChg chg="add setBg">
        <pc:chgData name="Shailendra Chauhan" userId="a7d3133f-e197-4b90-bf63-99a63a264234" providerId="ADAL" clId="{9113F4EE-903F-4D41-BF10-A0567851644E}" dt="2024-03-03T03:40:50.763" v="2099"/>
        <pc:sldMkLst>
          <pc:docMk/>
          <pc:sldMk cId="1037121074" sldId="518"/>
        </pc:sldMkLst>
      </pc:sldChg>
      <pc:sldChg chg="del">
        <pc:chgData name="Shailendra Chauhan" userId="a7d3133f-e197-4b90-bf63-99a63a264234" providerId="ADAL" clId="{9113F4EE-903F-4D41-BF10-A0567851644E}" dt="2024-03-03T03:10:51.152" v="1443" actId="2696"/>
        <pc:sldMkLst>
          <pc:docMk/>
          <pc:sldMk cId="4264975209" sldId="518"/>
        </pc:sldMkLst>
      </pc:sldChg>
      <pc:sldChg chg="del">
        <pc:chgData name="Shailendra Chauhan" userId="a7d3133f-e197-4b90-bf63-99a63a264234" providerId="ADAL" clId="{9113F4EE-903F-4D41-BF10-A0567851644E}" dt="2024-03-03T03:10:51.152" v="1443" actId="2696"/>
        <pc:sldMkLst>
          <pc:docMk/>
          <pc:sldMk cId="3924151125" sldId="519"/>
        </pc:sldMkLst>
      </pc:sldChg>
      <pc:sldChg chg="del">
        <pc:chgData name="Shailendra Chauhan" userId="a7d3133f-e197-4b90-bf63-99a63a264234" providerId="ADAL" clId="{9113F4EE-903F-4D41-BF10-A0567851644E}" dt="2024-03-03T03:23:17.285" v="1639" actId="2696"/>
        <pc:sldMkLst>
          <pc:docMk/>
          <pc:sldMk cId="3060720955" sldId="520"/>
        </pc:sldMkLst>
      </pc:sldChg>
      <pc:sldChg chg="del">
        <pc:chgData name="Shailendra Chauhan" userId="a7d3133f-e197-4b90-bf63-99a63a264234" providerId="ADAL" clId="{9113F4EE-903F-4D41-BF10-A0567851644E}" dt="2024-03-03T01:32:44.828" v="113" actId="2696"/>
        <pc:sldMkLst>
          <pc:docMk/>
          <pc:sldMk cId="3499953525" sldId="521"/>
        </pc:sldMkLst>
      </pc:sldChg>
      <pc:sldChg chg="modSp mod">
        <pc:chgData name="Shailendra Chauhan" userId="a7d3133f-e197-4b90-bf63-99a63a264234" providerId="ADAL" clId="{9113F4EE-903F-4D41-BF10-A0567851644E}" dt="2024-03-03T03:50:36.226" v="2399"/>
        <pc:sldMkLst>
          <pc:docMk/>
          <pc:sldMk cId="3384716785" sldId="522"/>
        </pc:sldMkLst>
        <pc:spChg chg="mod">
          <ac:chgData name="Shailendra Chauhan" userId="a7d3133f-e197-4b90-bf63-99a63a264234" providerId="ADAL" clId="{9113F4EE-903F-4D41-BF10-A0567851644E}" dt="2024-03-03T03:50:36.226" v="2399"/>
          <ac:spMkLst>
            <pc:docMk/>
            <pc:sldMk cId="3384716785" sldId="522"/>
            <ac:spMk id="3" creationId="{A82E5C18-6CBA-896A-CD99-78160F4D2AF0}"/>
          </ac:spMkLst>
        </pc:spChg>
        <pc:spChg chg="mod">
          <ac:chgData name="Shailendra Chauhan" userId="a7d3133f-e197-4b90-bf63-99a63a264234" providerId="ADAL" clId="{9113F4EE-903F-4D41-BF10-A0567851644E}" dt="2024-03-03T03:39:48.086" v="2095" actId="20577"/>
          <ac:spMkLst>
            <pc:docMk/>
            <pc:sldMk cId="3384716785" sldId="522"/>
            <ac:spMk id="4" creationId="{5D5BAAD7-C5EB-DB6B-6CD5-91EAF15D743C}"/>
          </ac:spMkLst>
        </pc:spChg>
      </pc:sldChg>
      <pc:sldChg chg="modSp add">
        <pc:chgData name="Shailendra Chauhan" userId="a7d3133f-e197-4b90-bf63-99a63a264234" providerId="ADAL" clId="{9113F4EE-903F-4D41-BF10-A0567851644E}" dt="2024-03-03T03:38:48.512" v="2044" actId="404"/>
        <pc:sldMkLst>
          <pc:docMk/>
          <pc:sldMk cId="2935051063" sldId="589"/>
        </pc:sldMkLst>
        <pc:spChg chg="mod">
          <ac:chgData name="Shailendra Chauhan" userId="a7d3133f-e197-4b90-bf63-99a63a264234" providerId="ADAL" clId="{9113F4EE-903F-4D41-BF10-A0567851644E}" dt="2024-03-03T03:38:48.512" v="2044" actId="404"/>
          <ac:spMkLst>
            <pc:docMk/>
            <pc:sldMk cId="2935051063" sldId="589"/>
            <ac:spMk id="3" creationId="{9D68E211-4241-4C35-A84E-5CD302140030}"/>
          </ac:spMkLst>
        </pc:spChg>
      </pc:sldChg>
      <pc:sldChg chg="add">
        <pc:chgData name="Shailendra Chauhan" userId="a7d3133f-e197-4b90-bf63-99a63a264234" providerId="ADAL" clId="{9113F4EE-903F-4D41-BF10-A0567851644E}" dt="2024-03-03T03:23:12.535" v="1638"/>
        <pc:sldMkLst>
          <pc:docMk/>
          <pc:sldMk cId="0" sldId="3767"/>
        </pc:sldMkLst>
      </pc:sldChg>
      <pc:sldChg chg="del">
        <pc:chgData name="Shailendra Chauhan" userId="a7d3133f-e197-4b90-bf63-99a63a264234" providerId="ADAL" clId="{9113F4EE-903F-4D41-BF10-A0567851644E}" dt="2024-03-03T01:32:47.203" v="114" actId="2696"/>
        <pc:sldMkLst>
          <pc:docMk/>
          <pc:sldMk cId="2015108213" sldId="3829"/>
        </pc:sldMkLst>
      </pc:sldChg>
      <pc:sldChg chg="del">
        <pc:chgData name="Shailendra Chauhan" userId="a7d3133f-e197-4b90-bf63-99a63a264234" providerId="ADAL" clId="{9113F4EE-903F-4D41-BF10-A0567851644E}" dt="2024-03-03T02:49:50.693" v="1295" actId="2696"/>
        <pc:sldMkLst>
          <pc:docMk/>
          <pc:sldMk cId="551833333" sldId="2147469469"/>
        </pc:sldMkLst>
      </pc:sldChg>
      <pc:sldChg chg="modSp add">
        <pc:chgData name="Shailendra Chauhan" userId="a7d3133f-e197-4b90-bf63-99a63a264234" providerId="ADAL" clId="{9113F4EE-903F-4D41-BF10-A0567851644E}" dt="2024-03-03T03:25:48.983" v="1656" actId="20577"/>
        <pc:sldMkLst>
          <pc:docMk/>
          <pc:sldMk cId="777719674" sldId="2147469470"/>
        </pc:sldMkLst>
        <pc:spChg chg="mod">
          <ac:chgData name="Shailendra Chauhan" userId="a7d3133f-e197-4b90-bf63-99a63a264234" providerId="ADAL" clId="{9113F4EE-903F-4D41-BF10-A0567851644E}" dt="2024-03-03T03:25:48.983" v="1656" actId="20577"/>
          <ac:spMkLst>
            <pc:docMk/>
            <pc:sldMk cId="777719674" sldId="2147469470"/>
            <ac:spMk id="2" creationId="{339F4A43-DCD9-53E7-8BB6-7630643BA8CD}"/>
          </ac:spMkLst>
        </pc:spChg>
      </pc:sldChg>
      <pc:sldChg chg="del">
        <pc:chgData name="Shailendra Chauhan" userId="a7d3133f-e197-4b90-bf63-99a63a264234" providerId="ADAL" clId="{9113F4EE-903F-4D41-BF10-A0567851644E}" dt="2024-03-03T03:10:51.152" v="1443" actId="2696"/>
        <pc:sldMkLst>
          <pc:docMk/>
          <pc:sldMk cId="2657283964" sldId="2147469470"/>
        </pc:sldMkLst>
      </pc:sldChg>
      <pc:sldChg chg="modSp new mod">
        <pc:chgData name="Shailendra Chauhan" userId="a7d3133f-e197-4b90-bf63-99a63a264234" providerId="ADAL" clId="{9113F4EE-903F-4D41-BF10-A0567851644E}" dt="2024-03-03T03:19:42.627" v="1604" actId="20577"/>
        <pc:sldMkLst>
          <pc:docMk/>
          <pc:sldMk cId="1146004687" sldId="2147469471"/>
        </pc:sldMkLst>
        <pc:spChg chg="mod">
          <ac:chgData name="Shailendra Chauhan" userId="a7d3133f-e197-4b90-bf63-99a63a264234" providerId="ADAL" clId="{9113F4EE-903F-4D41-BF10-A0567851644E}" dt="2024-03-03T03:19:10.940" v="1594" actId="14100"/>
          <ac:spMkLst>
            <pc:docMk/>
            <pc:sldMk cId="1146004687" sldId="2147469471"/>
            <ac:spMk id="2" creationId="{72CB4824-2038-C3EB-6C37-17E9323311C8}"/>
          </ac:spMkLst>
        </pc:spChg>
        <pc:spChg chg="mod">
          <ac:chgData name="Shailendra Chauhan" userId="a7d3133f-e197-4b90-bf63-99a63a264234" providerId="ADAL" clId="{9113F4EE-903F-4D41-BF10-A0567851644E}" dt="2024-03-03T03:19:42.627" v="1604" actId="20577"/>
          <ac:spMkLst>
            <pc:docMk/>
            <pc:sldMk cId="1146004687" sldId="2147469471"/>
            <ac:spMk id="3" creationId="{6C4739C4-D94F-85DE-49DF-D5A4C2FB2E53}"/>
          </ac:spMkLst>
        </pc:spChg>
      </pc:sldChg>
      <pc:sldChg chg="addSp delSp modSp new mod">
        <pc:chgData name="Shailendra Chauhan" userId="a7d3133f-e197-4b90-bf63-99a63a264234" providerId="ADAL" clId="{9113F4EE-903F-4D41-BF10-A0567851644E}" dt="2024-03-03T03:08:32.995" v="1420" actId="20577"/>
        <pc:sldMkLst>
          <pc:docMk/>
          <pc:sldMk cId="1033391124" sldId="2147469472"/>
        </pc:sldMkLst>
        <pc:spChg chg="del">
          <ac:chgData name="Shailendra Chauhan" userId="a7d3133f-e197-4b90-bf63-99a63a264234" providerId="ADAL" clId="{9113F4EE-903F-4D41-BF10-A0567851644E}" dt="2024-03-03T02:11:55.982" v="453" actId="3680"/>
          <ac:spMkLst>
            <pc:docMk/>
            <pc:sldMk cId="1033391124" sldId="2147469472"/>
            <ac:spMk id="2" creationId="{10CF9B86-0E7B-7A94-F8E6-6E17CECA3AFB}"/>
          </ac:spMkLst>
        </pc:spChg>
        <pc:spChg chg="mod">
          <ac:chgData name="Shailendra Chauhan" userId="a7d3133f-e197-4b90-bf63-99a63a264234" providerId="ADAL" clId="{9113F4EE-903F-4D41-BF10-A0567851644E}" dt="2024-03-03T02:34:37.505" v="1236" actId="313"/>
          <ac:spMkLst>
            <pc:docMk/>
            <pc:sldMk cId="1033391124" sldId="2147469472"/>
            <ac:spMk id="3" creationId="{D2A0AE03-0DE9-06D8-9217-33D2EC4EA3FE}"/>
          </ac:spMkLst>
        </pc:spChg>
        <pc:graphicFrameChg chg="add mod ord modGraphic">
          <ac:chgData name="Shailendra Chauhan" userId="a7d3133f-e197-4b90-bf63-99a63a264234" providerId="ADAL" clId="{9113F4EE-903F-4D41-BF10-A0567851644E}" dt="2024-03-03T03:08:32.995" v="1420" actId="20577"/>
          <ac:graphicFrameMkLst>
            <pc:docMk/>
            <pc:sldMk cId="1033391124" sldId="2147469472"/>
            <ac:graphicFrameMk id="4" creationId="{AB9D8F86-A6FE-C4B2-CFC3-0337F2D338C6}"/>
          </ac:graphicFrameMkLst>
        </pc:graphicFrameChg>
      </pc:sldChg>
      <pc:sldChg chg="modSp new del mod">
        <pc:chgData name="Shailendra Chauhan" userId="a7d3133f-e197-4b90-bf63-99a63a264234" providerId="ADAL" clId="{9113F4EE-903F-4D41-BF10-A0567851644E}" dt="2024-03-03T03:17:09.216" v="1575" actId="2696"/>
        <pc:sldMkLst>
          <pc:docMk/>
          <pc:sldMk cId="1119291873" sldId="2147469473"/>
        </pc:sldMkLst>
        <pc:spChg chg="mod">
          <ac:chgData name="Shailendra Chauhan" userId="a7d3133f-e197-4b90-bf63-99a63a264234" providerId="ADAL" clId="{9113F4EE-903F-4D41-BF10-A0567851644E}" dt="2024-03-03T03:16:41.773" v="1567" actId="21"/>
          <ac:spMkLst>
            <pc:docMk/>
            <pc:sldMk cId="1119291873" sldId="2147469473"/>
            <ac:spMk id="2" creationId="{544F8454-37AE-748D-7B46-3271601E4DA8}"/>
          </ac:spMkLst>
        </pc:spChg>
        <pc:spChg chg="mod">
          <ac:chgData name="Shailendra Chauhan" userId="a7d3133f-e197-4b90-bf63-99a63a264234" providerId="ADAL" clId="{9113F4EE-903F-4D41-BF10-A0567851644E}" dt="2024-03-03T03:12:57.275" v="1479" actId="20577"/>
          <ac:spMkLst>
            <pc:docMk/>
            <pc:sldMk cId="1119291873" sldId="2147469473"/>
            <ac:spMk id="3" creationId="{ED0055AA-4707-83F1-B19E-CFB774FCB186}"/>
          </ac:spMkLst>
        </pc:spChg>
      </pc:sldChg>
      <pc:sldChg chg="modSp add mod modAnim">
        <pc:chgData name="Shailendra Chauhan" userId="a7d3133f-e197-4b90-bf63-99a63a264234" providerId="ADAL" clId="{9113F4EE-903F-4D41-BF10-A0567851644E}" dt="2024-03-03T03:38:18.383" v="2041" actId="20577"/>
        <pc:sldMkLst>
          <pc:docMk/>
          <pc:sldMk cId="2153596904" sldId="2147469478"/>
        </pc:sldMkLst>
        <pc:spChg chg="mod">
          <ac:chgData name="Shailendra Chauhan" userId="a7d3133f-e197-4b90-bf63-99a63a264234" providerId="ADAL" clId="{9113F4EE-903F-4D41-BF10-A0567851644E}" dt="2024-03-03T03:38:18.383" v="2041" actId="20577"/>
          <ac:spMkLst>
            <pc:docMk/>
            <pc:sldMk cId="2153596904" sldId="2147469478"/>
            <ac:spMk id="2" creationId="{64756C93-E888-D692-6788-DCB4EC35779A}"/>
          </ac:spMkLst>
        </pc:spChg>
      </pc:sldChg>
      <pc:sldChg chg="add del">
        <pc:chgData name="Shailendra Chauhan" userId="a7d3133f-e197-4b90-bf63-99a63a264234" providerId="ADAL" clId="{9113F4EE-903F-4D41-BF10-A0567851644E}" dt="2024-03-03T03:31:25.630" v="1766" actId="2696"/>
        <pc:sldMkLst>
          <pc:docMk/>
          <pc:sldMk cId="3547951538" sldId="2147469479"/>
        </pc:sldMkLst>
      </pc:sldChg>
      <pc:sldChg chg="modSp new mod">
        <pc:chgData name="Shailendra Chauhan" userId="a7d3133f-e197-4b90-bf63-99a63a264234" providerId="ADAL" clId="{9113F4EE-903F-4D41-BF10-A0567851644E}" dt="2024-03-03T03:50:11.018" v="2383" actId="20577"/>
        <pc:sldMkLst>
          <pc:docMk/>
          <pc:sldMk cId="4068494065" sldId="2147469480"/>
        </pc:sldMkLst>
        <pc:spChg chg="mod">
          <ac:chgData name="Shailendra Chauhan" userId="a7d3133f-e197-4b90-bf63-99a63a264234" providerId="ADAL" clId="{9113F4EE-903F-4D41-BF10-A0567851644E}" dt="2024-03-03T03:50:11.018" v="2383" actId="20577"/>
          <ac:spMkLst>
            <pc:docMk/>
            <pc:sldMk cId="4068494065" sldId="2147469480"/>
            <ac:spMk id="2" creationId="{8CB986E7-3510-A1B3-443E-4B50CA569E07}"/>
          </ac:spMkLst>
        </pc:spChg>
        <pc:spChg chg="mod">
          <ac:chgData name="Shailendra Chauhan" userId="a7d3133f-e197-4b90-bf63-99a63a264234" providerId="ADAL" clId="{9113F4EE-903F-4D41-BF10-A0567851644E}" dt="2024-03-03T03:42:10.931" v="2134" actId="20577"/>
          <ac:spMkLst>
            <pc:docMk/>
            <pc:sldMk cId="4068494065" sldId="2147469480"/>
            <ac:spMk id="3" creationId="{37F40C6D-7EF6-E481-4D3A-0310F4FC264D}"/>
          </ac:spMkLst>
        </pc:spChg>
      </pc:sldChg>
      <pc:sldMasterChg chg="delSldLayout">
        <pc:chgData name="Shailendra Chauhan" userId="a7d3133f-e197-4b90-bf63-99a63a264234" providerId="ADAL" clId="{9113F4EE-903F-4D41-BF10-A0567851644E}" dt="2024-03-03T03:23:17.285" v="1639" actId="2696"/>
        <pc:sldMasterMkLst>
          <pc:docMk/>
          <pc:sldMasterMk cId="3873625259" sldId="2147483676"/>
        </pc:sldMasterMkLst>
        <pc:sldLayoutChg chg="del">
          <pc:chgData name="Shailendra Chauhan" userId="a7d3133f-e197-4b90-bf63-99a63a264234" providerId="ADAL" clId="{9113F4EE-903F-4D41-BF10-A0567851644E}" dt="2024-03-03T03:23:17.285" v="1639" actId="2696"/>
          <pc:sldLayoutMkLst>
            <pc:docMk/>
            <pc:sldMasterMk cId="3873625259" sldId="2147483676"/>
            <pc:sldLayoutMk cId="3330936234" sldId="2147483696"/>
          </pc:sldLayoutMkLst>
        </pc:sldLayoutChg>
      </pc:sldMasterChg>
    </pc:docChg>
  </pc:docChgLst>
  <pc:docChgLst>
    <pc:chgData name="Sakshi Dhameja" userId="S::sakshi@dotnettricks.com::ea00e08a-f285-43f8-b684-36364e247324" providerId="AD" clId="Web-{C0043805-68DA-75E6-9A49-205E1F6ED35D}"/>
    <pc:docChg chg="addSld delSld modSld">
      <pc:chgData name="Sakshi Dhameja" userId="S::sakshi@dotnettricks.com::ea00e08a-f285-43f8-b684-36364e247324" providerId="AD" clId="Web-{C0043805-68DA-75E6-9A49-205E1F6ED35D}" dt="2024-03-30T14:33:32.859" v="86" actId="1076"/>
      <pc:docMkLst>
        <pc:docMk/>
      </pc:docMkLst>
      <pc:sldChg chg="modSp">
        <pc:chgData name="Sakshi Dhameja" userId="S::sakshi@dotnettricks.com::ea00e08a-f285-43f8-b684-36364e247324" providerId="AD" clId="Web-{C0043805-68DA-75E6-9A49-205E1F6ED35D}" dt="2024-03-30T10:12:16.023" v="57" actId="14100"/>
        <pc:sldMkLst>
          <pc:docMk/>
          <pc:sldMk cId="3955941799" sldId="535"/>
        </pc:sldMkLst>
        <pc:picChg chg="mod">
          <ac:chgData name="Sakshi Dhameja" userId="S::sakshi@dotnettricks.com::ea00e08a-f285-43f8-b684-36364e247324" providerId="AD" clId="Web-{C0043805-68DA-75E6-9A49-205E1F6ED35D}" dt="2024-03-30T10:12:16.023" v="57" actId="14100"/>
          <ac:picMkLst>
            <pc:docMk/>
            <pc:sldMk cId="3955941799" sldId="535"/>
            <ac:picMk id="3" creationId="{1E7E21F5-FEBD-1736-AA79-E8296CEA8962}"/>
          </ac:picMkLst>
        </pc:picChg>
      </pc:sldChg>
      <pc:sldChg chg="addSp delSp modSp del">
        <pc:chgData name="Sakshi Dhameja" userId="S::sakshi@dotnettricks.com::ea00e08a-f285-43f8-b684-36364e247324" providerId="AD" clId="Web-{C0043805-68DA-75E6-9A49-205E1F6ED35D}" dt="2024-03-29T17:59:48.834" v="4"/>
        <pc:sldMkLst>
          <pc:docMk/>
          <pc:sldMk cId="114664757" sldId="581"/>
        </pc:sldMkLst>
        <pc:spChg chg="add del mod">
          <ac:chgData name="Sakshi Dhameja" userId="S::sakshi@dotnettricks.com::ea00e08a-f285-43f8-b684-36364e247324" providerId="AD" clId="Web-{C0043805-68DA-75E6-9A49-205E1F6ED35D}" dt="2024-03-29T17:58:52.412" v="1"/>
          <ac:spMkLst>
            <pc:docMk/>
            <pc:sldMk cId="114664757" sldId="581"/>
            <ac:spMk id="4" creationId="{73966FC9-51DD-23FB-E422-9F30BB5D3E1C}"/>
          </ac:spMkLst>
        </pc:spChg>
        <pc:picChg chg="del">
          <ac:chgData name="Sakshi Dhameja" userId="S::sakshi@dotnettricks.com::ea00e08a-f285-43f8-b684-36364e247324" providerId="AD" clId="Web-{C0043805-68DA-75E6-9A49-205E1F6ED35D}" dt="2024-03-29T17:58:49.646" v="0"/>
          <ac:picMkLst>
            <pc:docMk/>
            <pc:sldMk cId="114664757" sldId="581"/>
            <ac:picMk id="5" creationId="{45A7A9F5-A1AB-D2A0-42E0-8F3E33D41731}"/>
          </ac:picMkLst>
        </pc:picChg>
      </pc:sldChg>
      <pc:sldChg chg="addSp delSp modSp del">
        <pc:chgData name="Sakshi Dhameja" userId="S::sakshi@dotnettricks.com::ea00e08a-f285-43f8-b684-36364e247324" providerId="AD" clId="Web-{C0043805-68DA-75E6-9A49-205E1F6ED35D}" dt="2024-03-30T10:01:13.426" v="40"/>
        <pc:sldMkLst>
          <pc:docMk/>
          <pc:sldMk cId="1168194138" sldId="582"/>
        </pc:sldMkLst>
        <pc:spChg chg="add del mod">
          <ac:chgData name="Sakshi Dhameja" userId="S::sakshi@dotnettricks.com::ea00e08a-f285-43f8-b684-36364e247324" providerId="AD" clId="Web-{C0043805-68DA-75E6-9A49-205E1F6ED35D}" dt="2024-03-30T10:01:11.129" v="39"/>
          <ac:spMkLst>
            <pc:docMk/>
            <pc:sldMk cId="1168194138" sldId="582"/>
            <ac:spMk id="6" creationId="{CD98B83C-5F96-880B-06FA-D3093759854A}"/>
          </ac:spMkLst>
        </pc:spChg>
        <pc:picChg chg="del">
          <ac:chgData name="Sakshi Dhameja" userId="S::sakshi@dotnettricks.com::ea00e08a-f285-43f8-b684-36364e247324" providerId="AD" clId="Web-{C0043805-68DA-75E6-9A49-205E1F6ED35D}" dt="2024-03-30T10:01:07.004" v="38"/>
          <ac:picMkLst>
            <pc:docMk/>
            <pc:sldMk cId="1168194138" sldId="582"/>
            <ac:picMk id="9" creationId="{8ED0339E-E68C-BAFC-5553-385B60D2D758}"/>
          </ac:picMkLst>
        </pc:picChg>
      </pc:sldChg>
      <pc:sldChg chg="modSp">
        <pc:chgData name="Sakshi Dhameja" userId="S::sakshi@dotnettricks.com::ea00e08a-f285-43f8-b684-36364e247324" providerId="AD" clId="Web-{C0043805-68DA-75E6-9A49-205E1F6ED35D}" dt="2024-03-30T11:43:17.034" v="76" actId="1076"/>
        <pc:sldMkLst>
          <pc:docMk/>
          <pc:sldMk cId="2148813703" sldId="589"/>
        </pc:sldMkLst>
        <pc:picChg chg="mod">
          <ac:chgData name="Sakshi Dhameja" userId="S::sakshi@dotnettricks.com::ea00e08a-f285-43f8-b684-36364e247324" providerId="AD" clId="Web-{C0043805-68DA-75E6-9A49-205E1F6ED35D}" dt="2024-03-30T11:43:17.034" v="76" actId="1076"/>
          <ac:picMkLst>
            <pc:docMk/>
            <pc:sldMk cId="2148813703" sldId="589"/>
            <ac:picMk id="8" creationId="{CFB012ED-FA73-C081-26E4-C415E92F4ADC}"/>
          </ac:picMkLst>
        </pc:picChg>
      </pc:sldChg>
      <pc:sldChg chg="del">
        <pc:chgData name="Sakshi Dhameja" userId="S::sakshi@dotnettricks.com::ea00e08a-f285-43f8-b684-36364e247324" providerId="AD" clId="Web-{C0043805-68DA-75E6-9A49-205E1F6ED35D}" dt="2024-03-30T11:39:05.965" v="59"/>
        <pc:sldMkLst>
          <pc:docMk/>
          <pc:sldMk cId="2207092980" sldId="596"/>
        </pc:sldMkLst>
      </pc:sldChg>
      <pc:sldChg chg="new del">
        <pc:chgData name="Sakshi Dhameja" userId="S::sakshi@dotnettricks.com::ea00e08a-f285-43f8-b684-36364e247324" providerId="AD" clId="Web-{C0043805-68DA-75E6-9A49-205E1F6ED35D}" dt="2024-03-29T17:59:42.990" v="3"/>
        <pc:sldMkLst>
          <pc:docMk/>
          <pc:sldMk cId="1048234270" sldId="633"/>
        </pc:sldMkLst>
      </pc:sldChg>
      <pc:sldChg chg="addSp delSp modSp add replId">
        <pc:chgData name="Sakshi Dhameja" userId="S::sakshi@dotnettricks.com::ea00e08a-f285-43f8-b684-36364e247324" providerId="AD" clId="Web-{C0043805-68DA-75E6-9A49-205E1F6ED35D}" dt="2024-03-29T18:01:18.132" v="37" actId="1076"/>
        <pc:sldMkLst>
          <pc:docMk/>
          <pc:sldMk cId="3420991088" sldId="633"/>
        </pc:sldMkLst>
        <pc:spChg chg="add mod">
          <ac:chgData name="Sakshi Dhameja" userId="S::sakshi@dotnettricks.com::ea00e08a-f285-43f8-b684-36364e247324" providerId="AD" clId="Web-{C0043805-68DA-75E6-9A49-205E1F6ED35D}" dt="2024-03-29T18:00:21.975" v="26" actId="1076"/>
          <ac:spMkLst>
            <pc:docMk/>
            <pc:sldMk cId="3420991088" sldId="633"/>
            <ac:spMk id="3" creationId="{655A0AEB-ECF5-F3DC-2268-A3467894BD1D}"/>
          </ac:spMkLst>
        </pc:spChg>
        <pc:spChg chg="del mod">
          <ac:chgData name="Sakshi Dhameja" userId="S::sakshi@dotnettricks.com::ea00e08a-f285-43f8-b684-36364e247324" providerId="AD" clId="Web-{C0043805-68DA-75E6-9A49-205E1F6ED35D}" dt="2024-03-29T18:00:10.678" v="18"/>
          <ac:spMkLst>
            <pc:docMk/>
            <pc:sldMk cId="3420991088" sldId="633"/>
            <ac:spMk id="6" creationId="{EB7F4B5F-4A4F-405C-36C0-BD3FF5848743}"/>
          </ac:spMkLst>
        </pc:spChg>
        <pc:picChg chg="add mod modCrop">
          <ac:chgData name="Sakshi Dhameja" userId="S::sakshi@dotnettricks.com::ea00e08a-f285-43f8-b684-36364e247324" providerId="AD" clId="Web-{C0043805-68DA-75E6-9A49-205E1F6ED35D}" dt="2024-03-29T18:01:18.132" v="37" actId="1076"/>
          <ac:picMkLst>
            <pc:docMk/>
            <pc:sldMk cId="3420991088" sldId="633"/>
            <ac:picMk id="4" creationId="{7FB924F7-9217-1E37-8D6D-C54D10FBAF27}"/>
          </ac:picMkLst>
        </pc:picChg>
        <pc:picChg chg="del">
          <ac:chgData name="Sakshi Dhameja" userId="S::sakshi@dotnettricks.com::ea00e08a-f285-43f8-b684-36364e247324" providerId="AD" clId="Web-{C0043805-68DA-75E6-9A49-205E1F6ED35D}" dt="2024-03-29T17:59:52.694" v="6"/>
          <ac:picMkLst>
            <pc:docMk/>
            <pc:sldMk cId="3420991088" sldId="633"/>
            <ac:picMk id="5" creationId="{F137063D-A767-41FC-6F73-E4B98B5F9980}"/>
          </ac:picMkLst>
        </pc:picChg>
      </pc:sldChg>
      <pc:sldChg chg="addSp delSp modSp add replId">
        <pc:chgData name="Sakshi Dhameja" userId="S::sakshi@dotnettricks.com::ea00e08a-f285-43f8-b684-36364e247324" providerId="AD" clId="Web-{C0043805-68DA-75E6-9A49-205E1F6ED35D}" dt="2024-03-30T14:33:32.859" v="86" actId="1076"/>
        <pc:sldMkLst>
          <pc:docMk/>
          <pc:sldMk cId="1275993073" sldId="634"/>
        </pc:sldMkLst>
        <pc:spChg chg="add mod">
          <ac:chgData name="Sakshi Dhameja" userId="S::sakshi@dotnettricks.com::ea00e08a-f285-43f8-b684-36364e247324" providerId="AD" clId="Web-{C0043805-68DA-75E6-9A49-205E1F6ED35D}" dt="2024-03-30T10:02:05.411" v="56" actId="20577"/>
          <ac:spMkLst>
            <pc:docMk/>
            <pc:sldMk cId="1275993073" sldId="634"/>
            <ac:spMk id="4" creationId="{DB66A4B5-9B30-7C7B-AB8D-904DA9D5EFA6}"/>
          </ac:spMkLst>
        </pc:spChg>
        <pc:spChg chg="del">
          <ac:chgData name="Sakshi Dhameja" userId="S::sakshi@dotnettricks.com::ea00e08a-f285-43f8-b684-36364e247324" providerId="AD" clId="Web-{C0043805-68DA-75E6-9A49-205E1F6ED35D}" dt="2024-03-30T10:02:00.317" v="50"/>
          <ac:spMkLst>
            <pc:docMk/>
            <pc:sldMk cId="1275993073" sldId="634"/>
            <ac:spMk id="6" creationId="{EB7F4B5F-4A4F-405C-36C0-BD3FF5848743}"/>
          </ac:spMkLst>
        </pc:spChg>
        <pc:picChg chg="add del mod">
          <ac:chgData name="Sakshi Dhameja" userId="S::sakshi@dotnettricks.com::ea00e08a-f285-43f8-b684-36364e247324" providerId="AD" clId="Web-{C0043805-68DA-75E6-9A49-205E1F6ED35D}" dt="2024-03-30T14:32:56.764" v="77"/>
          <ac:picMkLst>
            <pc:docMk/>
            <pc:sldMk cId="1275993073" sldId="634"/>
            <ac:picMk id="2" creationId="{EFB086F2-5E28-BC6B-21F2-82920C9DA106}"/>
          </ac:picMkLst>
        </pc:picChg>
        <pc:picChg chg="add mod">
          <ac:chgData name="Sakshi Dhameja" userId="S::sakshi@dotnettricks.com::ea00e08a-f285-43f8-b684-36364e247324" providerId="AD" clId="Web-{C0043805-68DA-75E6-9A49-205E1F6ED35D}" dt="2024-03-30T14:33:32.859" v="86" actId="1076"/>
          <ac:picMkLst>
            <pc:docMk/>
            <pc:sldMk cId="1275993073" sldId="634"/>
            <ac:picMk id="3" creationId="{A8478FB4-1BBF-0A5A-5DCE-0F30D5732A66}"/>
          </ac:picMkLst>
        </pc:picChg>
        <pc:picChg chg="del">
          <ac:chgData name="Sakshi Dhameja" userId="S::sakshi@dotnettricks.com::ea00e08a-f285-43f8-b684-36364e247324" providerId="AD" clId="Web-{C0043805-68DA-75E6-9A49-205E1F6ED35D}" dt="2024-03-30T10:01:17.958" v="42"/>
          <ac:picMkLst>
            <pc:docMk/>
            <pc:sldMk cId="1275993073" sldId="634"/>
            <ac:picMk id="7" creationId="{F87AAFD1-0396-F255-7781-C117E98F300F}"/>
          </ac:picMkLst>
        </pc:picChg>
      </pc:sldChg>
      <pc:sldChg chg="addSp delSp modSp add replId">
        <pc:chgData name="Sakshi Dhameja" userId="S::sakshi@dotnettricks.com::ea00e08a-f285-43f8-b684-36364e247324" providerId="AD" clId="Web-{C0043805-68DA-75E6-9A49-205E1F6ED35D}" dt="2024-03-30T11:39:55.013" v="75" actId="14100"/>
        <pc:sldMkLst>
          <pc:docMk/>
          <pc:sldMk cId="898091090" sldId="635"/>
        </pc:sldMkLst>
        <pc:spChg chg="mod">
          <ac:chgData name="Sakshi Dhameja" userId="S::sakshi@dotnettricks.com::ea00e08a-f285-43f8-b684-36364e247324" providerId="AD" clId="Web-{C0043805-68DA-75E6-9A49-205E1F6ED35D}" dt="2024-03-30T11:39:41.387" v="72" actId="1076"/>
          <ac:spMkLst>
            <pc:docMk/>
            <pc:sldMk cId="898091090" sldId="635"/>
            <ac:spMk id="6" creationId="{EB7F4B5F-4A4F-405C-36C0-BD3FF5848743}"/>
          </ac:spMkLst>
        </pc:spChg>
        <pc:picChg chg="add mod">
          <ac:chgData name="Sakshi Dhameja" userId="S::sakshi@dotnettricks.com::ea00e08a-f285-43f8-b684-36364e247324" providerId="AD" clId="Web-{C0043805-68DA-75E6-9A49-205E1F6ED35D}" dt="2024-03-30T11:39:55.013" v="75" actId="14100"/>
          <ac:picMkLst>
            <pc:docMk/>
            <pc:sldMk cId="898091090" sldId="635"/>
            <ac:picMk id="2" creationId="{4252A870-DAA9-ECC9-C15D-2FCFA48F2909}"/>
          </ac:picMkLst>
        </pc:picChg>
        <pc:picChg chg="del">
          <ac:chgData name="Sakshi Dhameja" userId="S::sakshi@dotnettricks.com::ea00e08a-f285-43f8-b684-36364e247324" providerId="AD" clId="Web-{C0043805-68DA-75E6-9A49-205E1F6ED35D}" dt="2024-03-30T11:39:08.152" v="60"/>
          <ac:picMkLst>
            <pc:docMk/>
            <pc:sldMk cId="898091090" sldId="635"/>
            <ac:picMk id="3" creationId="{83FF8A12-E8CA-7F15-2E8A-F5C2690D3C00}"/>
          </ac:picMkLst>
        </pc:picChg>
      </pc:sldChg>
    </pc:docChg>
  </pc:docChgLst>
  <pc:docChgLst>
    <pc:chgData name="Shailendra Chauhan" userId="a7d3133f-e197-4b90-bf63-99a63a264234" providerId="ADAL" clId="{08A2340F-B291-4254-B4FD-7B8B9932C1C7}"/>
    <pc:docChg chg="undo redo custSel addSld delSld modSld sldOrd modMainMaster">
      <pc:chgData name="Shailendra Chauhan" userId="a7d3133f-e197-4b90-bf63-99a63a264234" providerId="ADAL" clId="{08A2340F-B291-4254-B4FD-7B8B9932C1C7}" dt="2024-03-23T08:11:45.730" v="7083" actId="1076"/>
      <pc:docMkLst>
        <pc:docMk/>
      </pc:docMkLst>
      <pc:sldChg chg="modSp mod modNotesTx">
        <pc:chgData name="Shailendra Chauhan" userId="a7d3133f-e197-4b90-bf63-99a63a264234" providerId="ADAL" clId="{08A2340F-B291-4254-B4FD-7B8B9932C1C7}" dt="2024-03-21T18:04:45.274" v="5940" actId="20577"/>
        <pc:sldMkLst>
          <pc:docMk/>
          <pc:sldMk cId="3384716785" sldId="522"/>
        </pc:sldMkLst>
        <pc:spChg chg="mod">
          <ac:chgData name="Shailendra Chauhan" userId="a7d3133f-e197-4b90-bf63-99a63a264234" providerId="ADAL" clId="{08A2340F-B291-4254-B4FD-7B8B9932C1C7}" dt="2024-03-21T18:04:45.274" v="5940" actId="20577"/>
          <ac:spMkLst>
            <pc:docMk/>
            <pc:sldMk cId="3384716785" sldId="522"/>
            <ac:spMk id="3" creationId="{A82E5C18-6CBA-896A-CD99-78160F4D2AF0}"/>
          </ac:spMkLst>
        </pc:spChg>
        <pc:spChg chg="mod">
          <ac:chgData name="Shailendra Chauhan" userId="a7d3133f-e197-4b90-bf63-99a63a264234" providerId="ADAL" clId="{08A2340F-B291-4254-B4FD-7B8B9932C1C7}" dt="2024-03-21T11:56:49.598" v="4338" actId="20577"/>
          <ac:spMkLst>
            <pc:docMk/>
            <pc:sldMk cId="3384716785" sldId="522"/>
            <ac:spMk id="4" creationId="{5D5BAAD7-C5EB-DB6B-6CD5-91EAF15D743C}"/>
          </ac:spMkLst>
        </pc:spChg>
      </pc:sldChg>
      <pc:sldChg chg="addSp delSp modSp new mod modClrScheme chgLayout">
        <pc:chgData name="Shailendra Chauhan" userId="a7d3133f-e197-4b90-bf63-99a63a264234" providerId="ADAL" clId="{08A2340F-B291-4254-B4FD-7B8B9932C1C7}" dt="2024-03-16T06:31:17.120" v="2219"/>
        <pc:sldMkLst>
          <pc:docMk/>
          <pc:sldMk cId="2414222094" sldId="523"/>
        </pc:sldMkLst>
        <pc:spChg chg="del">
          <ac:chgData name="Shailendra Chauhan" userId="a7d3133f-e197-4b90-bf63-99a63a264234" providerId="ADAL" clId="{08A2340F-B291-4254-B4FD-7B8B9932C1C7}" dt="2024-03-09T10:47:48.782" v="50" actId="700"/>
          <ac:spMkLst>
            <pc:docMk/>
            <pc:sldMk cId="2414222094" sldId="523"/>
            <ac:spMk id="2" creationId="{FAFFE4EE-D83E-1291-E8B3-EFCC52ADB845}"/>
          </ac:spMkLst>
        </pc:spChg>
        <pc:spChg chg="del mod ord">
          <ac:chgData name="Shailendra Chauhan" userId="a7d3133f-e197-4b90-bf63-99a63a264234" providerId="ADAL" clId="{08A2340F-B291-4254-B4FD-7B8B9932C1C7}" dt="2024-03-09T10:47:48.782" v="50" actId="700"/>
          <ac:spMkLst>
            <pc:docMk/>
            <pc:sldMk cId="2414222094" sldId="523"/>
            <ac:spMk id="3" creationId="{6F658FAA-7C75-F84D-5BD0-8A27FEB105E1}"/>
          </ac:spMkLst>
        </pc:spChg>
        <pc:spChg chg="del mod ord">
          <ac:chgData name="Shailendra Chauhan" userId="a7d3133f-e197-4b90-bf63-99a63a264234" providerId="ADAL" clId="{08A2340F-B291-4254-B4FD-7B8B9932C1C7}" dt="2024-03-09T10:47:48.782" v="50" actId="700"/>
          <ac:spMkLst>
            <pc:docMk/>
            <pc:sldMk cId="2414222094" sldId="523"/>
            <ac:spMk id="4" creationId="{FC6DDBB8-ADB7-AB9B-CD37-A4020CE8BCC8}"/>
          </ac:spMkLst>
        </pc:spChg>
        <pc:spChg chg="add del mod ord">
          <ac:chgData name="Shailendra Chauhan" userId="a7d3133f-e197-4b90-bf63-99a63a264234" providerId="ADAL" clId="{08A2340F-B291-4254-B4FD-7B8B9932C1C7}" dt="2024-03-09T10:48:32.071" v="53"/>
          <ac:spMkLst>
            <pc:docMk/>
            <pc:sldMk cId="2414222094" sldId="523"/>
            <ac:spMk id="5" creationId="{D6C0B907-2C6F-8F14-F5D3-B7FDDCB396BE}"/>
          </ac:spMkLst>
        </pc:spChg>
        <pc:spChg chg="add mod ord">
          <ac:chgData name="Shailendra Chauhan" userId="a7d3133f-e197-4b90-bf63-99a63a264234" providerId="ADAL" clId="{08A2340F-B291-4254-B4FD-7B8B9932C1C7}" dt="2024-03-16T06:31:17.120" v="2219"/>
          <ac:spMkLst>
            <pc:docMk/>
            <pc:sldMk cId="2414222094" sldId="523"/>
            <ac:spMk id="6" creationId="{EA97CEC2-7C96-1872-DBEB-FD895DBE5FC1}"/>
          </ac:spMkLst>
        </pc:spChg>
        <pc:spChg chg="add del mod">
          <ac:chgData name="Shailendra Chauhan" userId="a7d3133f-e197-4b90-bf63-99a63a264234" providerId="ADAL" clId="{08A2340F-B291-4254-B4FD-7B8B9932C1C7}" dt="2024-03-09T10:48:35.074" v="54"/>
          <ac:spMkLst>
            <pc:docMk/>
            <pc:sldMk cId="2414222094" sldId="523"/>
            <ac:spMk id="8" creationId="{8EF11D24-3C87-556E-6469-008D07CA5B36}"/>
          </ac:spMkLst>
        </pc:spChg>
        <pc:spChg chg="add del mod">
          <ac:chgData name="Shailendra Chauhan" userId="a7d3133f-e197-4b90-bf63-99a63a264234" providerId="ADAL" clId="{08A2340F-B291-4254-B4FD-7B8B9932C1C7}" dt="2024-03-09T10:48:40.858" v="55"/>
          <ac:spMkLst>
            <pc:docMk/>
            <pc:sldMk cId="2414222094" sldId="523"/>
            <ac:spMk id="9" creationId="{233B4501-215C-F818-B1F8-2635B99CF763}"/>
          </ac:spMkLst>
        </pc:spChg>
        <pc:spChg chg="add del mod">
          <ac:chgData name="Shailendra Chauhan" userId="a7d3133f-e197-4b90-bf63-99a63a264234" providerId="ADAL" clId="{08A2340F-B291-4254-B4FD-7B8B9932C1C7}" dt="2024-03-09T10:51:22.947" v="89"/>
          <ac:spMkLst>
            <pc:docMk/>
            <pc:sldMk cId="2414222094" sldId="523"/>
            <ac:spMk id="10" creationId="{59681CAB-F6C8-4B5A-B9A2-52B36DB65925}"/>
          </ac:spMkLst>
        </pc:spChg>
        <pc:graphicFrameChg chg="add mod">
          <ac:chgData name="Shailendra Chauhan" userId="a7d3133f-e197-4b90-bf63-99a63a264234" providerId="ADAL" clId="{08A2340F-B291-4254-B4FD-7B8B9932C1C7}" dt="2024-03-09T10:47:55.627" v="52"/>
          <ac:graphicFrameMkLst>
            <pc:docMk/>
            <pc:sldMk cId="2414222094" sldId="523"/>
            <ac:graphicFrameMk id="7" creationId="{EE768085-3762-CEAC-678B-E0C8F803739E}"/>
          </ac:graphicFrameMkLst>
        </pc:graphicFrameChg>
        <pc:picChg chg="add mod">
          <ac:chgData name="Shailendra Chauhan" userId="a7d3133f-e197-4b90-bf63-99a63a264234" providerId="ADAL" clId="{08A2340F-B291-4254-B4FD-7B8B9932C1C7}" dt="2024-03-09T10:51:32.485" v="93" actId="1076"/>
          <ac:picMkLst>
            <pc:docMk/>
            <pc:sldMk cId="2414222094" sldId="523"/>
            <ac:picMk id="12" creationId="{ADEDF4B4-6569-3947-2E59-78792DAB32AF}"/>
          </ac:picMkLst>
        </pc:picChg>
      </pc:sldChg>
      <pc:sldChg chg="addSp delSp modSp new mod">
        <pc:chgData name="Shailendra Chauhan" userId="a7d3133f-e197-4b90-bf63-99a63a264234" providerId="ADAL" clId="{08A2340F-B291-4254-B4FD-7B8B9932C1C7}" dt="2024-03-21T15:35:06.680" v="4683" actId="20577"/>
        <pc:sldMkLst>
          <pc:docMk/>
          <pc:sldMk cId="3757602354" sldId="524"/>
        </pc:sldMkLst>
        <pc:spChg chg="del">
          <ac:chgData name="Shailendra Chauhan" userId="a7d3133f-e197-4b90-bf63-99a63a264234" providerId="ADAL" clId="{08A2340F-B291-4254-B4FD-7B8B9932C1C7}" dt="2024-03-09T10:51:45.890" v="95"/>
          <ac:spMkLst>
            <pc:docMk/>
            <pc:sldMk cId="3757602354" sldId="524"/>
            <ac:spMk id="2" creationId="{1536598C-0D8D-050E-A7E3-A75C67DA923A}"/>
          </ac:spMkLst>
        </pc:spChg>
        <pc:spChg chg="mod">
          <ac:chgData name="Shailendra Chauhan" userId="a7d3133f-e197-4b90-bf63-99a63a264234" providerId="ADAL" clId="{08A2340F-B291-4254-B4FD-7B8B9932C1C7}" dt="2024-03-21T15:35:06.680" v="4683" actId="20577"/>
          <ac:spMkLst>
            <pc:docMk/>
            <pc:sldMk cId="3757602354" sldId="524"/>
            <ac:spMk id="3" creationId="{59A5B47F-9DD4-3FEF-0B37-9BF71C4DC505}"/>
          </ac:spMkLst>
        </pc:spChg>
        <pc:picChg chg="add mod">
          <ac:chgData name="Shailendra Chauhan" userId="a7d3133f-e197-4b90-bf63-99a63a264234" providerId="ADAL" clId="{08A2340F-B291-4254-B4FD-7B8B9932C1C7}" dt="2024-03-09T10:51:48.459" v="96" actId="27614"/>
          <ac:picMkLst>
            <pc:docMk/>
            <pc:sldMk cId="3757602354" sldId="524"/>
            <ac:picMk id="5" creationId="{B4403902-2C17-8635-62CD-1A56C63D64CF}"/>
          </ac:picMkLst>
        </pc:picChg>
      </pc:sldChg>
      <pc:sldChg chg="addSp delSp modSp new mod">
        <pc:chgData name="Shailendra Chauhan" userId="a7d3133f-e197-4b90-bf63-99a63a264234" providerId="ADAL" clId="{08A2340F-B291-4254-B4FD-7B8B9932C1C7}" dt="2024-03-21T15:35:03.077" v="4681" actId="20577"/>
        <pc:sldMkLst>
          <pc:docMk/>
          <pc:sldMk cId="3492494734" sldId="525"/>
        </pc:sldMkLst>
        <pc:spChg chg="del">
          <ac:chgData name="Shailendra Chauhan" userId="a7d3133f-e197-4b90-bf63-99a63a264234" providerId="ADAL" clId="{08A2340F-B291-4254-B4FD-7B8B9932C1C7}" dt="2024-03-09T10:52:43.088" v="125"/>
          <ac:spMkLst>
            <pc:docMk/>
            <pc:sldMk cId="3492494734" sldId="525"/>
            <ac:spMk id="2" creationId="{F37F74E8-01E3-BB3F-7293-AFEC68367D0B}"/>
          </ac:spMkLst>
        </pc:spChg>
        <pc:spChg chg="mod">
          <ac:chgData name="Shailendra Chauhan" userId="a7d3133f-e197-4b90-bf63-99a63a264234" providerId="ADAL" clId="{08A2340F-B291-4254-B4FD-7B8B9932C1C7}" dt="2024-03-21T15:35:03.077" v="4681" actId="20577"/>
          <ac:spMkLst>
            <pc:docMk/>
            <pc:sldMk cId="3492494734" sldId="525"/>
            <ac:spMk id="3" creationId="{8B91E7CC-BECE-365E-192D-546A39AAF0F7}"/>
          </ac:spMkLst>
        </pc:spChg>
        <pc:picChg chg="add mod">
          <ac:chgData name="Shailendra Chauhan" userId="a7d3133f-e197-4b90-bf63-99a63a264234" providerId="ADAL" clId="{08A2340F-B291-4254-B4FD-7B8B9932C1C7}" dt="2024-03-09T10:52:44.380" v="126" actId="27614"/>
          <ac:picMkLst>
            <pc:docMk/>
            <pc:sldMk cId="3492494734" sldId="525"/>
            <ac:picMk id="5" creationId="{DA4AA2CA-2C63-9622-9D45-3541FB339123}"/>
          </ac:picMkLst>
        </pc:picChg>
      </pc:sldChg>
      <pc:sldChg chg="addSp delSp modSp new mod">
        <pc:chgData name="Shailendra Chauhan" userId="a7d3133f-e197-4b90-bf63-99a63a264234" providerId="ADAL" clId="{08A2340F-B291-4254-B4FD-7B8B9932C1C7}" dt="2024-03-21T15:35:12.413" v="4685" actId="20577"/>
        <pc:sldMkLst>
          <pc:docMk/>
          <pc:sldMk cId="2463012277" sldId="526"/>
        </pc:sldMkLst>
        <pc:spChg chg="del">
          <ac:chgData name="Shailendra Chauhan" userId="a7d3133f-e197-4b90-bf63-99a63a264234" providerId="ADAL" clId="{08A2340F-B291-4254-B4FD-7B8B9932C1C7}" dt="2024-03-09T10:53:38.784" v="156"/>
          <ac:spMkLst>
            <pc:docMk/>
            <pc:sldMk cId="2463012277" sldId="526"/>
            <ac:spMk id="2" creationId="{2D59AB18-52D3-AD5E-31F9-FC487FB1DC8E}"/>
          </ac:spMkLst>
        </pc:spChg>
        <pc:spChg chg="mod">
          <ac:chgData name="Shailendra Chauhan" userId="a7d3133f-e197-4b90-bf63-99a63a264234" providerId="ADAL" clId="{08A2340F-B291-4254-B4FD-7B8B9932C1C7}" dt="2024-03-21T15:35:12.413" v="4685" actId="20577"/>
          <ac:spMkLst>
            <pc:docMk/>
            <pc:sldMk cId="2463012277" sldId="526"/>
            <ac:spMk id="3" creationId="{CE2F5ACF-151C-F295-725F-0D852BAA683B}"/>
          </ac:spMkLst>
        </pc:spChg>
        <pc:picChg chg="add mod">
          <ac:chgData name="Shailendra Chauhan" userId="a7d3133f-e197-4b90-bf63-99a63a264234" providerId="ADAL" clId="{08A2340F-B291-4254-B4FD-7B8B9932C1C7}" dt="2024-03-09T10:56:02.067" v="201" actId="1035"/>
          <ac:picMkLst>
            <pc:docMk/>
            <pc:sldMk cId="2463012277" sldId="526"/>
            <ac:picMk id="5" creationId="{660DBE57-2F36-986B-7C38-3475FD569476}"/>
          </ac:picMkLst>
        </pc:picChg>
      </pc:sldChg>
      <pc:sldChg chg="addSp delSp modSp new mod">
        <pc:chgData name="Shailendra Chauhan" userId="a7d3133f-e197-4b90-bf63-99a63a264234" providerId="ADAL" clId="{08A2340F-B291-4254-B4FD-7B8B9932C1C7}" dt="2024-03-21T15:35:16.449" v="4687" actId="20577"/>
        <pc:sldMkLst>
          <pc:docMk/>
          <pc:sldMk cId="103645309" sldId="527"/>
        </pc:sldMkLst>
        <pc:spChg chg="del">
          <ac:chgData name="Shailendra Chauhan" userId="a7d3133f-e197-4b90-bf63-99a63a264234" providerId="ADAL" clId="{08A2340F-B291-4254-B4FD-7B8B9932C1C7}" dt="2024-03-09T10:55:53.302" v="189"/>
          <ac:spMkLst>
            <pc:docMk/>
            <pc:sldMk cId="103645309" sldId="527"/>
            <ac:spMk id="2" creationId="{C3EEFFE6-B3CA-17DF-4C4E-9ECC6F794A39}"/>
          </ac:spMkLst>
        </pc:spChg>
        <pc:spChg chg="mod">
          <ac:chgData name="Shailendra Chauhan" userId="a7d3133f-e197-4b90-bf63-99a63a264234" providerId="ADAL" clId="{08A2340F-B291-4254-B4FD-7B8B9932C1C7}" dt="2024-03-21T15:35:16.449" v="4687" actId="20577"/>
          <ac:spMkLst>
            <pc:docMk/>
            <pc:sldMk cId="103645309" sldId="527"/>
            <ac:spMk id="3" creationId="{45C33BF9-346E-B343-C2A5-B3A66B776D25}"/>
          </ac:spMkLst>
        </pc:spChg>
        <pc:picChg chg="add mod">
          <ac:chgData name="Shailendra Chauhan" userId="a7d3133f-e197-4b90-bf63-99a63a264234" providerId="ADAL" clId="{08A2340F-B291-4254-B4FD-7B8B9932C1C7}" dt="2024-03-09T10:55:56.123" v="191" actId="1076"/>
          <ac:picMkLst>
            <pc:docMk/>
            <pc:sldMk cId="103645309" sldId="527"/>
            <ac:picMk id="5" creationId="{F518A67C-4937-8E50-38A7-0631409D1E3E}"/>
          </ac:picMkLst>
        </pc:picChg>
      </pc:sldChg>
      <pc:sldChg chg="addSp delSp modSp new mod">
        <pc:chgData name="Shailendra Chauhan" userId="a7d3133f-e197-4b90-bf63-99a63a264234" providerId="ADAL" clId="{08A2340F-B291-4254-B4FD-7B8B9932C1C7}" dt="2024-03-21T15:35:20.714" v="4689" actId="20577"/>
        <pc:sldMkLst>
          <pc:docMk/>
          <pc:sldMk cId="1549443840" sldId="528"/>
        </pc:sldMkLst>
        <pc:spChg chg="del mod">
          <ac:chgData name="Shailendra Chauhan" userId="a7d3133f-e197-4b90-bf63-99a63a264234" providerId="ADAL" clId="{08A2340F-B291-4254-B4FD-7B8B9932C1C7}" dt="2024-03-09T10:57:10.104" v="227"/>
          <ac:spMkLst>
            <pc:docMk/>
            <pc:sldMk cId="1549443840" sldId="528"/>
            <ac:spMk id="2" creationId="{5A923A59-D563-1799-2F9F-1937F03F8A26}"/>
          </ac:spMkLst>
        </pc:spChg>
        <pc:spChg chg="mod">
          <ac:chgData name="Shailendra Chauhan" userId="a7d3133f-e197-4b90-bf63-99a63a264234" providerId="ADAL" clId="{08A2340F-B291-4254-B4FD-7B8B9932C1C7}" dt="2024-03-21T15:35:20.714" v="4689" actId="20577"/>
          <ac:spMkLst>
            <pc:docMk/>
            <pc:sldMk cId="1549443840" sldId="528"/>
            <ac:spMk id="3" creationId="{4D8D2CA3-200E-A522-D769-F6D885770D69}"/>
          </ac:spMkLst>
        </pc:spChg>
        <pc:picChg chg="add mod">
          <ac:chgData name="Shailendra Chauhan" userId="a7d3133f-e197-4b90-bf63-99a63a264234" providerId="ADAL" clId="{08A2340F-B291-4254-B4FD-7B8B9932C1C7}" dt="2024-03-09T10:57:14.203" v="229" actId="27614"/>
          <ac:picMkLst>
            <pc:docMk/>
            <pc:sldMk cId="1549443840" sldId="528"/>
            <ac:picMk id="5" creationId="{86699401-0B58-A2F7-6FBE-A91A51FE9754}"/>
          </ac:picMkLst>
        </pc:picChg>
      </pc:sldChg>
      <pc:sldChg chg="addSp delSp modSp new mod">
        <pc:chgData name="Shailendra Chauhan" userId="a7d3133f-e197-4b90-bf63-99a63a264234" providerId="ADAL" clId="{08A2340F-B291-4254-B4FD-7B8B9932C1C7}" dt="2024-03-22T14:42:26.677" v="6291" actId="14100"/>
        <pc:sldMkLst>
          <pc:docMk/>
          <pc:sldMk cId="1176817143" sldId="529"/>
        </pc:sldMkLst>
        <pc:spChg chg="del">
          <ac:chgData name="Shailendra Chauhan" userId="a7d3133f-e197-4b90-bf63-99a63a264234" providerId="ADAL" clId="{08A2340F-B291-4254-B4FD-7B8B9932C1C7}" dt="2024-03-09T10:59:36.920" v="254"/>
          <ac:spMkLst>
            <pc:docMk/>
            <pc:sldMk cId="1176817143" sldId="529"/>
            <ac:spMk id="2" creationId="{3267CDBF-2ECE-D30C-0461-91D219C2B98E}"/>
          </ac:spMkLst>
        </pc:spChg>
        <pc:spChg chg="mod">
          <ac:chgData name="Shailendra Chauhan" userId="a7d3133f-e197-4b90-bf63-99a63a264234" providerId="ADAL" clId="{08A2340F-B291-4254-B4FD-7B8B9932C1C7}" dt="2024-03-21T15:35:26.236" v="4691" actId="20577"/>
          <ac:spMkLst>
            <pc:docMk/>
            <pc:sldMk cId="1176817143" sldId="529"/>
            <ac:spMk id="3" creationId="{154B75ED-CC35-E053-E01E-724725B8B8A0}"/>
          </ac:spMkLst>
        </pc:spChg>
        <pc:picChg chg="add mod">
          <ac:chgData name="Shailendra Chauhan" userId="a7d3133f-e197-4b90-bf63-99a63a264234" providerId="ADAL" clId="{08A2340F-B291-4254-B4FD-7B8B9932C1C7}" dt="2024-03-22T14:42:26.677" v="6291" actId="14100"/>
          <ac:picMkLst>
            <pc:docMk/>
            <pc:sldMk cId="1176817143" sldId="529"/>
            <ac:picMk id="5" creationId="{1F4F5C80-FB64-2321-AC56-202FE3F5CF8B}"/>
          </ac:picMkLst>
        </pc:picChg>
      </pc:sldChg>
      <pc:sldChg chg="modSp add mod">
        <pc:chgData name="Shailendra Chauhan" userId="a7d3133f-e197-4b90-bf63-99a63a264234" providerId="ADAL" clId="{08A2340F-B291-4254-B4FD-7B8B9932C1C7}" dt="2024-03-21T17:46:55.960" v="5768" actId="20577"/>
        <pc:sldMkLst>
          <pc:docMk/>
          <pc:sldMk cId="1293669426" sldId="530"/>
        </pc:sldMkLst>
        <pc:spChg chg="mod">
          <ac:chgData name="Shailendra Chauhan" userId="a7d3133f-e197-4b90-bf63-99a63a264234" providerId="ADAL" clId="{08A2340F-B291-4254-B4FD-7B8B9932C1C7}" dt="2024-03-21T17:46:55.960" v="5768" actId="20577"/>
          <ac:spMkLst>
            <pc:docMk/>
            <pc:sldMk cId="1293669426" sldId="530"/>
            <ac:spMk id="3" creationId="{103ED9E4-AD20-490C-DC04-7FCCA5ADA557}"/>
          </ac:spMkLst>
        </pc:spChg>
      </pc:sldChg>
      <pc:sldChg chg="modSp new del mod">
        <pc:chgData name="Shailendra Chauhan" userId="a7d3133f-e197-4b90-bf63-99a63a264234" providerId="ADAL" clId="{08A2340F-B291-4254-B4FD-7B8B9932C1C7}" dt="2024-03-21T17:39:05.477" v="5677" actId="2696"/>
        <pc:sldMkLst>
          <pc:docMk/>
          <pc:sldMk cId="2698093364" sldId="530"/>
        </pc:sldMkLst>
        <pc:spChg chg="mod">
          <ac:chgData name="Shailendra Chauhan" userId="a7d3133f-e197-4b90-bf63-99a63a264234" providerId="ADAL" clId="{08A2340F-B291-4254-B4FD-7B8B9932C1C7}" dt="2024-03-14T12:38:40.334" v="612" actId="20577"/>
          <ac:spMkLst>
            <pc:docMk/>
            <pc:sldMk cId="2698093364" sldId="530"/>
            <ac:spMk id="2" creationId="{3116A47B-7B0C-7298-5C4D-B33E3B0059AD}"/>
          </ac:spMkLst>
        </pc:spChg>
        <pc:spChg chg="mod">
          <ac:chgData name="Shailendra Chauhan" userId="a7d3133f-e197-4b90-bf63-99a63a264234" providerId="ADAL" clId="{08A2340F-B291-4254-B4FD-7B8B9932C1C7}" dt="2024-03-16T05:15:07.528" v="919" actId="20577"/>
          <ac:spMkLst>
            <pc:docMk/>
            <pc:sldMk cId="2698093364" sldId="530"/>
            <ac:spMk id="3" creationId="{103ED9E4-AD20-490C-DC04-7FCCA5ADA557}"/>
          </ac:spMkLst>
        </pc:spChg>
      </pc:sldChg>
      <pc:sldChg chg="add del">
        <pc:chgData name="Shailendra Chauhan" userId="a7d3133f-e197-4b90-bf63-99a63a264234" providerId="ADAL" clId="{08A2340F-B291-4254-B4FD-7B8B9932C1C7}" dt="2024-03-21T17:46:39.710" v="5765" actId="2696"/>
        <pc:sldMkLst>
          <pc:docMk/>
          <pc:sldMk cId="2959480132" sldId="530"/>
        </pc:sldMkLst>
      </pc:sldChg>
      <pc:sldChg chg="modSp new mod ord">
        <pc:chgData name="Shailendra Chauhan" userId="a7d3133f-e197-4b90-bf63-99a63a264234" providerId="ADAL" clId="{08A2340F-B291-4254-B4FD-7B8B9932C1C7}" dt="2024-03-23T08:10:11.374" v="7071" actId="313"/>
        <pc:sldMkLst>
          <pc:docMk/>
          <pc:sldMk cId="1257088793" sldId="531"/>
        </pc:sldMkLst>
        <pc:spChg chg="mod">
          <ac:chgData name="Shailendra Chauhan" userId="a7d3133f-e197-4b90-bf63-99a63a264234" providerId="ADAL" clId="{08A2340F-B291-4254-B4FD-7B8B9932C1C7}" dt="2024-03-23T08:10:11.374" v="7071" actId="313"/>
          <ac:spMkLst>
            <pc:docMk/>
            <pc:sldMk cId="1257088793" sldId="531"/>
            <ac:spMk id="2" creationId="{65B05594-56C8-BAF6-0B5F-93ECE56B6D3B}"/>
          </ac:spMkLst>
        </pc:spChg>
        <pc:spChg chg="mod">
          <ac:chgData name="Shailendra Chauhan" userId="a7d3133f-e197-4b90-bf63-99a63a264234" providerId="ADAL" clId="{08A2340F-B291-4254-B4FD-7B8B9932C1C7}" dt="2024-03-21T09:13:47.853" v="4102" actId="20577"/>
          <ac:spMkLst>
            <pc:docMk/>
            <pc:sldMk cId="1257088793" sldId="531"/>
            <ac:spMk id="3" creationId="{B22D7811-D6EF-AA63-C0BD-10B9E370CB87}"/>
          </ac:spMkLst>
        </pc:spChg>
      </pc:sldChg>
      <pc:sldChg chg="add del">
        <pc:chgData name="Shailendra Chauhan" userId="a7d3133f-e197-4b90-bf63-99a63a264234" providerId="ADAL" clId="{08A2340F-B291-4254-B4FD-7B8B9932C1C7}" dt="2024-03-21T17:46:39.710" v="5765" actId="2696"/>
        <pc:sldMkLst>
          <pc:docMk/>
          <pc:sldMk cId="1684923760" sldId="532"/>
        </pc:sldMkLst>
      </pc:sldChg>
      <pc:sldChg chg="add">
        <pc:chgData name="Shailendra Chauhan" userId="a7d3133f-e197-4b90-bf63-99a63a264234" providerId="ADAL" clId="{08A2340F-B291-4254-B4FD-7B8B9932C1C7}" dt="2024-03-21T17:46:51.415" v="5766"/>
        <pc:sldMkLst>
          <pc:docMk/>
          <pc:sldMk cId="2209764001" sldId="532"/>
        </pc:sldMkLst>
      </pc:sldChg>
      <pc:sldChg chg="modSp new del mod">
        <pc:chgData name="Shailendra Chauhan" userId="a7d3133f-e197-4b90-bf63-99a63a264234" providerId="ADAL" clId="{08A2340F-B291-4254-B4FD-7B8B9932C1C7}" dt="2024-03-21T17:39:05.477" v="5677" actId="2696"/>
        <pc:sldMkLst>
          <pc:docMk/>
          <pc:sldMk cId="4165239100" sldId="532"/>
        </pc:sldMkLst>
        <pc:spChg chg="mod">
          <ac:chgData name="Shailendra Chauhan" userId="a7d3133f-e197-4b90-bf63-99a63a264234" providerId="ADAL" clId="{08A2340F-B291-4254-B4FD-7B8B9932C1C7}" dt="2024-03-14T12:43:08.951" v="678" actId="20577"/>
          <ac:spMkLst>
            <pc:docMk/>
            <pc:sldMk cId="4165239100" sldId="532"/>
            <ac:spMk id="2" creationId="{F6591A50-22DE-B1BE-E094-B3FDC0525090}"/>
          </ac:spMkLst>
        </pc:spChg>
        <pc:spChg chg="mod">
          <ac:chgData name="Shailendra Chauhan" userId="a7d3133f-e197-4b90-bf63-99a63a264234" providerId="ADAL" clId="{08A2340F-B291-4254-B4FD-7B8B9932C1C7}" dt="2024-03-14T12:31:36.721" v="464" actId="20577"/>
          <ac:spMkLst>
            <pc:docMk/>
            <pc:sldMk cId="4165239100" sldId="532"/>
            <ac:spMk id="3" creationId="{B5F36776-6DE5-80C2-A390-58AD25F56937}"/>
          </ac:spMkLst>
        </pc:spChg>
      </pc:sldChg>
      <pc:sldChg chg="modSp new del mod">
        <pc:chgData name="Shailendra Chauhan" userId="a7d3133f-e197-4b90-bf63-99a63a264234" providerId="ADAL" clId="{08A2340F-B291-4254-B4FD-7B8B9932C1C7}" dt="2024-03-21T17:39:05.477" v="5677" actId="2696"/>
        <pc:sldMkLst>
          <pc:docMk/>
          <pc:sldMk cId="1839593134" sldId="533"/>
        </pc:sldMkLst>
        <pc:spChg chg="mod">
          <ac:chgData name="Shailendra Chauhan" userId="a7d3133f-e197-4b90-bf63-99a63a264234" providerId="ADAL" clId="{08A2340F-B291-4254-B4FD-7B8B9932C1C7}" dt="2024-03-14T12:44:50.834" v="688" actId="123"/>
          <ac:spMkLst>
            <pc:docMk/>
            <pc:sldMk cId="1839593134" sldId="533"/>
            <ac:spMk id="2" creationId="{AB0287C5-B75D-72CA-5550-FD0A37F192E7}"/>
          </ac:spMkLst>
        </pc:spChg>
        <pc:spChg chg="mod">
          <ac:chgData name="Shailendra Chauhan" userId="a7d3133f-e197-4b90-bf63-99a63a264234" providerId="ADAL" clId="{08A2340F-B291-4254-B4FD-7B8B9932C1C7}" dt="2024-03-14T12:34:27.114" v="511" actId="20577"/>
          <ac:spMkLst>
            <pc:docMk/>
            <pc:sldMk cId="1839593134" sldId="533"/>
            <ac:spMk id="3" creationId="{36752DCD-6BF8-89C8-108A-1F221D3A51EE}"/>
          </ac:spMkLst>
        </pc:spChg>
      </pc:sldChg>
      <pc:sldChg chg="add del">
        <pc:chgData name="Shailendra Chauhan" userId="a7d3133f-e197-4b90-bf63-99a63a264234" providerId="ADAL" clId="{08A2340F-B291-4254-B4FD-7B8B9932C1C7}" dt="2024-03-21T17:46:39.710" v="5765" actId="2696"/>
        <pc:sldMkLst>
          <pc:docMk/>
          <pc:sldMk cId="4072203428" sldId="533"/>
        </pc:sldMkLst>
      </pc:sldChg>
      <pc:sldChg chg="add">
        <pc:chgData name="Shailendra Chauhan" userId="a7d3133f-e197-4b90-bf63-99a63a264234" providerId="ADAL" clId="{08A2340F-B291-4254-B4FD-7B8B9932C1C7}" dt="2024-03-21T17:46:51.415" v="5766"/>
        <pc:sldMkLst>
          <pc:docMk/>
          <pc:sldMk cId="4276420823" sldId="533"/>
        </pc:sldMkLst>
      </pc:sldChg>
      <pc:sldChg chg="modSp new del mod">
        <pc:chgData name="Shailendra Chauhan" userId="a7d3133f-e197-4b90-bf63-99a63a264234" providerId="ADAL" clId="{08A2340F-B291-4254-B4FD-7B8B9932C1C7}" dt="2024-03-21T17:39:05.477" v="5677" actId="2696"/>
        <pc:sldMkLst>
          <pc:docMk/>
          <pc:sldMk cId="624318783" sldId="534"/>
        </pc:sldMkLst>
        <pc:spChg chg="mod">
          <ac:chgData name="Shailendra Chauhan" userId="a7d3133f-e197-4b90-bf63-99a63a264234" providerId="ADAL" clId="{08A2340F-B291-4254-B4FD-7B8B9932C1C7}" dt="2024-03-16T18:32:42.635" v="3215" actId="20577"/>
          <ac:spMkLst>
            <pc:docMk/>
            <pc:sldMk cId="624318783" sldId="534"/>
            <ac:spMk id="2" creationId="{38AEDC74-6050-E049-5CE6-CA7FFBE09AF8}"/>
          </ac:spMkLst>
        </pc:spChg>
        <pc:spChg chg="mod">
          <ac:chgData name="Shailendra Chauhan" userId="a7d3133f-e197-4b90-bf63-99a63a264234" providerId="ADAL" clId="{08A2340F-B291-4254-B4FD-7B8B9932C1C7}" dt="2024-03-14T12:45:20.247" v="692"/>
          <ac:spMkLst>
            <pc:docMk/>
            <pc:sldMk cId="624318783" sldId="534"/>
            <ac:spMk id="3" creationId="{3DB6DFE7-E4F4-E49B-236D-9BEAC0A5902F}"/>
          </ac:spMkLst>
        </pc:spChg>
      </pc:sldChg>
      <pc:sldChg chg="add del">
        <pc:chgData name="Shailendra Chauhan" userId="a7d3133f-e197-4b90-bf63-99a63a264234" providerId="ADAL" clId="{08A2340F-B291-4254-B4FD-7B8B9932C1C7}" dt="2024-03-21T17:46:39.710" v="5765" actId="2696"/>
        <pc:sldMkLst>
          <pc:docMk/>
          <pc:sldMk cId="857194615" sldId="534"/>
        </pc:sldMkLst>
      </pc:sldChg>
      <pc:sldChg chg="add">
        <pc:chgData name="Shailendra Chauhan" userId="a7d3133f-e197-4b90-bf63-99a63a264234" providerId="ADAL" clId="{08A2340F-B291-4254-B4FD-7B8B9932C1C7}" dt="2024-03-21T17:46:51.415" v="5766"/>
        <pc:sldMkLst>
          <pc:docMk/>
          <pc:sldMk cId="2984372723" sldId="534"/>
        </pc:sldMkLst>
      </pc:sldChg>
      <pc:sldChg chg="addSp delSp modSp add del mod">
        <pc:chgData name="Shailendra Chauhan" userId="a7d3133f-e197-4b90-bf63-99a63a264234" providerId="ADAL" clId="{08A2340F-B291-4254-B4FD-7B8B9932C1C7}" dt="2024-03-21T17:46:39.710" v="5765" actId="2696"/>
        <pc:sldMkLst>
          <pc:docMk/>
          <pc:sldMk cId="1508060828" sldId="535"/>
        </pc:sldMkLst>
        <pc:spChg chg="mod">
          <ac:chgData name="Shailendra Chauhan" userId="a7d3133f-e197-4b90-bf63-99a63a264234" providerId="ADAL" clId="{08A2340F-B291-4254-B4FD-7B8B9932C1C7}" dt="2024-03-21T17:44:11.744" v="5756" actId="20577"/>
          <ac:spMkLst>
            <pc:docMk/>
            <pc:sldMk cId="1508060828" sldId="535"/>
            <ac:spMk id="3" creationId="{9F36F16B-62C2-E228-9ED2-85F666E939D6}"/>
          </ac:spMkLst>
        </pc:spChg>
        <pc:spChg chg="add del mod">
          <ac:chgData name="Shailendra Chauhan" userId="a7d3133f-e197-4b90-bf63-99a63a264234" providerId="ADAL" clId="{08A2340F-B291-4254-B4FD-7B8B9932C1C7}" dt="2024-03-21T17:43:45.569" v="5754"/>
          <ac:spMkLst>
            <pc:docMk/>
            <pc:sldMk cId="1508060828" sldId="535"/>
            <ac:spMk id="4" creationId="{FE308694-0EB5-C626-83BC-5653B133A057}"/>
          </ac:spMkLst>
        </pc:spChg>
        <pc:spChg chg="add">
          <ac:chgData name="Shailendra Chauhan" userId="a7d3133f-e197-4b90-bf63-99a63a264234" providerId="ADAL" clId="{08A2340F-B291-4254-B4FD-7B8B9932C1C7}" dt="2024-03-21T17:43:38.750" v="5753"/>
          <ac:spMkLst>
            <pc:docMk/>
            <pc:sldMk cId="1508060828" sldId="535"/>
            <ac:spMk id="6" creationId="{5209E99D-D80A-D92E-02EF-30360EE8C0DE}"/>
          </ac:spMkLst>
        </pc:spChg>
        <pc:spChg chg="add del mod">
          <ac:chgData name="Shailendra Chauhan" userId="a7d3133f-e197-4b90-bf63-99a63a264234" providerId="ADAL" clId="{08A2340F-B291-4254-B4FD-7B8B9932C1C7}" dt="2024-03-21T17:44:07.299" v="5755" actId="22"/>
          <ac:spMkLst>
            <pc:docMk/>
            <pc:sldMk cId="1508060828" sldId="535"/>
            <ac:spMk id="7" creationId="{B04560FF-88D4-07C1-9CD4-792F2ACDC82B}"/>
          </ac:spMkLst>
        </pc:spChg>
        <pc:picChg chg="del">
          <ac:chgData name="Shailendra Chauhan" userId="a7d3133f-e197-4b90-bf63-99a63a264234" providerId="ADAL" clId="{08A2340F-B291-4254-B4FD-7B8B9932C1C7}" dt="2024-03-21T17:43:36.261" v="5752" actId="478"/>
          <ac:picMkLst>
            <pc:docMk/>
            <pc:sldMk cId="1508060828" sldId="535"/>
            <ac:picMk id="5" creationId="{BDB8A084-5AA9-35E5-8D80-4AF93212F8FD}"/>
          </ac:picMkLst>
        </pc:picChg>
        <pc:picChg chg="add mod ord">
          <ac:chgData name="Shailendra Chauhan" userId="a7d3133f-e197-4b90-bf63-99a63a264234" providerId="ADAL" clId="{08A2340F-B291-4254-B4FD-7B8B9932C1C7}" dt="2024-03-21T17:45:38.789" v="5761" actId="1076"/>
          <ac:picMkLst>
            <pc:docMk/>
            <pc:sldMk cId="1508060828" sldId="535"/>
            <ac:picMk id="9" creationId="{D492458F-37E9-5530-C7F8-FD5538E9F168}"/>
          </ac:picMkLst>
        </pc:picChg>
      </pc:sldChg>
      <pc:sldChg chg="addSp delSp modSp new del mod">
        <pc:chgData name="Shailendra Chauhan" userId="a7d3133f-e197-4b90-bf63-99a63a264234" providerId="ADAL" clId="{08A2340F-B291-4254-B4FD-7B8B9932C1C7}" dt="2024-03-21T17:39:05.477" v="5677" actId="2696"/>
        <pc:sldMkLst>
          <pc:docMk/>
          <pc:sldMk cId="2269260276" sldId="535"/>
        </pc:sldMkLst>
        <pc:spChg chg="del">
          <ac:chgData name="Shailendra Chauhan" userId="a7d3133f-e197-4b90-bf63-99a63a264234" providerId="ADAL" clId="{08A2340F-B291-4254-B4FD-7B8B9932C1C7}" dt="2024-03-14T17:13:58.552" v="749" actId="22"/>
          <ac:spMkLst>
            <pc:docMk/>
            <pc:sldMk cId="2269260276" sldId="535"/>
            <ac:spMk id="2" creationId="{5BF77EB1-765D-EC9E-DF09-E773E9256EB1}"/>
          </ac:spMkLst>
        </pc:spChg>
        <pc:spChg chg="mod">
          <ac:chgData name="Shailendra Chauhan" userId="a7d3133f-e197-4b90-bf63-99a63a264234" providerId="ADAL" clId="{08A2340F-B291-4254-B4FD-7B8B9932C1C7}" dt="2024-03-16T06:03:21.441" v="1935" actId="20577"/>
          <ac:spMkLst>
            <pc:docMk/>
            <pc:sldMk cId="2269260276" sldId="535"/>
            <ac:spMk id="3" creationId="{9F36F16B-62C2-E228-9ED2-85F666E939D6}"/>
          </ac:spMkLst>
        </pc:spChg>
        <pc:picChg chg="add mod ord">
          <ac:chgData name="Shailendra Chauhan" userId="a7d3133f-e197-4b90-bf63-99a63a264234" providerId="ADAL" clId="{08A2340F-B291-4254-B4FD-7B8B9932C1C7}" dt="2024-03-16T06:07:40.470" v="1974" actId="1076"/>
          <ac:picMkLst>
            <pc:docMk/>
            <pc:sldMk cId="2269260276" sldId="535"/>
            <ac:picMk id="5" creationId="{BDB8A084-5AA9-35E5-8D80-4AF93212F8FD}"/>
          </ac:picMkLst>
        </pc:picChg>
        <pc:picChg chg="add del mod">
          <ac:chgData name="Shailendra Chauhan" userId="a7d3133f-e197-4b90-bf63-99a63a264234" providerId="ADAL" clId="{08A2340F-B291-4254-B4FD-7B8B9932C1C7}" dt="2024-03-16T06:07:35.589" v="1971" actId="478"/>
          <ac:picMkLst>
            <pc:docMk/>
            <pc:sldMk cId="2269260276" sldId="535"/>
            <ac:picMk id="7" creationId="{408B3CCA-F6A2-C575-F19E-27CFB51B8DBB}"/>
          </ac:picMkLst>
        </pc:picChg>
      </pc:sldChg>
      <pc:sldChg chg="add">
        <pc:chgData name="Shailendra Chauhan" userId="a7d3133f-e197-4b90-bf63-99a63a264234" providerId="ADAL" clId="{08A2340F-B291-4254-B4FD-7B8B9932C1C7}" dt="2024-03-21T17:46:51.415" v="5766"/>
        <pc:sldMkLst>
          <pc:docMk/>
          <pc:sldMk cId="3955941799" sldId="535"/>
        </pc:sldMkLst>
      </pc:sldChg>
      <pc:sldChg chg="modSp add mod">
        <pc:chgData name="Shailendra Chauhan" userId="a7d3133f-e197-4b90-bf63-99a63a264234" providerId="ADAL" clId="{08A2340F-B291-4254-B4FD-7B8B9932C1C7}" dt="2024-03-21T17:39:35.432" v="5682" actId="20577"/>
        <pc:sldMkLst>
          <pc:docMk/>
          <pc:sldMk cId="1137608785" sldId="536"/>
        </pc:sldMkLst>
        <pc:spChg chg="mod">
          <ac:chgData name="Shailendra Chauhan" userId="a7d3133f-e197-4b90-bf63-99a63a264234" providerId="ADAL" clId="{08A2340F-B291-4254-B4FD-7B8B9932C1C7}" dt="2024-03-21T11:48:05.242" v="4248" actId="404"/>
          <ac:spMkLst>
            <pc:docMk/>
            <pc:sldMk cId="1137608785" sldId="536"/>
            <ac:spMk id="2" creationId="{3116A47B-7B0C-7298-5C4D-B33E3B0059AD}"/>
          </ac:spMkLst>
        </pc:spChg>
        <pc:spChg chg="mod">
          <ac:chgData name="Shailendra Chauhan" userId="a7d3133f-e197-4b90-bf63-99a63a264234" providerId="ADAL" clId="{08A2340F-B291-4254-B4FD-7B8B9932C1C7}" dt="2024-03-21T17:39:35.432" v="5682" actId="20577"/>
          <ac:spMkLst>
            <pc:docMk/>
            <pc:sldMk cId="1137608785" sldId="536"/>
            <ac:spMk id="3" creationId="{103ED9E4-AD20-490C-DC04-7FCCA5ADA557}"/>
          </ac:spMkLst>
        </pc:spChg>
      </pc:sldChg>
      <pc:sldChg chg="modSp add mod">
        <pc:chgData name="Shailendra Chauhan" userId="a7d3133f-e197-4b90-bf63-99a63a264234" providerId="ADAL" clId="{08A2340F-B291-4254-B4FD-7B8B9932C1C7}" dt="2024-03-16T05:35:36.350" v="1383" actId="20577"/>
        <pc:sldMkLst>
          <pc:docMk/>
          <pc:sldMk cId="1632363384" sldId="537"/>
        </pc:sldMkLst>
        <pc:spChg chg="mod">
          <ac:chgData name="Shailendra Chauhan" userId="a7d3133f-e197-4b90-bf63-99a63a264234" providerId="ADAL" clId="{08A2340F-B291-4254-B4FD-7B8B9932C1C7}" dt="2024-03-16T05:35:36.350" v="1383" actId="20577"/>
          <ac:spMkLst>
            <pc:docMk/>
            <pc:sldMk cId="1632363384" sldId="537"/>
            <ac:spMk id="2" creationId="{F6591A50-22DE-B1BE-E094-B3FDC0525090}"/>
          </ac:spMkLst>
        </pc:spChg>
      </pc:sldChg>
      <pc:sldChg chg="modSp add mod">
        <pc:chgData name="Shailendra Chauhan" userId="a7d3133f-e197-4b90-bf63-99a63a264234" providerId="ADAL" clId="{08A2340F-B291-4254-B4FD-7B8B9932C1C7}" dt="2024-03-16T05:42:42.090" v="1550" actId="20577"/>
        <pc:sldMkLst>
          <pc:docMk/>
          <pc:sldMk cId="3542176600" sldId="538"/>
        </pc:sldMkLst>
        <pc:spChg chg="mod">
          <ac:chgData name="Shailendra Chauhan" userId="a7d3133f-e197-4b90-bf63-99a63a264234" providerId="ADAL" clId="{08A2340F-B291-4254-B4FD-7B8B9932C1C7}" dt="2024-03-16T05:42:42.090" v="1550" actId="20577"/>
          <ac:spMkLst>
            <pc:docMk/>
            <pc:sldMk cId="3542176600" sldId="538"/>
            <ac:spMk id="2" creationId="{AB0287C5-B75D-72CA-5550-FD0A37F192E7}"/>
          </ac:spMkLst>
        </pc:spChg>
      </pc:sldChg>
      <pc:sldChg chg="modSp add mod">
        <pc:chgData name="Shailendra Chauhan" userId="a7d3133f-e197-4b90-bf63-99a63a264234" providerId="ADAL" clId="{08A2340F-B291-4254-B4FD-7B8B9932C1C7}" dt="2024-03-16T18:33:46.346" v="3218"/>
        <pc:sldMkLst>
          <pc:docMk/>
          <pc:sldMk cId="1257397398" sldId="539"/>
        </pc:sldMkLst>
        <pc:spChg chg="mod">
          <ac:chgData name="Shailendra Chauhan" userId="a7d3133f-e197-4b90-bf63-99a63a264234" providerId="ADAL" clId="{08A2340F-B291-4254-B4FD-7B8B9932C1C7}" dt="2024-03-16T18:33:46.346" v="3218"/>
          <ac:spMkLst>
            <pc:docMk/>
            <pc:sldMk cId="1257397398" sldId="539"/>
            <ac:spMk id="2" creationId="{38AEDC74-6050-E049-5CE6-CA7FFBE09AF8}"/>
          </ac:spMkLst>
        </pc:spChg>
      </pc:sldChg>
      <pc:sldChg chg="addSp delSp modSp add mod modNotesTx">
        <pc:chgData name="Shailendra Chauhan" userId="a7d3133f-e197-4b90-bf63-99a63a264234" providerId="ADAL" clId="{08A2340F-B291-4254-B4FD-7B8B9932C1C7}" dt="2024-03-22T17:06:36.584" v="6567" actId="1076"/>
        <pc:sldMkLst>
          <pc:docMk/>
          <pc:sldMk cId="300847703" sldId="540"/>
        </pc:sldMkLst>
        <pc:spChg chg="mod">
          <ac:chgData name="Shailendra Chauhan" userId="a7d3133f-e197-4b90-bf63-99a63a264234" providerId="ADAL" clId="{08A2340F-B291-4254-B4FD-7B8B9932C1C7}" dt="2024-03-21T17:34:40.923" v="5616" actId="20577"/>
          <ac:spMkLst>
            <pc:docMk/>
            <pc:sldMk cId="300847703" sldId="540"/>
            <ac:spMk id="3" creationId="{9F36F16B-62C2-E228-9ED2-85F666E939D6}"/>
          </ac:spMkLst>
        </pc:spChg>
        <pc:spChg chg="add del mod">
          <ac:chgData name="Shailendra Chauhan" userId="a7d3133f-e197-4b90-bf63-99a63a264234" providerId="ADAL" clId="{08A2340F-B291-4254-B4FD-7B8B9932C1C7}" dt="2024-03-16T05:39:41.947" v="1442" actId="478"/>
          <ac:spMkLst>
            <pc:docMk/>
            <pc:sldMk cId="300847703" sldId="540"/>
            <ac:spMk id="4" creationId="{74A2A355-449E-B7FD-3789-26ABFEB46CFD}"/>
          </ac:spMkLst>
        </pc:spChg>
        <pc:picChg chg="del">
          <ac:chgData name="Shailendra Chauhan" userId="a7d3133f-e197-4b90-bf63-99a63a264234" providerId="ADAL" clId="{08A2340F-B291-4254-B4FD-7B8B9932C1C7}" dt="2024-03-16T05:39:37.726" v="1440" actId="478"/>
          <ac:picMkLst>
            <pc:docMk/>
            <pc:sldMk cId="300847703" sldId="540"/>
            <ac:picMk id="5" creationId="{BDB8A084-5AA9-35E5-8D80-4AF93212F8FD}"/>
          </ac:picMkLst>
        </pc:picChg>
        <pc:picChg chg="del">
          <ac:chgData name="Shailendra Chauhan" userId="a7d3133f-e197-4b90-bf63-99a63a264234" providerId="ADAL" clId="{08A2340F-B291-4254-B4FD-7B8B9932C1C7}" dt="2024-03-16T05:40:27.477" v="1449" actId="478"/>
          <ac:picMkLst>
            <pc:docMk/>
            <pc:sldMk cId="300847703" sldId="540"/>
            <ac:picMk id="7" creationId="{408B3CCA-F6A2-C575-F19E-27CFB51B8DBB}"/>
          </ac:picMkLst>
        </pc:picChg>
        <pc:picChg chg="add del mod">
          <ac:chgData name="Shailendra Chauhan" userId="a7d3133f-e197-4b90-bf63-99a63a264234" providerId="ADAL" clId="{08A2340F-B291-4254-B4FD-7B8B9932C1C7}" dt="2024-03-21T17:25:23.212" v="5585" actId="478"/>
          <ac:picMkLst>
            <pc:docMk/>
            <pc:sldMk cId="300847703" sldId="540"/>
            <ac:picMk id="8" creationId="{89DAC590-0491-329D-504B-B0D9ED3BB50F}"/>
          </ac:picMkLst>
        </pc:picChg>
        <pc:picChg chg="add del mod">
          <ac:chgData name="Shailendra Chauhan" userId="a7d3133f-e197-4b90-bf63-99a63a264234" providerId="ADAL" clId="{08A2340F-B291-4254-B4FD-7B8B9932C1C7}" dt="2024-03-21T17:25:08.309" v="5584" actId="478"/>
          <ac:picMkLst>
            <pc:docMk/>
            <pc:sldMk cId="300847703" sldId="540"/>
            <ac:picMk id="10" creationId="{051FF551-D0FD-D7D7-80D6-E23D9674D38A}"/>
          </ac:picMkLst>
        </pc:picChg>
        <pc:picChg chg="add mod">
          <ac:chgData name="Shailendra Chauhan" userId="a7d3133f-e197-4b90-bf63-99a63a264234" providerId="ADAL" clId="{08A2340F-B291-4254-B4FD-7B8B9932C1C7}" dt="2024-03-22T17:06:36.584" v="6567" actId="1076"/>
          <ac:picMkLst>
            <pc:docMk/>
            <pc:sldMk cId="300847703" sldId="540"/>
            <ac:picMk id="12" creationId="{BA97C671-FF59-D3C5-AB3B-1FE53EC3DB5F}"/>
          </ac:picMkLst>
        </pc:picChg>
      </pc:sldChg>
      <pc:sldChg chg="addSp delSp modSp new del mod modNotesTx">
        <pc:chgData name="Shailendra Chauhan" userId="a7d3133f-e197-4b90-bf63-99a63a264234" providerId="ADAL" clId="{08A2340F-B291-4254-B4FD-7B8B9932C1C7}" dt="2024-03-21T17:27:21.155" v="5588" actId="2696"/>
        <pc:sldMkLst>
          <pc:docMk/>
          <pc:sldMk cId="1529459291" sldId="541"/>
        </pc:sldMkLst>
        <pc:spChg chg="del">
          <ac:chgData name="Shailendra Chauhan" userId="a7d3133f-e197-4b90-bf63-99a63a264234" providerId="ADAL" clId="{08A2340F-B291-4254-B4FD-7B8B9932C1C7}" dt="2024-03-16T06:06:43.284" v="1941" actId="22"/>
          <ac:spMkLst>
            <pc:docMk/>
            <pc:sldMk cId="1529459291" sldId="541"/>
            <ac:spMk id="2" creationId="{A15E4486-8129-FA5C-1EFD-491551FC05BA}"/>
          </ac:spMkLst>
        </pc:spChg>
        <pc:spChg chg="mod">
          <ac:chgData name="Shailendra Chauhan" userId="a7d3133f-e197-4b90-bf63-99a63a264234" providerId="ADAL" clId="{08A2340F-B291-4254-B4FD-7B8B9932C1C7}" dt="2024-03-16T06:06:55.525" v="1956" actId="20577"/>
          <ac:spMkLst>
            <pc:docMk/>
            <pc:sldMk cId="1529459291" sldId="541"/>
            <ac:spMk id="3" creationId="{A8D564D2-F4FE-DF1E-89C0-1E92806219DD}"/>
          </ac:spMkLst>
        </pc:spChg>
        <pc:picChg chg="add mod ord">
          <ac:chgData name="Shailendra Chauhan" userId="a7d3133f-e197-4b90-bf63-99a63a264234" providerId="ADAL" clId="{08A2340F-B291-4254-B4FD-7B8B9932C1C7}" dt="2024-03-16T06:07:08.128" v="1957" actId="14100"/>
          <ac:picMkLst>
            <pc:docMk/>
            <pc:sldMk cId="1529459291" sldId="541"/>
            <ac:picMk id="5" creationId="{45F1CE4F-AD80-4778-FD19-151553E6A4B1}"/>
          </ac:picMkLst>
        </pc:picChg>
      </pc:sldChg>
      <pc:sldChg chg="addSp delSp modSp add del mod">
        <pc:chgData name="Shailendra Chauhan" userId="a7d3133f-e197-4b90-bf63-99a63a264234" providerId="ADAL" clId="{08A2340F-B291-4254-B4FD-7B8B9932C1C7}" dt="2024-03-21T17:46:33.187" v="5764" actId="2696"/>
        <pc:sldMkLst>
          <pc:docMk/>
          <pc:sldMk cId="2060811555" sldId="542"/>
        </pc:sldMkLst>
        <pc:spChg chg="mod">
          <ac:chgData name="Shailendra Chauhan" userId="a7d3133f-e197-4b90-bf63-99a63a264234" providerId="ADAL" clId="{08A2340F-B291-4254-B4FD-7B8B9932C1C7}" dt="2024-03-21T17:42:36.080" v="5751" actId="313"/>
          <ac:spMkLst>
            <pc:docMk/>
            <pc:sldMk cId="2060811555" sldId="542"/>
            <ac:spMk id="3" creationId="{9F36F16B-62C2-E228-9ED2-85F666E939D6}"/>
          </ac:spMkLst>
        </pc:spChg>
        <pc:picChg chg="add mod modCrop">
          <ac:chgData name="Shailendra Chauhan" userId="a7d3133f-e197-4b90-bf63-99a63a264234" providerId="ADAL" clId="{08A2340F-B291-4254-B4FD-7B8B9932C1C7}" dt="2024-03-21T17:42:24.312" v="5729" actId="14100"/>
          <ac:picMkLst>
            <pc:docMk/>
            <pc:sldMk cId="2060811555" sldId="542"/>
            <ac:picMk id="4" creationId="{5623A49F-3910-27F2-FB84-4D9D3463A60C}"/>
          </ac:picMkLst>
        </pc:picChg>
        <pc:picChg chg="del">
          <ac:chgData name="Shailendra Chauhan" userId="a7d3133f-e197-4b90-bf63-99a63a264234" providerId="ADAL" clId="{08A2340F-B291-4254-B4FD-7B8B9932C1C7}" dt="2024-03-21T17:41:48.521" v="5721" actId="478"/>
          <ac:picMkLst>
            <pc:docMk/>
            <pc:sldMk cId="2060811555" sldId="542"/>
            <ac:picMk id="7" creationId="{408B3CCA-F6A2-C575-F19E-27CFB51B8DBB}"/>
          </ac:picMkLst>
        </pc:picChg>
      </pc:sldChg>
      <pc:sldChg chg="addSp delSp modSp add del mod">
        <pc:chgData name="Shailendra Chauhan" userId="a7d3133f-e197-4b90-bf63-99a63a264234" providerId="ADAL" clId="{08A2340F-B291-4254-B4FD-7B8B9932C1C7}" dt="2024-03-21T17:39:05.477" v="5677" actId="2696"/>
        <pc:sldMkLst>
          <pc:docMk/>
          <pc:sldMk cId="2864258261" sldId="542"/>
        </pc:sldMkLst>
        <pc:spChg chg="mod">
          <ac:chgData name="Shailendra Chauhan" userId="a7d3133f-e197-4b90-bf63-99a63a264234" providerId="ADAL" clId="{08A2340F-B291-4254-B4FD-7B8B9932C1C7}" dt="2024-03-16T06:07:31.793" v="1970" actId="20577"/>
          <ac:spMkLst>
            <pc:docMk/>
            <pc:sldMk cId="2864258261" sldId="542"/>
            <ac:spMk id="3" creationId="{9F36F16B-62C2-E228-9ED2-85F666E939D6}"/>
          </ac:spMkLst>
        </pc:spChg>
        <pc:spChg chg="add del mod">
          <ac:chgData name="Shailendra Chauhan" userId="a7d3133f-e197-4b90-bf63-99a63a264234" providerId="ADAL" clId="{08A2340F-B291-4254-B4FD-7B8B9932C1C7}" dt="2024-03-16T06:07:21.861" v="1960" actId="478"/>
          <ac:spMkLst>
            <pc:docMk/>
            <pc:sldMk cId="2864258261" sldId="542"/>
            <ac:spMk id="4" creationId="{C50C6B88-B136-831B-2F9E-55DDB8B4F9B0}"/>
          </ac:spMkLst>
        </pc:spChg>
        <pc:picChg chg="del">
          <ac:chgData name="Shailendra Chauhan" userId="a7d3133f-e197-4b90-bf63-99a63a264234" providerId="ADAL" clId="{08A2340F-B291-4254-B4FD-7B8B9932C1C7}" dt="2024-03-16T06:07:19.832" v="1959" actId="478"/>
          <ac:picMkLst>
            <pc:docMk/>
            <pc:sldMk cId="2864258261" sldId="542"/>
            <ac:picMk id="5" creationId="{BDB8A084-5AA9-35E5-8D80-4AF93212F8FD}"/>
          </ac:picMkLst>
        </pc:picChg>
        <pc:picChg chg="mod">
          <ac:chgData name="Shailendra Chauhan" userId="a7d3133f-e197-4b90-bf63-99a63a264234" providerId="ADAL" clId="{08A2340F-B291-4254-B4FD-7B8B9932C1C7}" dt="2024-03-16T06:07:26.217" v="1963" actId="1076"/>
          <ac:picMkLst>
            <pc:docMk/>
            <pc:sldMk cId="2864258261" sldId="542"/>
            <ac:picMk id="7" creationId="{408B3CCA-F6A2-C575-F19E-27CFB51B8DBB}"/>
          </ac:picMkLst>
        </pc:picChg>
      </pc:sldChg>
      <pc:sldChg chg="addSp delSp modSp new mod ord">
        <pc:chgData name="Shailendra Chauhan" userId="a7d3133f-e197-4b90-bf63-99a63a264234" providerId="ADAL" clId="{08A2340F-B291-4254-B4FD-7B8B9932C1C7}" dt="2024-03-21T12:21:59.934" v="4604"/>
        <pc:sldMkLst>
          <pc:docMk/>
          <pc:sldMk cId="234544814" sldId="543"/>
        </pc:sldMkLst>
        <pc:spChg chg="del">
          <ac:chgData name="Shailendra Chauhan" userId="a7d3133f-e197-4b90-bf63-99a63a264234" providerId="ADAL" clId="{08A2340F-B291-4254-B4FD-7B8B9932C1C7}" dt="2024-03-16T06:22:01.238" v="2030" actId="22"/>
          <ac:spMkLst>
            <pc:docMk/>
            <pc:sldMk cId="234544814" sldId="543"/>
            <ac:spMk id="2" creationId="{41E23C9F-C4C4-65D3-9B31-AB9A658A3F95}"/>
          </ac:spMkLst>
        </pc:spChg>
        <pc:spChg chg="mod">
          <ac:chgData name="Shailendra Chauhan" userId="a7d3133f-e197-4b90-bf63-99a63a264234" providerId="ADAL" clId="{08A2340F-B291-4254-B4FD-7B8B9932C1C7}" dt="2024-03-21T11:56:05.604" v="4324" actId="20577"/>
          <ac:spMkLst>
            <pc:docMk/>
            <pc:sldMk cId="234544814" sldId="543"/>
            <ac:spMk id="3" creationId="{141E4D40-C2B9-658A-3B5A-767FCC55E152}"/>
          </ac:spMkLst>
        </pc:spChg>
        <pc:spChg chg="add mod">
          <ac:chgData name="Shailendra Chauhan" userId="a7d3133f-e197-4b90-bf63-99a63a264234" providerId="ADAL" clId="{08A2340F-B291-4254-B4FD-7B8B9932C1C7}" dt="2024-03-16T06:22:49.346" v="2051" actId="1076"/>
          <ac:spMkLst>
            <pc:docMk/>
            <pc:sldMk cId="234544814" sldId="543"/>
            <ac:spMk id="8" creationId="{4E18AEF7-0704-D962-A196-91AB771E853C}"/>
          </ac:spMkLst>
        </pc:spChg>
        <pc:spChg chg="add mod">
          <ac:chgData name="Shailendra Chauhan" userId="a7d3133f-e197-4b90-bf63-99a63a264234" providerId="ADAL" clId="{08A2340F-B291-4254-B4FD-7B8B9932C1C7}" dt="2024-03-16T06:23:00.954" v="2059" actId="1076"/>
          <ac:spMkLst>
            <pc:docMk/>
            <pc:sldMk cId="234544814" sldId="543"/>
            <ac:spMk id="9" creationId="{69999F57-7AA7-10BE-5014-D0A1D12AA2A3}"/>
          </ac:spMkLst>
        </pc:spChg>
        <pc:picChg chg="add mod ord">
          <ac:chgData name="Shailendra Chauhan" userId="a7d3133f-e197-4b90-bf63-99a63a264234" providerId="ADAL" clId="{08A2340F-B291-4254-B4FD-7B8B9932C1C7}" dt="2024-03-16T06:22:32.400" v="2034" actId="1076"/>
          <ac:picMkLst>
            <pc:docMk/>
            <pc:sldMk cId="234544814" sldId="543"/>
            <ac:picMk id="5" creationId="{23484613-4E30-05D0-63D4-1744AD9CDACF}"/>
          </ac:picMkLst>
        </pc:picChg>
        <pc:picChg chg="add mod">
          <ac:chgData name="Shailendra Chauhan" userId="a7d3133f-e197-4b90-bf63-99a63a264234" providerId="ADAL" clId="{08A2340F-B291-4254-B4FD-7B8B9932C1C7}" dt="2024-03-16T06:22:30.342" v="2033" actId="1076"/>
          <ac:picMkLst>
            <pc:docMk/>
            <pc:sldMk cId="234544814" sldId="543"/>
            <ac:picMk id="7" creationId="{F8E610E0-4FEA-B86F-C30C-8AEA3C221D7F}"/>
          </ac:picMkLst>
        </pc:picChg>
      </pc:sldChg>
      <pc:sldChg chg="addSp delSp modSp new del mod">
        <pc:chgData name="Shailendra Chauhan" userId="a7d3133f-e197-4b90-bf63-99a63a264234" providerId="ADAL" clId="{08A2340F-B291-4254-B4FD-7B8B9932C1C7}" dt="2024-03-21T17:34:10.686" v="5609" actId="2696"/>
        <pc:sldMkLst>
          <pc:docMk/>
          <pc:sldMk cId="3125746879" sldId="544"/>
        </pc:sldMkLst>
        <pc:spChg chg="del">
          <ac:chgData name="Shailendra Chauhan" userId="a7d3133f-e197-4b90-bf63-99a63a264234" providerId="ADAL" clId="{08A2340F-B291-4254-B4FD-7B8B9932C1C7}" dt="2024-03-16T06:24:54.936" v="2074" actId="22"/>
          <ac:spMkLst>
            <pc:docMk/>
            <pc:sldMk cId="3125746879" sldId="544"/>
            <ac:spMk id="2" creationId="{B4B58DA7-603B-1535-25FE-C9E3D721DD55}"/>
          </ac:spMkLst>
        </pc:spChg>
        <pc:spChg chg="mod">
          <ac:chgData name="Shailendra Chauhan" userId="a7d3133f-e197-4b90-bf63-99a63a264234" providerId="ADAL" clId="{08A2340F-B291-4254-B4FD-7B8B9932C1C7}" dt="2024-03-16T06:25:55.060" v="2115" actId="20577"/>
          <ac:spMkLst>
            <pc:docMk/>
            <pc:sldMk cId="3125746879" sldId="544"/>
            <ac:spMk id="3" creationId="{AC179177-AFAE-5B2B-F121-E3671D2C5A9F}"/>
          </ac:spMkLst>
        </pc:spChg>
        <pc:picChg chg="add mod ord">
          <ac:chgData name="Shailendra Chauhan" userId="a7d3133f-e197-4b90-bf63-99a63a264234" providerId="ADAL" clId="{08A2340F-B291-4254-B4FD-7B8B9932C1C7}" dt="2024-03-16T06:24:56.766" v="2075" actId="1076"/>
          <ac:picMkLst>
            <pc:docMk/>
            <pc:sldMk cId="3125746879" sldId="544"/>
            <ac:picMk id="5" creationId="{1961696F-A56F-33B1-44B3-64A413A7F8D3}"/>
          </ac:picMkLst>
        </pc:picChg>
        <pc:picChg chg="add mod">
          <ac:chgData name="Shailendra Chauhan" userId="a7d3133f-e197-4b90-bf63-99a63a264234" providerId="ADAL" clId="{08A2340F-B291-4254-B4FD-7B8B9932C1C7}" dt="2024-03-16T06:25:27.376" v="2080" actId="14100"/>
          <ac:picMkLst>
            <pc:docMk/>
            <pc:sldMk cId="3125746879" sldId="544"/>
            <ac:picMk id="7" creationId="{356EE3AF-7090-8370-56E1-3A9A04DAA75D}"/>
          </ac:picMkLst>
        </pc:picChg>
      </pc:sldChg>
      <pc:sldChg chg="addSp delSp modSp new del mod">
        <pc:chgData name="Shailendra Chauhan" userId="a7d3133f-e197-4b90-bf63-99a63a264234" providerId="ADAL" clId="{08A2340F-B291-4254-B4FD-7B8B9932C1C7}" dt="2024-03-21T17:34:12.839" v="5610" actId="2696"/>
        <pc:sldMkLst>
          <pc:docMk/>
          <pc:sldMk cId="3427997782" sldId="545"/>
        </pc:sldMkLst>
        <pc:spChg chg="del">
          <ac:chgData name="Shailendra Chauhan" userId="a7d3133f-e197-4b90-bf63-99a63a264234" providerId="ADAL" clId="{08A2340F-B291-4254-B4FD-7B8B9932C1C7}" dt="2024-03-16T06:26:24.899" v="2129" actId="22"/>
          <ac:spMkLst>
            <pc:docMk/>
            <pc:sldMk cId="3427997782" sldId="545"/>
            <ac:spMk id="2" creationId="{D0A42073-BE51-317C-10A3-BA9B9E855279}"/>
          </ac:spMkLst>
        </pc:spChg>
        <pc:spChg chg="mod">
          <ac:chgData name="Shailendra Chauhan" userId="a7d3133f-e197-4b90-bf63-99a63a264234" providerId="ADAL" clId="{08A2340F-B291-4254-B4FD-7B8B9932C1C7}" dt="2024-03-16T08:04:40.250" v="2920" actId="20577"/>
          <ac:spMkLst>
            <pc:docMk/>
            <pc:sldMk cId="3427997782" sldId="545"/>
            <ac:spMk id="3" creationId="{3F51FE56-2B91-DB97-BEF1-54ADE2D8CE57}"/>
          </ac:spMkLst>
        </pc:spChg>
        <pc:picChg chg="add mod ord">
          <ac:chgData name="Shailendra Chauhan" userId="a7d3133f-e197-4b90-bf63-99a63a264234" providerId="ADAL" clId="{08A2340F-B291-4254-B4FD-7B8B9932C1C7}" dt="2024-03-16T06:26:28.586" v="2131" actId="14100"/>
          <ac:picMkLst>
            <pc:docMk/>
            <pc:sldMk cId="3427997782" sldId="545"/>
            <ac:picMk id="5" creationId="{CDEFE1CD-9292-552E-58E3-75376513167F}"/>
          </ac:picMkLst>
        </pc:picChg>
        <pc:picChg chg="add mod">
          <ac:chgData name="Shailendra Chauhan" userId="a7d3133f-e197-4b90-bf63-99a63a264234" providerId="ADAL" clId="{08A2340F-B291-4254-B4FD-7B8B9932C1C7}" dt="2024-03-16T06:27:00.648" v="2136" actId="14100"/>
          <ac:picMkLst>
            <pc:docMk/>
            <pc:sldMk cId="3427997782" sldId="545"/>
            <ac:picMk id="7" creationId="{6A64D804-6B58-1C76-9DBA-EC8DF750E0F3}"/>
          </ac:picMkLst>
        </pc:picChg>
      </pc:sldChg>
      <pc:sldChg chg="addSp delSp modSp new del mod">
        <pc:chgData name="Shailendra Chauhan" userId="a7d3133f-e197-4b90-bf63-99a63a264234" providerId="ADAL" clId="{08A2340F-B291-4254-B4FD-7B8B9932C1C7}" dt="2024-03-21T17:34:17.932" v="5611" actId="2696"/>
        <pc:sldMkLst>
          <pc:docMk/>
          <pc:sldMk cId="3332297601" sldId="546"/>
        </pc:sldMkLst>
        <pc:spChg chg="del">
          <ac:chgData name="Shailendra Chauhan" userId="a7d3133f-e197-4b90-bf63-99a63a264234" providerId="ADAL" clId="{08A2340F-B291-4254-B4FD-7B8B9932C1C7}" dt="2024-03-16T06:28:00.105" v="2138" actId="22"/>
          <ac:spMkLst>
            <pc:docMk/>
            <pc:sldMk cId="3332297601" sldId="546"/>
            <ac:spMk id="2" creationId="{5471D3E3-DCE6-1FE1-1B32-3B2079057ECE}"/>
          </ac:spMkLst>
        </pc:spChg>
        <pc:spChg chg="mod">
          <ac:chgData name="Shailendra Chauhan" userId="a7d3133f-e197-4b90-bf63-99a63a264234" providerId="ADAL" clId="{08A2340F-B291-4254-B4FD-7B8B9932C1C7}" dt="2024-03-16T06:28:49.341" v="2178" actId="313"/>
          <ac:spMkLst>
            <pc:docMk/>
            <pc:sldMk cId="3332297601" sldId="546"/>
            <ac:spMk id="3" creationId="{EB6E1FC1-3202-7963-673D-CD1D83048B42}"/>
          </ac:spMkLst>
        </pc:spChg>
        <pc:picChg chg="add mod ord">
          <ac:chgData name="Shailendra Chauhan" userId="a7d3133f-e197-4b90-bf63-99a63a264234" providerId="ADAL" clId="{08A2340F-B291-4254-B4FD-7B8B9932C1C7}" dt="2024-03-16T06:28:02.072" v="2139" actId="1076"/>
          <ac:picMkLst>
            <pc:docMk/>
            <pc:sldMk cId="3332297601" sldId="546"/>
            <ac:picMk id="5" creationId="{4C62CDBD-D4D3-4E5E-B683-D1BC5318D36F}"/>
          </ac:picMkLst>
        </pc:picChg>
        <pc:picChg chg="add mod">
          <ac:chgData name="Shailendra Chauhan" userId="a7d3133f-e197-4b90-bf63-99a63a264234" providerId="ADAL" clId="{08A2340F-B291-4254-B4FD-7B8B9932C1C7}" dt="2024-03-16T06:28:45.928" v="2177" actId="1076"/>
          <ac:picMkLst>
            <pc:docMk/>
            <pc:sldMk cId="3332297601" sldId="546"/>
            <ac:picMk id="7" creationId="{4C1968AB-B764-C1B0-3DA2-B694463F3AF8}"/>
          </ac:picMkLst>
        </pc:picChg>
      </pc:sldChg>
      <pc:sldChg chg="modSp add mod modAnim">
        <pc:chgData name="Shailendra Chauhan" userId="a7d3133f-e197-4b90-bf63-99a63a264234" providerId="ADAL" clId="{08A2340F-B291-4254-B4FD-7B8B9932C1C7}" dt="2024-03-21T15:34:07.434" v="4651" actId="14100"/>
        <pc:sldMkLst>
          <pc:docMk/>
          <pc:sldMk cId="1086415499" sldId="547"/>
        </pc:sldMkLst>
        <pc:spChg chg="mod">
          <ac:chgData name="Shailendra Chauhan" userId="a7d3133f-e197-4b90-bf63-99a63a264234" providerId="ADAL" clId="{08A2340F-B291-4254-B4FD-7B8B9932C1C7}" dt="2024-03-21T15:34:07.434" v="4651" actId="14100"/>
          <ac:spMkLst>
            <pc:docMk/>
            <pc:sldMk cId="1086415499" sldId="547"/>
            <ac:spMk id="2" creationId="{3116A47B-7B0C-7298-5C4D-B33E3B0059AD}"/>
          </ac:spMkLst>
        </pc:spChg>
        <pc:spChg chg="mod">
          <ac:chgData name="Shailendra Chauhan" userId="a7d3133f-e197-4b90-bf63-99a63a264234" providerId="ADAL" clId="{08A2340F-B291-4254-B4FD-7B8B9932C1C7}" dt="2024-03-16T08:22:24.370" v="2962" actId="20577"/>
          <ac:spMkLst>
            <pc:docMk/>
            <pc:sldMk cId="1086415499" sldId="547"/>
            <ac:spMk id="3" creationId="{103ED9E4-AD20-490C-DC04-7FCCA5ADA557}"/>
          </ac:spMkLst>
        </pc:spChg>
      </pc:sldChg>
      <pc:sldChg chg="modSp add mod">
        <pc:chgData name="Shailendra Chauhan" userId="a7d3133f-e197-4b90-bf63-99a63a264234" providerId="ADAL" clId="{08A2340F-B291-4254-B4FD-7B8B9932C1C7}" dt="2024-03-16T07:59:10.787" v="2872" actId="27636"/>
        <pc:sldMkLst>
          <pc:docMk/>
          <pc:sldMk cId="2160728945" sldId="548"/>
        </pc:sldMkLst>
        <pc:spChg chg="mod">
          <ac:chgData name="Shailendra Chauhan" userId="a7d3133f-e197-4b90-bf63-99a63a264234" providerId="ADAL" clId="{08A2340F-B291-4254-B4FD-7B8B9932C1C7}" dt="2024-03-16T07:59:10.787" v="2872" actId="27636"/>
          <ac:spMkLst>
            <pc:docMk/>
            <pc:sldMk cId="2160728945" sldId="548"/>
            <ac:spMk id="2" creationId="{F6591A50-22DE-B1BE-E094-B3FDC0525090}"/>
          </ac:spMkLst>
        </pc:spChg>
      </pc:sldChg>
      <pc:sldChg chg="add del">
        <pc:chgData name="Shailendra Chauhan" userId="a7d3133f-e197-4b90-bf63-99a63a264234" providerId="ADAL" clId="{08A2340F-B291-4254-B4FD-7B8B9932C1C7}" dt="2024-03-16T08:01:41.311" v="2873" actId="2696"/>
        <pc:sldMkLst>
          <pc:docMk/>
          <pc:sldMk cId="700289147" sldId="549"/>
        </pc:sldMkLst>
      </pc:sldChg>
      <pc:sldChg chg="modSp add mod">
        <pc:chgData name="Shailendra Chauhan" userId="a7d3133f-e197-4b90-bf63-99a63a264234" providerId="ADAL" clId="{08A2340F-B291-4254-B4FD-7B8B9932C1C7}" dt="2024-03-16T18:31:08.886" v="3203" actId="20577"/>
        <pc:sldMkLst>
          <pc:docMk/>
          <pc:sldMk cId="2390963027" sldId="550"/>
        </pc:sldMkLst>
        <pc:spChg chg="mod">
          <ac:chgData name="Shailendra Chauhan" userId="a7d3133f-e197-4b90-bf63-99a63a264234" providerId="ADAL" clId="{08A2340F-B291-4254-B4FD-7B8B9932C1C7}" dt="2024-03-16T18:31:08.886" v="3203" actId="20577"/>
          <ac:spMkLst>
            <pc:docMk/>
            <pc:sldMk cId="2390963027" sldId="550"/>
            <ac:spMk id="2" creationId="{38AEDC74-6050-E049-5CE6-CA7FFBE09AF8}"/>
          </ac:spMkLst>
        </pc:spChg>
      </pc:sldChg>
      <pc:sldChg chg="add del">
        <pc:chgData name="Shailendra Chauhan" userId="a7d3133f-e197-4b90-bf63-99a63a264234" providerId="ADAL" clId="{08A2340F-B291-4254-B4FD-7B8B9932C1C7}" dt="2024-03-21T17:46:39.710" v="5765" actId="2696"/>
        <pc:sldMkLst>
          <pc:docMk/>
          <pc:sldMk cId="2698174098" sldId="551"/>
        </pc:sldMkLst>
      </pc:sldChg>
      <pc:sldChg chg="addSp delSp modSp new del mod ord">
        <pc:chgData name="Shailendra Chauhan" userId="a7d3133f-e197-4b90-bf63-99a63a264234" providerId="ADAL" clId="{08A2340F-B291-4254-B4FD-7B8B9932C1C7}" dt="2024-03-21T17:39:05.477" v="5677" actId="2696"/>
        <pc:sldMkLst>
          <pc:docMk/>
          <pc:sldMk cId="3768070492" sldId="551"/>
        </pc:sldMkLst>
        <pc:spChg chg="del">
          <ac:chgData name="Shailendra Chauhan" userId="a7d3133f-e197-4b90-bf63-99a63a264234" providerId="ADAL" clId="{08A2340F-B291-4254-B4FD-7B8B9932C1C7}" dt="2024-03-16T06:33:22.344" v="2237" actId="22"/>
          <ac:spMkLst>
            <pc:docMk/>
            <pc:sldMk cId="3768070492" sldId="551"/>
            <ac:spMk id="2" creationId="{DFAE5257-8AC9-FE6D-1405-02610E1E9FE8}"/>
          </ac:spMkLst>
        </pc:spChg>
        <pc:spChg chg="mod">
          <ac:chgData name="Shailendra Chauhan" userId="a7d3133f-e197-4b90-bf63-99a63a264234" providerId="ADAL" clId="{08A2340F-B291-4254-B4FD-7B8B9932C1C7}" dt="2024-03-21T12:21:43.334" v="4602" actId="20577"/>
          <ac:spMkLst>
            <pc:docMk/>
            <pc:sldMk cId="3768070492" sldId="551"/>
            <ac:spMk id="3" creationId="{150C9D92-8813-1929-B00E-A0BC50F3C9BC}"/>
          </ac:spMkLst>
        </pc:spChg>
        <pc:picChg chg="add mod ord">
          <ac:chgData name="Shailendra Chauhan" userId="a7d3133f-e197-4b90-bf63-99a63a264234" providerId="ADAL" clId="{08A2340F-B291-4254-B4FD-7B8B9932C1C7}" dt="2024-03-16T06:33:24.271" v="2238" actId="1076"/>
          <ac:picMkLst>
            <pc:docMk/>
            <pc:sldMk cId="3768070492" sldId="551"/>
            <ac:picMk id="5" creationId="{8E40233B-0A52-1B92-DF18-C6088083AFD1}"/>
          </ac:picMkLst>
        </pc:picChg>
      </pc:sldChg>
      <pc:sldChg chg="add">
        <pc:chgData name="Shailendra Chauhan" userId="a7d3133f-e197-4b90-bf63-99a63a264234" providerId="ADAL" clId="{08A2340F-B291-4254-B4FD-7B8B9932C1C7}" dt="2024-03-21T17:46:51.415" v="5766"/>
        <pc:sldMkLst>
          <pc:docMk/>
          <pc:sldMk cId="4193991404" sldId="551"/>
        </pc:sldMkLst>
      </pc:sldChg>
      <pc:sldChg chg="modSp new del mod modShow">
        <pc:chgData name="Shailendra Chauhan" userId="a7d3133f-e197-4b90-bf63-99a63a264234" providerId="ADAL" clId="{08A2340F-B291-4254-B4FD-7B8B9932C1C7}" dt="2024-03-21T11:39:38.880" v="4194" actId="2696"/>
        <pc:sldMkLst>
          <pc:docMk/>
          <pc:sldMk cId="954699316" sldId="552"/>
        </pc:sldMkLst>
        <pc:spChg chg="mod">
          <ac:chgData name="Shailendra Chauhan" userId="a7d3133f-e197-4b90-bf63-99a63a264234" providerId="ADAL" clId="{08A2340F-B291-4254-B4FD-7B8B9932C1C7}" dt="2024-03-16T08:30:47.193" v="2986" actId="21"/>
          <ac:spMkLst>
            <pc:docMk/>
            <pc:sldMk cId="954699316" sldId="552"/>
            <ac:spMk id="2" creationId="{53CA18BC-46C7-2548-36BF-608FEBB0027A}"/>
          </ac:spMkLst>
        </pc:spChg>
        <pc:spChg chg="mod">
          <ac:chgData name="Shailendra Chauhan" userId="a7d3133f-e197-4b90-bf63-99a63a264234" providerId="ADAL" clId="{08A2340F-B291-4254-B4FD-7B8B9932C1C7}" dt="2024-03-16T18:35:34.020" v="3235" actId="20577"/>
          <ac:spMkLst>
            <pc:docMk/>
            <pc:sldMk cId="954699316" sldId="552"/>
            <ac:spMk id="3" creationId="{2BB0ACC7-7381-827B-C168-0137C7C22DEC}"/>
          </ac:spMkLst>
        </pc:spChg>
      </pc:sldChg>
      <pc:sldChg chg="modSp new del mod modShow">
        <pc:chgData name="Shailendra Chauhan" userId="a7d3133f-e197-4b90-bf63-99a63a264234" providerId="ADAL" clId="{08A2340F-B291-4254-B4FD-7B8B9932C1C7}" dt="2024-03-21T11:39:38.880" v="4194" actId="2696"/>
        <pc:sldMkLst>
          <pc:docMk/>
          <pc:sldMk cId="3421824265" sldId="553"/>
        </pc:sldMkLst>
        <pc:spChg chg="mod">
          <ac:chgData name="Shailendra Chauhan" userId="a7d3133f-e197-4b90-bf63-99a63a264234" providerId="ADAL" clId="{08A2340F-B291-4254-B4FD-7B8B9932C1C7}" dt="2024-03-16T18:11:31.192" v="3094" actId="20577"/>
          <ac:spMkLst>
            <pc:docMk/>
            <pc:sldMk cId="3421824265" sldId="553"/>
            <ac:spMk id="2" creationId="{2A63CC8B-BCD4-8BD3-F459-ACA4767227A3}"/>
          </ac:spMkLst>
        </pc:spChg>
        <pc:spChg chg="mod">
          <ac:chgData name="Shailendra Chauhan" userId="a7d3133f-e197-4b90-bf63-99a63a264234" providerId="ADAL" clId="{08A2340F-B291-4254-B4FD-7B8B9932C1C7}" dt="2024-03-16T18:08:03.299" v="3066" actId="20577"/>
          <ac:spMkLst>
            <pc:docMk/>
            <pc:sldMk cId="3421824265" sldId="553"/>
            <ac:spMk id="3" creationId="{073A1217-ED89-14A4-0C5A-EE2706F83049}"/>
          </ac:spMkLst>
        </pc:spChg>
      </pc:sldChg>
      <pc:sldChg chg="modSp new del mod modShow">
        <pc:chgData name="Shailendra Chauhan" userId="a7d3133f-e197-4b90-bf63-99a63a264234" providerId="ADAL" clId="{08A2340F-B291-4254-B4FD-7B8B9932C1C7}" dt="2024-03-21T11:39:38.880" v="4194" actId="2696"/>
        <pc:sldMkLst>
          <pc:docMk/>
          <pc:sldMk cId="4043013936" sldId="554"/>
        </pc:sldMkLst>
        <pc:spChg chg="mod">
          <ac:chgData name="Shailendra Chauhan" userId="a7d3133f-e197-4b90-bf63-99a63a264234" providerId="ADAL" clId="{08A2340F-B291-4254-B4FD-7B8B9932C1C7}" dt="2024-03-16T18:13:44.073" v="3112" actId="6549"/>
          <ac:spMkLst>
            <pc:docMk/>
            <pc:sldMk cId="4043013936" sldId="554"/>
            <ac:spMk id="2" creationId="{7B304D02-9484-5CE9-B093-22F559690973}"/>
          </ac:spMkLst>
        </pc:spChg>
        <pc:spChg chg="mod">
          <ac:chgData name="Shailendra Chauhan" userId="a7d3133f-e197-4b90-bf63-99a63a264234" providerId="ADAL" clId="{08A2340F-B291-4254-B4FD-7B8B9932C1C7}" dt="2024-03-16T18:12:28.262" v="3097" actId="20577"/>
          <ac:spMkLst>
            <pc:docMk/>
            <pc:sldMk cId="4043013936" sldId="554"/>
            <ac:spMk id="3" creationId="{661D8B15-E04D-96CE-7E45-7F358367DCD3}"/>
          </ac:spMkLst>
        </pc:spChg>
      </pc:sldChg>
      <pc:sldChg chg="modSp add del mod modShow">
        <pc:chgData name="Shailendra Chauhan" userId="a7d3133f-e197-4b90-bf63-99a63a264234" providerId="ADAL" clId="{08A2340F-B291-4254-B4FD-7B8B9932C1C7}" dt="2024-03-21T11:39:38.880" v="4194" actId="2696"/>
        <pc:sldMkLst>
          <pc:docMk/>
          <pc:sldMk cId="1492690660" sldId="555"/>
        </pc:sldMkLst>
        <pc:spChg chg="mod">
          <ac:chgData name="Shailendra Chauhan" userId="a7d3133f-e197-4b90-bf63-99a63a264234" providerId="ADAL" clId="{08A2340F-B291-4254-B4FD-7B8B9932C1C7}" dt="2024-03-16T18:34:57.656" v="3223" actId="20577"/>
          <ac:spMkLst>
            <pc:docMk/>
            <pc:sldMk cId="1492690660" sldId="555"/>
            <ac:spMk id="2" creationId="{38AEDC74-6050-E049-5CE6-CA7FFBE09AF8}"/>
          </ac:spMkLst>
        </pc:spChg>
      </pc:sldChg>
      <pc:sldChg chg="modSp new del mod">
        <pc:chgData name="Shailendra Chauhan" userId="a7d3133f-e197-4b90-bf63-99a63a264234" providerId="ADAL" clId="{08A2340F-B291-4254-B4FD-7B8B9932C1C7}" dt="2024-03-21T11:12:44.689" v="4125" actId="2696"/>
        <pc:sldMkLst>
          <pc:docMk/>
          <pc:sldMk cId="3199347717" sldId="556"/>
        </pc:sldMkLst>
        <pc:spChg chg="mod">
          <ac:chgData name="Shailendra Chauhan" userId="a7d3133f-e197-4b90-bf63-99a63a264234" providerId="ADAL" clId="{08A2340F-B291-4254-B4FD-7B8B9932C1C7}" dt="2024-03-16T18:35:52.205" v="3254" actId="20577"/>
          <ac:spMkLst>
            <pc:docMk/>
            <pc:sldMk cId="3199347717" sldId="556"/>
            <ac:spMk id="3" creationId="{93684FDD-34AC-2481-9CEA-436C9BFB3CB9}"/>
          </ac:spMkLst>
        </pc:spChg>
      </pc:sldChg>
      <pc:sldChg chg="modSp new mod">
        <pc:chgData name="Shailendra Chauhan" userId="a7d3133f-e197-4b90-bf63-99a63a264234" providerId="ADAL" clId="{08A2340F-B291-4254-B4FD-7B8B9932C1C7}" dt="2024-03-21T11:11:46.393" v="4116" actId="20577"/>
        <pc:sldMkLst>
          <pc:docMk/>
          <pc:sldMk cId="1261249813" sldId="557"/>
        </pc:sldMkLst>
        <pc:spChg chg="mod">
          <ac:chgData name="Shailendra Chauhan" userId="a7d3133f-e197-4b90-bf63-99a63a264234" providerId="ADAL" clId="{08A2340F-B291-4254-B4FD-7B8B9932C1C7}" dt="2024-03-21T09:07:10.291" v="3967" actId="255"/>
          <ac:spMkLst>
            <pc:docMk/>
            <pc:sldMk cId="1261249813" sldId="557"/>
            <ac:spMk id="2" creationId="{060DCA9A-7048-211B-6B02-5A76A44D5FDF}"/>
          </ac:spMkLst>
        </pc:spChg>
        <pc:spChg chg="mod">
          <ac:chgData name="Shailendra Chauhan" userId="a7d3133f-e197-4b90-bf63-99a63a264234" providerId="ADAL" clId="{08A2340F-B291-4254-B4FD-7B8B9932C1C7}" dt="2024-03-21T11:11:46.393" v="4116" actId="20577"/>
          <ac:spMkLst>
            <pc:docMk/>
            <pc:sldMk cId="1261249813" sldId="557"/>
            <ac:spMk id="3" creationId="{25E0D566-0120-F5A8-DA77-02128BF20740}"/>
          </ac:spMkLst>
        </pc:spChg>
      </pc:sldChg>
      <pc:sldChg chg="modSp mod">
        <pc:chgData name="Shailendra Chauhan" userId="a7d3133f-e197-4b90-bf63-99a63a264234" providerId="ADAL" clId="{08A2340F-B291-4254-B4FD-7B8B9932C1C7}" dt="2024-03-21T15:34:58.251" v="4679" actId="20577"/>
        <pc:sldMkLst>
          <pc:docMk/>
          <pc:sldMk cId="3598829229" sldId="558"/>
        </pc:sldMkLst>
        <pc:spChg chg="mod">
          <ac:chgData name="Shailendra Chauhan" userId="a7d3133f-e197-4b90-bf63-99a63a264234" providerId="ADAL" clId="{08A2340F-B291-4254-B4FD-7B8B9932C1C7}" dt="2024-03-21T15:34:58.251" v="4679" actId="20577"/>
          <ac:spMkLst>
            <pc:docMk/>
            <pc:sldMk cId="3598829229" sldId="558"/>
            <ac:spMk id="6" creationId="{EA97CEC2-7C96-1872-DBEB-FD895DBE5FC1}"/>
          </ac:spMkLst>
        </pc:spChg>
        <pc:picChg chg="mod">
          <ac:chgData name="Shailendra Chauhan" userId="a7d3133f-e197-4b90-bf63-99a63a264234" providerId="ADAL" clId="{08A2340F-B291-4254-B4FD-7B8B9932C1C7}" dt="2024-03-21T08:44:19.495" v="3442" actId="1076"/>
          <ac:picMkLst>
            <pc:docMk/>
            <pc:sldMk cId="3598829229" sldId="558"/>
            <ac:picMk id="5" creationId="{0AE27F1A-A3AA-7C71-E78C-F41CDD362373}"/>
          </ac:picMkLst>
        </pc:picChg>
      </pc:sldChg>
      <pc:sldChg chg="modSp add mod">
        <pc:chgData name="Shailendra Chauhan" userId="a7d3133f-e197-4b90-bf63-99a63a264234" providerId="ADAL" clId="{08A2340F-B291-4254-B4FD-7B8B9932C1C7}" dt="2024-03-21T17:47:01.098" v="5770" actId="20577"/>
        <pc:sldMkLst>
          <pc:docMk/>
          <pc:sldMk cId="143041912" sldId="559"/>
        </pc:sldMkLst>
        <pc:spChg chg="mod">
          <ac:chgData name="Shailendra Chauhan" userId="a7d3133f-e197-4b90-bf63-99a63a264234" providerId="ADAL" clId="{08A2340F-B291-4254-B4FD-7B8B9932C1C7}" dt="2024-03-21T11:47:18.037" v="4247" actId="27636"/>
          <ac:spMkLst>
            <pc:docMk/>
            <pc:sldMk cId="143041912" sldId="559"/>
            <ac:spMk id="2" creationId="{3116A47B-7B0C-7298-5C4D-B33E3B0059AD}"/>
          </ac:spMkLst>
        </pc:spChg>
        <pc:spChg chg="mod">
          <ac:chgData name="Shailendra Chauhan" userId="a7d3133f-e197-4b90-bf63-99a63a264234" providerId="ADAL" clId="{08A2340F-B291-4254-B4FD-7B8B9932C1C7}" dt="2024-03-21T17:47:01.098" v="5770" actId="20577"/>
          <ac:spMkLst>
            <pc:docMk/>
            <pc:sldMk cId="143041912" sldId="559"/>
            <ac:spMk id="3" creationId="{103ED9E4-AD20-490C-DC04-7FCCA5ADA557}"/>
          </ac:spMkLst>
        </pc:spChg>
      </pc:sldChg>
      <pc:sldChg chg="modSp add mod">
        <pc:chgData name="Shailendra Chauhan" userId="a7d3133f-e197-4b90-bf63-99a63a264234" providerId="ADAL" clId="{08A2340F-B291-4254-B4FD-7B8B9932C1C7}" dt="2024-03-21T11:36:23.215" v="4193" actId="20577"/>
        <pc:sldMkLst>
          <pc:docMk/>
          <pc:sldMk cId="845358724" sldId="560"/>
        </pc:sldMkLst>
        <pc:spChg chg="mod">
          <ac:chgData name="Shailendra Chauhan" userId="a7d3133f-e197-4b90-bf63-99a63a264234" providerId="ADAL" clId="{08A2340F-B291-4254-B4FD-7B8B9932C1C7}" dt="2024-03-21T11:36:23.215" v="4193" actId="20577"/>
          <ac:spMkLst>
            <pc:docMk/>
            <pc:sldMk cId="845358724" sldId="560"/>
            <ac:spMk id="2" creationId="{F6591A50-22DE-B1BE-E094-B3FDC0525090}"/>
          </ac:spMkLst>
        </pc:spChg>
      </pc:sldChg>
      <pc:sldChg chg="modSp add mod">
        <pc:chgData name="Shailendra Chauhan" userId="a7d3133f-e197-4b90-bf63-99a63a264234" providerId="ADAL" clId="{08A2340F-B291-4254-B4FD-7B8B9932C1C7}" dt="2024-03-21T11:44:15.310" v="4245" actId="27636"/>
        <pc:sldMkLst>
          <pc:docMk/>
          <pc:sldMk cId="4080635801" sldId="561"/>
        </pc:sldMkLst>
        <pc:spChg chg="mod">
          <ac:chgData name="Shailendra Chauhan" userId="a7d3133f-e197-4b90-bf63-99a63a264234" providerId="ADAL" clId="{08A2340F-B291-4254-B4FD-7B8B9932C1C7}" dt="2024-03-21T11:44:15.310" v="4245" actId="27636"/>
          <ac:spMkLst>
            <pc:docMk/>
            <pc:sldMk cId="4080635801" sldId="561"/>
            <ac:spMk id="2" creationId="{AB0287C5-B75D-72CA-5550-FD0A37F192E7}"/>
          </ac:spMkLst>
        </pc:spChg>
      </pc:sldChg>
      <pc:sldChg chg="modSp add mod">
        <pc:chgData name="Shailendra Chauhan" userId="a7d3133f-e197-4b90-bf63-99a63a264234" providerId="ADAL" clId="{08A2340F-B291-4254-B4FD-7B8B9932C1C7}" dt="2024-03-21T11:48:33.294" v="4249"/>
        <pc:sldMkLst>
          <pc:docMk/>
          <pc:sldMk cId="2153437333" sldId="562"/>
        </pc:sldMkLst>
        <pc:spChg chg="mod">
          <ac:chgData name="Shailendra Chauhan" userId="a7d3133f-e197-4b90-bf63-99a63a264234" providerId="ADAL" clId="{08A2340F-B291-4254-B4FD-7B8B9932C1C7}" dt="2024-03-21T11:48:33.294" v="4249"/>
          <ac:spMkLst>
            <pc:docMk/>
            <pc:sldMk cId="2153437333" sldId="562"/>
            <ac:spMk id="2" creationId="{38AEDC74-6050-E049-5CE6-CA7FFBE09AF8}"/>
          </ac:spMkLst>
        </pc:spChg>
      </pc:sldChg>
      <pc:sldChg chg="addSp delSp modSp new mod">
        <pc:chgData name="Shailendra Chauhan" userId="a7d3133f-e197-4b90-bf63-99a63a264234" providerId="ADAL" clId="{08A2340F-B291-4254-B4FD-7B8B9932C1C7}" dt="2024-03-21T17:36:05.210" v="5655" actId="20577"/>
        <pc:sldMkLst>
          <pc:docMk/>
          <pc:sldMk cId="4251904266" sldId="563"/>
        </pc:sldMkLst>
        <pc:spChg chg="add del">
          <ac:chgData name="Shailendra Chauhan" userId="a7d3133f-e197-4b90-bf63-99a63a264234" providerId="ADAL" clId="{08A2340F-B291-4254-B4FD-7B8B9932C1C7}" dt="2024-03-21T11:40:10.485" v="4200" actId="22"/>
          <ac:spMkLst>
            <pc:docMk/>
            <pc:sldMk cId="4251904266" sldId="563"/>
            <ac:spMk id="2" creationId="{F4B5DD95-FA6C-3553-6CBC-AEA1E6F3330E}"/>
          </ac:spMkLst>
        </pc:spChg>
        <pc:spChg chg="mod">
          <ac:chgData name="Shailendra Chauhan" userId="a7d3133f-e197-4b90-bf63-99a63a264234" providerId="ADAL" clId="{08A2340F-B291-4254-B4FD-7B8B9932C1C7}" dt="2024-03-21T17:36:05.210" v="5655" actId="20577"/>
          <ac:spMkLst>
            <pc:docMk/>
            <pc:sldMk cId="4251904266" sldId="563"/>
            <ac:spMk id="3" creationId="{562452DE-A9C5-104A-5266-B180F06B2697}"/>
          </ac:spMkLst>
        </pc:spChg>
        <pc:spChg chg="add mod">
          <ac:chgData name="Shailendra Chauhan" userId="a7d3133f-e197-4b90-bf63-99a63a264234" providerId="ADAL" clId="{08A2340F-B291-4254-B4FD-7B8B9932C1C7}" dt="2024-03-21T11:39:44.597" v="4197"/>
          <ac:spMkLst>
            <pc:docMk/>
            <pc:sldMk cId="4251904266" sldId="563"/>
            <ac:spMk id="4" creationId="{8DE5CC0A-6EE4-FE62-709A-04739C9AE7FF}"/>
          </ac:spMkLst>
        </pc:spChg>
        <pc:spChg chg="add mod">
          <ac:chgData name="Shailendra Chauhan" userId="a7d3133f-e197-4b90-bf63-99a63a264234" providerId="ADAL" clId="{08A2340F-B291-4254-B4FD-7B8B9932C1C7}" dt="2024-03-21T11:39:49.829" v="4199"/>
          <ac:spMkLst>
            <pc:docMk/>
            <pc:sldMk cId="4251904266" sldId="563"/>
            <ac:spMk id="5" creationId="{073C82AE-BBBA-63DD-232A-F03F4F6E74FF}"/>
          </ac:spMkLst>
        </pc:spChg>
        <pc:picChg chg="add mod ord">
          <ac:chgData name="Shailendra Chauhan" userId="a7d3133f-e197-4b90-bf63-99a63a264234" providerId="ADAL" clId="{08A2340F-B291-4254-B4FD-7B8B9932C1C7}" dt="2024-03-21T11:40:12.326" v="4201" actId="1076"/>
          <ac:picMkLst>
            <pc:docMk/>
            <pc:sldMk cId="4251904266" sldId="563"/>
            <ac:picMk id="7" creationId="{7BC8DC81-900C-47D2-56F1-B7606A4F768D}"/>
          </ac:picMkLst>
        </pc:picChg>
      </pc:sldChg>
      <pc:sldChg chg="modSp add mod">
        <pc:chgData name="Shailendra Chauhan" userId="a7d3133f-e197-4b90-bf63-99a63a264234" providerId="ADAL" clId="{08A2340F-B291-4254-B4FD-7B8B9932C1C7}" dt="2024-03-21T11:53:41.783" v="4291" actId="20577"/>
        <pc:sldMkLst>
          <pc:docMk/>
          <pc:sldMk cId="857955355" sldId="564"/>
        </pc:sldMkLst>
        <pc:spChg chg="mod">
          <ac:chgData name="Shailendra Chauhan" userId="a7d3133f-e197-4b90-bf63-99a63a264234" providerId="ADAL" clId="{08A2340F-B291-4254-B4FD-7B8B9932C1C7}" dt="2024-03-21T11:53:41.783" v="4291" actId="20577"/>
          <ac:spMkLst>
            <pc:docMk/>
            <pc:sldMk cId="857955355" sldId="564"/>
            <ac:spMk id="2" creationId="{3116A47B-7B0C-7298-5C4D-B33E3B0059AD}"/>
          </ac:spMkLst>
        </pc:spChg>
        <pc:spChg chg="mod">
          <ac:chgData name="Shailendra Chauhan" userId="a7d3133f-e197-4b90-bf63-99a63a264234" providerId="ADAL" clId="{08A2340F-B291-4254-B4FD-7B8B9932C1C7}" dt="2024-03-21T11:49:20.602" v="4255" actId="20577"/>
          <ac:spMkLst>
            <pc:docMk/>
            <pc:sldMk cId="857955355" sldId="564"/>
            <ac:spMk id="3" creationId="{103ED9E4-AD20-490C-DC04-7FCCA5ADA557}"/>
          </ac:spMkLst>
        </pc:spChg>
      </pc:sldChg>
      <pc:sldChg chg="addSp delSp modSp add mod">
        <pc:chgData name="Shailendra Chauhan" userId="a7d3133f-e197-4b90-bf63-99a63a264234" providerId="ADAL" clId="{08A2340F-B291-4254-B4FD-7B8B9932C1C7}" dt="2024-03-21T12:01:40.924" v="4405" actId="20577"/>
        <pc:sldMkLst>
          <pc:docMk/>
          <pc:sldMk cId="416997435" sldId="565"/>
        </pc:sldMkLst>
        <pc:spChg chg="add del mod">
          <ac:chgData name="Shailendra Chauhan" userId="a7d3133f-e197-4b90-bf63-99a63a264234" providerId="ADAL" clId="{08A2340F-B291-4254-B4FD-7B8B9932C1C7}" dt="2024-03-21T12:01:40.924" v="4405" actId="20577"/>
          <ac:spMkLst>
            <pc:docMk/>
            <pc:sldMk cId="416997435" sldId="565"/>
            <ac:spMk id="2" creationId="{F6591A50-22DE-B1BE-E094-B3FDC0525090}"/>
          </ac:spMkLst>
        </pc:spChg>
        <pc:spChg chg="add">
          <ac:chgData name="Shailendra Chauhan" userId="a7d3133f-e197-4b90-bf63-99a63a264234" providerId="ADAL" clId="{08A2340F-B291-4254-B4FD-7B8B9932C1C7}" dt="2024-03-21T11:57:15.497" v="4339"/>
          <ac:spMkLst>
            <pc:docMk/>
            <pc:sldMk cId="416997435" sldId="565"/>
            <ac:spMk id="4" creationId="{5D63525C-7095-6394-4D2E-9EBEAF9BE8C8}"/>
          </ac:spMkLst>
        </pc:spChg>
        <pc:spChg chg="add">
          <ac:chgData name="Shailendra Chauhan" userId="a7d3133f-e197-4b90-bf63-99a63a264234" providerId="ADAL" clId="{08A2340F-B291-4254-B4FD-7B8B9932C1C7}" dt="2024-03-21T11:57:18.813" v="4340"/>
          <ac:spMkLst>
            <pc:docMk/>
            <pc:sldMk cId="416997435" sldId="565"/>
            <ac:spMk id="5" creationId="{764A59EB-9B8A-7BE0-1CE7-9D72028FA9F0}"/>
          </ac:spMkLst>
        </pc:spChg>
        <pc:spChg chg="add">
          <ac:chgData name="Shailendra Chauhan" userId="a7d3133f-e197-4b90-bf63-99a63a264234" providerId="ADAL" clId="{08A2340F-B291-4254-B4FD-7B8B9932C1C7}" dt="2024-03-21T11:57:26.940" v="4341"/>
          <ac:spMkLst>
            <pc:docMk/>
            <pc:sldMk cId="416997435" sldId="565"/>
            <ac:spMk id="6" creationId="{2DF37F70-8CAA-B44F-D50B-D741FEDDB24B}"/>
          </ac:spMkLst>
        </pc:spChg>
        <pc:spChg chg="add mod">
          <ac:chgData name="Shailendra Chauhan" userId="a7d3133f-e197-4b90-bf63-99a63a264234" providerId="ADAL" clId="{08A2340F-B291-4254-B4FD-7B8B9932C1C7}" dt="2024-03-21T11:57:53.915" v="4348"/>
          <ac:spMkLst>
            <pc:docMk/>
            <pc:sldMk cId="416997435" sldId="565"/>
            <ac:spMk id="7" creationId="{8A8E8D52-68A7-30E9-0138-64FE38EEEDC9}"/>
          </ac:spMkLst>
        </pc:spChg>
        <pc:spChg chg="add mod">
          <ac:chgData name="Shailendra Chauhan" userId="a7d3133f-e197-4b90-bf63-99a63a264234" providerId="ADAL" clId="{08A2340F-B291-4254-B4FD-7B8B9932C1C7}" dt="2024-03-21T11:58:00.620" v="4353"/>
          <ac:spMkLst>
            <pc:docMk/>
            <pc:sldMk cId="416997435" sldId="565"/>
            <ac:spMk id="8" creationId="{284713A0-C3FF-9458-8E2C-0765AD88C913}"/>
          </ac:spMkLst>
        </pc:spChg>
      </pc:sldChg>
      <pc:sldChg chg="modSp add mod">
        <pc:chgData name="Shailendra Chauhan" userId="a7d3133f-e197-4b90-bf63-99a63a264234" providerId="ADAL" clId="{08A2340F-B291-4254-B4FD-7B8B9932C1C7}" dt="2024-03-21T12:15:30.526" v="4534" actId="27636"/>
        <pc:sldMkLst>
          <pc:docMk/>
          <pc:sldMk cId="2021661606" sldId="566"/>
        </pc:sldMkLst>
        <pc:spChg chg="mod">
          <ac:chgData name="Shailendra Chauhan" userId="a7d3133f-e197-4b90-bf63-99a63a264234" providerId="ADAL" clId="{08A2340F-B291-4254-B4FD-7B8B9932C1C7}" dt="2024-03-21T12:15:30.526" v="4534" actId="27636"/>
          <ac:spMkLst>
            <pc:docMk/>
            <pc:sldMk cId="2021661606" sldId="566"/>
            <ac:spMk id="2" creationId="{AB0287C5-B75D-72CA-5550-FD0A37F192E7}"/>
          </ac:spMkLst>
        </pc:spChg>
      </pc:sldChg>
      <pc:sldChg chg="modSp add mod">
        <pc:chgData name="Shailendra Chauhan" userId="a7d3133f-e197-4b90-bf63-99a63a264234" providerId="ADAL" clId="{08A2340F-B291-4254-B4FD-7B8B9932C1C7}" dt="2024-03-21T12:20:59.824" v="4585" actId="20577"/>
        <pc:sldMkLst>
          <pc:docMk/>
          <pc:sldMk cId="1638243511" sldId="567"/>
        </pc:sldMkLst>
        <pc:spChg chg="mod">
          <ac:chgData name="Shailendra Chauhan" userId="a7d3133f-e197-4b90-bf63-99a63a264234" providerId="ADAL" clId="{08A2340F-B291-4254-B4FD-7B8B9932C1C7}" dt="2024-03-21T12:20:59.824" v="4585" actId="20577"/>
          <ac:spMkLst>
            <pc:docMk/>
            <pc:sldMk cId="1638243511" sldId="567"/>
            <ac:spMk id="2" creationId="{38AEDC74-6050-E049-5CE6-CA7FFBE09AF8}"/>
          </ac:spMkLst>
        </pc:spChg>
      </pc:sldChg>
      <pc:sldChg chg="addSp delSp modSp add del mod">
        <pc:chgData name="Shailendra Chauhan" userId="a7d3133f-e197-4b90-bf63-99a63a264234" providerId="ADAL" clId="{08A2340F-B291-4254-B4FD-7B8B9932C1C7}" dt="2024-03-21T16:07:17.725" v="4911" actId="2696"/>
        <pc:sldMkLst>
          <pc:docMk/>
          <pc:sldMk cId="3611370704" sldId="568"/>
        </pc:sldMkLst>
        <pc:spChg chg="add del mod">
          <ac:chgData name="Shailendra Chauhan" userId="a7d3133f-e197-4b90-bf63-99a63a264234" providerId="ADAL" clId="{08A2340F-B291-4254-B4FD-7B8B9932C1C7}" dt="2024-03-21T12:04:06.727" v="4408" actId="478"/>
          <ac:spMkLst>
            <pc:docMk/>
            <pc:sldMk cId="3611370704" sldId="568"/>
            <ac:spMk id="4" creationId="{563803B6-C21B-8610-0C32-3F7206FFBD15}"/>
          </ac:spMkLst>
        </pc:spChg>
        <pc:picChg chg="add del mod">
          <ac:chgData name="Shailendra Chauhan" userId="a7d3133f-e197-4b90-bf63-99a63a264234" providerId="ADAL" clId="{08A2340F-B291-4254-B4FD-7B8B9932C1C7}" dt="2024-03-21T12:12:01.213" v="4506" actId="1076"/>
          <ac:picMkLst>
            <pc:docMk/>
            <pc:sldMk cId="3611370704" sldId="568"/>
            <ac:picMk id="6" creationId="{ECAE0F7D-7B38-5275-E572-89A53DA5A07C}"/>
          </ac:picMkLst>
        </pc:picChg>
        <pc:picChg chg="del">
          <ac:chgData name="Shailendra Chauhan" userId="a7d3133f-e197-4b90-bf63-99a63a264234" providerId="ADAL" clId="{08A2340F-B291-4254-B4FD-7B8B9932C1C7}" dt="2024-03-21T12:04:03.504" v="4406" actId="478"/>
          <ac:picMkLst>
            <pc:docMk/>
            <pc:sldMk cId="3611370704" sldId="568"/>
            <ac:picMk id="7" creationId="{7BC8DC81-900C-47D2-56F1-B7606A4F768D}"/>
          </ac:picMkLst>
        </pc:picChg>
        <pc:picChg chg="add del mod">
          <ac:chgData name="Shailendra Chauhan" userId="a7d3133f-e197-4b90-bf63-99a63a264234" providerId="ADAL" clId="{08A2340F-B291-4254-B4FD-7B8B9932C1C7}" dt="2024-03-21T12:11:59.934" v="4505" actId="478"/>
          <ac:picMkLst>
            <pc:docMk/>
            <pc:sldMk cId="3611370704" sldId="568"/>
            <ac:picMk id="9" creationId="{42FF1542-C708-433E-0358-98E108C67736}"/>
          </ac:picMkLst>
        </pc:picChg>
      </pc:sldChg>
      <pc:sldChg chg="addSp delSp modSp new mod ord">
        <pc:chgData name="Shailendra Chauhan" userId="a7d3133f-e197-4b90-bf63-99a63a264234" providerId="ADAL" clId="{08A2340F-B291-4254-B4FD-7B8B9932C1C7}" dt="2024-03-21T11:55:50.760" v="4310"/>
        <pc:sldMkLst>
          <pc:docMk/>
          <pc:sldMk cId="696137521" sldId="569"/>
        </pc:sldMkLst>
        <pc:spChg chg="del">
          <ac:chgData name="Shailendra Chauhan" userId="a7d3133f-e197-4b90-bf63-99a63a264234" providerId="ADAL" clId="{08A2340F-B291-4254-B4FD-7B8B9932C1C7}" dt="2024-03-21T11:55:16.385" v="4308" actId="22"/>
          <ac:spMkLst>
            <pc:docMk/>
            <pc:sldMk cId="696137521" sldId="569"/>
            <ac:spMk id="2" creationId="{A1FDCCF5-4C99-DE7E-5D3E-81677A0570A7}"/>
          </ac:spMkLst>
        </pc:spChg>
        <pc:spChg chg="mod">
          <ac:chgData name="Shailendra Chauhan" userId="a7d3133f-e197-4b90-bf63-99a63a264234" providerId="ADAL" clId="{08A2340F-B291-4254-B4FD-7B8B9932C1C7}" dt="2024-03-21T11:55:14.838" v="4307" actId="20577"/>
          <ac:spMkLst>
            <pc:docMk/>
            <pc:sldMk cId="696137521" sldId="569"/>
            <ac:spMk id="3" creationId="{401124A6-69EC-EC8E-ACCD-0027C0169E26}"/>
          </ac:spMkLst>
        </pc:spChg>
        <pc:picChg chg="add mod ord">
          <ac:chgData name="Shailendra Chauhan" userId="a7d3133f-e197-4b90-bf63-99a63a264234" providerId="ADAL" clId="{08A2340F-B291-4254-B4FD-7B8B9932C1C7}" dt="2024-03-21T11:55:16.385" v="4308" actId="22"/>
          <ac:picMkLst>
            <pc:docMk/>
            <pc:sldMk cId="696137521" sldId="569"/>
            <ac:picMk id="5" creationId="{5F329B56-DF74-20A0-2B2F-C9A8204F07BA}"/>
          </ac:picMkLst>
        </pc:picChg>
      </pc:sldChg>
      <pc:sldChg chg="addSp delSp modSp new mod modNotesTx">
        <pc:chgData name="Shailendra Chauhan" userId="a7d3133f-e197-4b90-bf63-99a63a264234" providerId="ADAL" clId="{08A2340F-B291-4254-B4FD-7B8B9932C1C7}" dt="2024-03-21T16:07:32.256" v="4913" actId="20577"/>
        <pc:sldMkLst>
          <pc:docMk/>
          <pc:sldMk cId="4049933067" sldId="570"/>
        </pc:sldMkLst>
        <pc:spChg chg="del">
          <ac:chgData name="Shailendra Chauhan" userId="a7d3133f-e197-4b90-bf63-99a63a264234" providerId="ADAL" clId="{08A2340F-B291-4254-B4FD-7B8B9932C1C7}" dt="2024-03-21T12:04:29.639" v="4431"/>
          <ac:spMkLst>
            <pc:docMk/>
            <pc:sldMk cId="4049933067" sldId="570"/>
            <ac:spMk id="2" creationId="{90649561-7CDD-5014-44FD-EBC62496EDA8}"/>
          </ac:spMkLst>
        </pc:spChg>
        <pc:spChg chg="mod">
          <ac:chgData name="Shailendra Chauhan" userId="a7d3133f-e197-4b90-bf63-99a63a264234" providerId="ADAL" clId="{08A2340F-B291-4254-B4FD-7B8B9932C1C7}" dt="2024-03-21T16:03:57.140" v="4906" actId="20577"/>
          <ac:spMkLst>
            <pc:docMk/>
            <pc:sldMk cId="4049933067" sldId="570"/>
            <ac:spMk id="3" creationId="{3D262DA8-7469-76A7-0BFA-F961870B841B}"/>
          </ac:spMkLst>
        </pc:spChg>
        <pc:spChg chg="add del mod">
          <ac:chgData name="Shailendra Chauhan" userId="a7d3133f-e197-4b90-bf63-99a63a264234" providerId="ADAL" clId="{08A2340F-B291-4254-B4FD-7B8B9932C1C7}" dt="2024-03-21T16:03:06.417" v="4902" actId="478"/>
          <ac:spMkLst>
            <pc:docMk/>
            <pc:sldMk cId="4049933067" sldId="570"/>
            <ac:spMk id="4" creationId="{719AA953-FB22-EB59-3BBC-1DDDC450BC0F}"/>
          </ac:spMkLst>
        </pc:spChg>
        <pc:spChg chg="add del mod">
          <ac:chgData name="Shailendra Chauhan" userId="a7d3133f-e197-4b90-bf63-99a63a264234" providerId="ADAL" clId="{08A2340F-B291-4254-B4FD-7B8B9932C1C7}" dt="2024-03-21T12:05:17.135" v="4436" actId="22"/>
          <ac:spMkLst>
            <pc:docMk/>
            <pc:sldMk cId="4049933067" sldId="570"/>
            <ac:spMk id="4" creationId="{CF538873-82D4-78EE-7E57-F16516924728}"/>
          </ac:spMkLst>
        </pc:spChg>
        <pc:spChg chg="add mod">
          <ac:chgData name="Shailendra Chauhan" userId="a7d3133f-e197-4b90-bf63-99a63a264234" providerId="ADAL" clId="{08A2340F-B291-4254-B4FD-7B8B9932C1C7}" dt="2024-03-21T12:04:54.449" v="4433"/>
          <ac:spMkLst>
            <pc:docMk/>
            <pc:sldMk cId="4049933067" sldId="570"/>
            <ac:spMk id="5" creationId="{AF4399DC-1562-CD90-D5B3-97F6CF302EF3}"/>
          </ac:spMkLst>
        </pc:spChg>
        <pc:spChg chg="add del mod">
          <ac:chgData name="Shailendra Chauhan" userId="a7d3133f-e197-4b90-bf63-99a63a264234" providerId="ADAL" clId="{08A2340F-B291-4254-B4FD-7B8B9932C1C7}" dt="2024-03-21T12:11:19.331" v="4479" actId="22"/>
          <ac:spMkLst>
            <pc:docMk/>
            <pc:sldMk cId="4049933067" sldId="570"/>
            <ac:spMk id="12" creationId="{875DA9D4-FEB0-0A5E-1C34-12575174A2CB}"/>
          </ac:spMkLst>
        </pc:spChg>
        <pc:picChg chg="add del mod ord">
          <ac:chgData name="Shailendra Chauhan" userId="a7d3133f-e197-4b90-bf63-99a63a264234" providerId="ADAL" clId="{08A2340F-B291-4254-B4FD-7B8B9932C1C7}" dt="2024-03-21T12:05:00.219" v="4435" actId="22"/>
          <ac:picMkLst>
            <pc:docMk/>
            <pc:sldMk cId="4049933067" sldId="570"/>
            <ac:picMk id="7" creationId="{3F1B6FFE-293D-E262-E277-CA78BA00026C}"/>
          </ac:picMkLst>
        </pc:picChg>
        <pc:picChg chg="add del mod ord">
          <ac:chgData name="Shailendra Chauhan" userId="a7d3133f-e197-4b90-bf63-99a63a264234" providerId="ADAL" clId="{08A2340F-B291-4254-B4FD-7B8B9932C1C7}" dt="2024-03-21T12:09:46.449" v="4467" actId="478"/>
          <ac:picMkLst>
            <pc:docMk/>
            <pc:sldMk cId="4049933067" sldId="570"/>
            <ac:picMk id="9" creationId="{349BF670-9CB9-02E4-EE78-A9E03CB88771}"/>
          </ac:picMkLst>
        </pc:picChg>
        <pc:picChg chg="add del mod">
          <ac:chgData name="Shailendra Chauhan" userId="a7d3133f-e197-4b90-bf63-99a63a264234" providerId="ADAL" clId="{08A2340F-B291-4254-B4FD-7B8B9932C1C7}" dt="2024-03-21T12:06:10.986" v="4442" actId="478"/>
          <ac:picMkLst>
            <pc:docMk/>
            <pc:sldMk cId="4049933067" sldId="570"/>
            <ac:picMk id="11" creationId="{B747D6F1-06BD-7956-4FEC-B39B545EEC25}"/>
          </ac:picMkLst>
        </pc:picChg>
        <pc:picChg chg="add del mod ord">
          <ac:chgData name="Shailendra Chauhan" userId="a7d3133f-e197-4b90-bf63-99a63a264234" providerId="ADAL" clId="{08A2340F-B291-4254-B4FD-7B8B9932C1C7}" dt="2024-03-21T12:10:05.210" v="4469" actId="22"/>
          <ac:picMkLst>
            <pc:docMk/>
            <pc:sldMk cId="4049933067" sldId="570"/>
            <ac:picMk id="14" creationId="{2B116213-F9A2-D98B-F5FF-94DD1AB0DDB5}"/>
          </ac:picMkLst>
        </pc:picChg>
        <pc:picChg chg="add del mod ord">
          <ac:chgData name="Shailendra Chauhan" userId="a7d3133f-e197-4b90-bf63-99a63a264234" providerId="ADAL" clId="{08A2340F-B291-4254-B4FD-7B8B9932C1C7}" dt="2024-03-21T16:03:03.732" v="4901" actId="478"/>
          <ac:picMkLst>
            <pc:docMk/>
            <pc:sldMk cId="4049933067" sldId="570"/>
            <ac:picMk id="16" creationId="{44DB4C09-684C-B79A-5060-127DE8D41AA7}"/>
          </ac:picMkLst>
        </pc:picChg>
        <pc:picChg chg="add mod">
          <ac:chgData name="Shailendra Chauhan" userId="a7d3133f-e197-4b90-bf63-99a63a264234" providerId="ADAL" clId="{08A2340F-B291-4254-B4FD-7B8B9932C1C7}" dt="2024-03-21T16:03:13.270" v="4905" actId="1076"/>
          <ac:picMkLst>
            <pc:docMk/>
            <pc:sldMk cId="4049933067" sldId="570"/>
            <ac:picMk id="1026" creationId="{0F3C9B32-A3A6-3AA2-AB5D-972F5EE7E170}"/>
          </ac:picMkLst>
        </pc:picChg>
      </pc:sldChg>
      <pc:sldChg chg="addSp delSp modSp new mod">
        <pc:chgData name="Shailendra Chauhan" userId="a7d3133f-e197-4b90-bf63-99a63a264234" providerId="ADAL" clId="{08A2340F-B291-4254-B4FD-7B8B9932C1C7}" dt="2024-03-21T16:07:05.391" v="4910" actId="478"/>
        <pc:sldMkLst>
          <pc:docMk/>
          <pc:sldMk cId="321026288" sldId="571"/>
        </pc:sldMkLst>
        <pc:spChg chg="del">
          <ac:chgData name="Shailendra Chauhan" userId="a7d3133f-e197-4b90-bf63-99a63a264234" providerId="ADAL" clId="{08A2340F-B291-4254-B4FD-7B8B9932C1C7}" dt="2024-03-21T12:19:22.970" v="4556" actId="22"/>
          <ac:spMkLst>
            <pc:docMk/>
            <pc:sldMk cId="321026288" sldId="571"/>
            <ac:spMk id="2" creationId="{7F662A91-1426-DAD8-A3E7-DDDE43B80149}"/>
          </ac:spMkLst>
        </pc:spChg>
        <pc:spChg chg="mod">
          <ac:chgData name="Shailendra Chauhan" userId="a7d3133f-e197-4b90-bf63-99a63a264234" providerId="ADAL" clId="{08A2340F-B291-4254-B4FD-7B8B9932C1C7}" dt="2024-03-21T12:19:21.489" v="4555" actId="20577"/>
          <ac:spMkLst>
            <pc:docMk/>
            <pc:sldMk cId="321026288" sldId="571"/>
            <ac:spMk id="3" creationId="{30CD08B0-6105-A33B-EB5E-CB33A545339A}"/>
          </ac:spMkLst>
        </pc:spChg>
        <pc:picChg chg="add mod ord modCrop">
          <ac:chgData name="Shailendra Chauhan" userId="a7d3133f-e197-4b90-bf63-99a63a264234" providerId="ADAL" clId="{08A2340F-B291-4254-B4FD-7B8B9932C1C7}" dt="2024-03-21T12:19:47.346" v="4565" actId="14100"/>
          <ac:picMkLst>
            <pc:docMk/>
            <pc:sldMk cId="321026288" sldId="571"/>
            <ac:picMk id="5" creationId="{638F254D-ADD9-B22B-04AF-9E335CE73653}"/>
          </ac:picMkLst>
        </pc:picChg>
        <pc:picChg chg="add mod modCrop">
          <ac:chgData name="Shailendra Chauhan" userId="a7d3133f-e197-4b90-bf63-99a63a264234" providerId="ADAL" clId="{08A2340F-B291-4254-B4FD-7B8B9932C1C7}" dt="2024-03-21T12:19:58.350" v="4570" actId="1076"/>
          <ac:picMkLst>
            <pc:docMk/>
            <pc:sldMk cId="321026288" sldId="571"/>
            <ac:picMk id="7" creationId="{4C331223-2854-310C-08C8-AEC1CE3BD2E4}"/>
          </ac:picMkLst>
        </pc:picChg>
        <pc:picChg chg="add mod modCrop">
          <ac:chgData name="Shailendra Chauhan" userId="a7d3133f-e197-4b90-bf63-99a63a264234" providerId="ADAL" clId="{08A2340F-B291-4254-B4FD-7B8B9932C1C7}" dt="2024-03-21T12:19:56.086" v="4569" actId="1076"/>
          <ac:picMkLst>
            <pc:docMk/>
            <pc:sldMk cId="321026288" sldId="571"/>
            <ac:picMk id="9" creationId="{2B16646C-D9A5-DE5D-D728-2A60981ECE2C}"/>
          </ac:picMkLst>
        </pc:picChg>
        <pc:picChg chg="add del mod">
          <ac:chgData name="Shailendra Chauhan" userId="a7d3133f-e197-4b90-bf63-99a63a264234" providerId="ADAL" clId="{08A2340F-B291-4254-B4FD-7B8B9932C1C7}" dt="2024-03-21T16:07:05.391" v="4910" actId="478"/>
          <ac:picMkLst>
            <pc:docMk/>
            <pc:sldMk cId="321026288" sldId="571"/>
            <ac:picMk id="2050" creationId="{C53F5174-5C71-67CD-A844-A6FD5973DEB8}"/>
          </ac:picMkLst>
        </pc:picChg>
      </pc:sldChg>
      <pc:sldChg chg="addSp delSp modSp new del mod">
        <pc:chgData name="Shailendra Chauhan" userId="a7d3133f-e197-4b90-bf63-99a63a264234" providerId="ADAL" clId="{08A2340F-B291-4254-B4FD-7B8B9932C1C7}" dt="2024-03-21T12:17:27.788" v="4539" actId="2696"/>
        <pc:sldMkLst>
          <pc:docMk/>
          <pc:sldMk cId="1866740969" sldId="571"/>
        </pc:sldMkLst>
        <pc:spChg chg="del">
          <ac:chgData name="Shailendra Chauhan" userId="a7d3133f-e197-4b90-bf63-99a63a264234" providerId="ADAL" clId="{08A2340F-B291-4254-B4FD-7B8B9932C1C7}" dt="2024-03-21T12:06:41.762" v="4465" actId="22"/>
          <ac:spMkLst>
            <pc:docMk/>
            <pc:sldMk cId="1866740969" sldId="571"/>
            <ac:spMk id="2" creationId="{7B1CA38C-66A6-DFDA-13DB-AB12F20AD73F}"/>
          </ac:spMkLst>
        </pc:spChg>
        <pc:spChg chg="mod">
          <ac:chgData name="Shailendra Chauhan" userId="a7d3133f-e197-4b90-bf63-99a63a264234" providerId="ADAL" clId="{08A2340F-B291-4254-B4FD-7B8B9932C1C7}" dt="2024-03-21T12:06:40.379" v="4464" actId="20577"/>
          <ac:spMkLst>
            <pc:docMk/>
            <pc:sldMk cId="1866740969" sldId="571"/>
            <ac:spMk id="3" creationId="{2ADDB0FB-8202-5EBD-9A4C-C08816AD36FA}"/>
          </ac:spMkLst>
        </pc:spChg>
        <pc:picChg chg="add mod ord">
          <ac:chgData name="Shailendra Chauhan" userId="a7d3133f-e197-4b90-bf63-99a63a264234" providerId="ADAL" clId="{08A2340F-B291-4254-B4FD-7B8B9932C1C7}" dt="2024-03-21T12:06:43.192" v="4466" actId="1076"/>
          <ac:picMkLst>
            <pc:docMk/>
            <pc:sldMk cId="1866740969" sldId="571"/>
            <ac:picMk id="5" creationId="{6825EC75-DDC5-9335-016F-13A9E52D67D4}"/>
          </ac:picMkLst>
        </pc:picChg>
      </pc:sldChg>
      <pc:sldChg chg="addSp modSp new mod modNotesTx">
        <pc:chgData name="Shailendra Chauhan" userId="a7d3133f-e197-4b90-bf63-99a63a264234" providerId="ADAL" clId="{08A2340F-B291-4254-B4FD-7B8B9932C1C7}" dt="2024-03-21T18:37:29.121" v="6284" actId="20577"/>
        <pc:sldMkLst>
          <pc:docMk/>
          <pc:sldMk cId="956077848" sldId="572"/>
        </pc:sldMkLst>
        <pc:spChg chg="mod">
          <ac:chgData name="Shailendra Chauhan" userId="a7d3133f-e197-4b90-bf63-99a63a264234" providerId="ADAL" clId="{08A2340F-B291-4254-B4FD-7B8B9932C1C7}" dt="2024-03-21T18:36:30.842" v="6247" actId="255"/>
          <ac:spMkLst>
            <pc:docMk/>
            <pc:sldMk cId="956077848" sldId="572"/>
            <ac:spMk id="2" creationId="{1372452E-5B4E-0A8D-7115-394CC80BF9B6}"/>
          </ac:spMkLst>
        </pc:spChg>
        <pc:spChg chg="mod">
          <ac:chgData name="Shailendra Chauhan" userId="a7d3133f-e197-4b90-bf63-99a63a264234" providerId="ADAL" clId="{08A2340F-B291-4254-B4FD-7B8B9932C1C7}" dt="2024-03-21T15:58:35.215" v="4743" actId="20577"/>
          <ac:spMkLst>
            <pc:docMk/>
            <pc:sldMk cId="956077848" sldId="572"/>
            <ac:spMk id="3" creationId="{03FD9E92-9134-27F2-0CC0-36776DAC9BF6}"/>
          </ac:spMkLst>
        </pc:spChg>
        <pc:spChg chg="add mod">
          <ac:chgData name="Shailendra Chauhan" userId="a7d3133f-e197-4b90-bf63-99a63a264234" providerId="ADAL" clId="{08A2340F-B291-4254-B4FD-7B8B9932C1C7}" dt="2024-03-21T18:37:29.121" v="6284" actId="20577"/>
          <ac:spMkLst>
            <pc:docMk/>
            <pc:sldMk cId="956077848" sldId="572"/>
            <ac:spMk id="4" creationId="{5245F223-8E00-E042-3A26-F2D7A55F8E52}"/>
          </ac:spMkLst>
        </pc:spChg>
      </pc:sldChg>
      <pc:sldChg chg="modSp add del mod">
        <pc:chgData name="Shailendra Chauhan" userId="a7d3133f-e197-4b90-bf63-99a63a264234" providerId="ADAL" clId="{08A2340F-B291-4254-B4FD-7B8B9932C1C7}" dt="2024-03-21T12:25:39.800" v="4647" actId="2696"/>
        <pc:sldMkLst>
          <pc:docMk/>
          <pc:sldMk cId="2663903546" sldId="572"/>
        </pc:sldMkLst>
        <pc:spChg chg="mod">
          <ac:chgData name="Shailendra Chauhan" userId="a7d3133f-e197-4b90-bf63-99a63a264234" providerId="ADAL" clId="{08A2340F-B291-4254-B4FD-7B8B9932C1C7}" dt="2024-03-21T12:23:11.445" v="4631" actId="20577"/>
          <ac:spMkLst>
            <pc:docMk/>
            <pc:sldMk cId="2663903546" sldId="572"/>
            <ac:spMk id="3" creationId="{103ED9E4-AD20-490C-DC04-7FCCA5ADA557}"/>
          </ac:spMkLst>
        </pc:spChg>
      </pc:sldChg>
      <pc:sldChg chg="modSp new del mod">
        <pc:chgData name="Shailendra Chauhan" userId="a7d3133f-e197-4b90-bf63-99a63a264234" providerId="ADAL" clId="{08A2340F-B291-4254-B4FD-7B8B9932C1C7}" dt="2024-03-21T16:26:55.343" v="5257" actId="2696"/>
        <pc:sldMkLst>
          <pc:docMk/>
          <pc:sldMk cId="2451057821" sldId="573"/>
        </pc:sldMkLst>
        <pc:spChg chg="mod">
          <ac:chgData name="Shailendra Chauhan" userId="a7d3133f-e197-4b90-bf63-99a63a264234" providerId="ADAL" clId="{08A2340F-B291-4254-B4FD-7B8B9932C1C7}" dt="2024-03-21T16:26:14.600" v="5250" actId="14100"/>
          <ac:spMkLst>
            <pc:docMk/>
            <pc:sldMk cId="2451057821" sldId="573"/>
            <ac:spMk id="2" creationId="{8D2265D9-0CB5-F6FF-F712-50A2542274C8}"/>
          </ac:spMkLst>
        </pc:spChg>
        <pc:spChg chg="mod">
          <ac:chgData name="Shailendra Chauhan" userId="a7d3133f-e197-4b90-bf63-99a63a264234" providerId="ADAL" clId="{08A2340F-B291-4254-B4FD-7B8B9932C1C7}" dt="2024-03-21T16:26:03.776" v="5248" actId="20577"/>
          <ac:spMkLst>
            <pc:docMk/>
            <pc:sldMk cId="2451057821" sldId="573"/>
            <ac:spMk id="3" creationId="{2B2588E7-E9E2-1387-3E4C-A9AF6EBA5FD4}"/>
          </ac:spMkLst>
        </pc:spChg>
      </pc:sldChg>
      <pc:sldChg chg="addSp delSp modSp new mod ord">
        <pc:chgData name="Shailendra Chauhan" userId="a7d3133f-e197-4b90-bf63-99a63a264234" providerId="ADAL" clId="{08A2340F-B291-4254-B4FD-7B8B9932C1C7}" dt="2024-03-23T08:09:41.410" v="7070" actId="1076"/>
        <pc:sldMkLst>
          <pc:docMk/>
          <pc:sldMk cId="2944910126" sldId="573"/>
        </pc:sldMkLst>
        <pc:spChg chg="del">
          <ac:chgData name="Shailendra Chauhan" userId="a7d3133f-e197-4b90-bf63-99a63a264234" providerId="ADAL" clId="{08A2340F-B291-4254-B4FD-7B8B9932C1C7}" dt="2024-03-21T16:28:51.486" v="5288"/>
          <ac:spMkLst>
            <pc:docMk/>
            <pc:sldMk cId="2944910126" sldId="573"/>
            <ac:spMk id="2" creationId="{9CABD905-C789-A3CD-76B9-84D281547D64}"/>
          </ac:spMkLst>
        </pc:spChg>
        <pc:spChg chg="mod">
          <ac:chgData name="Shailendra Chauhan" userId="a7d3133f-e197-4b90-bf63-99a63a264234" providerId="ADAL" clId="{08A2340F-B291-4254-B4FD-7B8B9932C1C7}" dt="2024-03-21T18:06:52.742" v="5967"/>
          <ac:spMkLst>
            <pc:docMk/>
            <pc:sldMk cId="2944910126" sldId="573"/>
            <ac:spMk id="3" creationId="{049A4278-5C21-7BCD-A70C-74C458F1A68E}"/>
          </ac:spMkLst>
        </pc:spChg>
        <pc:picChg chg="add mod">
          <ac:chgData name="Shailendra Chauhan" userId="a7d3133f-e197-4b90-bf63-99a63a264234" providerId="ADAL" clId="{08A2340F-B291-4254-B4FD-7B8B9932C1C7}" dt="2024-03-21T18:06:43.837" v="5955" actId="14100"/>
          <ac:picMkLst>
            <pc:docMk/>
            <pc:sldMk cId="2944910126" sldId="573"/>
            <ac:picMk id="4" creationId="{934BD98B-6ED9-678A-2B97-BE1763A7CB62}"/>
          </ac:picMkLst>
        </pc:picChg>
        <pc:picChg chg="mod">
          <ac:chgData name="Shailendra Chauhan" userId="a7d3133f-e197-4b90-bf63-99a63a264234" providerId="ADAL" clId="{08A2340F-B291-4254-B4FD-7B8B9932C1C7}" dt="2024-03-23T08:09:41.410" v="7070" actId="1076"/>
          <ac:picMkLst>
            <pc:docMk/>
            <pc:sldMk cId="2944910126" sldId="573"/>
            <ac:picMk id="9" creationId="{EB4C5C21-0D44-A0E7-E17C-FAD67B6EF80B}"/>
          </ac:picMkLst>
        </pc:picChg>
        <pc:picChg chg="add mod">
          <ac:chgData name="Shailendra Chauhan" userId="a7d3133f-e197-4b90-bf63-99a63a264234" providerId="ADAL" clId="{08A2340F-B291-4254-B4FD-7B8B9932C1C7}" dt="2024-03-21T18:06:34.578" v="5951" actId="1076"/>
          <ac:picMkLst>
            <pc:docMk/>
            <pc:sldMk cId="2944910126" sldId="573"/>
            <ac:picMk id="3074" creationId="{3996A4BF-3361-7C89-988E-3E9C49AFA1AA}"/>
          </ac:picMkLst>
        </pc:picChg>
      </pc:sldChg>
      <pc:sldChg chg="add del">
        <pc:chgData name="Shailendra Chauhan" userId="a7d3133f-e197-4b90-bf63-99a63a264234" providerId="ADAL" clId="{08A2340F-B291-4254-B4FD-7B8B9932C1C7}" dt="2024-03-21T12:25:39.800" v="4647" actId="2696"/>
        <pc:sldMkLst>
          <pc:docMk/>
          <pc:sldMk cId="3614912429" sldId="573"/>
        </pc:sldMkLst>
      </pc:sldChg>
      <pc:sldChg chg="add del">
        <pc:chgData name="Shailendra Chauhan" userId="a7d3133f-e197-4b90-bf63-99a63a264234" providerId="ADAL" clId="{08A2340F-B291-4254-B4FD-7B8B9932C1C7}" dt="2024-03-21T12:25:39.800" v="4647" actId="2696"/>
        <pc:sldMkLst>
          <pc:docMk/>
          <pc:sldMk cId="1653110689" sldId="574"/>
        </pc:sldMkLst>
      </pc:sldChg>
      <pc:sldChg chg="addSp delSp modSp new mod">
        <pc:chgData name="Shailendra Chauhan" userId="a7d3133f-e197-4b90-bf63-99a63a264234" providerId="ADAL" clId="{08A2340F-B291-4254-B4FD-7B8B9932C1C7}" dt="2024-03-22T17:07:27.996" v="6584" actId="14100"/>
        <pc:sldMkLst>
          <pc:docMk/>
          <pc:sldMk cId="3163328458" sldId="574"/>
        </pc:sldMkLst>
        <pc:spChg chg="del">
          <ac:chgData name="Shailendra Chauhan" userId="a7d3133f-e197-4b90-bf63-99a63a264234" providerId="ADAL" clId="{08A2340F-B291-4254-B4FD-7B8B9932C1C7}" dt="2024-03-21T16:29:35.487" v="5306"/>
          <ac:spMkLst>
            <pc:docMk/>
            <pc:sldMk cId="3163328458" sldId="574"/>
            <ac:spMk id="2" creationId="{3DBF5689-02CC-2B8A-904B-0D4F4DC44106}"/>
          </ac:spMkLst>
        </pc:spChg>
        <pc:spChg chg="add mod">
          <ac:chgData name="Shailendra Chauhan" userId="a7d3133f-e197-4b90-bf63-99a63a264234" providerId="ADAL" clId="{08A2340F-B291-4254-B4FD-7B8B9932C1C7}" dt="2024-03-22T17:07:23.354" v="6581" actId="14100"/>
          <ac:spMkLst>
            <pc:docMk/>
            <pc:sldMk cId="3163328458" sldId="574"/>
            <ac:spMk id="2" creationId="{62F6CAAD-D3FB-6802-054C-F7930CEFC792}"/>
          </ac:spMkLst>
        </pc:spChg>
        <pc:spChg chg="mod">
          <ac:chgData name="Shailendra Chauhan" userId="a7d3133f-e197-4b90-bf63-99a63a264234" providerId="ADAL" clId="{08A2340F-B291-4254-B4FD-7B8B9932C1C7}" dt="2024-03-21T16:30:14.202" v="5338" actId="20577"/>
          <ac:spMkLst>
            <pc:docMk/>
            <pc:sldMk cId="3163328458" sldId="574"/>
            <ac:spMk id="3" creationId="{837B5530-AD74-EAB3-BB73-BB99A6ADA218}"/>
          </ac:spMkLst>
        </pc:spChg>
        <pc:spChg chg="add mod">
          <ac:chgData name="Shailendra Chauhan" userId="a7d3133f-e197-4b90-bf63-99a63a264234" providerId="ADAL" clId="{08A2340F-B291-4254-B4FD-7B8B9932C1C7}" dt="2024-03-22T17:07:27.996" v="6584" actId="14100"/>
          <ac:spMkLst>
            <pc:docMk/>
            <pc:sldMk cId="3163328458" sldId="574"/>
            <ac:spMk id="4" creationId="{1C493378-0F68-8A79-E82D-46F7EAE0990B}"/>
          </ac:spMkLst>
        </pc:spChg>
        <pc:picChg chg="add mod">
          <ac:chgData name="Shailendra Chauhan" userId="a7d3133f-e197-4b90-bf63-99a63a264234" providerId="ADAL" clId="{08A2340F-B291-4254-B4FD-7B8B9932C1C7}" dt="2024-03-21T16:30:03.710" v="5312" actId="1076"/>
          <ac:picMkLst>
            <pc:docMk/>
            <pc:sldMk cId="3163328458" sldId="574"/>
            <ac:picMk id="4098" creationId="{16FFA88B-FF80-FCBC-3FAD-E7559499EE24}"/>
          </ac:picMkLst>
        </pc:picChg>
        <pc:picChg chg="add mod">
          <ac:chgData name="Shailendra Chauhan" userId="a7d3133f-e197-4b90-bf63-99a63a264234" providerId="ADAL" clId="{08A2340F-B291-4254-B4FD-7B8B9932C1C7}" dt="2024-03-21T16:29:58.972" v="5311" actId="1076"/>
          <ac:picMkLst>
            <pc:docMk/>
            <pc:sldMk cId="3163328458" sldId="574"/>
            <ac:picMk id="4100" creationId="{15CB625A-1A94-C952-9F8F-01B3050F0CFB}"/>
          </ac:picMkLst>
        </pc:picChg>
      </pc:sldChg>
      <pc:sldChg chg="addSp delSp modSp new del mod">
        <pc:chgData name="Shailendra Chauhan" userId="a7d3133f-e197-4b90-bf63-99a63a264234" providerId="ADAL" clId="{08A2340F-B291-4254-B4FD-7B8B9932C1C7}" dt="2024-03-22T19:07:25.053" v="6626" actId="2696"/>
        <pc:sldMkLst>
          <pc:docMk/>
          <pc:sldMk cId="2983177226" sldId="575"/>
        </pc:sldMkLst>
        <pc:spChg chg="add mod">
          <ac:chgData name="Shailendra Chauhan" userId="a7d3133f-e197-4b90-bf63-99a63a264234" providerId="ADAL" clId="{08A2340F-B291-4254-B4FD-7B8B9932C1C7}" dt="2024-03-22T17:07:06.978" v="6576" actId="14100"/>
          <ac:spMkLst>
            <pc:docMk/>
            <pc:sldMk cId="2983177226" sldId="575"/>
            <ac:spMk id="2" creationId="{05825F16-06D5-EA9C-4D0A-34A8D3F2D18B}"/>
          </ac:spMkLst>
        </pc:spChg>
        <pc:spChg chg="del">
          <ac:chgData name="Shailendra Chauhan" userId="a7d3133f-e197-4b90-bf63-99a63a264234" providerId="ADAL" clId="{08A2340F-B291-4254-B4FD-7B8B9932C1C7}" dt="2024-03-21T16:40:57.990" v="5428"/>
          <ac:spMkLst>
            <pc:docMk/>
            <pc:sldMk cId="2983177226" sldId="575"/>
            <ac:spMk id="2" creationId="{452FEA67-64EF-85F1-17D0-C9A091DBD710}"/>
          </ac:spMkLst>
        </pc:spChg>
        <pc:spChg chg="mod">
          <ac:chgData name="Shailendra Chauhan" userId="a7d3133f-e197-4b90-bf63-99a63a264234" providerId="ADAL" clId="{08A2340F-B291-4254-B4FD-7B8B9932C1C7}" dt="2024-03-21T16:40:50.297" v="5427" actId="20577"/>
          <ac:spMkLst>
            <pc:docMk/>
            <pc:sldMk cId="2983177226" sldId="575"/>
            <ac:spMk id="3" creationId="{C8D00E19-1B52-F8AC-B45D-92238FD855AF}"/>
          </ac:spMkLst>
        </pc:spChg>
        <pc:spChg chg="add mod">
          <ac:chgData name="Shailendra Chauhan" userId="a7d3133f-e197-4b90-bf63-99a63a264234" providerId="ADAL" clId="{08A2340F-B291-4254-B4FD-7B8B9932C1C7}" dt="2024-03-22T17:07:11.511" v="6578" actId="1076"/>
          <ac:spMkLst>
            <pc:docMk/>
            <pc:sldMk cId="2983177226" sldId="575"/>
            <ac:spMk id="4" creationId="{07094682-FF1D-EF25-80B5-FDE8DCE62CE2}"/>
          </ac:spMkLst>
        </pc:spChg>
        <pc:picChg chg="add mod">
          <ac:chgData name="Shailendra Chauhan" userId="a7d3133f-e197-4b90-bf63-99a63a264234" providerId="ADAL" clId="{08A2340F-B291-4254-B4FD-7B8B9932C1C7}" dt="2024-03-22T14:48:03.756" v="6315" actId="1076"/>
          <ac:picMkLst>
            <pc:docMk/>
            <pc:sldMk cId="2983177226" sldId="575"/>
            <ac:picMk id="5122" creationId="{327D4914-D274-D372-CE33-17C706A52561}"/>
          </ac:picMkLst>
        </pc:picChg>
        <pc:picChg chg="add mod">
          <ac:chgData name="Shailendra Chauhan" userId="a7d3133f-e197-4b90-bf63-99a63a264234" providerId="ADAL" clId="{08A2340F-B291-4254-B4FD-7B8B9932C1C7}" dt="2024-03-22T14:47:49.732" v="6311" actId="732"/>
          <ac:picMkLst>
            <pc:docMk/>
            <pc:sldMk cId="2983177226" sldId="575"/>
            <ac:picMk id="5124" creationId="{F5E95746-6E6B-BE9E-4469-34BA5A925F30}"/>
          </ac:picMkLst>
        </pc:picChg>
      </pc:sldChg>
      <pc:sldChg chg="add del">
        <pc:chgData name="Shailendra Chauhan" userId="a7d3133f-e197-4b90-bf63-99a63a264234" providerId="ADAL" clId="{08A2340F-B291-4254-B4FD-7B8B9932C1C7}" dt="2024-03-21T12:25:39.800" v="4647" actId="2696"/>
        <pc:sldMkLst>
          <pc:docMk/>
          <pc:sldMk cId="3589670987" sldId="575"/>
        </pc:sldMkLst>
      </pc:sldChg>
      <pc:sldChg chg="addSp delSp modSp new del mod">
        <pc:chgData name="Shailendra Chauhan" userId="a7d3133f-e197-4b90-bf63-99a63a264234" providerId="ADAL" clId="{08A2340F-B291-4254-B4FD-7B8B9932C1C7}" dt="2024-03-21T18:23:49.811" v="6120" actId="2696"/>
        <pc:sldMkLst>
          <pc:docMk/>
          <pc:sldMk cId="1585475256" sldId="576"/>
        </pc:sldMkLst>
        <pc:spChg chg="del">
          <ac:chgData name="Shailendra Chauhan" userId="a7d3133f-e197-4b90-bf63-99a63a264234" providerId="ADAL" clId="{08A2340F-B291-4254-B4FD-7B8B9932C1C7}" dt="2024-03-21T16:43:49.929" v="5441"/>
          <ac:spMkLst>
            <pc:docMk/>
            <pc:sldMk cId="1585475256" sldId="576"/>
            <ac:spMk id="2" creationId="{25CC0C7C-9223-0B78-772D-7901EF1CFCA9}"/>
          </ac:spMkLst>
        </pc:spChg>
        <pc:spChg chg="mod">
          <ac:chgData name="Shailendra Chauhan" userId="a7d3133f-e197-4b90-bf63-99a63a264234" providerId="ADAL" clId="{08A2340F-B291-4254-B4FD-7B8B9932C1C7}" dt="2024-03-21T16:43:59.336" v="5456" actId="20577"/>
          <ac:spMkLst>
            <pc:docMk/>
            <pc:sldMk cId="1585475256" sldId="576"/>
            <ac:spMk id="3" creationId="{6004B3C4-936F-C7E7-6041-8AC3A38EE868}"/>
          </ac:spMkLst>
        </pc:spChg>
        <pc:picChg chg="add mod">
          <ac:chgData name="Shailendra Chauhan" userId="a7d3133f-e197-4b90-bf63-99a63a264234" providerId="ADAL" clId="{08A2340F-B291-4254-B4FD-7B8B9932C1C7}" dt="2024-03-21T16:43:49.929" v="5441"/>
          <ac:picMkLst>
            <pc:docMk/>
            <pc:sldMk cId="1585475256" sldId="576"/>
            <ac:picMk id="6146" creationId="{6D7610BE-CA84-4E47-4F2F-3D4A163471B0}"/>
          </ac:picMkLst>
        </pc:picChg>
      </pc:sldChg>
      <pc:sldChg chg="add del">
        <pc:chgData name="Shailendra Chauhan" userId="a7d3133f-e197-4b90-bf63-99a63a264234" providerId="ADAL" clId="{08A2340F-B291-4254-B4FD-7B8B9932C1C7}" dt="2024-03-21T12:25:39.800" v="4647" actId="2696"/>
        <pc:sldMkLst>
          <pc:docMk/>
          <pc:sldMk cId="3455780329" sldId="576"/>
        </pc:sldMkLst>
      </pc:sldChg>
      <pc:sldChg chg="add del">
        <pc:chgData name="Shailendra Chauhan" userId="a7d3133f-e197-4b90-bf63-99a63a264234" providerId="ADAL" clId="{08A2340F-B291-4254-B4FD-7B8B9932C1C7}" dt="2024-03-21T12:25:39.800" v="4647" actId="2696"/>
        <pc:sldMkLst>
          <pc:docMk/>
          <pc:sldMk cId="2709273884" sldId="577"/>
        </pc:sldMkLst>
      </pc:sldChg>
      <pc:sldChg chg="addSp delSp modSp new del mod chgLayout">
        <pc:chgData name="Shailendra Chauhan" userId="a7d3133f-e197-4b90-bf63-99a63a264234" providerId="ADAL" clId="{08A2340F-B291-4254-B4FD-7B8B9932C1C7}" dt="2024-03-22T19:10:30.800" v="6652" actId="2696"/>
        <pc:sldMkLst>
          <pc:docMk/>
          <pc:sldMk cId="3090749596" sldId="577"/>
        </pc:sldMkLst>
        <pc:spChg chg="del">
          <ac:chgData name="Shailendra Chauhan" userId="a7d3133f-e197-4b90-bf63-99a63a264234" providerId="ADAL" clId="{08A2340F-B291-4254-B4FD-7B8B9932C1C7}" dt="2024-03-21T16:52:53.224" v="5497"/>
          <ac:spMkLst>
            <pc:docMk/>
            <pc:sldMk cId="3090749596" sldId="577"/>
            <ac:spMk id="2" creationId="{BBA13202-7FFE-7E0F-82AE-519184660AC2}"/>
          </ac:spMkLst>
        </pc:spChg>
        <pc:spChg chg="mod ord">
          <ac:chgData name="Shailendra Chauhan" userId="a7d3133f-e197-4b90-bf63-99a63a264234" providerId="ADAL" clId="{08A2340F-B291-4254-B4FD-7B8B9932C1C7}" dt="2024-03-22T19:09:00.850" v="6633" actId="700"/>
          <ac:spMkLst>
            <pc:docMk/>
            <pc:sldMk cId="3090749596" sldId="577"/>
            <ac:spMk id="3" creationId="{7D2ECEB3-F192-0BAF-67CA-615C08A72CCF}"/>
          </ac:spMkLst>
        </pc:spChg>
        <pc:picChg chg="add mod ord">
          <ac:chgData name="Shailendra Chauhan" userId="a7d3133f-e197-4b90-bf63-99a63a264234" providerId="ADAL" clId="{08A2340F-B291-4254-B4FD-7B8B9932C1C7}" dt="2024-03-22T19:09:00.850" v="6633" actId="700"/>
          <ac:picMkLst>
            <pc:docMk/>
            <pc:sldMk cId="3090749596" sldId="577"/>
            <ac:picMk id="7170" creationId="{87C0711A-CC28-ECCA-7EEC-BC5F5AA6AE17}"/>
          </ac:picMkLst>
        </pc:picChg>
        <pc:picChg chg="add mod">
          <ac:chgData name="Shailendra Chauhan" userId="a7d3133f-e197-4b90-bf63-99a63a264234" providerId="ADAL" clId="{08A2340F-B291-4254-B4FD-7B8B9932C1C7}" dt="2024-03-22T19:08:54.114" v="6631" actId="1076"/>
          <ac:picMkLst>
            <pc:docMk/>
            <pc:sldMk cId="3090749596" sldId="577"/>
            <ac:picMk id="7172" creationId="{FF9760F3-CB16-8304-9509-3D299BB3B17A}"/>
          </ac:picMkLst>
        </pc:picChg>
      </pc:sldChg>
      <pc:sldChg chg="addSp delSp modSp new mod ord">
        <pc:chgData name="Shailendra Chauhan" userId="a7d3133f-e197-4b90-bf63-99a63a264234" providerId="ADAL" clId="{08A2340F-B291-4254-B4FD-7B8B9932C1C7}" dt="2024-03-22T17:07:36.461" v="6588" actId="1076"/>
        <pc:sldMkLst>
          <pc:docMk/>
          <pc:sldMk cId="1961755782" sldId="578"/>
        </pc:sldMkLst>
        <pc:spChg chg="del">
          <ac:chgData name="Shailendra Chauhan" userId="a7d3133f-e197-4b90-bf63-99a63a264234" providerId="ADAL" clId="{08A2340F-B291-4254-B4FD-7B8B9932C1C7}" dt="2024-03-21T16:56:13.680" v="5526"/>
          <ac:spMkLst>
            <pc:docMk/>
            <pc:sldMk cId="1961755782" sldId="578"/>
            <ac:spMk id="2" creationId="{0CE6FD3C-C56E-B687-427B-4B9AECC15529}"/>
          </ac:spMkLst>
        </pc:spChg>
        <pc:spChg chg="add mod">
          <ac:chgData name="Shailendra Chauhan" userId="a7d3133f-e197-4b90-bf63-99a63a264234" providerId="ADAL" clId="{08A2340F-B291-4254-B4FD-7B8B9932C1C7}" dt="2024-03-22T17:07:33.727" v="6586" actId="1076"/>
          <ac:spMkLst>
            <pc:docMk/>
            <pc:sldMk cId="1961755782" sldId="578"/>
            <ac:spMk id="2" creationId="{1595E81C-3A66-5294-5B87-372AD943B72B}"/>
          </ac:spMkLst>
        </pc:spChg>
        <pc:spChg chg="mod">
          <ac:chgData name="Shailendra Chauhan" userId="a7d3133f-e197-4b90-bf63-99a63a264234" providerId="ADAL" clId="{08A2340F-B291-4254-B4FD-7B8B9932C1C7}" dt="2024-03-21T16:56:25.407" v="5553" actId="20577"/>
          <ac:spMkLst>
            <pc:docMk/>
            <pc:sldMk cId="1961755782" sldId="578"/>
            <ac:spMk id="3" creationId="{E5DF24D2-480D-F963-2737-0BA0D05BA9BA}"/>
          </ac:spMkLst>
        </pc:spChg>
        <pc:spChg chg="add mod">
          <ac:chgData name="Shailendra Chauhan" userId="a7d3133f-e197-4b90-bf63-99a63a264234" providerId="ADAL" clId="{08A2340F-B291-4254-B4FD-7B8B9932C1C7}" dt="2024-03-22T17:07:36.461" v="6588" actId="1076"/>
          <ac:spMkLst>
            <pc:docMk/>
            <pc:sldMk cId="1961755782" sldId="578"/>
            <ac:spMk id="4" creationId="{78ADCC76-7198-BBA9-741F-30050FF90D32}"/>
          </ac:spMkLst>
        </pc:spChg>
        <pc:picChg chg="add mod">
          <ac:chgData name="Shailendra Chauhan" userId="a7d3133f-e197-4b90-bf63-99a63a264234" providerId="ADAL" clId="{08A2340F-B291-4254-B4FD-7B8B9932C1C7}" dt="2024-03-22T14:47:34.962" v="6308" actId="732"/>
          <ac:picMkLst>
            <pc:docMk/>
            <pc:sldMk cId="1961755782" sldId="578"/>
            <ac:picMk id="8194" creationId="{7AD1A122-04B5-7971-15E8-F14732F6631F}"/>
          </ac:picMkLst>
        </pc:picChg>
        <pc:picChg chg="add mod">
          <ac:chgData name="Shailendra Chauhan" userId="a7d3133f-e197-4b90-bf63-99a63a264234" providerId="ADAL" clId="{08A2340F-B291-4254-B4FD-7B8B9932C1C7}" dt="2024-03-22T14:47:18.299" v="6303" actId="732"/>
          <ac:picMkLst>
            <pc:docMk/>
            <pc:sldMk cId="1961755782" sldId="578"/>
            <ac:picMk id="8196" creationId="{A5897D63-E89B-66F9-B48C-B598D2B81C79}"/>
          </ac:picMkLst>
        </pc:picChg>
      </pc:sldChg>
      <pc:sldChg chg="addSp delSp modSp new del mod ord">
        <pc:chgData name="Shailendra Chauhan" userId="a7d3133f-e197-4b90-bf63-99a63a264234" providerId="ADAL" clId="{08A2340F-B291-4254-B4FD-7B8B9932C1C7}" dt="2024-03-21T18:06:56.862" v="5968" actId="2696"/>
        <pc:sldMkLst>
          <pc:docMk/>
          <pc:sldMk cId="3521940298" sldId="579"/>
        </pc:sldMkLst>
        <pc:spChg chg="del">
          <ac:chgData name="Shailendra Chauhan" userId="a7d3133f-e197-4b90-bf63-99a63a264234" providerId="ADAL" clId="{08A2340F-B291-4254-B4FD-7B8B9932C1C7}" dt="2024-03-21T16:58:20.514" v="5561"/>
          <ac:spMkLst>
            <pc:docMk/>
            <pc:sldMk cId="3521940298" sldId="579"/>
            <ac:spMk id="2" creationId="{591D7B2B-1D38-E02A-FA44-3E739B064DD9}"/>
          </ac:spMkLst>
        </pc:spChg>
        <pc:spChg chg="mod">
          <ac:chgData name="Shailendra Chauhan" userId="a7d3133f-e197-4b90-bf63-99a63a264234" providerId="ADAL" clId="{08A2340F-B291-4254-B4FD-7B8B9932C1C7}" dt="2024-03-21T16:58:35.276" v="5574" actId="20577"/>
          <ac:spMkLst>
            <pc:docMk/>
            <pc:sldMk cId="3521940298" sldId="579"/>
            <ac:spMk id="3" creationId="{6E849FF7-6CC4-5EF7-4CA1-DECEC5CA9134}"/>
          </ac:spMkLst>
        </pc:spChg>
        <pc:picChg chg="add mod">
          <ac:chgData name="Shailendra Chauhan" userId="a7d3133f-e197-4b90-bf63-99a63a264234" providerId="ADAL" clId="{08A2340F-B291-4254-B4FD-7B8B9932C1C7}" dt="2024-03-21T17:03:18.435" v="5580" actId="1076"/>
          <ac:picMkLst>
            <pc:docMk/>
            <pc:sldMk cId="3521940298" sldId="579"/>
            <ac:picMk id="9218" creationId="{E6C7C99F-070E-929C-2891-B4DEF2CDA909}"/>
          </ac:picMkLst>
        </pc:picChg>
      </pc:sldChg>
      <pc:sldChg chg="addSp delSp modSp new mod">
        <pc:chgData name="Shailendra Chauhan" userId="a7d3133f-e197-4b90-bf63-99a63a264234" providerId="ADAL" clId="{08A2340F-B291-4254-B4FD-7B8B9932C1C7}" dt="2024-03-22T17:06:30.564" v="6566" actId="1035"/>
        <pc:sldMkLst>
          <pc:docMk/>
          <pc:sldMk cId="1618606821" sldId="580"/>
        </pc:sldMkLst>
        <pc:spChg chg="del">
          <ac:chgData name="Shailendra Chauhan" userId="a7d3133f-e197-4b90-bf63-99a63a264234" providerId="ADAL" clId="{08A2340F-B291-4254-B4FD-7B8B9932C1C7}" dt="2024-03-21T17:27:50.222" v="5590"/>
          <ac:spMkLst>
            <pc:docMk/>
            <pc:sldMk cId="1618606821" sldId="580"/>
            <ac:spMk id="2" creationId="{6FFF6487-BD42-788A-47FE-F1156897DBE4}"/>
          </ac:spMkLst>
        </pc:spChg>
        <pc:spChg chg="add mod">
          <ac:chgData name="Shailendra Chauhan" userId="a7d3133f-e197-4b90-bf63-99a63a264234" providerId="ADAL" clId="{08A2340F-B291-4254-B4FD-7B8B9932C1C7}" dt="2024-03-22T17:05:28.627" v="6544" actId="14100"/>
          <ac:spMkLst>
            <pc:docMk/>
            <pc:sldMk cId="1618606821" sldId="580"/>
            <ac:spMk id="2" creationId="{9CF43FAC-8AD4-4E09-AF05-566566659C4D}"/>
          </ac:spMkLst>
        </pc:spChg>
        <pc:spChg chg="mod">
          <ac:chgData name="Shailendra Chauhan" userId="a7d3133f-e197-4b90-bf63-99a63a264234" providerId="ADAL" clId="{08A2340F-B291-4254-B4FD-7B8B9932C1C7}" dt="2024-03-21T17:28:21.319" v="5603" actId="20577"/>
          <ac:spMkLst>
            <pc:docMk/>
            <pc:sldMk cId="1618606821" sldId="580"/>
            <ac:spMk id="3" creationId="{1AAF082B-E0A3-7F9F-4044-F5C8E6C7149B}"/>
          </ac:spMkLst>
        </pc:spChg>
        <pc:spChg chg="add mod">
          <ac:chgData name="Shailendra Chauhan" userId="a7d3133f-e197-4b90-bf63-99a63a264234" providerId="ADAL" clId="{08A2340F-B291-4254-B4FD-7B8B9932C1C7}" dt="2024-03-22T17:05:44.209" v="6551" actId="1076"/>
          <ac:spMkLst>
            <pc:docMk/>
            <pc:sldMk cId="1618606821" sldId="580"/>
            <ac:spMk id="4" creationId="{6911575E-3B7A-428C-1DA1-27D6C36D4C47}"/>
          </ac:spMkLst>
        </pc:spChg>
        <pc:spChg chg="add mod">
          <ac:chgData name="Shailendra Chauhan" userId="a7d3133f-e197-4b90-bf63-99a63a264234" providerId="ADAL" clId="{08A2340F-B291-4254-B4FD-7B8B9932C1C7}" dt="2024-03-22T17:06:30.564" v="6566" actId="1035"/>
          <ac:spMkLst>
            <pc:docMk/>
            <pc:sldMk cId="1618606821" sldId="580"/>
            <ac:spMk id="5" creationId="{CDBE61BF-5847-A256-B10C-EE98AA73BC57}"/>
          </ac:spMkLst>
        </pc:spChg>
        <pc:spChg chg="add mod">
          <ac:chgData name="Shailendra Chauhan" userId="a7d3133f-e197-4b90-bf63-99a63a264234" providerId="ADAL" clId="{08A2340F-B291-4254-B4FD-7B8B9932C1C7}" dt="2024-03-22T17:06:28.033" v="6565" actId="1035"/>
          <ac:spMkLst>
            <pc:docMk/>
            <pc:sldMk cId="1618606821" sldId="580"/>
            <ac:spMk id="6" creationId="{5767B053-7D88-93BE-0B91-651944370D37}"/>
          </ac:spMkLst>
        </pc:spChg>
        <pc:picChg chg="add mod">
          <ac:chgData name="Shailendra Chauhan" userId="a7d3133f-e197-4b90-bf63-99a63a264234" providerId="ADAL" clId="{08A2340F-B291-4254-B4FD-7B8B9932C1C7}" dt="2024-03-21T17:32:57.517" v="5608" actId="1076"/>
          <ac:picMkLst>
            <pc:docMk/>
            <pc:sldMk cId="1618606821" sldId="580"/>
            <ac:picMk id="10242" creationId="{63B3FF7E-DAF1-BE4A-206D-072A5F041DBA}"/>
          </ac:picMkLst>
        </pc:picChg>
      </pc:sldChg>
      <pc:sldChg chg="addSp delSp modSp new mod">
        <pc:chgData name="Shailendra Chauhan" userId="a7d3133f-e197-4b90-bf63-99a63a264234" providerId="ADAL" clId="{08A2340F-B291-4254-B4FD-7B8B9932C1C7}" dt="2024-03-21T17:35:58.119" v="5650" actId="313"/>
        <pc:sldMkLst>
          <pc:docMk/>
          <pc:sldMk cId="114664757" sldId="581"/>
        </pc:sldMkLst>
        <pc:spChg chg="del">
          <ac:chgData name="Shailendra Chauhan" userId="a7d3133f-e197-4b90-bf63-99a63a264234" providerId="ADAL" clId="{08A2340F-B291-4254-B4FD-7B8B9932C1C7}" dt="2024-03-21T17:35:29.055" v="5618"/>
          <ac:spMkLst>
            <pc:docMk/>
            <pc:sldMk cId="114664757" sldId="581"/>
            <ac:spMk id="2" creationId="{103F4412-04B3-5D6B-4907-DA7B6FE60E8B}"/>
          </ac:spMkLst>
        </pc:spChg>
        <pc:spChg chg="mod">
          <ac:chgData name="Shailendra Chauhan" userId="a7d3133f-e197-4b90-bf63-99a63a264234" providerId="ADAL" clId="{08A2340F-B291-4254-B4FD-7B8B9932C1C7}" dt="2024-03-21T17:35:58.119" v="5650" actId="313"/>
          <ac:spMkLst>
            <pc:docMk/>
            <pc:sldMk cId="114664757" sldId="581"/>
            <ac:spMk id="3" creationId="{548192C1-EF72-7714-BA75-0E5556F9F0F0}"/>
          </ac:spMkLst>
        </pc:spChg>
        <pc:picChg chg="add mod modCrop">
          <ac:chgData name="Shailendra Chauhan" userId="a7d3133f-e197-4b90-bf63-99a63a264234" providerId="ADAL" clId="{08A2340F-B291-4254-B4FD-7B8B9932C1C7}" dt="2024-03-21T17:35:48.986" v="5625" actId="1076"/>
          <ac:picMkLst>
            <pc:docMk/>
            <pc:sldMk cId="114664757" sldId="581"/>
            <ac:picMk id="5" creationId="{45A7A9F5-A1AB-D2A0-42E0-8F3E33D41731}"/>
          </ac:picMkLst>
        </pc:picChg>
      </pc:sldChg>
      <pc:sldChg chg="addSp delSp modSp new mod">
        <pc:chgData name="Shailendra Chauhan" userId="a7d3133f-e197-4b90-bf63-99a63a264234" providerId="ADAL" clId="{08A2340F-B291-4254-B4FD-7B8B9932C1C7}" dt="2024-03-22T17:04:57.018" v="6538" actId="208"/>
        <pc:sldMkLst>
          <pc:docMk/>
          <pc:sldMk cId="1168194138" sldId="582"/>
        </pc:sldMkLst>
        <pc:spChg chg="del">
          <ac:chgData name="Shailendra Chauhan" userId="a7d3133f-e197-4b90-bf63-99a63a264234" providerId="ADAL" clId="{08A2340F-B291-4254-B4FD-7B8B9932C1C7}" dt="2024-03-21T17:36:51.370" v="5657"/>
          <ac:spMkLst>
            <pc:docMk/>
            <pc:sldMk cId="1168194138" sldId="582"/>
            <ac:spMk id="2" creationId="{0BBECD39-D824-F8EF-E834-F0A9B1CC425F}"/>
          </ac:spMkLst>
        </pc:spChg>
        <pc:spChg chg="add mod">
          <ac:chgData name="Shailendra Chauhan" userId="a7d3133f-e197-4b90-bf63-99a63a264234" providerId="ADAL" clId="{08A2340F-B291-4254-B4FD-7B8B9932C1C7}" dt="2024-03-22T17:04:57.018" v="6538" actId="208"/>
          <ac:spMkLst>
            <pc:docMk/>
            <pc:sldMk cId="1168194138" sldId="582"/>
            <ac:spMk id="2" creationId="{FC34258C-EAB2-C8D7-B8A6-F78FF7F1129F}"/>
          </ac:spMkLst>
        </pc:spChg>
        <pc:spChg chg="mod">
          <ac:chgData name="Shailendra Chauhan" userId="a7d3133f-e197-4b90-bf63-99a63a264234" providerId="ADAL" clId="{08A2340F-B291-4254-B4FD-7B8B9932C1C7}" dt="2024-03-21T17:37:24.437" v="5676" actId="20577"/>
          <ac:spMkLst>
            <pc:docMk/>
            <pc:sldMk cId="1168194138" sldId="582"/>
            <ac:spMk id="3" creationId="{9E341BE6-F151-AC8C-2181-0EEBE0A78E64}"/>
          </ac:spMkLst>
        </pc:spChg>
        <pc:picChg chg="add mod modCrop">
          <ac:chgData name="Shailendra Chauhan" userId="a7d3133f-e197-4b90-bf63-99a63a264234" providerId="ADAL" clId="{08A2340F-B291-4254-B4FD-7B8B9932C1C7}" dt="2024-03-22T14:43:12.168" v="6296" actId="14100"/>
          <ac:picMkLst>
            <pc:docMk/>
            <pc:sldMk cId="1168194138" sldId="582"/>
            <ac:picMk id="5" creationId="{578E6E7A-24FD-D320-6D11-4C7D72383AEE}"/>
          </ac:picMkLst>
        </pc:picChg>
      </pc:sldChg>
      <pc:sldChg chg="modSp new mod">
        <pc:chgData name="Shailendra Chauhan" userId="a7d3133f-e197-4b90-bf63-99a63a264234" providerId="ADAL" clId="{08A2340F-B291-4254-B4FD-7B8B9932C1C7}" dt="2024-03-23T08:10:17.744" v="7072" actId="123"/>
        <pc:sldMkLst>
          <pc:docMk/>
          <pc:sldMk cId="1709117556" sldId="583"/>
        </pc:sldMkLst>
        <pc:spChg chg="mod">
          <ac:chgData name="Shailendra Chauhan" userId="a7d3133f-e197-4b90-bf63-99a63a264234" providerId="ADAL" clId="{08A2340F-B291-4254-B4FD-7B8B9932C1C7}" dt="2024-03-23T08:10:17.744" v="7072" actId="123"/>
          <ac:spMkLst>
            <pc:docMk/>
            <pc:sldMk cId="1709117556" sldId="583"/>
            <ac:spMk id="2" creationId="{C662CB93-B885-21DE-DDE1-6579060A8005}"/>
          </ac:spMkLst>
        </pc:spChg>
        <pc:spChg chg="mod">
          <ac:chgData name="Shailendra Chauhan" userId="a7d3133f-e197-4b90-bf63-99a63a264234" providerId="ADAL" clId="{08A2340F-B291-4254-B4FD-7B8B9932C1C7}" dt="2024-03-21T17:52:40.338" v="5796"/>
          <ac:spMkLst>
            <pc:docMk/>
            <pc:sldMk cId="1709117556" sldId="583"/>
            <ac:spMk id="3" creationId="{A909F482-84F1-9382-0294-651A968D6510}"/>
          </ac:spMkLst>
        </pc:spChg>
      </pc:sldChg>
      <pc:sldChg chg="modSp add del mod">
        <pc:chgData name="Shailendra Chauhan" userId="a7d3133f-e197-4b90-bf63-99a63a264234" providerId="ADAL" clId="{08A2340F-B291-4254-B4FD-7B8B9932C1C7}" dt="2024-03-21T17:50:48.622" v="5792" actId="2696"/>
        <pc:sldMkLst>
          <pc:docMk/>
          <pc:sldMk cId="1790147670" sldId="583"/>
        </pc:sldMkLst>
        <pc:spChg chg="mod">
          <ac:chgData name="Shailendra Chauhan" userId="a7d3133f-e197-4b90-bf63-99a63a264234" providerId="ADAL" clId="{08A2340F-B291-4254-B4FD-7B8B9932C1C7}" dt="2024-03-21T17:47:51.300" v="5774" actId="20577"/>
          <ac:spMkLst>
            <pc:docMk/>
            <pc:sldMk cId="1790147670" sldId="583"/>
            <ac:spMk id="3" creationId="{103ED9E4-AD20-490C-DC04-7FCCA5ADA557}"/>
          </ac:spMkLst>
        </pc:spChg>
      </pc:sldChg>
      <pc:sldChg chg="modSp add del mod">
        <pc:chgData name="Shailendra Chauhan" userId="a7d3133f-e197-4b90-bf63-99a63a264234" providerId="ADAL" clId="{08A2340F-B291-4254-B4FD-7B8B9932C1C7}" dt="2024-03-21T17:47:39.093" v="5771" actId="2696"/>
        <pc:sldMkLst>
          <pc:docMk/>
          <pc:sldMk cId="4190343006" sldId="583"/>
        </pc:sldMkLst>
        <pc:spChg chg="mod">
          <ac:chgData name="Shailendra Chauhan" userId="a7d3133f-e197-4b90-bf63-99a63a264234" providerId="ADAL" clId="{08A2340F-B291-4254-B4FD-7B8B9932C1C7}" dt="2024-03-21T17:40:21.129" v="5720" actId="313"/>
          <ac:spMkLst>
            <pc:docMk/>
            <pc:sldMk cId="4190343006" sldId="583"/>
            <ac:spMk id="3" creationId="{103ED9E4-AD20-490C-DC04-7FCCA5ADA557}"/>
          </ac:spMkLst>
        </pc:spChg>
      </pc:sldChg>
      <pc:sldChg chg="add del">
        <pc:chgData name="Shailendra Chauhan" userId="a7d3133f-e197-4b90-bf63-99a63a264234" providerId="ADAL" clId="{08A2340F-B291-4254-B4FD-7B8B9932C1C7}" dt="2024-03-21T17:47:39.093" v="5771" actId="2696"/>
        <pc:sldMkLst>
          <pc:docMk/>
          <pc:sldMk cId="362012009" sldId="584"/>
        </pc:sldMkLst>
      </pc:sldChg>
      <pc:sldChg chg="modSp new mod">
        <pc:chgData name="Shailendra Chauhan" userId="a7d3133f-e197-4b90-bf63-99a63a264234" providerId="ADAL" clId="{08A2340F-B291-4254-B4FD-7B8B9932C1C7}" dt="2024-03-21T18:06:07.495" v="5949" actId="113"/>
        <pc:sldMkLst>
          <pc:docMk/>
          <pc:sldMk cId="2178561908" sldId="584"/>
        </pc:sldMkLst>
        <pc:spChg chg="mod">
          <ac:chgData name="Shailendra Chauhan" userId="a7d3133f-e197-4b90-bf63-99a63a264234" providerId="ADAL" clId="{08A2340F-B291-4254-B4FD-7B8B9932C1C7}" dt="2024-03-21T18:06:07.495" v="5949" actId="113"/>
          <ac:spMkLst>
            <pc:docMk/>
            <pc:sldMk cId="2178561908" sldId="584"/>
            <ac:spMk id="2" creationId="{57439307-3EBF-A917-5684-1326B688D1ED}"/>
          </ac:spMkLst>
        </pc:spChg>
        <pc:spChg chg="mod">
          <ac:chgData name="Shailendra Chauhan" userId="a7d3133f-e197-4b90-bf63-99a63a264234" providerId="ADAL" clId="{08A2340F-B291-4254-B4FD-7B8B9932C1C7}" dt="2024-03-21T18:04:28.890" v="5935"/>
          <ac:spMkLst>
            <pc:docMk/>
            <pc:sldMk cId="2178561908" sldId="584"/>
            <ac:spMk id="3" creationId="{24CB6073-4021-4746-BA69-DF6AFBE6492B}"/>
          </ac:spMkLst>
        </pc:spChg>
      </pc:sldChg>
      <pc:sldChg chg="add del">
        <pc:chgData name="Shailendra Chauhan" userId="a7d3133f-e197-4b90-bf63-99a63a264234" providerId="ADAL" clId="{08A2340F-B291-4254-B4FD-7B8B9932C1C7}" dt="2024-03-21T17:50:48.622" v="5792" actId="2696"/>
        <pc:sldMkLst>
          <pc:docMk/>
          <pc:sldMk cId="2539523275" sldId="584"/>
        </pc:sldMkLst>
      </pc:sldChg>
      <pc:sldChg chg="add del">
        <pc:chgData name="Shailendra Chauhan" userId="a7d3133f-e197-4b90-bf63-99a63a264234" providerId="ADAL" clId="{08A2340F-B291-4254-B4FD-7B8B9932C1C7}" dt="2024-03-21T17:50:48.622" v="5792" actId="2696"/>
        <pc:sldMkLst>
          <pc:docMk/>
          <pc:sldMk cId="2248533310" sldId="585"/>
        </pc:sldMkLst>
      </pc:sldChg>
      <pc:sldChg chg="add del">
        <pc:chgData name="Shailendra Chauhan" userId="a7d3133f-e197-4b90-bf63-99a63a264234" providerId="ADAL" clId="{08A2340F-B291-4254-B4FD-7B8B9932C1C7}" dt="2024-03-21T17:47:39.093" v="5771" actId="2696"/>
        <pc:sldMkLst>
          <pc:docMk/>
          <pc:sldMk cId="3439200878" sldId="585"/>
        </pc:sldMkLst>
      </pc:sldChg>
      <pc:sldChg chg="addSp modSp new mod">
        <pc:chgData name="Shailendra Chauhan" userId="a7d3133f-e197-4b90-bf63-99a63a264234" providerId="ADAL" clId="{08A2340F-B291-4254-B4FD-7B8B9932C1C7}" dt="2024-03-23T08:10:29.336" v="7073" actId="14100"/>
        <pc:sldMkLst>
          <pc:docMk/>
          <pc:sldMk cId="3498905732" sldId="585"/>
        </pc:sldMkLst>
        <pc:spChg chg="mod">
          <ac:chgData name="Shailendra Chauhan" userId="a7d3133f-e197-4b90-bf63-99a63a264234" providerId="ADAL" clId="{08A2340F-B291-4254-B4FD-7B8B9932C1C7}" dt="2024-03-23T08:08:50.403" v="7064" actId="255"/>
          <ac:spMkLst>
            <pc:docMk/>
            <pc:sldMk cId="3498905732" sldId="585"/>
            <ac:spMk id="2" creationId="{BA75A89E-0C41-0F02-4FB2-4749C74D64D8}"/>
          </ac:spMkLst>
        </pc:spChg>
        <pc:spChg chg="mod">
          <ac:chgData name="Shailendra Chauhan" userId="a7d3133f-e197-4b90-bf63-99a63a264234" providerId="ADAL" clId="{08A2340F-B291-4254-B4FD-7B8B9932C1C7}" dt="2024-03-21T18:07:18.478" v="5976" actId="20577"/>
          <ac:spMkLst>
            <pc:docMk/>
            <pc:sldMk cId="3498905732" sldId="585"/>
            <ac:spMk id="3" creationId="{7ED2DF63-3B8A-680A-6E3A-6466D01AE26F}"/>
          </ac:spMkLst>
        </pc:spChg>
        <pc:spChg chg="add mod">
          <ac:chgData name="Shailendra Chauhan" userId="a7d3133f-e197-4b90-bf63-99a63a264234" providerId="ADAL" clId="{08A2340F-B291-4254-B4FD-7B8B9932C1C7}" dt="2024-03-22T17:07:54.524" v="6594" actId="14100"/>
          <ac:spMkLst>
            <pc:docMk/>
            <pc:sldMk cId="3498905732" sldId="585"/>
            <ac:spMk id="5" creationId="{4871AB65-9B14-E0A7-9AB4-6DAB1FD577D8}"/>
          </ac:spMkLst>
        </pc:spChg>
        <pc:spChg chg="add mod">
          <ac:chgData name="Shailendra Chauhan" userId="a7d3133f-e197-4b90-bf63-99a63a264234" providerId="ADAL" clId="{08A2340F-B291-4254-B4FD-7B8B9932C1C7}" dt="2024-03-23T08:10:29.336" v="7073" actId="14100"/>
          <ac:spMkLst>
            <pc:docMk/>
            <pc:sldMk cId="3498905732" sldId="585"/>
            <ac:spMk id="6" creationId="{49335030-DBA6-9435-0AF0-BDF11F6E0BEF}"/>
          </ac:spMkLst>
        </pc:spChg>
        <pc:picChg chg="add mod">
          <ac:chgData name="Shailendra Chauhan" userId="a7d3133f-e197-4b90-bf63-99a63a264234" providerId="ADAL" clId="{08A2340F-B291-4254-B4FD-7B8B9932C1C7}" dt="2024-03-22T17:07:44.536" v="6589" actId="14100"/>
          <ac:picMkLst>
            <pc:docMk/>
            <pc:sldMk cId="3498905732" sldId="585"/>
            <ac:picMk id="4" creationId="{687E7D4B-7351-2313-2A0C-1D742EFE0251}"/>
          </ac:picMkLst>
        </pc:picChg>
        <pc:picChg chg="mod">
          <ac:chgData name="Shailendra Chauhan" userId="a7d3133f-e197-4b90-bf63-99a63a264234" providerId="ADAL" clId="{08A2340F-B291-4254-B4FD-7B8B9932C1C7}" dt="2024-03-23T08:08:30.007" v="7061" actId="1076"/>
          <ac:picMkLst>
            <pc:docMk/>
            <pc:sldMk cId="3498905732" sldId="585"/>
            <ac:picMk id="7" creationId="{414832BF-AB42-722C-5717-3EDF72683EB1}"/>
          </ac:picMkLst>
        </pc:picChg>
      </pc:sldChg>
      <pc:sldChg chg="modSp new mod">
        <pc:chgData name="Shailendra Chauhan" userId="a7d3133f-e197-4b90-bf63-99a63a264234" providerId="ADAL" clId="{08A2340F-B291-4254-B4FD-7B8B9932C1C7}" dt="2024-03-23T08:10:38.522" v="7075" actId="20577"/>
        <pc:sldMkLst>
          <pc:docMk/>
          <pc:sldMk cId="2055114333" sldId="586"/>
        </pc:sldMkLst>
        <pc:spChg chg="mod">
          <ac:chgData name="Shailendra Chauhan" userId="a7d3133f-e197-4b90-bf63-99a63a264234" providerId="ADAL" clId="{08A2340F-B291-4254-B4FD-7B8B9932C1C7}" dt="2024-03-23T08:10:38.522" v="7075" actId="20577"/>
          <ac:spMkLst>
            <pc:docMk/>
            <pc:sldMk cId="2055114333" sldId="586"/>
            <ac:spMk id="2" creationId="{65E82A77-21E5-D888-BD1E-B5ADDAC91E09}"/>
          </ac:spMkLst>
        </pc:spChg>
        <pc:spChg chg="mod">
          <ac:chgData name="Shailendra Chauhan" userId="a7d3133f-e197-4b90-bf63-99a63a264234" providerId="ADAL" clId="{08A2340F-B291-4254-B4FD-7B8B9932C1C7}" dt="2024-03-23T08:10:36.585" v="7074" actId="20577"/>
          <ac:spMkLst>
            <pc:docMk/>
            <pc:sldMk cId="2055114333" sldId="586"/>
            <ac:spMk id="3" creationId="{AC9CFADF-7EB3-8CEB-E5DD-E4AB4CF1468B}"/>
          </ac:spMkLst>
        </pc:spChg>
      </pc:sldChg>
      <pc:sldChg chg="add del">
        <pc:chgData name="Shailendra Chauhan" userId="a7d3133f-e197-4b90-bf63-99a63a264234" providerId="ADAL" clId="{08A2340F-B291-4254-B4FD-7B8B9932C1C7}" dt="2024-03-21T17:50:48.622" v="5792" actId="2696"/>
        <pc:sldMkLst>
          <pc:docMk/>
          <pc:sldMk cId="2540745531" sldId="586"/>
        </pc:sldMkLst>
      </pc:sldChg>
      <pc:sldChg chg="add del">
        <pc:chgData name="Shailendra Chauhan" userId="a7d3133f-e197-4b90-bf63-99a63a264234" providerId="ADAL" clId="{08A2340F-B291-4254-B4FD-7B8B9932C1C7}" dt="2024-03-21T17:47:39.093" v="5771" actId="2696"/>
        <pc:sldMkLst>
          <pc:docMk/>
          <pc:sldMk cId="4236566974" sldId="586"/>
        </pc:sldMkLst>
      </pc:sldChg>
      <pc:sldChg chg="add del">
        <pc:chgData name="Shailendra Chauhan" userId="a7d3133f-e197-4b90-bf63-99a63a264234" providerId="ADAL" clId="{08A2340F-B291-4254-B4FD-7B8B9932C1C7}" dt="2024-03-21T17:47:39.093" v="5771" actId="2696"/>
        <pc:sldMkLst>
          <pc:docMk/>
          <pc:sldMk cId="299285793" sldId="587"/>
        </pc:sldMkLst>
      </pc:sldChg>
      <pc:sldChg chg="add del">
        <pc:chgData name="Shailendra Chauhan" userId="a7d3133f-e197-4b90-bf63-99a63a264234" providerId="ADAL" clId="{08A2340F-B291-4254-B4FD-7B8B9932C1C7}" dt="2024-03-21T17:50:48.622" v="5792" actId="2696"/>
        <pc:sldMkLst>
          <pc:docMk/>
          <pc:sldMk cId="1026340846" sldId="587"/>
        </pc:sldMkLst>
      </pc:sldChg>
      <pc:sldChg chg="modSp new mod ord">
        <pc:chgData name="Shailendra Chauhan" userId="a7d3133f-e197-4b90-bf63-99a63a264234" providerId="ADAL" clId="{08A2340F-B291-4254-B4FD-7B8B9932C1C7}" dt="2024-03-22T14:49:25.301" v="6317"/>
        <pc:sldMkLst>
          <pc:docMk/>
          <pc:sldMk cId="3410350061" sldId="587"/>
        </pc:sldMkLst>
        <pc:spChg chg="mod">
          <ac:chgData name="Shailendra Chauhan" userId="a7d3133f-e197-4b90-bf63-99a63a264234" providerId="ADAL" clId="{08A2340F-B291-4254-B4FD-7B8B9932C1C7}" dt="2024-03-21T18:34:52.330" v="6229" actId="113"/>
          <ac:spMkLst>
            <pc:docMk/>
            <pc:sldMk cId="3410350061" sldId="587"/>
            <ac:spMk id="2" creationId="{A3408C52-4579-FFFC-470E-8F81766493A5}"/>
          </ac:spMkLst>
        </pc:spChg>
        <pc:spChg chg="mod">
          <ac:chgData name="Shailendra Chauhan" userId="a7d3133f-e197-4b90-bf63-99a63a264234" providerId="ADAL" clId="{08A2340F-B291-4254-B4FD-7B8B9932C1C7}" dt="2024-03-21T18:35:26.309" v="6235" actId="20577"/>
          <ac:spMkLst>
            <pc:docMk/>
            <pc:sldMk cId="3410350061" sldId="587"/>
            <ac:spMk id="3" creationId="{55956D47-A5CC-5C42-548E-31CABA52BFDD}"/>
          </ac:spMkLst>
        </pc:spChg>
      </pc:sldChg>
      <pc:sldChg chg="add del">
        <pc:chgData name="Shailendra Chauhan" userId="a7d3133f-e197-4b90-bf63-99a63a264234" providerId="ADAL" clId="{08A2340F-B291-4254-B4FD-7B8B9932C1C7}" dt="2024-03-21T17:47:39.093" v="5771" actId="2696"/>
        <pc:sldMkLst>
          <pc:docMk/>
          <pc:sldMk cId="333529055" sldId="588"/>
        </pc:sldMkLst>
      </pc:sldChg>
      <pc:sldChg chg="modSp new mod">
        <pc:chgData name="Shailendra Chauhan" userId="a7d3133f-e197-4b90-bf63-99a63a264234" providerId="ADAL" clId="{08A2340F-B291-4254-B4FD-7B8B9932C1C7}" dt="2024-03-23T08:10:50.022" v="7077" actId="113"/>
        <pc:sldMkLst>
          <pc:docMk/>
          <pc:sldMk cId="3380617746" sldId="588"/>
        </pc:sldMkLst>
        <pc:spChg chg="mod">
          <ac:chgData name="Shailendra Chauhan" userId="a7d3133f-e197-4b90-bf63-99a63a264234" providerId="ADAL" clId="{08A2340F-B291-4254-B4FD-7B8B9932C1C7}" dt="2024-03-23T08:10:50.022" v="7077" actId="113"/>
          <ac:spMkLst>
            <pc:docMk/>
            <pc:sldMk cId="3380617746" sldId="588"/>
            <ac:spMk id="2" creationId="{D4B74CA1-E3FC-B274-E548-67FF67819613}"/>
          </ac:spMkLst>
        </pc:spChg>
        <pc:spChg chg="mod">
          <ac:chgData name="Shailendra Chauhan" userId="a7d3133f-e197-4b90-bf63-99a63a264234" providerId="ADAL" clId="{08A2340F-B291-4254-B4FD-7B8B9932C1C7}" dt="2024-03-22T14:52:30.264" v="6331"/>
          <ac:spMkLst>
            <pc:docMk/>
            <pc:sldMk cId="3380617746" sldId="588"/>
            <ac:spMk id="3" creationId="{CB0B9AC5-F210-83D9-A0D9-756F16B98260}"/>
          </ac:spMkLst>
        </pc:spChg>
      </pc:sldChg>
      <pc:sldChg chg="addSp delSp modSp add del mod">
        <pc:chgData name="Shailendra Chauhan" userId="a7d3133f-e197-4b90-bf63-99a63a264234" providerId="ADAL" clId="{08A2340F-B291-4254-B4FD-7B8B9932C1C7}" dt="2024-03-21T17:50:48.622" v="5792" actId="2696"/>
        <pc:sldMkLst>
          <pc:docMk/>
          <pc:sldMk cId="4202060378" sldId="588"/>
        </pc:sldMkLst>
        <pc:spChg chg="add del mod">
          <ac:chgData name="Shailendra Chauhan" userId="a7d3133f-e197-4b90-bf63-99a63a264234" providerId="ADAL" clId="{08A2340F-B291-4254-B4FD-7B8B9932C1C7}" dt="2024-03-21T17:49:47.402" v="5789" actId="22"/>
          <ac:spMkLst>
            <pc:docMk/>
            <pc:sldMk cId="4202060378" sldId="588"/>
            <ac:spMk id="4" creationId="{DE6DD0C8-F15F-7149-2160-C336AD4AEF7D}"/>
          </ac:spMkLst>
        </pc:spChg>
        <pc:spChg chg="add">
          <ac:chgData name="Shailendra Chauhan" userId="a7d3133f-e197-4b90-bf63-99a63a264234" providerId="ADAL" clId="{08A2340F-B291-4254-B4FD-7B8B9932C1C7}" dt="2024-03-21T17:49:46.099" v="5788"/>
          <ac:spMkLst>
            <pc:docMk/>
            <pc:sldMk cId="4202060378" sldId="588"/>
            <ac:spMk id="5" creationId="{B6907AB3-9E9B-53B8-FA6F-32A2668528AE}"/>
          </ac:spMkLst>
        </pc:spChg>
        <pc:spChg chg="add mod">
          <ac:chgData name="Shailendra Chauhan" userId="a7d3133f-e197-4b90-bf63-99a63a264234" providerId="ADAL" clId="{08A2340F-B291-4254-B4FD-7B8B9932C1C7}" dt="2024-03-21T17:50:30.200" v="5791" actId="478"/>
          <ac:spMkLst>
            <pc:docMk/>
            <pc:sldMk cId="4202060378" sldId="588"/>
            <ac:spMk id="10" creationId="{A838AF56-6520-772D-87D7-04B5963C3083}"/>
          </ac:spMkLst>
        </pc:spChg>
        <pc:picChg chg="del">
          <ac:chgData name="Shailendra Chauhan" userId="a7d3133f-e197-4b90-bf63-99a63a264234" providerId="ADAL" clId="{08A2340F-B291-4254-B4FD-7B8B9932C1C7}" dt="2024-03-21T17:49:25.806" v="5787" actId="478"/>
          <ac:picMkLst>
            <pc:docMk/>
            <pc:sldMk cId="4202060378" sldId="588"/>
            <ac:picMk id="7" creationId="{7BC8DC81-900C-47D2-56F1-B7606A4F768D}"/>
          </ac:picMkLst>
        </pc:picChg>
        <pc:picChg chg="add del mod ord">
          <ac:chgData name="Shailendra Chauhan" userId="a7d3133f-e197-4b90-bf63-99a63a264234" providerId="ADAL" clId="{08A2340F-B291-4254-B4FD-7B8B9932C1C7}" dt="2024-03-21T17:50:30.200" v="5791" actId="478"/>
          <ac:picMkLst>
            <pc:docMk/>
            <pc:sldMk cId="4202060378" sldId="588"/>
            <ac:picMk id="8" creationId="{A1605D90-1189-2EE7-5570-B062E61F5BD5}"/>
          </ac:picMkLst>
        </pc:picChg>
      </pc:sldChg>
      <pc:sldChg chg="addSp modSp new mod">
        <pc:chgData name="Shailendra Chauhan" userId="a7d3133f-e197-4b90-bf63-99a63a264234" providerId="ADAL" clId="{08A2340F-B291-4254-B4FD-7B8B9932C1C7}" dt="2024-03-22T19:05:49.285" v="6612" actId="20577"/>
        <pc:sldMkLst>
          <pc:docMk/>
          <pc:sldMk cId="2051502615" sldId="589"/>
        </pc:sldMkLst>
        <pc:spChg chg="mod">
          <ac:chgData name="Shailendra Chauhan" userId="a7d3133f-e197-4b90-bf63-99a63a264234" providerId="ADAL" clId="{08A2340F-B291-4254-B4FD-7B8B9932C1C7}" dt="2024-03-22T19:05:49.285" v="6612" actId="20577"/>
          <ac:spMkLst>
            <pc:docMk/>
            <pc:sldMk cId="2051502615" sldId="589"/>
            <ac:spMk id="2" creationId="{B3B24240-28A0-0A84-EABF-2DCEA92986AC}"/>
          </ac:spMkLst>
        </pc:spChg>
        <pc:spChg chg="mod">
          <ac:chgData name="Shailendra Chauhan" userId="a7d3133f-e197-4b90-bf63-99a63a264234" providerId="ADAL" clId="{08A2340F-B291-4254-B4FD-7B8B9932C1C7}" dt="2024-03-22T15:06:10.361" v="6403"/>
          <ac:spMkLst>
            <pc:docMk/>
            <pc:sldMk cId="2051502615" sldId="589"/>
            <ac:spMk id="3" creationId="{552F0700-4E96-DFB7-A569-BE7D4A8925CA}"/>
          </ac:spMkLst>
        </pc:spChg>
        <pc:picChg chg="add mod">
          <ac:chgData name="Shailendra Chauhan" userId="a7d3133f-e197-4b90-bf63-99a63a264234" providerId="ADAL" clId="{08A2340F-B291-4254-B4FD-7B8B9932C1C7}" dt="2024-03-22T15:19:50.793" v="6524" actId="1076"/>
          <ac:picMkLst>
            <pc:docMk/>
            <pc:sldMk cId="2051502615" sldId="589"/>
            <ac:picMk id="1026" creationId="{6581FFB9-67C9-9EF7-44A1-865E0C4A7D12}"/>
          </ac:picMkLst>
        </pc:picChg>
      </pc:sldChg>
      <pc:sldChg chg="add del">
        <pc:chgData name="Shailendra Chauhan" userId="a7d3133f-e197-4b90-bf63-99a63a264234" providerId="ADAL" clId="{08A2340F-B291-4254-B4FD-7B8B9932C1C7}" dt="2024-03-21T17:47:39.093" v="5771" actId="2696"/>
        <pc:sldMkLst>
          <pc:docMk/>
          <pc:sldMk cId="2594538088" sldId="589"/>
        </pc:sldMkLst>
      </pc:sldChg>
      <pc:sldChg chg="addSp delSp modSp add del mod">
        <pc:chgData name="Shailendra Chauhan" userId="a7d3133f-e197-4b90-bf63-99a63a264234" providerId="ADAL" clId="{08A2340F-B291-4254-B4FD-7B8B9932C1C7}" dt="2024-03-21T17:50:48.622" v="5792" actId="2696"/>
        <pc:sldMkLst>
          <pc:docMk/>
          <pc:sldMk cId="2816982877" sldId="589"/>
        </pc:sldMkLst>
        <pc:spChg chg="add del mod">
          <ac:chgData name="Shailendra Chauhan" userId="a7d3133f-e197-4b90-bf63-99a63a264234" providerId="ADAL" clId="{08A2340F-B291-4254-B4FD-7B8B9932C1C7}" dt="2024-03-21T17:48:07.370" v="5776"/>
          <ac:spMkLst>
            <pc:docMk/>
            <pc:sldMk cId="2816982877" sldId="589"/>
            <ac:spMk id="4" creationId="{37CF7E5E-A209-59CD-8381-83763FB62838}"/>
          </ac:spMkLst>
        </pc:spChg>
        <pc:picChg chg="del">
          <ac:chgData name="Shailendra Chauhan" userId="a7d3133f-e197-4b90-bf63-99a63a264234" providerId="ADAL" clId="{08A2340F-B291-4254-B4FD-7B8B9932C1C7}" dt="2024-03-21T17:48:00.678" v="5775" actId="478"/>
          <ac:picMkLst>
            <pc:docMk/>
            <pc:sldMk cId="2816982877" sldId="589"/>
            <ac:picMk id="5" creationId="{45A7A9F5-A1AB-D2A0-42E0-8F3E33D41731}"/>
          </ac:picMkLst>
        </pc:picChg>
        <pc:picChg chg="add mod modCrop">
          <ac:chgData name="Shailendra Chauhan" userId="a7d3133f-e197-4b90-bf63-99a63a264234" providerId="ADAL" clId="{08A2340F-B291-4254-B4FD-7B8B9932C1C7}" dt="2024-03-21T17:48:37.115" v="5786" actId="14100"/>
          <ac:picMkLst>
            <pc:docMk/>
            <pc:sldMk cId="2816982877" sldId="589"/>
            <ac:picMk id="7" creationId="{B4922F84-F111-D5AF-06E9-87E04E22393C}"/>
          </ac:picMkLst>
        </pc:picChg>
      </pc:sldChg>
      <pc:sldChg chg="addSp modSp new mod">
        <pc:chgData name="Shailendra Chauhan" userId="a7d3133f-e197-4b90-bf63-99a63a264234" providerId="ADAL" clId="{08A2340F-B291-4254-B4FD-7B8B9932C1C7}" dt="2024-03-22T19:15:29.956" v="6721" actId="1076"/>
        <pc:sldMkLst>
          <pc:docMk/>
          <pc:sldMk cId="473048902" sldId="590"/>
        </pc:sldMkLst>
        <pc:spChg chg="mod">
          <ac:chgData name="Shailendra Chauhan" userId="a7d3133f-e197-4b90-bf63-99a63a264234" providerId="ADAL" clId="{08A2340F-B291-4254-B4FD-7B8B9932C1C7}" dt="2024-03-22T19:08:11.725" v="6630" actId="123"/>
          <ac:spMkLst>
            <pc:docMk/>
            <pc:sldMk cId="473048902" sldId="590"/>
            <ac:spMk id="2" creationId="{23D4E3AD-2143-EE27-1A33-F555B9921EFB}"/>
          </ac:spMkLst>
        </pc:spChg>
        <pc:spChg chg="mod">
          <ac:chgData name="Shailendra Chauhan" userId="a7d3133f-e197-4b90-bf63-99a63a264234" providerId="ADAL" clId="{08A2340F-B291-4254-B4FD-7B8B9932C1C7}" dt="2024-03-22T19:06:41.251" v="6615" actId="20577"/>
          <ac:spMkLst>
            <pc:docMk/>
            <pc:sldMk cId="473048902" sldId="590"/>
            <ac:spMk id="3" creationId="{62A8147F-3F9F-2E7E-481D-4983F512432C}"/>
          </ac:spMkLst>
        </pc:spChg>
        <pc:spChg chg="add mod">
          <ac:chgData name="Shailendra Chauhan" userId="a7d3133f-e197-4b90-bf63-99a63a264234" providerId="ADAL" clId="{08A2340F-B291-4254-B4FD-7B8B9932C1C7}" dt="2024-03-22T19:15:29.956" v="6721" actId="1076"/>
          <ac:spMkLst>
            <pc:docMk/>
            <pc:sldMk cId="473048902" sldId="590"/>
            <ac:spMk id="6" creationId="{EADAE62F-1766-14EB-9AAF-04C23C76725E}"/>
          </ac:spMkLst>
        </pc:spChg>
        <pc:spChg chg="add mod">
          <ac:chgData name="Shailendra Chauhan" userId="a7d3133f-e197-4b90-bf63-99a63a264234" providerId="ADAL" clId="{08A2340F-B291-4254-B4FD-7B8B9932C1C7}" dt="2024-03-22T19:10:53.056" v="6657" actId="14100"/>
          <ac:spMkLst>
            <pc:docMk/>
            <pc:sldMk cId="473048902" sldId="590"/>
            <ac:spMk id="7" creationId="{7BC47E5C-B586-B01E-4669-EC2B7FD559ED}"/>
          </ac:spMkLst>
        </pc:spChg>
        <pc:picChg chg="add mod">
          <ac:chgData name="Shailendra Chauhan" userId="a7d3133f-e197-4b90-bf63-99a63a264234" providerId="ADAL" clId="{08A2340F-B291-4254-B4FD-7B8B9932C1C7}" dt="2024-03-22T19:07:15.964" v="6623" actId="1076"/>
          <ac:picMkLst>
            <pc:docMk/>
            <pc:sldMk cId="473048902" sldId="590"/>
            <ac:picMk id="4" creationId="{F0A2ACD3-8707-3659-6FAB-7916DC01D4E1}"/>
          </ac:picMkLst>
        </pc:picChg>
        <pc:picChg chg="add mod">
          <ac:chgData name="Shailendra Chauhan" userId="a7d3133f-e197-4b90-bf63-99a63a264234" providerId="ADAL" clId="{08A2340F-B291-4254-B4FD-7B8B9932C1C7}" dt="2024-03-22T19:07:20.576" v="6625" actId="1076"/>
          <ac:picMkLst>
            <pc:docMk/>
            <pc:sldMk cId="473048902" sldId="590"/>
            <ac:picMk id="5" creationId="{26D1BE25-785D-B198-C5B8-1371EE87D697}"/>
          </ac:picMkLst>
        </pc:picChg>
      </pc:sldChg>
      <pc:sldChg chg="addSp modSp new mod">
        <pc:chgData name="Shailendra Chauhan" userId="a7d3133f-e197-4b90-bf63-99a63a264234" providerId="ADAL" clId="{08A2340F-B291-4254-B4FD-7B8B9932C1C7}" dt="2024-03-23T08:11:45.730" v="7083" actId="1076"/>
        <pc:sldMkLst>
          <pc:docMk/>
          <pc:sldMk cId="3475111807" sldId="591"/>
        </pc:sldMkLst>
        <pc:spChg chg="mod">
          <ac:chgData name="Shailendra Chauhan" userId="a7d3133f-e197-4b90-bf63-99a63a264234" providerId="ADAL" clId="{08A2340F-B291-4254-B4FD-7B8B9932C1C7}" dt="2024-03-22T19:09:58.414" v="6646" actId="20577"/>
          <ac:spMkLst>
            <pc:docMk/>
            <pc:sldMk cId="3475111807" sldId="591"/>
            <ac:spMk id="2" creationId="{305633BB-955F-5ABC-2571-F2B1DF6D227E}"/>
          </ac:spMkLst>
        </pc:spChg>
        <pc:spChg chg="mod">
          <ac:chgData name="Shailendra Chauhan" userId="a7d3133f-e197-4b90-bf63-99a63a264234" providerId="ADAL" clId="{08A2340F-B291-4254-B4FD-7B8B9932C1C7}" dt="2024-03-22T19:09:29.399" v="6642" actId="20577"/>
          <ac:spMkLst>
            <pc:docMk/>
            <pc:sldMk cId="3475111807" sldId="591"/>
            <ac:spMk id="3" creationId="{EC3F2BB3-B5DA-1754-9C6C-3E3424D1BC68}"/>
          </ac:spMkLst>
        </pc:spChg>
        <pc:spChg chg="add mod">
          <ac:chgData name="Shailendra Chauhan" userId="a7d3133f-e197-4b90-bf63-99a63a264234" providerId="ADAL" clId="{08A2340F-B291-4254-B4FD-7B8B9932C1C7}" dt="2024-03-22T19:10:58.068" v="6659" actId="1076"/>
          <ac:spMkLst>
            <pc:docMk/>
            <pc:sldMk cId="3475111807" sldId="591"/>
            <ac:spMk id="6" creationId="{721299F2-A610-C494-8666-4B49399422FA}"/>
          </ac:spMkLst>
        </pc:spChg>
        <pc:spChg chg="add mod">
          <ac:chgData name="Shailendra Chauhan" userId="a7d3133f-e197-4b90-bf63-99a63a264234" providerId="ADAL" clId="{08A2340F-B291-4254-B4FD-7B8B9932C1C7}" dt="2024-03-23T08:11:45.338" v="7082" actId="1076"/>
          <ac:spMkLst>
            <pc:docMk/>
            <pc:sldMk cId="3475111807" sldId="591"/>
            <ac:spMk id="7" creationId="{56085126-678A-E817-EC11-2752F543D3B0}"/>
          </ac:spMkLst>
        </pc:spChg>
        <pc:picChg chg="add mod">
          <ac:chgData name="Shailendra Chauhan" userId="a7d3133f-e197-4b90-bf63-99a63a264234" providerId="ADAL" clId="{08A2340F-B291-4254-B4FD-7B8B9932C1C7}" dt="2024-03-23T08:11:45.730" v="7083" actId="1076"/>
          <ac:picMkLst>
            <pc:docMk/>
            <pc:sldMk cId="3475111807" sldId="591"/>
            <ac:picMk id="4" creationId="{005611BA-DA9F-A41D-4C78-09D7FEE8081C}"/>
          </ac:picMkLst>
        </pc:picChg>
        <pc:picChg chg="add mod">
          <ac:chgData name="Shailendra Chauhan" userId="a7d3133f-e197-4b90-bf63-99a63a264234" providerId="ADAL" clId="{08A2340F-B291-4254-B4FD-7B8B9932C1C7}" dt="2024-03-23T08:11:44.998" v="7081" actId="1076"/>
          <ac:picMkLst>
            <pc:docMk/>
            <pc:sldMk cId="3475111807" sldId="591"/>
            <ac:picMk id="5" creationId="{06B3E39A-5B1F-26BB-6542-B3F8C36DA395}"/>
          </ac:picMkLst>
        </pc:picChg>
      </pc:sldChg>
      <pc:sldChg chg="modSp new mod">
        <pc:chgData name="Shailendra Chauhan" userId="a7d3133f-e197-4b90-bf63-99a63a264234" providerId="ADAL" clId="{08A2340F-B291-4254-B4FD-7B8B9932C1C7}" dt="2024-03-22T19:18:53.908" v="6766" actId="20577"/>
        <pc:sldMkLst>
          <pc:docMk/>
          <pc:sldMk cId="2073588271" sldId="592"/>
        </pc:sldMkLst>
        <pc:spChg chg="mod">
          <ac:chgData name="Shailendra Chauhan" userId="a7d3133f-e197-4b90-bf63-99a63a264234" providerId="ADAL" clId="{08A2340F-B291-4254-B4FD-7B8B9932C1C7}" dt="2024-03-22T19:18:53.908" v="6766" actId="20577"/>
          <ac:spMkLst>
            <pc:docMk/>
            <pc:sldMk cId="2073588271" sldId="592"/>
            <ac:spMk id="2" creationId="{85167773-82B5-A7F9-0A32-1E6BB0C7D06A}"/>
          </ac:spMkLst>
        </pc:spChg>
        <pc:spChg chg="mod">
          <ac:chgData name="Shailendra Chauhan" userId="a7d3133f-e197-4b90-bf63-99a63a264234" providerId="ADAL" clId="{08A2340F-B291-4254-B4FD-7B8B9932C1C7}" dt="2024-03-22T19:11:26.396" v="6682" actId="20577"/>
          <ac:spMkLst>
            <pc:docMk/>
            <pc:sldMk cId="2073588271" sldId="592"/>
            <ac:spMk id="3" creationId="{1C3897ED-4B46-CFB8-CDA6-EEE1034C21FE}"/>
          </ac:spMkLst>
        </pc:spChg>
      </pc:sldChg>
      <pc:sldChg chg="addSp modSp new mod">
        <pc:chgData name="Shailendra Chauhan" userId="a7d3133f-e197-4b90-bf63-99a63a264234" providerId="ADAL" clId="{08A2340F-B291-4254-B4FD-7B8B9932C1C7}" dt="2024-03-22T19:22:40.367" v="6836" actId="20577"/>
        <pc:sldMkLst>
          <pc:docMk/>
          <pc:sldMk cId="414671885" sldId="593"/>
        </pc:sldMkLst>
        <pc:spChg chg="mod">
          <ac:chgData name="Shailendra Chauhan" userId="a7d3133f-e197-4b90-bf63-99a63a264234" providerId="ADAL" clId="{08A2340F-B291-4254-B4FD-7B8B9932C1C7}" dt="2024-03-22T19:22:19.846" v="6827" actId="404"/>
          <ac:spMkLst>
            <pc:docMk/>
            <pc:sldMk cId="414671885" sldId="593"/>
            <ac:spMk id="2" creationId="{61AB931C-C139-69F7-DC57-D552DAF2BFB2}"/>
          </ac:spMkLst>
        </pc:spChg>
        <pc:spChg chg="mod">
          <ac:chgData name="Shailendra Chauhan" userId="a7d3133f-e197-4b90-bf63-99a63a264234" providerId="ADAL" clId="{08A2340F-B291-4254-B4FD-7B8B9932C1C7}" dt="2024-03-22T19:22:40.367" v="6836" actId="20577"/>
          <ac:spMkLst>
            <pc:docMk/>
            <pc:sldMk cId="414671885" sldId="593"/>
            <ac:spMk id="3" creationId="{E97F4C62-B553-2D53-7C9F-D7FECEBB5C93}"/>
          </ac:spMkLst>
        </pc:spChg>
        <pc:spChg chg="add mod">
          <ac:chgData name="Shailendra Chauhan" userId="a7d3133f-e197-4b90-bf63-99a63a264234" providerId="ADAL" clId="{08A2340F-B291-4254-B4FD-7B8B9932C1C7}" dt="2024-03-22T19:22:35.756" v="6830" actId="1076"/>
          <ac:spMkLst>
            <pc:docMk/>
            <pc:sldMk cId="414671885" sldId="593"/>
            <ac:spMk id="4" creationId="{10081DD1-E307-08E7-51BE-C5132FFBA820}"/>
          </ac:spMkLst>
        </pc:spChg>
        <pc:picChg chg="add mod">
          <ac:chgData name="Shailendra Chauhan" userId="a7d3133f-e197-4b90-bf63-99a63a264234" providerId="ADAL" clId="{08A2340F-B291-4254-B4FD-7B8B9932C1C7}" dt="2024-03-22T19:22:23.987" v="6828" actId="14100"/>
          <ac:picMkLst>
            <pc:docMk/>
            <pc:sldMk cId="414671885" sldId="593"/>
            <ac:picMk id="1026" creationId="{38C35501-B57B-D8D7-B624-4068822B5EEE}"/>
          </ac:picMkLst>
        </pc:picChg>
      </pc:sldChg>
      <pc:sldChg chg="modSp new mod">
        <pc:chgData name="Shailendra Chauhan" userId="a7d3133f-e197-4b90-bf63-99a63a264234" providerId="ADAL" clId="{08A2340F-B291-4254-B4FD-7B8B9932C1C7}" dt="2024-03-22T19:24:48.476" v="6908" actId="20577"/>
        <pc:sldMkLst>
          <pc:docMk/>
          <pc:sldMk cId="116575446" sldId="594"/>
        </pc:sldMkLst>
        <pc:spChg chg="mod">
          <ac:chgData name="Shailendra Chauhan" userId="a7d3133f-e197-4b90-bf63-99a63a264234" providerId="ADAL" clId="{08A2340F-B291-4254-B4FD-7B8B9932C1C7}" dt="2024-03-22T19:24:48.476" v="6908" actId="20577"/>
          <ac:spMkLst>
            <pc:docMk/>
            <pc:sldMk cId="116575446" sldId="594"/>
            <ac:spMk id="2" creationId="{72BBCC1C-D5FB-66F4-BEE0-5B6687021762}"/>
          </ac:spMkLst>
        </pc:spChg>
        <pc:spChg chg="mod">
          <ac:chgData name="Shailendra Chauhan" userId="a7d3133f-e197-4b90-bf63-99a63a264234" providerId="ADAL" clId="{08A2340F-B291-4254-B4FD-7B8B9932C1C7}" dt="2024-03-22T19:23:14.209" v="6882" actId="20577"/>
          <ac:spMkLst>
            <pc:docMk/>
            <pc:sldMk cId="116575446" sldId="594"/>
            <ac:spMk id="3" creationId="{46A23890-ED2D-8AD5-54FD-2E5339E6FA40}"/>
          </ac:spMkLst>
        </pc:spChg>
      </pc:sldChg>
      <pc:sldChg chg="modSp new mod">
        <pc:chgData name="Shailendra Chauhan" userId="a7d3133f-e197-4b90-bf63-99a63a264234" providerId="ADAL" clId="{08A2340F-B291-4254-B4FD-7B8B9932C1C7}" dt="2024-03-22T19:27:43.494" v="6957" actId="20577"/>
        <pc:sldMkLst>
          <pc:docMk/>
          <pc:sldMk cId="2763267385" sldId="595"/>
        </pc:sldMkLst>
        <pc:spChg chg="mod">
          <ac:chgData name="Shailendra Chauhan" userId="a7d3133f-e197-4b90-bf63-99a63a264234" providerId="ADAL" clId="{08A2340F-B291-4254-B4FD-7B8B9932C1C7}" dt="2024-03-22T19:27:43.494" v="6957" actId="20577"/>
          <ac:spMkLst>
            <pc:docMk/>
            <pc:sldMk cId="2763267385" sldId="595"/>
            <ac:spMk id="2" creationId="{6D5E6C3A-A373-BC94-C738-B5EAEC9479C8}"/>
          </ac:spMkLst>
        </pc:spChg>
        <pc:spChg chg="mod">
          <ac:chgData name="Shailendra Chauhan" userId="a7d3133f-e197-4b90-bf63-99a63a264234" providerId="ADAL" clId="{08A2340F-B291-4254-B4FD-7B8B9932C1C7}" dt="2024-03-22T19:25:27.236" v="6910"/>
          <ac:spMkLst>
            <pc:docMk/>
            <pc:sldMk cId="2763267385" sldId="595"/>
            <ac:spMk id="3" creationId="{7DA48FB7-C08B-10E8-45F9-EACE2D908493}"/>
          </ac:spMkLst>
        </pc:spChg>
      </pc:sldChg>
      <pc:sldChg chg="modSp new mod">
        <pc:chgData name="Shailendra Chauhan" userId="a7d3133f-e197-4b90-bf63-99a63a264234" providerId="ADAL" clId="{08A2340F-B291-4254-B4FD-7B8B9932C1C7}" dt="2024-03-22T19:30:45.036" v="7024"/>
        <pc:sldMkLst>
          <pc:docMk/>
          <pc:sldMk cId="3215237770" sldId="596"/>
        </pc:sldMkLst>
        <pc:spChg chg="mod">
          <ac:chgData name="Shailendra Chauhan" userId="a7d3133f-e197-4b90-bf63-99a63a264234" providerId="ADAL" clId="{08A2340F-B291-4254-B4FD-7B8B9932C1C7}" dt="2024-03-22T19:30:34.811" v="7023" actId="14100"/>
          <ac:spMkLst>
            <pc:docMk/>
            <pc:sldMk cId="3215237770" sldId="596"/>
            <ac:spMk id="2" creationId="{39C3D89D-4A67-33CA-C134-561208C30BCC}"/>
          </ac:spMkLst>
        </pc:spChg>
        <pc:spChg chg="mod">
          <ac:chgData name="Shailendra Chauhan" userId="a7d3133f-e197-4b90-bf63-99a63a264234" providerId="ADAL" clId="{08A2340F-B291-4254-B4FD-7B8B9932C1C7}" dt="2024-03-22T19:30:45.036" v="7024"/>
          <ac:spMkLst>
            <pc:docMk/>
            <pc:sldMk cId="3215237770" sldId="596"/>
            <ac:spMk id="3" creationId="{A2574CF6-53E9-9536-2BCD-18C1A60C9319}"/>
          </ac:spMkLst>
        </pc:spChg>
      </pc:sldChg>
      <pc:sldChg chg="modSp mod">
        <pc:chgData name="Shailendra Chauhan" userId="a7d3133f-e197-4b90-bf63-99a63a264234" providerId="ADAL" clId="{08A2340F-B291-4254-B4FD-7B8B9932C1C7}" dt="2024-03-23T08:06:59.832" v="7044" actId="1076"/>
        <pc:sldMkLst>
          <pc:docMk/>
          <pc:sldMk cId="1687401671" sldId="597"/>
        </pc:sldMkLst>
        <pc:picChg chg="mod">
          <ac:chgData name="Shailendra Chauhan" userId="a7d3133f-e197-4b90-bf63-99a63a264234" providerId="ADAL" clId="{08A2340F-B291-4254-B4FD-7B8B9932C1C7}" dt="2024-03-23T08:06:59.832" v="7044" actId="1076"/>
          <ac:picMkLst>
            <pc:docMk/>
            <pc:sldMk cId="1687401671" sldId="597"/>
            <ac:picMk id="8" creationId="{D0506571-BCC3-C987-CAD8-B81A16073741}"/>
          </ac:picMkLst>
        </pc:picChg>
        <pc:picChg chg="mod">
          <ac:chgData name="Shailendra Chauhan" userId="a7d3133f-e197-4b90-bf63-99a63a264234" providerId="ADAL" clId="{08A2340F-B291-4254-B4FD-7B8B9932C1C7}" dt="2024-03-23T08:06:52.514" v="7041" actId="1076"/>
          <ac:picMkLst>
            <pc:docMk/>
            <pc:sldMk cId="1687401671" sldId="597"/>
            <ac:picMk id="10" creationId="{2B5302FC-6248-D331-DEE9-D950BB8CA3F2}"/>
          </ac:picMkLst>
        </pc:picChg>
      </pc:sldChg>
      <pc:sldChg chg="modSp new mod">
        <pc:chgData name="Shailendra Chauhan" userId="a7d3133f-e197-4b90-bf63-99a63a264234" providerId="ADAL" clId="{08A2340F-B291-4254-B4FD-7B8B9932C1C7}" dt="2024-03-23T08:01:24.618" v="7035" actId="123"/>
        <pc:sldMkLst>
          <pc:docMk/>
          <pc:sldMk cId="4277332066" sldId="598"/>
        </pc:sldMkLst>
        <pc:spChg chg="mod">
          <ac:chgData name="Shailendra Chauhan" userId="a7d3133f-e197-4b90-bf63-99a63a264234" providerId="ADAL" clId="{08A2340F-B291-4254-B4FD-7B8B9932C1C7}" dt="2024-03-23T08:01:24.618" v="7035" actId="123"/>
          <ac:spMkLst>
            <pc:docMk/>
            <pc:sldMk cId="4277332066" sldId="598"/>
            <ac:spMk id="2" creationId="{702D7791-FEB3-0F72-A19B-82AB92C3C002}"/>
          </ac:spMkLst>
        </pc:spChg>
        <pc:spChg chg="mod">
          <ac:chgData name="Shailendra Chauhan" userId="a7d3133f-e197-4b90-bf63-99a63a264234" providerId="ADAL" clId="{08A2340F-B291-4254-B4FD-7B8B9932C1C7}" dt="2024-03-23T08:01:10.685" v="7031"/>
          <ac:spMkLst>
            <pc:docMk/>
            <pc:sldMk cId="4277332066" sldId="598"/>
            <ac:spMk id="3" creationId="{7B25CD1D-826A-75DE-7072-2A8D2A4BE4FF}"/>
          </ac:spMkLst>
        </pc:spChg>
      </pc:sldChg>
      <pc:sldChg chg="del">
        <pc:chgData name="Shailendra Chauhan" userId="a7d3133f-e197-4b90-bf63-99a63a264234" providerId="ADAL" clId="{08A2340F-B291-4254-B4FD-7B8B9932C1C7}" dt="2024-03-09T10:47:43.925" v="48" actId="2696"/>
        <pc:sldMkLst>
          <pc:docMk/>
          <pc:sldMk cId="3012922482" sldId="2147469481"/>
        </pc:sldMkLst>
      </pc:sldChg>
      <pc:sldChg chg="del">
        <pc:chgData name="Shailendra Chauhan" userId="a7d3133f-e197-4b90-bf63-99a63a264234" providerId="ADAL" clId="{08A2340F-B291-4254-B4FD-7B8B9932C1C7}" dt="2024-03-09T10:47:43.925" v="48" actId="2696"/>
        <pc:sldMkLst>
          <pc:docMk/>
          <pc:sldMk cId="1329547788" sldId="2147469482"/>
        </pc:sldMkLst>
      </pc:sldChg>
      <pc:sldChg chg="del">
        <pc:chgData name="Shailendra Chauhan" userId="a7d3133f-e197-4b90-bf63-99a63a264234" providerId="ADAL" clId="{08A2340F-B291-4254-B4FD-7B8B9932C1C7}" dt="2024-03-09T10:47:43.925" v="48" actId="2696"/>
        <pc:sldMkLst>
          <pc:docMk/>
          <pc:sldMk cId="736651118" sldId="2147469483"/>
        </pc:sldMkLst>
      </pc:sldChg>
      <pc:sldChg chg="del">
        <pc:chgData name="Shailendra Chauhan" userId="a7d3133f-e197-4b90-bf63-99a63a264234" providerId="ADAL" clId="{08A2340F-B291-4254-B4FD-7B8B9932C1C7}" dt="2024-03-09T10:47:43.925" v="48" actId="2696"/>
        <pc:sldMkLst>
          <pc:docMk/>
          <pc:sldMk cId="2628369785" sldId="2147469484"/>
        </pc:sldMkLst>
      </pc:sldChg>
      <pc:sldChg chg="del">
        <pc:chgData name="Shailendra Chauhan" userId="a7d3133f-e197-4b90-bf63-99a63a264234" providerId="ADAL" clId="{08A2340F-B291-4254-B4FD-7B8B9932C1C7}" dt="2024-03-09T10:47:43.925" v="48" actId="2696"/>
        <pc:sldMkLst>
          <pc:docMk/>
          <pc:sldMk cId="320449755" sldId="2147469485"/>
        </pc:sldMkLst>
      </pc:sldChg>
      <pc:sldChg chg="del">
        <pc:chgData name="Shailendra Chauhan" userId="a7d3133f-e197-4b90-bf63-99a63a264234" providerId="ADAL" clId="{08A2340F-B291-4254-B4FD-7B8B9932C1C7}" dt="2024-03-09T10:47:43.925" v="48" actId="2696"/>
        <pc:sldMkLst>
          <pc:docMk/>
          <pc:sldMk cId="1494691065" sldId="2147469486"/>
        </pc:sldMkLst>
      </pc:sldChg>
      <pc:sldChg chg="del">
        <pc:chgData name="Shailendra Chauhan" userId="a7d3133f-e197-4b90-bf63-99a63a264234" providerId="ADAL" clId="{08A2340F-B291-4254-B4FD-7B8B9932C1C7}" dt="2024-03-09T10:47:43.925" v="48" actId="2696"/>
        <pc:sldMkLst>
          <pc:docMk/>
          <pc:sldMk cId="178977462" sldId="2147469487"/>
        </pc:sldMkLst>
      </pc:sldChg>
      <pc:sldChg chg="del">
        <pc:chgData name="Shailendra Chauhan" userId="a7d3133f-e197-4b90-bf63-99a63a264234" providerId="ADAL" clId="{08A2340F-B291-4254-B4FD-7B8B9932C1C7}" dt="2024-03-09T10:47:43.925" v="48" actId="2696"/>
        <pc:sldMkLst>
          <pc:docMk/>
          <pc:sldMk cId="126659372" sldId="2147469488"/>
        </pc:sldMkLst>
      </pc:sldChg>
      <pc:sldChg chg="del">
        <pc:chgData name="Shailendra Chauhan" userId="a7d3133f-e197-4b90-bf63-99a63a264234" providerId="ADAL" clId="{08A2340F-B291-4254-B4FD-7B8B9932C1C7}" dt="2024-03-09T10:47:43.925" v="48" actId="2696"/>
        <pc:sldMkLst>
          <pc:docMk/>
          <pc:sldMk cId="3549898700" sldId="2147469489"/>
        </pc:sldMkLst>
      </pc:sldChg>
      <pc:sldChg chg="del">
        <pc:chgData name="Shailendra Chauhan" userId="a7d3133f-e197-4b90-bf63-99a63a264234" providerId="ADAL" clId="{08A2340F-B291-4254-B4FD-7B8B9932C1C7}" dt="2024-03-09T10:47:43.925" v="48" actId="2696"/>
        <pc:sldMkLst>
          <pc:docMk/>
          <pc:sldMk cId="1183596658" sldId="2147469490"/>
        </pc:sldMkLst>
      </pc:sldChg>
      <pc:sldChg chg="del">
        <pc:chgData name="Shailendra Chauhan" userId="a7d3133f-e197-4b90-bf63-99a63a264234" providerId="ADAL" clId="{08A2340F-B291-4254-B4FD-7B8B9932C1C7}" dt="2024-03-09T10:47:43.925" v="48" actId="2696"/>
        <pc:sldMkLst>
          <pc:docMk/>
          <pc:sldMk cId="2683016822" sldId="2147469491"/>
        </pc:sldMkLst>
      </pc:sldChg>
      <pc:sldChg chg="del">
        <pc:chgData name="Shailendra Chauhan" userId="a7d3133f-e197-4b90-bf63-99a63a264234" providerId="ADAL" clId="{08A2340F-B291-4254-B4FD-7B8B9932C1C7}" dt="2024-03-09T10:47:43.925" v="48" actId="2696"/>
        <pc:sldMkLst>
          <pc:docMk/>
          <pc:sldMk cId="2075187817" sldId="2147469492"/>
        </pc:sldMkLst>
      </pc:sldChg>
      <pc:sldChg chg="del">
        <pc:chgData name="Shailendra Chauhan" userId="a7d3133f-e197-4b90-bf63-99a63a264234" providerId="ADAL" clId="{08A2340F-B291-4254-B4FD-7B8B9932C1C7}" dt="2024-03-09T10:47:43.925" v="48" actId="2696"/>
        <pc:sldMkLst>
          <pc:docMk/>
          <pc:sldMk cId="3746043249" sldId="2147469493"/>
        </pc:sldMkLst>
      </pc:sldChg>
      <pc:sldChg chg="del">
        <pc:chgData name="Shailendra Chauhan" userId="a7d3133f-e197-4b90-bf63-99a63a264234" providerId="ADAL" clId="{08A2340F-B291-4254-B4FD-7B8B9932C1C7}" dt="2024-03-09T10:47:43.925" v="48" actId="2696"/>
        <pc:sldMkLst>
          <pc:docMk/>
          <pc:sldMk cId="2238685126" sldId="2147469494"/>
        </pc:sldMkLst>
      </pc:sldChg>
      <pc:sldChg chg="del">
        <pc:chgData name="Shailendra Chauhan" userId="a7d3133f-e197-4b90-bf63-99a63a264234" providerId="ADAL" clId="{08A2340F-B291-4254-B4FD-7B8B9932C1C7}" dt="2024-03-09T10:47:43.925" v="48" actId="2696"/>
        <pc:sldMkLst>
          <pc:docMk/>
          <pc:sldMk cId="506694691" sldId="2147469495"/>
        </pc:sldMkLst>
      </pc:sldChg>
      <pc:sldChg chg="del">
        <pc:chgData name="Shailendra Chauhan" userId="a7d3133f-e197-4b90-bf63-99a63a264234" providerId="ADAL" clId="{08A2340F-B291-4254-B4FD-7B8B9932C1C7}" dt="2024-03-09T10:47:43.925" v="48" actId="2696"/>
        <pc:sldMkLst>
          <pc:docMk/>
          <pc:sldMk cId="3100357693" sldId="2147469496"/>
        </pc:sldMkLst>
      </pc:sldChg>
      <pc:sldChg chg="del">
        <pc:chgData name="Shailendra Chauhan" userId="a7d3133f-e197-4b90-bf63-99a63a264234" providerId="ADAL" clId="{08A2340F-B291-4254-B4FD-7B8B9932C1C7}" dt="2024-03-09T10:47:43.925" v="48" actId="2696"/>
        <pc:sldMkLst>
          <pc:docMk/>
          <pc:sldMk cId="3291772777" sldId="2147469497"/>
        </pc:sldMkLst>
      </pc:sldChg>
      <pc:sldChg chg="del">
        <pc:chgData name="Shailendra Chauhan" userId="a7d3133f-e197-4b90-bf63-99a63a264234" providerId="ADAL" clId="{08A2340F-B291-4254-B4FD-7B8B9932C1C7}" dt="2024-03-09T10:47:43.925" v="48" actId="2696"/>
        <pc:sldMkLst>
          <pc:docMk/>
          <pc:sldMk cId="3213235310" sldId="2147469498"/>
        </pc:sldMkLst>
      </pc:sldChg>
      <pc:sldChg chg="del">
        <pc:chgData name="Shailendra Chauhan" userId="a7d3133f-e197-4b90-bf63-99a63a264234" providerId="ADAL" clId="{08A2340F-B291-4254-B4FD-7B8B9932C1C7}" dt="2024-03-09T10:47:43.925" v="48" actId="2696"/>
        <pc:sldMkLst>
          <pc:docMk/>
          <pc:sldMk cId="1642847206" sldId="2147469499"/>
        </pc:sldMkLst>
      </pc:sldChg>
      <pc:sldChg chg="del">
        <pc:chgData name="Shailendra Chauhan" userId="a7d3133f-e197-4b90-bf63-99a63a264234" providerId="ADAL" clId="{08A2340F-B291-4254-B4FD-7B8B9932C1C7}" dt="2024-03-09T10:47:43.925" v="48" actId="2696"/>
        <pc:sldMkLst>
          <pc:docMk/>
          <pc:sldMk cId="69496446" sldId="2147469500"/>
        </pc:sldMkLst>
      </pc:sldChg>
      <pc:sldChg chg="del">
        <pc:chgData name="Shailendra Chauhan" userId="a7d3133f-e197-4b90-bf63-99a63a264234" providerId="ADAL" clId="{08A2340F-B291-4254-B4FD-7B8B9932C1C7}" dt="2024-03-09T10:47:43.925" v="48" actId="2696"/>
        <pc:sldMkLst>
          <pc:docMk/>
          <pc:sldMk cId="1181312397" sldId="2147469501"/>
        </pc:sldMkLst>
      </pc:sldChg>
      <pc:sldMasterChg chg="delSp mod">
        <pc:chgData name="Shailendra Chauhan" userId="a7d3133f-e197-4b90-bf63-99a63a264234" providerId="ADAL" clId="{08A2340F-B291-4254-B4FD-7B8B9932C1C7}" dt="2024-03-16T06:23:19.084" v="2060" actId="21"/>
        <pc:sldMasterMkLst>
          <pc:docMk/>
          <pc:sldMasterMk cId="3873625259" sldId="2147483676"/>
        </pc:sldMasterMkLst>
        <pc:spChg chg="del">
          <ac:chgData name="Shailendra Chauhan" userId="a7d3133f-e197-4b90-bf63-99a63a264234" providerId="ADAL" clId="{08A2340F-B291-4254-B4FD-7B8B9932C1C7}" dt="2024-03-16T06:23:19.084" v="2060" actId="21"/>
          <ac:spMkLst>
            <pc:docMk/>
            <pc:sldMasterMk cId="3873625259" sldId="2147483676"/>
            <ac:spMk id="2" creationId="{EAB23353-AC87-47E7-BD54-928306F48010}"/>
          </ac:spMkLst>
        </pc:spChg>
      </pc:sldMasterChg>
    </pc:docChg>
  </pc:docChgLst>
  <pc:docChgLst>
    <pc:chgData name="Shailendra Chauhan" userId="a7d3133f-e197-4b90-bf63-99a63a264234" providerId="ADAL" clId="{D567D9E8-206E-4891-A305-C15A70C1A4A1}"/>
    <pc:docChg chg="undo redo custSel addSld delSld modSld">
      <pc:chgData name="Shailendra Chauhan" userId="a7d3133f-e197-4b90-bf63-99a63a264234" providerId="ADAL" clId="{D567D9E8-206E-4891-A305-C15A70C1A4A1}" dt="2024-03-09T10:43:46.393" v="2367" actId="1076"/>
      <pc:docMkLst>
        <pc:docMk/>
      </pc:docMkLst>
      <pc:sldChg chg="addSp modSp del mod modTransition modClrScheme modAnim chgLayout">
        <pc:chgData name="Shailendra Chauhan" userId="a7d3133f-e197-4b90-bf63-99a63a264234" providerId="ADAL" clId="{D567D9E8-206E-4891-A305-C15A70C1A4A1}" dt="2024-03-09T10:26:40.829" v="2175" actId="2696"/>
        <pc:sldMkLst>
          <pc:docMk/>
          <pc:sldMk cId="3512944171" sldId="506"/>
        </pc:sldMkLst>
        <pc:spChg chg="mod">
          <ac:chgData name="Shailendra Chauhan" userId="a7d3133f-e197-4b90-bf63-99a63a264234" providerId="ADAL" clId="{D567D9E8-206E-4891-A305-C15A70C1A4A1}" dt="2024-03-08T18:44:59.458" v="1071" actId="20577"/>
          <ac:spMkLst>
            <pc:docMk/>
            <pc:sldMk cId="3512944171" sldId="506"/>
            <ac:spMk id="2" creationId="{00000000-0000-0000-0000-000000000000}"/>
          </ac:spMkLst>
        </pc:spChg>
        <pc:spChg chg="mod ord">
          <ac:chgData name="Shailendra Chauhan" userId="a7d3133f-e197-4b90-bf63-99a63a264234" providerId="ADAL" clId="{D567D9E8-206E-4891-A305-C15A70C1A4A1}" dt="2024-03-08T18:44:34.771" v="1066" actId="14100"/>
          <ac:spMkLst>
            <pc:docMk/>
            <pc:sldMk cId="3512944171" sldId="506"/>
            <ac:spMk id="3" creationId="{00000000-0000-0000-0000-000000000000}"/>
          </ac:spMkLst>
        </pc:spChg>
        <pc:spChg chg="add mod">
          <ac:chgData name="Shailendra Chauhan" userId="a7d3133f-e197-4b90-bf63-99a63a264234" providerId="ADAL" clId="{D567D9E8-206E-4891-A305-C15A70C1A4A1}" dt="2024-03-08T18:45:21.388" v="1082" actId="14100"/>
          <ac:spMkLst>
            <pc:docMk/>
            <pc:sldMk cId="3512944171" sldId="506"/>
            <ac:spMk id="7" creationId="{D42FD405-21A5-72D4-7FEF-3818D907D033}"/>
          </ac:spMkLst>
        </pc:spChg>
        <pc:picChg chg="add mod">
          <ac:chgData name="Shailendra Chauhan" userId="a7d3133f-e197-4b90-bf63-99a63a264234" providerId="ADAL" clId="{D567D9E8-206E-4891-A305-C15A70C1A4A1}" dt="2024-03-08T18:44:48.885" v="1067" actId="1076"/>
          <ac:picMkLst>
            <pc:docMk/>
            <pc:sldMk cId="3512944171" sldId="506"/>
            <ac:picMk id="5" creationId="{4CBAD1D4-CBFA-E839-933B-40FF8E63AAC1}"/>
          </ac:picMkLst>
        </pc:picChg>
      </pc:sldChg>
      <pc:sldChg chg="del">
        <pc:chgData name="Shailendra Chauhan" userId="a7d3133f-e197-4b90-bf63-99a63a264234" providerId="ADAL" clId="{D567D9E8-206E-4891-A305-C15A70C1A4A1}" dt="2024-03-08T18:41:33.427" v="995" actId="2696"/>
        <pc:sldMkLst>
          <pc:docMk/>
          <pc:sldMk cId="1037121074" sldId="518"/>
        </pc:sldMkLst>
      </pc:sldChg>
      <pc:sldChg chg="modSp mod">
        <pc:chgData name="Shailendra Chauhan" userId="a7d3133f-e197-4b90-bf63-99a63a264234" providerId="ADAL" clId="{D567D9E8-206E-4891-A305-C15A70C1A4A1}" dt="2024-03-09T10:29:38.810" v="2259"/>
        <pc:sldMkLst>
          <pc:docMk/>
          <pc:sldMk cId="3384716785" sldId="522"/>
        </pc:sldMkLst>
        <pc:spChg chg="mod">
          <ac:chgData name="Shailendra Chauhan" userId="a7d3133f-e197-4b90-bf63-99a63a264234" providerId="ADAL" clId="{D567D9E8-206E-4891-A305-C15A70C1A4A1}" dt="2024-03-09T10:29:38.810" v="2259"/>
          <ac:spMkLst>
            <pc:docMk/>
            <pc:sldMk cId="3384716785" sldId="522"/>
            <ac:spMk id="3" creationId="{A82E5C18-6CBA-896A-CD99-78160F4D2AF0}"/>
          </ac:spMkLst>
        </pc:spChg>
        <pc:spChg chg="mod">
          <ac:chgData name="Shailendra Chauhan" userId="a7d3133f-e197-4b90-bf63-99a63a264234" providerId="ADAL" clId="{D567D9E8-206E-4891-A305-C15A70C1A4A1}" dt="2024-03-09T10:28:09.665" v="2202" actId="27636"/>
          <ac:spMkLst>
            <pc:docMk/>
            <pc:sldMk cId="3384716785" sldId="522"/>
            <ac:spMk id="4" creationId="{5D5BAAD7-C5EB-DB6B-6CD5-91EAF15D743C}"/>
          </ac:spMkLst>
        </pc:spChg>
      </pc:sldChg>
      <pc:sldChg chg="del">
        <pc:chgData name="Shailendra Chauhan" userId="a7d3133f-e197-4b90-bf63-99a63a264234" providerId="ADAL" clId="{D567D9E8-206E-4891-A305-C15A70C1A4A1}" dt="2024-03-08T18:41:33.427" v="995" actId="2696"/>
        <pc:sldMkLst>
          <pc:docMk/>
          <pc:sldMk cId="2935051063" sldId="589"/>
        </pc:sldMkLst>
      </pc:sldChg>
      <pc:sldChg chg="del">
        <pc:chgData name="Shailendra Chauhan" userId="a7d3133f-e197-4b90-bf63-99a63a264234" providerId="ADAL" clId="{D567D9E8-206E-4891-A305-C15A70C1A4A1}" dt="2024-03-08T18:41:33.427" v="995" actId="2696"/>
        <pc:sldMkLst>
          <pc:docMk/>
          <pc:sldMk cId="0" sldId="3767"/>
        </pc:sldMkLst>
      </pc:sldChg>
      <pc:sldChg chg="del">
        <pc:chgData name="Shailendra Chauhan" userId="a7d3133f-e197-4b90-bf63-99a63a264234" providerId="ADAL" clId="{D567D9E8-206E-4891-A305-C15A70C1A4A1}" dt="2024-03-08T18:41:33.427" v="995" actId="2696"/>
        <pc:sldMkLst>
          <pc:docMk/>
          <pc:sldMk cId="777719674" sldId="2147469470"/>
        </pc:sldMkLst>
      </pc:sldChg>
      <pc:sldChg chg="del">
        <pc:chgData name="Shailendra Chauhan" userId="a7d3133f-e197-4b90-bf63-99a63a264234" providerId="ADAL" clId="{D567D9E8-206E-4891-A305-C15A70C1A4A1}" dt="2024-03-08T18:41:33.427" v="995" actId="2696"/>
        <pc:sldMkLst>
          <pc:docMk/>
          <pc:sldMk cId="1146004687" sldId="2147469471"/>
        </pc:sldMkLst>
      </pc:sldChg>
      <pc:sldChg chg="del">
        <pc:chgData name="Shailendra Chauhan" userId="a7d3133f-e197-4b90-bf63-99a63a264234" providerId="ADAL" clId="{D567D9E8-206E-4891-A305-C15A70C1A4A1}" dt="2024-03-08T18:06:37.175" v="0" actId="2696"/>
        <pc:sldMkLst>
          <pc:docMk/>
          <pc:sldMk cId="1033391124" sldId="2147469472"/>
        </pc:sldMkLst>
      </pc:sldChg>
      <pc:sldChg chg="del">
        <pc:chgData name="Shailendra Chauhan" userId="a7d3133f-e197-4b90-bf63-99a63a264234" providerId="ADAL" clId="{D567D9E8-206E-4891-A305-C15A70C1A4A1}" dt="2024-03-08T18:41:33.427" v="995" actId="2696"/>
        <pc:sldMkLst>
          <pc:docMk/>
          <pc:sldMk cId="2153596904" sldId="2147469478"/>
        </pc:sldMkLst>
      </pc:sldChg>
      <pc:sldChg chg="del">
        <pc:chgData name="Shailendra Chauhan" userId="a7d3133f-e197-4b90-bf63-99a63a264234" providerId="ADAL" clId="{D567D9E8-206E-4891-A305-C15A70C1A4A1}" dt="2024-03-08T18:41:33.427" v="995" actId="2696"/>
        <pc:sldMkLst>
          <pc:docMk/>
          <pc:sldMk cId="4068494065" sldId="2147469480"/>
        </pc:sldMkLst>
      </pc:sldChg>
      <pc:sldChg chg="addSp delSp modSp new mod modClrScheme chgLayout modNotesTx">
        <pc:chgData name="Shailendra Chauhan" userId="a7d3133f-e197-4b90-bf63-99a63a264234" providerId="ADAL" clId="{D567D9E8-206E-4891-A305-C15A70C1A4A1}" dt="2024-03-09T10:33:53.215" v="2314" actId="113"/>
        <pc:sldMkLst>
          <pc:docMk/>
          <pc:sldMk cId="3012922482" sldId="2147469481"/>
        </pc:sldMkLst>
        <pc:spChg chg="del">
          <ac:chgData name="Shailendra Chauhan" userId="a7d3133f-e197-4b90-bf63-99a63a264234" providerId="ADAL" clId="{D567D9E8-206E-4891-A305-C15A70C1A4A1}" dt="2024-03-08T18:07:58.791" v="41" actId="700"/>
          <ac:spMkLst>
            <pc:docMk/>
            <pc:sldMk cId="3012922482" sldId="2147469481"/>
            <ac:spMk id="2" creationId="{543814A0-2AAF-F2A7-4408-C356CD8363A5}"/>
          </ac:spMkLst>
        </pc:spChg>
        <pc:spChg chg="del mod ord">
          <ac:chgData name="Shailendra Chauhan" userId="a7d3133f-e197-4b90-bf63-99a63a264234" providerId="ADAL" clId="{D567D9E8-206E-4891-A305-C15A70C1A4A1}" dt="2024-03-08T18:07:58.791" v="41" actId="700"/>
          <ac:spMkLst>
            <pc:docMk/>
            <pc:sldMk cId="3012922482" sldId="2147469481"/>
            <ac:spMk id="3" creationId="{3BF2FCAF-FB09-7857-AA5D-E0F45C177218}"/>
          </ac:spMkLst>
        </pc:spChg>
        <pc:spChg chg="del mod ord">
          <ac:chgData name="Shailendra Chauhan" userId="a7d3133f-e197-4b90-bf63-99a63a264234" providerId="ADAL" clId="{D567D9E8-206E-4891-A305-C15A70C1A4A1}" dt="2024-03-08T18:07:58.791" v="41" actId="700"/>
          <ac:spMkLst>
            <pc:docMk/>
            <pc:sldMk cId="3012922482" sldId="2147469481"/>
            <ac:spMk id="4" creationId="{62A0F0E7-F85D-D9DA-BE3D-B6C0CC92C239}"/>
          </ac:spMkLst>
        </pc:spChg>
        <pc:spChg chg="add mod ord">
          <ac:chgData name="Shailendra Chauhan" userId="a7d3133f-e197-4b90-bf63-99a63a264234" providerId="ADAL" clId="{D567D9E8-206E-4891-A305-C15A70C1A4A1}" dt="2024-03-09T10:33:53.215" v="2314" actId="113"/>
          <ac:spMkLst>
            <pc:docMk/>
            <pc:sldMk cId="3012922482" sldId="2147469481"/>
            <ac:spMk id="5" creationId="{3B5AA0AF-524F-18E6-D362-20886642E7C4}"/>
          </ac:spMkLst>
        </pc:spChg>
        <pc:spChg chg="add mod ord">
          <ac:chgData name="Shailendra Chauhan" userId="a7d3133f-e197-4b90-bf63-99a63a264234" providerId="ADAL" clId="{D567D9E8-206E-4891-A305-C15A70C1A4A1}" dt="2024-03-09T10:30:08.696" v="2266" actId="20577"/>
          <ac:spMkLst>
            <pc:docMk/>
            <pc:sldMk cId="3012922482" sldId="2147469481"/>
            <ac:spMk id="6" creationId="{ACD77679-165E-EAE8-DB7E-E6B54D86F2F9}"/>
          </ac:spMkLst>
        </pc:spChg>
      </pc:sldChg>
      <pc:sldChg chg="modSp new mod">
        <pc:chgData name="Shailendra Chauhan" userId="a7d3133f-e197-4b90-bf63-99a63a264234" providerId="ADAL" clId="{D567D9E8-206E-4891-A305-C15A70C1A4A1}" dt="2024-03-09T10:34:11.042" v="2316" actId="113"/>
        <pc:sldMkLst>
          <pc:docMk/>
          <pc:sldMk cId="1329547788" sldId="2147469482"/>
        </pc:sldMkLst>
        <pc:spChg chg="mod">
          <ac:chgData name="Shailendra Chauhan" userId="a7d3133f-e197-4b90-bf63-99a63a264234" providerId="ADAL" clId="{D567D9E8-206E-4891-A305-C15A70C1A4A1}" dt="2024-03-09T10:34:11.042" v="2316" actId="113"/>
          <ac:spMkLst>
            <pc:docMk/>
            <pc:sldMk cId="1329547788" sldId="2147469482"/>
            <ac:spMk id="2" creationId="{39F8A7B9-4F1B-2A1B-DCDE-4127721D2C24}"/>
          </ac:spMkLst>
        </pc:spChg>
        <pc:spChg chg="mod">
          <ac:chgData name="Shailendra Chauhan" userId="a7d3133f-e197-4b90-bf63-99a63a264234" providerId="ADAL" clId="{D567D9E8-206E-4891-A305-C15A70C1A4A1}" dt="2024-03-09T10:24:20.801" v="2147" actId="20577"/>
          <ac:spMkLst>
            <pc:docMk/>
            <pc:sldMk cId="1329547788" sldId="2147469482"/>
            <ac:spMk id="3" creationId="{2A9FA717-3446-4DE6-A6CC-474D087F1847}"/>
          </ac:spMkLst>
        </pc:spChg>
      </pc:sldChg>
      <pc:sldChg chg="modSp add mod">
        <pc:chgData name="Shailendra Chauhan" userId="a7d3133f-e197-4b90-bf63-99a63a264234" providerId="ADAL" clId="{D567D9E8-206E-4891-A305-C15A70C1A4A1}" dt="2024-03-09T10:34:18.724" v="2317" actId="113"/>
        <pc:sldMkLst>
          <pc:docMk/>
          <pc:sldMk cId="736651118" sldId="2147469483"/>
        </pc:sldMkLst>
        <pc:spChg chg="mod">
          <ac:chgData name="Shailendra Chauhan" userId="a7d3133f-e197-4b90-bf63-99a63a264234" providerId="ADAL" clId="{D567D9E8-206E-4891-A305-C15A70C1A4A1}" dt="2024-03-09T10:34:18.724" v="2317" actId="113"/>
          <ac:spMkLst>
            <pc:docMk/>
            <pc:sldMk cId="736651118" sldId="2147469483"/>
            <ac:spMk id="2" creationId="{39F8A7B9-4F1B-2A1B-DCDE-4127721D2C24}"/>
          </ac:spMkLst>
        </pc:spChg>
        <pc:spChg chg="mod">
          <ac:chgData name="Shailendra Chauhan" userId="a7d3133f-e197-4b90-bf63-99a63a264234" providerId="ADAL" clId="{D567D9E8-206E-4891-A305-C15A70C1A4A1}" dt="2024-03-09T10:24:32.411" v="2150" actId="20577"/>
          <ac:spMkLst>
            <pc:docMk/>
            <pc:sldMk cId="736651118" sldId="2147469483"/>
            <ac:spMk id="3" creationId="{2A9FA717-3446-4DE6-A6CC-474D087F1847}"/>
          </ac:spMkLst>
        </pc:spChg>
      </pc:sldChg>
      <pc:sldChg chg="modSp new mod">
        <pc:chgData name="Shailendra Chauhan" userId="a7d3133f-e197-4b90-bf63-99a63a264234" providerId="ADAL" clId="{D567D9E8-206E-4891-A305-C15A70C1A4A1}" dt="2024-03-09T10:24:38.700" v="2153" actId="20577"/>
        <pc:sldMkLst>
          <pc:docMk/>
          <pc:sldMk cId="2628369785" sldId="2147469484"/>
        </pc:sldMkLst>
        <pc:spChg chg="mod">
          <ac:chgData name="Shailendra Chauhan" userId="a7d3133f-e197-4b90-bf63-99a63a264234" providerId="ADAL" clId="{D567D9E8-206E-4891-A305-C15A70C1A4A1}" dt="2024-03-08T18:27:47.598" v="625" actId="14100"/>
          <ac:spMkLst>
            <pc:docMk/>
            <pc:sldMk cId="2628369785" sldId="2147469484"/>
            <ac:spMk id="2" creationId="{DE3994C0-08B6-E8D7-20BD-3707CA38928E}"/>
          </ac:spMkLst>
        </pc:spChg>
        <pc:spChg chg="mod">
          <ac:chgData name="Shailendra Chauhan" userId="a7d3133f-e197-4b90-bf63-99a63a264234" providerId="ADAL" clId="{D567D9E8-206E-4891-A305-C15A70C1A4A1}" dt="2024-03-09T10:24:38.700" v="2153" actId="20577"/>
          <ac:spMkLst>
            <pc:docMk/>
            <pc:sldMk cId="2628369785" sldId="2147469484"/>
            <ac:spMk id="3" creationId="{986A80C2-65A0-6FE2-1F51-019EAC2280F5}"/>
          </ac:spMkLst>
        </pc:spChg>
      </pc:sldChg>
      <pc:sldChg chg="modSp add mod">
        <pc:chgData name="Shailendra Chauhan" userId="a7d3133f-e197-4b90-bf63-99a63a264234" providerId="ADAL" clId="{D567D9E8-206E-4891-A305-C15A70C1A4A1}" dt="2024-03-09T10:24:45.468" v="2155" actId="20577"/>
        <pc:sldMkLst>
          <pc:docMk/>
          <pc:sldMk cId="320449755" sldId="2147469485"/>
        </pc:sldMkLst>
        <pc:spChg chg="mod">
          <ac:chgData name="Shailendra Chauhan" userId="a7d3133f-e197-4b90-bf63-99a63a264234" providerId="ADAL" clId="{D567D9E8-206E-4891-A305-C15A70C1A4A1}" dt="2024-03-08T18:30:42.264" v="705" actId="20577"/>
          <ac:spMkLst>
            <pc:docMk/>
            <pc:sldMk cId="320449755" sldId="2147469485"/>
            <ac:spMk id="2" creationId="{DE3994C0-08B6-E8D7-20BD-3707CA38928E}"/>
          </ac:spMkLst>
        </pc:spChg>
        <pc:spChg chg="mod">
          <ac:chgData name="Shailendra Chauhan" userId="a7d3133f-e197-4b90-bf63-99a63a264234" providerId="ADAL" clId="{D567D9E8-206E-4891-A305-C15A70C1A4A1}" dt="2024-03-09T10:24:45.468" v="2155" actId="20577"/>
          <ac:spMkLst>
            <pc:docMk/>
            <pc:sldMk cId="320449755" sldId="2147469485"/>
            <ac:spMk id="3" creationId="{986A80C2-65A0-6FE2-1F51-019EAC2280F5}"/>
          </ac:spMkLst>
        </pc:spChg>
      </pc:sldChg>
      <pc:sldChg chg="modSp add mod">
        <pc:chgData name="Shailendra Chauhan" userId="a7d3133f-e197-4b90-bf63-99a63a264234" providerId="ADAL" clId="{D567D9E8-206E-4891-A305-C15A70C1A4A1}" dt="2024-03-09T10:24:58.939" v="2157" actId="20577"/>
        <pc:sldMkLst>
          <pc:docMk/>
          <pc:sldMk cId="1494691065" sldId="2147469486"/>
        </pc:sldMkLst>
        <pc:spChg chg="mod">
          <ac:chgData name="Shailendra Chauhan" userId="a7d3133f-e197-4b90-bf63-99a63a264234" providerId="ADAL" clId="{D567D9E8-206E-4891-A305-C15A70C1A4A1}" dt="2024-03-08T18:34:22.538" v="864" actId="20577"/>
          <ac:spMkLst>
            <pc:docMk/>
            <pc:sldMk cId="1494691065" sldId="2147469486"/>
            <ac:spMk id="2" creationId="{DE3994C0-08B6-E8D7-20BD-3707CA38928E}"/>
          </ac:spMkLst>
        </pc:spChg>
        <pc:spChg chg="mod">
          <ac:chgData name="Shailendra Chauhan" userId="a7d3133f-e197-4b90-bf63-99a63a264234" providerId="ADAL" clId="{D567D9E8-206E-4891-A305-C15A70C1A4A1}" dt="2024-03-09T10:24:58.939" v="2157" actId="20577"/>
          <ac:spMkLst>
            <pc:docMk/>
            <pc:sldMk cId="1494691065" sldId="2147469486"/>
            <ac:spMk id="3" creationId="{986A80C2-65A0-6FE2-1F51-019EAC2280F5}"/>
          </ac:spMkLst>
        </pc:spChg>
      </pc:sldChg>
      <pc:sldChg chg="modSp new mod">
        <pc:chgData name="Shailendra Chauhan" userId="a7d3133f-e197-4b90-bf63-99a63a264234" providerId="ADAL" clId="{D567D9E8-206E-4891-A305-C15A70C1A4A1}" dt="2024-03-09T10:24:05.848" v="2144" actId="20577"/>
        <pc:sldMkLst>
          <pc:docMk/>
          <pc:sldMk cId="178977462" sldId="2147469487"/>
        </pc:sldMkLst>
        <pc:spChg chg="mod">
          <ac:chgData name="Shailendra Chauhan" userId="a7d3133f-e197-4b90-bf63-99a63a264234" providerId="ADAL" clId="{D567D9E8-206E-4891-A305-C15A70C1A4A1}" dt="2024-03-08T18:37:37.037" v="943" actId="20577"/>
          <ac:spMkLst>
            <pc:docMk/>
            <pc:sldMk cId="178977462" sldId="2147469487"/>
            <ac:spMk id="2" creationId="{581E4CF1-EF02-1DE2-D13B-B1B400177802}"/>
          </ac:spMkLst>
        </pc:spChg>
        <pc:spChg chg="mod">
          <ac:chgData name="Shailendra Chauhan" userId="a7d3133f-e197-4b90-bf63-99a63a264234" providerId="ADAL" clId="{D567D9E8-206E-4891-A305-C15A70C1A4A1}" dt="2024-03-09T10:24:05.848" v="2144" actId="20577"/>
          <ac:spMkLst>
            <pc:docMk/>
            <pc:sldMk cId="178977462" sldId="2147469487"/>
            <ac:spMk id="3" creationId="{79163025-7691-5F87-09F7-15A083DC62B6}"/>
          </ac:spMkLst>
        </pc:spChg>
      </pc:sldChg>
      <pc:sldChg chg="addSp delSp modSp new mod modClrScheme chgLayout modNotesTx">
        <pc:chgData name="Shailendra Chauhan" userId="a7d3133f-e197-4b90-bf63-99a63a264234" providerId="ADAL" clId="{D567D9E8-206E-4891-A305-C15A70C1A4A1}" dt="2024-03-09T10:35:41.118" v="2322" actId="700"/>
        <pc:sldMkLst>
          <pc:docMk/>
          <pc:sldMk cId="126659372" sldId="2147469488"/>
        </pc:sldMkLst>
        <pc:spChg chg="del">
          <ac:chgData name="Shailendra Chauhan" userId="a7d3133f-e197-4b90-bf63-99a63a264234" providerId="ADAL" clId="{D567D9E8-206E-4891-A305-C15A70C1A4A1}" dt="2024-03-08T18:45:41.802" v="1084" actId="700"/>
          <ac:spMkLst>
            <pc:docMk/>
            <pc:sldMk cId="126659372" sldId="2147469488"/>
            <ac:spMk id="2" creationId="{1F460E68-8EA1-203D-8A54-948D6EE7C51A}"/>
          </ac:spMkLst>
        </pc:spChg>
        <pc:spChg chg="add mod">
          <ac:chgData name="Shailendra Chauhan" userId="a7d3133f-e197-4b90-bf63-99a63a264234" providerId="ADAL" clId="{D567D9E8-206E-4891-A305-C15A70C1A4A1}" dt="2024-03-09T10:26:15.826" v="2173" actId="1076"/>
          <ac:spMkLst>
            <pc:docMk/>
            <pc:sldMk cId="126659372" sldId="2147469488"/>
            <ac:spMk id="3" creationId="{798C9CFC-3D4B-A146-E0B6-CFD4B22795A9}"/>
          </ac:spMkLst>
        </pc:spChg>
        <pc:spChg chg="del mod ord">
          <ac:chgData name="Shailendra Chauhan" userId="a7d3133f-e197-4b90-bf63-99a63a264234" providerId="ADAL" clId="{D567D9E8-206E-4891-A305-C15A70C1A4A1}" dt="2024-03-08T18:45:41.802" v="1084" actId="700"/>
          <ac:spMkLst>
            <pc:docMk/>
            <pc:sldMk cId="126659372" sldId="2147469488"/>
            <ac:spMk id="3" creationId="{B5EB7E99-6A94-B5B3-5135-E7FFD345BE02}"/>
          </ac:spMkLst>
        </pc:spChg>
        <pc:spChg chg="del mod ord">
          <ac:chgData name="Shailendra Chauhan" userId="a7d3133f-e197-4b90-bf63-99a63a264234" providerId="ADAL" clId="{D567D9E8-206E-4891-A305-C15A70C1A4A1}" dt="2024-03-08T18:45:41.802" v="1084" actId="700"/>
          <ac:spMkLst>
            <pc:docMk/>
            <pc:sldMk cId="126659372" sldId="2147469488"/>
            <ac:spMk id="4" creationId="{1B1A60A1-B0ED-2F5A-4C86-E9D18CFE9BEB}"/>
          </ac:spMkLst>
        </pc:spChg>
        <pc:spChg chg="add mod ord">
          <ac:chgData name="Shailendra Chauhan" userId="a7d3133f-e197-4b90-bf63-99a63a264234" providerId="ADAL" clId="{D567D9E8-206E-4891-A305-C15A70C1A4A1}" dt="2024-03-09T10:35:41.118" v="2322" actId="700"/>
          <ac:spMkLst>
            <pc:docMk/>
            <pc:sldMk cId="126659372" sldId="2147469488"/>
            <ac:spMk id="5" creationId="{64012DDE-ECBF-C402-38DD-C47907A4277E}"/>
          </ac:spMkLst>
        </pc:spChg>
        <pc:spChg chg="add mod ord">
          <ac:chgData name="Shailendra Chauhan" userId="a7d3133f-e197-4b90-bf63-99a63a264234" providerId="ADAL" clId="{D567D9E8-206E-4891-A305-C15A70C1A4A1}" dt="2024-03-09T10:35:41.118" v="2322" actId="700"/>
          <ac:spMkLst>
            <pc:docMk/>
            <pc:sldMk cId="126659372" sldId="2147469488"/>
            <ac:spMk id="6" creationId="{4FFFCEEA-2135-20B0-50EB-76D13EB7525F}"/>
          </ac:spMkLst>
        </pc:spChg>
        <pc:picChg chg="add mod">
          <ac:chgData name="Shailendra Chauhan" userId="a7d3133f-e197-4b90-bf63-99a63a264234" providerId="ADAL" clId="{D567D9E8-206E-4891-A305-C15A70C1A4A1}" dt="2024-03-09T10:26:03.987" v="2170" actId="14100"/>
          <ac:picMkLst>
            <pc:docMk/>
            <pc:sldMk cId="126659372" sldId="2147469488"/>
            <ac:picMk id="2" creationId="{E6C7B335-1155-B969-2D5F-136029D8F739}"/>
          </ac:picMkLst>
        </pc:picChg>
      </pc:sldChg>
      <pc:sldChg chg="modSp new mod">
        <pc:chgData name="Shailendra Chauhan" userId="a7d3133f-e197-4b90-bf63-99a63a264234" providerId="ADAL" clId="{D567D9E8-206E-4891-A305-C15A70C1A4A1}" dt="2024-03-09T10:27:00.273" v="2182" actId="20577"/>
        <pc:sldMkLst>
          <pc:docMk/>
          <pc:sldMk cId="3549898700" sldId="2147469489"/>
        </pc:sldMkLst>
        <pc:spChg chg="mod">
          <ac:chgData name="Shailendra Chauhan" userId="a7d3133f-e197-4b90-bf63-99a63a264234" providerId="ADAL" clId="{D567D9E8-206E-4891-A305-C15A70C1A4A1}" dt="2024-03-08T18:48:19.465" v="1254" actId="20577"/>
          <ac:spMkLst>
            <pc:docMk/>
            <pc:sldMk cId="3549898700" sldId="2147469489"/>
            <ac:spMk id="2" creationId="{5C6B1560-495B-7AE3-C907-A8B74BD3D362}"/>
          </ac:spMkLst>
        </pc:spChg>
        <pc:spChg chg="mod">
          <ac:chgData name="Shailendra Chauhan" userId="a7d3133f-e197-4b90-bf63-99a63a264234" providerId="ADAL" clId="{D567D9E8-206E-4891-A305-C15A70C1A4A1}" dt="2024-03-09T10:27:00.273" v="2182" actId="20577"/>
          <ac:spMkLst>
            <pc:docMk/>
            <pc:sldMk cId="3549898700" sldId="2147469489"/>
            <ac:spMk id="3" creationId="{B73C60F8-951B-2916-2A38-6216BFA506F9}"/>
          </ac:spMkLst>
        </pc:spChg>
      </pc:sldChg>
      <pc:sldChg chg="addSp modSp new mod">
        <pc:chgData name="Shailendra Chauhan" userId="a7d3133f-e197-4b90-bf63-99a63a264234" providerId="ADAL" clId="{D567D9E8-206E-4891-A305-C15A70C1A4A1}" dt="2024-03-09T10:27:06.900" v="2184" actId="20577"/>
        <pc:sldMkLst>
          <pc:docMk/>
          <pc:sldMk cId="1183596658" sldId="2147469490"/>
        </pc:sldMkLst>
        <pc:spChg chg="mod">
          <ac:chgData name="Shailendra Chauhan" userId="a7d3133f-e197-4b90-bf63-99a63a264234" providerId="ADAL" clId="{D567D9E8-206E-4891-A305-C15A70C1A4A1}" dt="2024-03-08T18:49:03.377" v="1264" actId="20577"/>
          <ac:spMkLst>
            <pc:docMk/>
            <pc:sldMk cId="1183596658" sldId="2147469490"/>
            <ac:spMk id="2" creationId="{9B688BC4-EAE3-E0D5-3514-B473234E1784}"/>
          </ac:spMkLst>
        </pc:spChg>
        <pc:spChg chg="mod">
          <ac:chgData name="Shailendra Chauhan" userId="a7d3133f-e197-4b90-bf63-99a63a264234" providerId="ADAL" clId="{D567D9E8-206E-4891-A305-C15A70C1A4A1}" dt="2024-03-09T10:27:06.900" v="2184" actId="20577"/>
          <ac:spMkLst>
            <pc:docMk/>
            <pc:sldMk cId="1183596658" sldId="2147469490"/>
            <ac:spMk id="3" creationId="{3511CA31-23CA-7F15-5091-DEF602587270}"/>
          </ac:spMkLst>
        </pc:spChg>
        <pc:picChg chg="add mod">
          <ac:chgData name="Shailendra Chauhan" userId="a7d3133f-e197-4b90-bf63-99a63a264234" providerId="ADAL" clId="{D567D9E8-206E-4891-A305-C15A70C1A4A1}" dt="2024-03-08T18:49:51.543" v="1268" actId="1076"/>
          <ac:picMkLst>
            <pc:docMk/>
            <pc:sldMk cId="1183596658" sldId="2147469490"/>
            <ac:picMk id="5" creationId="{0B277D82-26EA-B344-4EC6-D300CE157710}"/>
          </ac:picMkLst>
        </pc:picChg>
      </pc:sldChg>
      <pc:sldChg chg="addSp modSp new mod">
        <pc:chgData name="Shailendra Chauhan" userId="a7d3133f-e197-4b90-bf63-99a63a264234" providerId="ADAL" clId="{D567D9E8-206E-4891-A305-C15A70C1A4A1}" dt="2024-03-09T10:27:10.718" v="2186" actId="20577"/>
        <pc:sldMkLst>
          <pc:docMk/>
          <pc:sldMk cId="2683016822" sldId="2147469491"/>
        </pc:sldMkLst>
        <pc:spChg chg="mod">
          <ac:chgData name="Shailendra Chauhan" userId="a7d3133f-e197-4b90-bf63-99a63a264234" providerId="ADAL" clId="{D567D9E8-206E-4891-A305-C15A70C1A4A1}" dt="2024-03-08T18:51:46.204" v="1286" actId="1076"/>
          <ac:spMkLst>
            <pc:docMk/>
            <pc:sldMk cId="2683016822" sldId="2147469491"/>
            <ac:spMk id="2" creationId="{DF1A9D3C-3B2F-03C3-4BF4-B3CA02663673}"/>
          </ac:spMkLst>
        </pc:spChg>
        <pc:spChg chg="mod">
          <ac:chgData name="Shailendra Chauhan" userId="a7d3133f-e197-4b90-bf63-99a63a264234" providerId="ADAL" clId="{D567D9E8-206E-4891-A305-C15A70C1A4A1}" dt="2024-03-09T10:27:10.718" v="2186" actId="20577"/>
          <ac:spMkLst>
            <pc:docMk/>
            <pc:sldMk cId="2683016822" sldId="2147469491"/>
            <ac:spMk id="3" creationId="{B6D1980C-4A9D-15DA-4DEE-2735D71F93A3}"/>
          </ac:spMkLst>
        </pc:spChg>
        <pc:picChg chg="add mod modCrop">
          <ac:chgData name="Shailendra Chauhan" userId="a7d3133f-e197-4b90-bf63-99a63a264234" providerId="ADAL" clId="{D567D9E8-206E-4891-A305-C15A70C1A4A1}" dt="2024-03-08T18:55:13.833" v="1348" actId="732"/>
          <ac:picMkLst>
            <pc:docMk/>
            <pc:sldMk cId="2683016822" sldId="2147469491"/>
            <ac:picMk id="5" creationId="{32F45273-F5D1-26AA-592B-E585FEFDCB30}"/>
          </ac:picMkLst>
        </pc:picChg>
        <pc:picChg chg="add mod ord modCrop">
          <ac:chgData name="Shailendra Chauhan" userId="a7d3133f-e197-4b90-bf63-99a63a264234" providerId="ADAL" clId="{D567D9E8-206E-4891-A305-C15A70C1A4A1}" dt="2024-03-08T18:55:19.441" v="1349" actId="14100"/>
          <ac:picMkLst>
            <pc:docMk/>
            <pc:sldMk cId="2683016822" sldId="2147469491"/>
            <ac:picMk id="7" creationId="{F47E13B1-3770-A646-EF1A-DCE7C82AFC65}"/>
          </ac:picMkLst>
        </pc:picChg>
        <pc:picChg chg="add mod">
          <ac:chgData name="Shailendra Chauhan" userId="a7d3133f-e197-4b90-bf63-99a63a264234" providerId="ADAL" clId="{D567D9E8-206E-4891-A305-C15A70C1A4A1}" dt="2024-03-08T18:54:34.691" v="1326" actId="1076"/>
          <ac:picMkLst>
            <pc:docMk/>
            <pc:sldMk cId="2683016822" sldId="2147469491"/>
            <ac:picMk id="9" creationId="{04A4445C-286C-1981-4BD1-755196FAD366}"/>
          </ac:picMkLst>
        </pc:picChg>
      </pc:sldChg>
      <pc:sldChg chg="addSp modSp new mod">
        <pc:chgData name="Shailendra Chauhan" userId="a7d3133f-e197-4b90-bf63-99a63a264234" providerId="ADAL" clId="{D567D9E8-206E-4891-A305-C15A70C1A4A1}" dt="2024-03-09T10:27:17.494" v="2188" actId="20577"/>
        <pc:sldMkLst>
          <pc:docMk/>
          <pc:sldMk cId="2075187817" sldId="2147469492"/>
        </pc:sldMkLst>
        <pc:spChg chg="mod">
          <ac:chgData name="Shailendra Chauhan" userId="a7d3133f-e197-4b90-bf63-99a63a264234" providerId="ADAL" clId="{D567D9E8-206E-4891-A305-C15A70C1A4A1}" dt="2024-03-08T18:56:10.061" v="1361" actId="20577"/>
          <ac:spMkLst>
            <pc:docMk/>
            <pc:sldMk cId="2075187817" sldId="2147469492"/>
            <ac:spMk id="2" creationId="{DF657838-0413-D96F-D1CE-18B9D1C69E4A}"/>
          </ac:spMkLst>
        </pc:spChg>
        <pc:spChg chg="mod">
          <ac:chgData name="Shailendra Chauhan" userId="a7d3133f-e197-4b90-bf63-99a63a264234" providerId="ADAL" clId="{D567D9E8-206E-4891-A305-C15A70C1A4A1}" dt="2024-03-09T10:27:17.494" v="2188" actId="20577"/>
          <ac:spMkLst>
            <pc:docMk/>
            <pc:sldMk cId="2075187817" sldId="2147469492"/>
            <ac:spMk id="3" creationId="{2015CAC4-21DF-6BD7-2F00-8D85FBD6711F}"/>
          </ac:spMkLst>
        </pc:spChg>
        <pc:picChg chg="add mod">
          <ac:chgData name="Shailendra Chauhan" userId="a7d3133f-e197-4b90-bf63-99a63a264234" providerId="ADAL" clId="{D567D9E8-206E-4891-A305-C15A70C1A4A1}" dt="2024-03-08T18:57:01.817" v="1364" actId="1076"/>
          <ac:picMkLst>
            <pc:docMk/>
            <pc:sldMk cId="2075187817" sldId="2147469492"/>
            <ac:picMk id="5" creationId="{1115C405-23CD-2335-0FE8-5D2BCB96498D}"/>
          </ac:picMkLst>
        </pc:picChg>
      </pc:sldChg>
      <pc:sldChg chg="modSp new mod">
        <pc:chgData name="Shailendra Chauhan" userId="a7d3133f-e197-4b90-bf63-99a63a264234" providerId="ADAL" clId="{D567D9E8-206E-4891-A305-C15A70C1A4A1}" dt="2024-03-09T10:27:21.796" v="2190" actId="20577"/>
        <pc:sldMkLst>
          <pc:docMk/>
          <pc:sldMk cId="3746043249" sldId="2147469493"/>
        </pc:sldMkLst>
        <pc:spChg chg="mod">
          <ac:chgData name="Shailendra Chauhan" userId="a7d3133f-e197-4b90-bf63-99a63a264234" providerId="ADAL" clId="{D567D9E8-206E-4891-A305-C15A70C1A4A1}" dt="2024-03-08T18:58:09.720" v="1379" actId="20577"/>
          <ac:spMkLst>
            <pc:docMk/>
            <pc:sldMk cId="3746043249" sldId="2147469493"/>
            <ac:spMk id="2" creationId="{C6BF37B2-CEA9-9625-D5FE-BD3E3F15DD12}"/>
          </ac:spMkLst>
        </pc:spChg>
        <pc:spChg chg="mod">
          <ac:chgData name="Shailendra Chauhan" userId="a7d3133f-e197-4b90-bf63-99a63a264234" providerId="ADAL" clId="{D567D9E8-206E-4891-A305-C15A70C1A4A1}" dt="2024-03-09T10:27:21.796" v="2190" actId="20577"/>
          <ac:spMkLst>
            <pc:docMk/>
            <pc:sldMk cId="3746043249" sldId="2147469493"/>
            <ac:spMk id="3" creationId="{2305A606-EB4C-C7EB-EEAF-3F76F9BE6964}"/>
          </ac:spMkLst>
        </pc:spChg>
      </pc:sldChg>
      <pc:sldChg chg="modSp new mod">
        <pc:chgData name="Shailendra Chauhan" userId="a7d3133f-e197-4b90-bf63-99a63a264234" providerId="ADAL" clId="{D567D9E8-206E-4891-A305-C15A70C1A4A1}" dt="2024-03-09T10:27:26.600" v="2192" actId="20577"/>
        <pc:sldMkLst>
          <pc:docMk/>
          <pc:sldMk cId="2238685126" sldId="2147469494"/>
        </pc:sldMkLst>
        <pc:spChg chg="mod">
          <ac:chgData name="Shailendra Chauhan" userId="a7d3133f-e197-4b90-bf63-99a63a264234" providerId="ADAL" clId="{D567D9E8-206E-4891-A305-C15A70C1A4A1}" dt="2024-03-08T19:10:02.329" v="1423"/>
          <ac:spMkLst>
            <pc:docMk/>
            <pc:sldMk cId="2238685126" sldId="2147469494"/>
            <ac:spMk id="2" creationId="{604B02A4-0849-1CCB-2EC9-A142BE2CD302}"/>
          </ac:spMkLst>
        </pc:spChg>
        <pc:spChg chg="mod">
          <ac:chgData name="Shailendra Chauhan" userId="a7d3133f-e197-4b90-bf63-99a63a264234" providerId="ADAL" clId="{D567D9E8-206E-4891-A305-C15A70C1A4A1}" dt="2024-03-09T10:27:26.600" v="2192" actId="20577"/>
          <ac:spMkLst>
            <pc:docMk/>
            <pc:sldMk cId="2238685126" sldId="2147469494"/>
            <ac:spMk id="3" creationId="{F9DC5AD7-6D1C-50C4-7EDD-ED4023C70AC9}"/>
          </ac:spMkLst>
        </pc:spChg>
      </pc:sldChg>
      <pc:sldChg chg="modSp new mod">
        <pc:chgData name="Shailendra Chauhan" userId="a7d3133f-e197-4b90-bf63-99a63a264234" providerId="ADAL" clId="{D567D9E8-206E-4891-A305-C15A70C1A4A1}" dt="2024-03-09T10:27:31.572" v="2194" actId="20577"/>
        <pc:sldMkLst>
          <pc:docMk/>
          <pc:sldMk cId="506694691" sldId="2147469495"/>
        </pc:sldMkLst>
        <pc:spChg chg="mod">
          <ac:chgData name="Shailendra Chauhan" userId="a7d3133f-e197-4b90-bf63-99a63a264234" providerId="ADAL" clId="{D567D9E8-206E-4891-A305-C15A70C1A4A1}" dt="2024-03-08T19:14:32.739" v="1495" actId="20577"/>
          <ac:spMkLst>
            <pc:docMk/>
            <pc:sldMk cId="506694691" sldId="2147469495"/>
            <ac:spMk id="2" creationId="{7C7398A1-9FE1-6F2B-B085-426D2EC35B7F}"/>
          </ac:spMkLst>
        </pc:spChg>
        <pc:spChg chg="mod">
          <ac:chgData name="Shailendra Chauhan" userId="a7d3133f-e197-4b90-bf63-99a63a264234" providerId="ADAL" clId="{D567D9E8-206E-4891-A305-C15A70C1A4A1}" dt="2024-03-09T10:27:31.572" v="2194" actId="20577"/>
          <ac:spMkLst>
            <pc:docMk/>
            <pc:sldMk cId="506694691" sldId="2147469495"/>
            <ac:spMk id="3" creationId="{7BC6C04C-B464-53D6-A33E-8FDE40D48331}"/>
          </ac:spMkLst>
        </pc:spChg>
      </pc:sldChg>
      <pc:sldChg chg="addSp delSp modSp new mod modClrScheme chgLayout">
        <pc:chgData name="Shailendra Chauhan" userId="a7d3133f-e197-4b90-bf63-99a63a264234" providerId="ADAL" clId="{D567D9E8-206E-4891-A305-C15A70C1A4A1}" dt="2024-03-09T10:32:47.322" v="2312" actId="20577"/>
        <pc:sldMkLst>
          <pc:docMk/>
          <pc:sldMk cId="3100357693" sldId="2147469496"/>
        </pc:sldMkLst>
        <pc:spChg chg="del">
          <ac:chgData name="Shailendra Chauhan" userId="a7d3133f-e197-4b90-bf63-99a63a264234" providerId="ADAL" clId="{D567D9E8-206E-4891-A305-C15A70C1A4A1}" dt="2024-03-09T08:55:22.942" v="1563" actId="700"/>
          <ac:spMkLst>
            <pc:docMk/>
            <pc:sldMk cId="3100357693" sldId="2147469496"/>
            <ac:spMk id="2" creationId="{1BF7BC43-04AA-AF15-3418-79DFD4EAFDA8}"/>
          </ac:spMkLst>
        </pc:spChg>
        <pc:spChg chg="del mod ord">
          <ac:chgData name="Shailendra Chauhan" userId="a7d3133f-e197-4b90-bf63-99a63a264234" providerId="ADAL" clId="{D567D9E8-206E-4891-A305-C15A70C1A4A1}" dt="2024-03-09T08:55:22.942" v="1563" actId="700"/>
          <ac:spMkLst>
            <pc:docMk/>
            <pc:sldMk cId="3100357693" sldId="2147469496"/>
            <ac:spMk id="3" creationId="{2273E1DD-C0D2-C8EB-B9AD-9EC768114404}"/>
          </ac:spMkLst>
        </pc:spChg>
        <pc:spChg chg="del">
          <ac:chgData name="Shailendra Chauhan" userId="a7d3133f-e197-4b90-bf63-99a63a264234" providerId="ADAL" clId="{D567D9E8-206E-4891-A305-C15A70C1A4A1}" dt="2024-03-09T08:55:22.942" v="1563" actId="700"/>
          <ac:spMkLst>
            <pc:docMk/>
            <pc:sldMk cId="3100357693" sldId="2147469496"/>
            <ac:spMk id="4" creationId="{29CF3F5A-FC84-70A3-E2AE-47DE0ABC16DF}"/>
          </ac:spMkLst>
        </pc:spChg>
        <pc:spChg chg="add del mod ord">
          <ac:chgData name="Shailendra Chauhan" userId="a7d3133f-e197-4b90-bf63-99a63a264234" providerId="ADAL" clId="{D567D9E8-206E-4891-A305-C15A70C1A4A1}" dt="2024-03-09T08:57:27.551" v="1597" actId="1032"/>
          <ac:spMkLst>
            <pc:docMk/>
            <pc:sldMk cId="3100357693" sldId="2147469496"/>
            <ac:spMk id="5" creationId="{65EDF4DC-F428-CB59-C053-3B8BE2C54B3A}"/>
          </ac:spMkLst>
        </pc:spChg>
        <pc:spChg chg="add mod ord">
          <ac:chgData name="Shailendra Chauhan" userId="a7d3133f-e197-4b90-bf63-99a63a264234" providerId="ADAL" clId="{D567D9E8-206E-4891-A305-C15A70C1A4A1}" dt="2024-03-09T08:55:40.876" v="1596" actId="20577"/>
          <ac:spMkLst>
            <pc:docMk/>
            <pc:sldMk cId="3100357693" sldId="2147469496"/>
            <ac:spMk id="6" creationId="{38096DC1-87E8-D3B2-6A89-2D4F9204EF22}"/>
          </ac:spMkLst>
        </pc:spChg>
        <pc:graphicFrameChg chg="add mod modGraphic">
          <ac:chgData name="Shailendra Chauhan" userId="a7d3133f-e197-4b90-bf63-99a63a264234" providerId="ADAL" clId="{D567D9E8-206E-4891-A305-C15A70C1A4A1}" dt="2024-03-09T10:32:47.322" v="2312" actId="20577"/>
          <ac:graphicFrameMkLst>
            <pc:docMk/>
            <pc:sldMk cId="3100357693" sldId="2147469496"/>
            <ac:graphicFrameMk id="7" creationId="{C65CC458-730A-33FE-ED56-EFAA97EA4FCD}"/>
          </ac:graphicFrameMkLst>
        </pc:graphicFrameChg>
      </pc:sldChg>
      <pc:sldChg chg="modSp new mod">
        <pc:chgData name="Shailendra Chauhan" userId="a7d3133f-e197-4b90-bf63-99a63a264234" providerId="ADAL" clId="{D567D9E8-206E-4891-A305-C15A70C1A4A1}" dt="2024-03-09T10:30:21.793" v="2271" actId="20577"/>
        <pc:sldMkLst>
          <pc:docMk/>
          <pc:sldMk cId="3291772777" sldId="2147469497"/>
        </pc:sldMkLst>
        <pc:spChg chg="mod">
          <ac:chgData name="Shailendra Chauhan" userId="a7d3133f-e197-4b90-bf63-99a63a264234" providerId="ADAL" clId="{D567D9E8-206E-4891-A305-C15A70C1A4A1}" dt="2024-03-09T09:13:48.187" v="1769" actId="20577"/>
          <ac:spMkLst>
            <pc:docMk/>
            <pc:sldMk cId="3291772777" sldId="2147469497"/>
            <ac:spMk id="2" creationId="{601A362F-456E-CDE7-561B-0F8997C55DA2}"/>
          </ac:spMkLst>
        </pc:spChg>
        <pc:spChg chg="mod">
          <ac:chgData name="Shailendra Chauhan" userId="a7d3133f-e197-4b90-bf63-99a63a264234" providerId="ADAL" clId="{D567D9E8-206E-4891-A305-C15A70C1A4A1}" dt="2024-03-09T10:30:21.793" v="2271" actId="20577"/>
          <ac:spMkLst>
            <pc:docMk/>
            <pc:sldMk cId="3291772777" sldId="2147469497"/>
            <ac:spMk id="3" creationId="{8E979D9D-36EA-74D1-182F-1EC5B1AA356C}"/>
          </ac:spMkLst>
        </pc:spChg>
      </pc:sldChg>
      <pc:sldChg chg="modSp new mod">
        <pc:chgData name="Shailendra Chauhan" userId="a7d3133f-e197-4b90-bf63-99a63a264234" providerId="ADAL" clId="{D567D9E8-206E-4891-A305-C15A70C1A4A1}" dt="2024-03-09T10:30:35.217" v="2272"/>
        <pc:sldMkLst>
          <pc:docMk/>
          <pc:sldMk cId="3213235310" sldId="2147469498"/>
        </pc:sldMkLst>
        <pc:spChg chg="mod">
          <ac:chgData name="Shailendra Chauhan" userId="a7d3133f-e197-4b90-bf63-99a63a264234" providerId="ADAL" clId="{D567D9E8-206E-4891-A305-C15A70C1A4A1}" dt="2024-03-09T10:03:39.162" v="1951" actId="27636"/>
          <ac:spMkLst>
            <pc:docMk/>
            <pc:sldMk cId="3213235310" sldId="2147469498"/>
            <ac:spMk id="2" creationId="{B874C471-8557-9A88-3643-9849ADDA3905}"/>
          </ac:spMkLst>
        </pc:spChg>
        <pc:spChg chg="mod">
          <ac:chgData name="Shailendra Chauhan" userId="a7d3133f-e197-4b90-bf63-99a63a264234" providerId="ADAL" clId="{D567D9E8-206E-4891-A305-C15A70C1A4A1}" dt="2024-03-09T10:30:35.217" v="2272"/>
          <ac:spMkLst>
            <pc:docMk/>
            <pc:sldMk cId="3213235310" sldId="2147469498"/>
            <ac:spMk id="3" creationId="{238BABEA-F790-F56A-5D14-D1D8FE5EAD54}"/>
          </ac:spMkLst>
        </pc:spChg>
      </pc:sldChg>
      <pc:sldChg chg="modSp new mod">
        <pc:chgData name="Shailendra Chauhan" userId="a7d3133f-e197-4b90-bf63-99a63a264234" providerId="ADAL" clId="{D567D9E8-206E-4891-A305-C15A70C1A4A1}" dt="2024-03-09T10:30:47.018" v="2273"/>
        <pc:sldMkLst>
          <pc:docMk/>
          <pc:sldMk cId="1642847206" sldId="2147469499"/>
        </pc:sldMkLst>
        <pc:spChg chg="mod">
          <ac:chgData name="Shailendra Chauhan" userId="a7d3133f-e197-4b90-bf63-99a63a264234" providerId="ADAL" clId="{D567D9E8-206E-4891-A305-C15A70C1A4A1}" dt="2024-03-09T10:19:48.948" v="2040" actId="14100"/>
          <ac:spMkLst>
            <pc:docMk/>
            <pc:sldMk cId="1642847206" sldId="2147469499"/>
            <ac:spMk id="2" creationId="{EAF6A961-4743-240B-EC63-2826B7D0F26F}"/>
          </ac:spMkLst>
        </pc:spChg>
        <pc:spChg chg="mod">
          <ac:chgData name="Shailendra Chauhan" userId="a7d3133f-e197-4b90-bf63-99a63a264234" providerId="ADAL" clId="{D567D9E8-206E-4891-A305-C15A70C1A4A1}" dt="2024-03-09T10:30:47.018" v="2273"/>
          <ac:spMkLst>
            <pc:docMk/>
            <pc:sldMk cId="1642847206" sldId="2147469499"/>
            <ac:spMk id="3" creationId="{0FF5E204-6383-7778-3202-9271A59454F8}"/>
          </ac:spMkLst>
        </pc:spChg>
      </pc:sldChg>
      <pc:sldChg chg="modSp new mod">
        <pc:chgData name="Shailendra Chauhan" userId="a7d3133f-e197-4b90-bf63-99a63a264234" providerId="ADAL" clId="{D567D9E8-206E-4891-A305-C15A70C1A4A1}" dt="2024-03-09T10:30:50.987" v="2274"/>
        <pc:sldMkLst>
          <pc:docMk/>
          <pc:sldMk cId="69496446" sldId="2147469500"/>
        </pc:sldMkLst>
        <pc:spChg chg="mod">
          <ac:chgData name="Shailendra Chauhan" userId="a7d3133f-e197-4b90-bf63-99a63a264234" providerId="ADAL" clId="{D567D9E8-206E-4891-A305-C15A70C1A4A1}" dt="2024-03-09T10:20:05.494" v="2050" actId="113"/>
          <ac:spMkLst>
            <pc:docMk/>
            <pc:sldMk cId="69496446" sldId="2147469500"/>
            <ac:spMk id="2" creationId="{82E13891-7AE8-4687-7086-539E89E98243}"/>
          </ac:spMkLst>
        </pc:spChg>
        <pc:spChg chg="mod">
          <ac:chgData name="Shailendra Chauhan" userId="a7d3133f-e197-4b90-bf63-99a63a264234" providerId="ADAL" clId="{D567D9E8-206E-4891-A305-C15A70C1A4A1}" dt="2024-03-09T10:30:50.987" v="2274"/>
          <ac:spMkLst>
            <pc:docMk/>
            <pc:sldMk cId="69496446" sldId="2147469500"/>
            <ac:spMk id="3" creationId="{7712026E-E847-4A95-4D83-25EF26846019}"/>
          </ac:spMkLst>
        </pc:spChg>
      </pc:sldChg>
      <pc:sldChg chg="addSp delSp modSp new mod chgLayout modNotesTx">
        <pc:chgData name="Shailendra Chauhan" userId="a7d3133f-e197-4b90-bf63-99a63a264234" providerId="ADAL" clId="{D567D9E8-206E-4891-A305-C15A70C1A4A1}" dt="2024-03-09T10:43:46.393" v="2367" actId="1076"/>
        <pc:sldMkLst>
          <pc:docMk/>
          <pc:sldMk cId="1181312397" sldId="2147469501"/>
        </pc:sldMkLst>
        <pc:spChg chg="del">
          <ac:chgData name="Shailendra Chauhan" userId="a7d3133f-e197-4b90-bf63-99a63a264234" providerId="ADAL" clId="{D567D9E8-206E-4891-A305-C15A70C1A4A1}" dt="2024-03-09T10:40:18.567" v="2324" actId="22"/>
          <ac:spMkLst>
            <pc:docMk/>
            <pc:sldMk cId="1181312397" sldId="2147469501"/>
            <ac:spMk id="2" creationId="{4D07E1E1-BA2F-3131-2415-A20F62225630}"/>
          </ac:spMkLst>
        </pc:spChg>
        <pc:spChg chg="mod ord">
          <ac:chgData name="Shailendra Chauhan" userId="a7d3133f-e197-4b90-bf63-99a63a264234" providerId="ADAL" clId="{D567D9E8-206E-4891-A305-C15A70C1A4A1}" dt="2024-03-09T10:43:14.529" v="2350" actId="700"/>
          <ac:spMkLst>
            <pc:docMk/>
            <pc:sldMk cId="1181312397" sldId="2147469501"/>
            <ac:spMk id="3" creationId="{EA57532B-561F-09A6-015B-71633F677993}"/>
          </ac:spMkLst>
        </pc:spChg>
        <pc:spChg chg="add del mod">
          <ac:chgData name="Shailendra Chauhan" userId="a7d3133f-e197-4b90-bf63-99a63a264234" providerId="ADAL" clId="{D567D9E8-206E-4891-A305-C15A70C1A4A1}" dt="2024-03-09T10:41:59.109" v="2344" actId="478"/>
          <ac:spMkLst>
            <pc:docMk/>
            <pc:sldMk cId="1181312397" sldId="2147469501"/>
            <ac:spMk id="7" creationId="{3F733EE6-7342-E926-142B-AD58D996E65E}"/>
          </ac:spMkLst>
        </pc:spChg>
        <pc:spChg chg="add mod ord">
          <ac:chgData name="Shailendra Chauhan" userId="a7d3133f-e197-4b90-bf63-99a63a264234" providerId="ADAL" clId="{D567D9E8-206E-4891-A305-C15A70C1A4A1}" dt="2024-03-09T10:43:41.661" v="2366" actId="20577"/>
          <ac:spMkLst>
            <pc:docMk/>
            <pc:sldMk cId="1181312397" sldId="2147469501"/>
            <ac:spMk id="10" creationId="{4ABCEAE3-6FE5-6AF5-A1F7-21A5CB384D84}"/>
          </ac:spMkLst>
        </pc:spChg>
        <pc:picChg chg="add del mod ord">
          <ac:chgData name="Shailendra Chauhan" userId="a7d3133f-e197-4b90-bf63-99a63a264234" providerId="ADAL" clId="{D567D9E8-206E-4891-A305-C15A70C1A4A1}" dt="2024-03-09T10:41:50.230" v="2342" actId="478"/>
          <ac:picMkLst>
            <pc:docMk/>
            <pc:sldMk cId="1181312397" sldId="2147469501"/>
            <ac:picMk id="5" creationId="{396FA6F9-41FF-1C10-40B0-FAB943B63FD9}"/>
          </ac:picMkLst>
        </pc:picChg>
        <pc:picChg chg="add mod">
          <ac:chgData name="Shailendra Chauhan" userId="a7d3133f-e197-4b90-bf63-99a63a264234" providerId="ADAL" clId="{D567D9E8-206E-4891-A305-C15A70C1A4A1}" dt="2024-03-09T10:43:46.393" v="2367" actId="1076"/>
          <ac:picMkLst>
            <pc:docMk/>
            <pc:sldMk cId="1181312397" sldId="2147469501"/>
            <ac:picMk id="9" creationId="{BBB008B7-EE4C-494F-9C30-C1F3CC89F3E7}"/>
          </ac:picMkLst>
        </pc:picChg>
      </pc:sldChg>
    </pc:docChg>
  </pc:docChgLst>
  <pc:docChgLst>
    <pc:chgData name="Shailendra Chauhan" userId="a7d3133f-e197-4b90-bf63-99a63a264234" providerId="ADAL" clId="{898E76D3-82B1-48D9-AD8C-7099E4DD3B9C}"/>
    <pc:docChg chg="custSel addSld modSld">
      <pc:chgData name="Shailendra Chauhan" userId="a7d3133f-e197-4b90-bf63-99a63a264234" providerId="ADAL" clId="{898E76D3-82B1-48D9-AD8C-7099E4DD3B9C}" dt="2024-10-07T07:46:23.951" v="162" actId="20577"/>
      <pc:docMkLst>
        <pc:docMk/>
      </pc:docMkLst>
      <pc:sldChg chg="modSp mod">
        <pc:chgData name="Shailendra Chauhan" userId="a7d3133f-e197-4b90-bf63-99a63a264234" providerId="ADAL" clId="{898E76D3-82B1-48D9-AD8C-7099E4DD3B9C}" dt="2024-10-07T07:46:23.951" v="162" actId="20577"/>
        <pc:sldMkLst>
          <pc:docMk/>
          <pc:sldMk cId="2528085683" sldId="585"/>
        </pc:sldMkLst>
        <pc:spChg chg="mod">
          <ac:chgData name="Shailendra Chauhan" userId="a7d3133f-e197-4b90-bf63-99a63a264234" providerId="ADAL" clId="{898E76D3-82B1-48D9-AD8C-7099E4DD3B9C}" dt="2024-10-07T07:46:23.951" v="162" actId="20577"/>
          <ac:spMkLst>
            <pc:docMk/>
            <pc:sldMk cId="2528085683" sldId="585"/>
            <ac:spMk id="2" creationId="{AB0287C5-B75D-72CA-5550-FD0A37F192E7}"/>
          </ac:spMkLst>
        </pc:spChg>
      </pc:sldChg>
      <pc:sldChg chg="modSp mod">
        <pc:chgData name="Shailendra Chauhan" userId="a7d3133f-e197-4b90-bf63-99a63a264234" providerId="ADAL" clId="{898E76D3-82B1-48D9-AD8C-7099E4DD3B9C}" dt="2024-10-06T01:49:26.205" v="155" actId="20577"/>
        <pc:sldMkLst>
          <pc:docMk/>
          <pc:sldMk cId="1884692827" sldId="603"/>
        </pc:sldMkLst>
        <pc:spChg chg="mod">
          <ac:chgData name="Shailendra Chauhan" userId="a7d3133f-e197-4b90-bf63-99a63a264234" providerId="ADAL" clId="{898E76D3-82B1-48D9-AD8C-7099E4DD3B9C}" dt="2024-10-06T01:49:26.205" v="155" actId="20577"/>
          <ac:spMkLst>
            <pc:docMk/>
            <pc:sldMk cId="1884692827" sldId="603"/>
            <ac:spMk id="2" creationId="{02640FC6-0B29-1DB9-2267-0571203B7062}"/>
          </ac:spMkLst>
        </pc:spChg>
      </pc:sldChg>
      <pc:sldChg chg="addSp delSp modSp new mod modClrScheme chgLayout">
        <pc:chgData name="Shailendra Chauhan" userId="a7d3133f-e197-4b90-bf63-99a63a264234" providerId="ADAL" clId="{898E76D3-82B1-48D9-AD8C-7099E4DD3B9C}" dt="2024-08-28T07:32:02.945" v="154" actId="20577"/>
        <pc:sldMkLst>
          <pc:docMk/>
          <pc:sldMk cId="3636563434" sldId="639"/>
        </pc:sldMkLst>
        <pc:spChg chg="del mod ord">
          <ac:chgData name="Shailendra Chauhan" userId="a7d3133f-e197-4b90-bf63-99a63a264234" providerId="ADAL" clId="{898E76D3-82B1-48D9-AD8C-7099E4DD3B9C}" dt="2024-08-28T07:27:31.213" v="1" actId="700"/>
          <ac:spMkLst>
            <pc:docMk/>
            <pc:sldMk cId="3636563434" sldId="639"/>
            <ac:spMk id="2" creationId="{10798B51-E411-DD3F-C575-35956E51E0EF}"/>
          </ac:spMkLst>
        </pc:spChg>
        <pc:spChg chg="add mod ord">
          <ac:chgData name="Shailendra Chauhan" userId="a7d3133f-e197-4b90-bf63-99a63a264234" providerId="ADAL" clId="{898E76D3-82B1-48D9-AD8C-7099E4DD3B9C}" dt="2024-08-28T07:32:02.945" v="154" actId="20577"/>
          <ac:spMkLst>
            <pc:docMk/>
            <pc:sldMk cId="3636563434" sldId="639"/>
            <ac:spMk id="3" creationId="{EF989859-8646-C127-F013-9BB0506B9140}"/>
          </ac:spMkLst>
        </pc:spChg>
        <pc:spChg chg="add del mod ord">
          <ac:chgData name="Shailendra Chauhan" userId="a7d3133f-e197-4b90-bf63-99a63a264234" providerId="ADAL" clId="{898E76D3-82B1-48D9-AD8C-7099E4DD3B9C}" dt="2024-08-28T07:27:44.985" v="4" actId="700"/>
          <ac:spMkLst>
            <pc:docMk/>
            <pc:sldMk cId="3636563434" sldId="639"/>
            <ac:spMk id="4" creationId="{72F30736-1D0E-5804-7408-D4BB2E2839CD}"/>
          </ac:spMkLst>
        </pc:spChg>
      </pc:sldChg>
      <pc:sldChg chg="addSp delSp modSp new mod modClrScheme chgLayout">
        <pc:chgData name="Shailendra Chauhan" userId="a7d3133f-e197-4b90-bf63-99a63a264234" providerId="ADAL" clId="{898E76D3-82B1-48D9-AD8C-7099E4DD3B9C}" dt="2024-08-28T07:28:24.523" v="12" actId="20577"/>
        <pc:sldMkLst>
          <pc:docMk/>
          <pc:sldMk cId="1806811679" sldId="640"/>
        </pc:sldMkLst>
        <pc:spChg chg="del">
          <ac:chgData name="Shailendra Chauhan" userId="a7d3133f-e197-4b90-bf63-99a63a264234" providerId="ADAL" clId="{898E76D3-82B1-48D9-AD8C-7099E4DD3B9C}" dt="2024-08-28T07:28:19.880" v="10" actId="700"/>
          <ac:spMkLst>
            <pc:docMk/>
            <pc:sldMk cId="1806811679" sldId="640"/>
            <ac:spMk id="2" creationId="{86D7BC72-5B3B-D66D-A261-F5C75392037F}"/>
          </ac:spMkLst>
        </pc:spChg>
        <pc:spChg chg="del">
          <ac:chgData name="Shailendra Chauhan" userId="a7d3133f-e197-4b90-bf63-99a63a264234" providerId="ADAL" clId="{898E76D3-82B1-48D9-AD8C-7099E4DD3B9C}" dt="2024-08-28T07:28:19.880" v="10" actId="700"/>
          <ac:spMkLst>
            <pc:docMk/>
            <pc:sldMk cId="1806811679" sldId="640"/>
            <ac:spMk id="3" creationId="{076903A2-465D-456F-6595-7C16C05C8A86}"/>
          </ac:spMkLst>
        </pc:spChg>
        <pc:spChg chg="add mod">
          <ac:chgData name="Shailendra Chauhan" userId="a7d3133f-e197-4b90-bf63-99a63a264234" providerId="ADAL" clId="{898E76D3-82B1-48D9-AD8C-7099E4DD3B9C}" dt="2024-08-28T07:28:24.523" v="12" actId="20577"/>
          <ac:spMkLst>
            <pc:docMk/>
            <pc:sldMk cId="1806811679" sldId="640"/>
            <ac:spMk id="4" creationId="{ABBF359F-6690-2E55-DF3E-9456B97A07AE}"/>
          </ac:spMkLst>
        </pc:spChg>
      </pc:sldChg>
      <pc:sldChg chg="addSp delSp modSp new mod modClrScheme chgLayout">
        <pc:chgData name="Shailendra Chauhan" userId="a7d3133f-e197-4b90-bf63-99a63a264234" providerId="ADAL" clId="{898E76D3-82B1-48D9-AD8C-7099E4DD3B9C}" dt="2024-08-28T07:29:55.773" v="48" actId="20577"/>
        <pc:sldMkLst>
          <pc:docMk/>
          <pc:sldMk cId="1703270716" sldId="641"/>
        </pc:sldMkLst>
        <pc:spChg chg="del">
          <ac:chgData name="Shailendra Chauhan" userId="a7d3133f-e197-4b90-bf63-99a63a264234" providerId="ADAL" clId="{898E76D3-82B1-48D9-AD8C-7099E4DD3B9C}" dt="2024-08-28T07:28:45.948" v="14" actId="700"/>
          <ac:spMkLst>
            <pc:docMk/>
            <pc:sldMk cId="1703270716" sldId="641"/>
            <ac:spMk id="2" creationId="{1CDDF90B-F199-4C91-08DD-A53580DAF1D9}"/>
          </ac:spMkLst>
        </pc:spChg>
        <pc:spChg chg="add mod">
          <ac:chgData name="Shailendra Chauhan" userId="a7d3133f-e197-4b90-bf63-99a63a264234" providerId="ADAL" clId="{898E76D3-82B1-48D9-AD8C-7099E4DD3B9C}" dt="2024-08-28T07:29:55.773" v="48" actId="20577"/>
          <ac:spMkLst>
            <pc:docMk/>
            <pc:sldMk cId="1703270716" sldId="641"/>
            <ac:spMk id="3" creationId="{50FB3DC9-2FD5-AC7C-C168-23590190A2EB}"/>
          </ac:spMkLst>
        </pc:spChg>
      </pc:sldChg>
      <pc:sldChg chg="addSp delSp modSp new mod modClrScheme chgLayout">
        <pc:chgData name="Shailendra Chauhan" userId="a7d3133f-e197-4b90-bf63-99a63a264234" providerId="ADAL" clId="{898E76D3-82B1-48D9-AD8C-7099E4DD3B9C}" dt="2024-08-28T07:30:06.453" v="53" actId="20577"/>
        <pc:sldMkLst>
          <pc:docMk/>
          <pc:sldMk cId="3480909669" sldId="642"/>
        </pc:sldMkLst>
        <pc:spChg chg="del mod ord">
          <ac:chgData name="Shailendra Chauhan" userId="a7d3133f-e197-4b90-bf63-99a63a264234" providerId="ADAL" clId="{898E76D3-82B1-48D9-AD8C-7099E4DD3B9C}" dt="2024-08-28T07:29:06.970" v="18" actId="700"/>
          <ac:spMkLst>
            <pc:docMk/>
            <pc:sldMk cId="3480909669" sldId="642"/>
            <ac:spMk id="2" creationId="{E7041452-82FF-CB8B-6FD5-6B18259CB701}"/>
          </ac:spMkLst>
        </pc:spChg>
        <pc:spChg chg="add mod ord">
          <ac:chgData name="Shailendra Chauhan" userId="a7d3133f-e197-4b90-bf63-99a63a264234" providerId="ADAL" clId="{898E76D3-82B1-48D9-AD8C-7099E4DD3B9C}" dt="2024-08-28T07:30:06.453" v="53" actId="20577"/>
          <ac:spMkLst>
            <pc:docMk/>
            <pc:sldMk cId="3480909669" sldId="642"/>
            <ac:spMk id="3" creationId="{49ACEDB8-905D-11CE-B8AB-1B4AB244BB0E}"/>
          </ac:spMkLst>
        </pc:spChg>
      </pc:sldChg>
      <pc:sldChg chg="addSp delSp modSp new mod modClrScheme chgLayout">
        <pc:chgData name="Shailendra Chauhan" userId="a7d3133f-e197-4b90-bf63-99a63a264234" providerId="ADAL" clId="{898E76D3-82B1-48D9-AD8C-7099E4DD3B9C}" dt="2024-08-28T07:30:36.930" v="69" actId="20577"/>
        <pc:sldMkLst>
          <pc:docMk/>
          <pc:sldMk cId="2286114053" sldId="643"/>
        </pc:sldMkLst>
        <pc:spChg chg="del mod ord">
          <ac:chgData name="Shailendra Chauhan" userId="a7d3133f-e197-4b90-bf63-99a63a264234" providerId="ADAL" clId="{898E76D3-82B1-48D9-AD8C-7099E4DD3B9C}" dt="2024-08-28T07:30:16.922" v="55" actId="700"/>
          <ac:spMkLst>
            <pc:docMk/>
            <pc:sldMk cId="2286114053" sldId="643"/>
            <ac:spMk id="2" creationId="{3DEED563-EBD8-BFE0-0780-9C7FDAC7558A}"/>
          </ac:spMkLst>
        </pc:spChg>
        <pc:spChg chg="add mod ord">
          <ac:chgData name="Shailendra Chauhan" userId="a7d3133f-e197-4b90-bf63-99a63a264234" providerId="ADAL" clId="{898E76D3-82B1-48D9-AD8C-7099E4DD3B9C}" dt="2024-08-28T07:30:36.930" v="69" actId="20577"/>
          <ac:spMkLst>
            <pc:docMk/>
            <pc:sldMk cId="2286114053" sldId="643"/>
            <ac:spMk id="3" creationId="{A70AD365-B88D-70B7-FB47-D3958923FD99}"/>
          </ac:spMkLst>
        </pc:spChg>
      </pc:sldChg>
      <pc:sldChg chg="addSp delSp modSp new mod modClrScheme chgLayout">
        <pc:chgData name="Shailendra Chauhan" userId="a7d3133f-e197-4b90-bf63-99a63a264234" providerId="ADAL" clId="{898E76D3-82B1-48D9-AD8C-7099E4DD3B9C}" dt="2024-08-28T07:31:00.096" v="92" actId="20577"/>
        <pc:sldMkLst>
          <pc:docMk/>
          <pc:sldMk cId="307024552" sldId="644"/>
        </pc:sldMkLst>
        <pc:spChg chg="del mod ord">
          <ac:chgData name="Shailendra Chauhan" userId="a7d3133f-e197-4b90-bf63-99a63a264234" providerId="ADAL" clId="{898E76D3-82B1-48D9-AD8C-7099E4DD3B9C}" dt="2024-08-28T07:30:48.333" v="71" actId="700"/>
          <ac:spMkLst>
            <pc:docMk/>
            <pc:sldMk cId="307024552" sldId="644"/>
            <ac:spMk id="2" creationId="{AE132A75-B742-6463-FDC3-F77B2EADEC44}"/>
          </ac:spMkLst>
        </pc:spChg>
        <pc:spChg chg="add mod ord">
          <ac:chgData name="Shailendra Chauhan" userId="a7d3133f-e197-4b90-bf63-99a63a264234" providerId="ADAL" clId="{898E76D3-82B1-48D9-AD8C-7099E4DD3B9C}" dt="2024-08-28T07:31:00.096" v="92" actId="20577"/>
          <ac:spMkLst>
            <pc:docMk/>
            <pc:sldMk cId="307024552" sldId="644"/>
            <ac:spMk id="3" creationId="{FB7F3102-2C7D-0D38-4811-CF9E6E23CAED}"/>
          </ac:spMkLst>
        </pc:spChg>
      </pc:sldChg>
      <pc:sldChg chg="addSp delSp modSp new mod modClrScheme chgLayout">
        <pc:chgData name="Shailendra Chauhan" userId="a7d3133f-e197-4b90-bf63-99a63a264234" providerId="ADAL" clId="{898E76D3-82B1-48D9-AD8C-7099E4DD3B9C}" dt="2024-08-28T07:31:48.971" v="146" actId="20577"/>
        <pc:sldMkLst>
          <pc:docMk/>
          <pc:sldMk cId="4017063654" sldId="645"/>
        </pc:sldMkLst>
        <pc:spChg chg="del mod ord">
          <ac:chgData name="Shailendra Chauhan" userId="a7d3133f-e197-4b90-bf63-99a63a264234" providerId="ADAL" clId="{898E76D3-82B1-48D9-AD8C-7099E4DD3B9C}" dt="2024-08-28T07:31:10.380" v="94" actId="700"/>
          <ac:spMkLst>
            <pc:docMk/>
            <pc:sldMk cId="4017063654" sldId="645"/>
            <ac:spMk id="2" creationId="{C0F0BB8E-7D14-1B5C-B946-7A8BAA423EA9}"/>
          </ac:spMkLst>
        </pc:spChg>
        <pc:spChg chg="add mod ord">
          <ac:chgData name="Shailendra Chauhan" userId="a7d3133f-e197-4b90-bf63-99a63a264234" providerId="ADAL" clId="{898E76D3-82B1-48D9-AD8C-7099E4DD3B9C}" dt="2024-08-28T07:31:48.971" v="146" actId="20577"/>
          <ac:spMkLst>
            <pc:docMk/>
            <pc:sldMk cId="4017063654" sldId="645"/>
            <ac:spMk id="3" creationId="{64B2CF5F-B8B1-71BD-F301-D69A906E0C9B}"/>
          </ac:spMkLst>
        </pc:spChg>
      </pc:sldChg>
    </pc:docChg>
  </pc:docChgLst>
  <pc:docChgLst>
    <pc:chgData name="Shailendra Chauhan" userId="a7d3133f-e197-4b90-bf63-99a63a264234" providerId="ADAL" clId="{5836DF67-7234-48E5-9813-9C28B2DD4BCC}"/>
    <pc:docChg chg="undo custSel addSld delSld modSld modMainMaster">
      <pc:chgData name="Shailendra Chauhan" userId="a7d3133f-e197-4b90-bf63-99a63a264234" providerId="ADAL" clId="{5836DF67-7234-48E5-9813-9C28B2DD4BCC}" dt="2024-06-15T11:33:54.234" v="70" actId="26606"/>
      <pc:docMkLst>
        <pc:docMk/>
      </pc:docMkLst>
      <pc:sldChg chg="modSp mod">
        <pc:chgData name="Shailendra Chauhan" userId="a7d3133f-e197-4b90-bf63-99a63a264234" providerId="ADAL" clId="{5836DF67-7234-48E5-9813-9C28B2DD4BCC}" dt="2024-06-15T11:32:01.441" v="60" actId="404"/>
        <pc:sldMkLst>
          <pc:docMk/>
          <pc:sldMk cId="3384716785" sldId="522"/>
        </pc:sldMkLst>
        <pc:spChg chg="mod">
          <ac:chgData name="Shailendra Chauhan" userId="a7d3133f-e197-4b90-bf63-99a63a264234" providerId="ADAL" clId="{5836DF67-7234-48E5-9813-9C28B2DD4BCC}" dt="2024-06-15T11:28:44.838" v="51"/>
          <ac:spMkLst>
            <pc:docMk/>
            <pc:sldMk cId="3384716785" sldId="522"/>
            <ac:spMk id="2" creationId="{C25C3EB7-8F6C-CFDB-289A-6BB54C526AE7}"/>
          </ac:spMkLst>
        </pc:spChg>
        <pc:spChg chg="mod">
          <ac:chgData name="Shailendra Chauhan" userId="a7d3133f-e197-4b90-bf63-99a63a264234" providerId="ADAL" clId="{5836DF67-7234-48E5-9813-9C28B2DD4BCC}" dt="2024-06-15T11:32:01.441" v="60" actId="404"/>
          <ac:spMkLst>
            <pc:docMk/>
            <pc:sldMk cId="3384716785" sldId="522"/>
            <ac:spMk id="4" creationId="{5D5BAAD7-C5EB-DB6B-6CD5-91EAF15D743C}"/>
          </ac:spMkLst>
        </pc:spChg>
      </pc:sldChg>
      <pc:sldChg chg="modSp del mod modClrScheme chgLayout">
        <pc:chgData name="Shailendra Chauhan" userId="a7d3133f-e197-4b90-bf63-99a63a264234" providerId="ADAL" clId="{5836DF67-7234-48E5-9813-9C28B2DD4BCC}" dt="2024-06-15T11:27:24.821" v="42" actId="2696"/>
        <pc:sldMkLst>
          <pc:docMk/>
          <pc:sldMk cId="3757602354" sldId="524"/>
        </pc:sldMkLst>
        <pc:spChg chg="mod ord">
          <ac:chgData name="Shailendra Chauhan" userId="a7d3133f-e197-4b90-bf63-99a63a264234" providerId="ADAL" clId="{5836DF67-7234-48E5-9813-9C28B2DD4BCC}" dt="2024-06-15T11:26:54.193" v="35" actId="700"/>
          <ac:spMkLst>
            <pc:docMk/>
            <pc:sldMk cId="3757602354" sldId="524"/>
            <ac:spMk id="3" creationId="{59A5B47F-9DD4-3FEF-0B37-9BF71C4DC505}"/>
          </ac:spMkLst>
        </pc:spChg>
        <pc:picChg chg="mod ord">
          <ac:chgData name="Shailendra Chauhan" userId="a7d3133f-e197-4b90-bf63-99a63a264234" providerId="ADAL" clId="{5836DF67-7234-48E5-9813-9C28B2DD4BCC}" dt="2024-06-15T11:26:54.193" v="35" actId="700"/>
          <ac:picMkLst>
            <pc:docMk/>
            <pc:sldMk cId="3757602354" sldId="524"/>
            <ac:picMk id="6" creationId="{332C0514-43BE-FB2A-262E-1726ACFF992A}"/>
          </ac:picMkLst>
        </pc:picChg>
      </pc:sldChg>
      <pc:sldChg chg="modSp mod modClrScheme chgLayout">
        <pc:chgData name="Shailendra Chauhan" userId="a7d3133f-e197-4b90-bf63-99a63a264234" providerId="ADAL" clId="{5836DF67-7234-48E5-9813-9C28B2DD4BCC}" dt="2024-06-15T11:28:44.838" v="51"/>
        <pc:sldMkLst>
          <pc:docMk/>
          <pc:sldMk cId="3492494734" sldId="525"/>
        </pc:sldMkLst>
        <pc:spChg chg="mod ord">
          <ac:chgData name="Shailendra Chauhan" userId="a7d3133f-e197-4b90-bf63-99a63a264234" providerId="ADAL" clId="{5836DF67-7234-48E5-9813-9C28B2DD4BCC}" dt="2024-06-15T11:28:44.838" v="51"/>
          <ac:spMkLst>
            <pc:docMk/>
            <pc:sldMk cId="3492494734" sldId="525"/>
            <ac:spMk id="3" creationId="{8B91E7CC-BECE-365E-192D-546A39AAF0F7}"/>
          </ac:spMkLst>
        </pc:spChg>
      </pc:sldChg>
      <pc:sldChg chg="modSp mod modClrScheme chgLayout">
        <pc:chgData name="Shailendra Chauhan" userId="a7d3133f-e197-4b90-bf63-99a63a264234" providerId="ADAL" clId="{5836DF67-7234-48E5-9813-9C28B2DD4BCC}" dt="2024-06-15T11:28:44.838" v="51"/>
        <pc:sldMkLst>
          <pc:docMk/>
          <pc:sldMk cId="2463012277" sldId="526"/>
        </pc:sldMkLst>
        <pc:spChg chg="mod ord">
          <ac:chgData name="Shailendra Chauhan" userId="a7d3133f-e197-4b90-bf63-99a63a264234" providerId="ADAL" clId="{5836DF67-7234-48E5-9813-9C28B2DD4BCC}" dt="2024-06-15T11:28:44.838" v="51"/>
          <ac:spMkLst>
            <pc:docMk/>
            <pc:sldMk cId="2463012277" sldId="526"/>
            <ac:spMk id="3" creationId="{CE2F5ACF-151C-F295-725F-0D852BAA683B}"/>
          </ac:spMkLst>
        </pc:spChg>
      </pc:sldChg>
      <pc:sldChg chg="modSp mod modClrScheme chgLayout">
        <pc:chgData name="Shailendra Chauhan" userId="a7d3133f-e197-4b90-bf63-99a63a264234" providerId="ADAL" clId="{5836DF67-7234-48E5-9813-9C28B2DD4BCC}" dt="2024-06-15T11:28:44.838" v="51"/>
        <pc:sldMkLst>
          <pc:docMk/>
          <pc:sldMk cId="103645309" sldId="527"/>
        </pc:sldMkLst>
        <pc:spChg chg="mod ord">
          <ac:chgData name="Shailendra Chauhan" userId="a7d3133f-e197-4b90-bf63-99a63a264234" providerId="ADAL" clId="{5836DF67-7234-48E5-9813-9C28B2DD4BCC}" dt="2024-06-15T11:28:44.838" v="51"/>
          <ac:spMkLst>
            <pc:docMk/>
            <pc:sldMk cId="103645309" sldId="527"/>
            <ac:spMk id="3" creationId="{45C33BF9-346E-B343-C2A5-B3A66B776D25}"/>
          </ac:spMkLst>
        </pc:spChg>
      </pc:sldChg>
      <pc:sldChg chg="modSp mod modClrScheme chgLayout">
        <pc:chgData name="Shailendra Chauhan" userId="a7d3133f-e197-4b90-bf63-99a63a264234" providerId="ADAL" clId="{5836DF67-7234-48E5-9813-9C28B2DD4BCC}" dt="2024-06-15T11:28:44.838" v="51"/>
        <pc:sldMkLst>
          <pc:docMk/>
          <pc:sldMk cId="1549443840" sldId="528"/>
        </pc:sldMkLst>
        <pc:spChg chg="mod ord">
          <ac:chgData name="Shailendra Chauhan" userId="a7d3133f-e197-4b90-bf63-99a63a264234" providerId="ADAL" clId="{5836DF67-7234-48E5-9813-9C28B2DD4BCC}" dt="2024-06-15T11:28:44.838" v="51"/>
          <ac:spMkLst>
            <pc:docMk/>
            <pc:sldMk cId="1549443840" sldId="528"/>
            <ac:spMk id="3" creationId="{4D8D2CA3-200E-A522-D769-F6D885770D69}"/>
          </ac:spMkLst>
        </pc:spChg>
      </pc:sldChg>
      <pc:sldChg chg="modSp mod modClrScheme chgLayout">
        <pc:chgData name="Shailendra Chauhan" userId="a7d3133f-e197-4b90-bf63-99a63a264234" providerId="ADAL" clId="{5836DF67-7234-48E5-9813-9C28B2DD4BCC}" dt="2024-06-15T11:28:44.838" v="51"/>
        <pc:sldMkLst>
          <pc:docMk/>
          <pc:sldMk cId="1176817143" sldId="529"/>
        </pc:sldMkLst>
        <pc:spChg chg="mod ord">
          <ac:chgData name="Shailendra Chauhan" userId="a7d3133f-e197-4b90-bf63-99a63a264234" providerId="ADAL" clId="{5836DF67-7234-48E5-9813-9C28B2DD4BCC}" dt="2024-06-15T11:28:44.838" v="51"/>
          <ac:spMkLst>
            <pc:docMk/>
            <pc:sldMk cId="1176817143" sldId="529"/>
            <ac:spMk id="3" creationId="{154B75ED-CC35-E053-E01E-724725B8B8A0}"/>
          </ac:spMkLst>
        </pc:spChg>
      </pc:sldChg>
      <pc:sldChg chg="modSp">
        <pc:chgData name="Shailendra Chauhan" userId="a7d3133f-e197-4b90-bf63-99a63a264234" providerId="ADAL" clId="{5836DF67-7234-48E5-9813-9C28B2DD4BCC}" dt="2024-06-15T11:28:44.838" v="51"/>
        <pc:sldMkLst>
          <pc:docMk/>
          <pc:sldMk cId="1293669426" sldId="530"/>
        </pc:sldMkLst>
        <pc:spChg chg="mod">
          <ac:chgData name="Shailendra Chauhan" userId="a7d3133f-e197-4b90-bf63-99a63a264234" providerId="ADAL" clId="{5836DF67-7234-48E5-9813-9C28B2DD4BCC}" dt="2024-06-15T11:28:44.838" v="51"/>
          <ac:spMkLst>
            <pc:docMk/>
            <pc:sldMk cId="1293669426" sldId="530"/>
            <ac:spMk id="2" creationId="{3116A47B-7B0C-7298-5C4D-B33E3B0059AD}"/>
          </ac:spMkLst>
        </pc:spChg>
        <pc:spChg chg="mod">
          <ac:chgData name="Shailendra Chauhan" userId="a7d3133f-e197-4b90-bf63-99a63a264234" providerId="ADAL" clId="{5836DF67-7234-48E5-9813-9C28B2DD4BCC}" dt="2024-06-15T11:28:44.838" v="51"/>
          <ac:spMkLst>
            <pc:docMk/>
            <pc:sldMk cId="1293669426" sldId="530"/>
            <ac:spMk id="3" creationId="{103ED9E4-AD20-490C-DC04-7FCCA5ADA557}"/>
          </ac:spMkLst>
        </pc:spChg>
      </pc:sldChg>
      <pc:sldChg chg="modSp">
        <pc:chgData name="Shailendra Chauhan" userId="a7d3133f-e197-4b90-bf63-99a63a264234" providerId="ADAL" clId="{5836DF67-7234-48E5-9813-9C28B2DD4BCC}" dt="2024-06-15T11:28:44.838" v="51"/>
        <pc:sldMkLst>
          <pc:docMk/>
          <pc:sldMk cId="1257088793" sldId="531"/>
        </pc:sldMkLst>
        <pc:spChg chg="mod">
          <ac:chgData name="Shailendra Chauhan" userId="a7d3133f-e197-4b90-bf63-99a63a264234" providerId="ADAL" clId="{5836DF67-7234-48E5-9813-9C28B2DD4BCC}" dt="2024-06-15T11:28:44.838" v="51"/>
          <ac:spMkLst>
            <pc:docMk/>
            <pc:sldMk cId="1257088793" sldId="531"/>
            <ac:spMk id="2" creationId="{65B05594-56C8-BAF6-0B5F-93ECE56B6D3B}"/>
          </ac:spMkLst>
        </pc:spChg>
        <pc:spChg chg="mod">
          <ac:chgData name="Shailendra Chauhan" userId="a7d3133f-e197-4b90-bf63-99a63a264234" providerId="ADAL" clId="{5836DF67-7234-48E5-9813-9C28B2DD4BCC}" dt="2024-06-15T11:28:44.838" v="51"/>
          <ac:spMkLst>
            <pc:docMk/>
            <pc:sldMk cId="1257088793" sldId="531"/>
            <ac:spMk id="3" creationId="{B22D7811-D6EF-AA63-C0BD-10B9E370CB87}"/>
          </ac:spMkLst>
        </pc:spChg>
      </pc:sldChg>
      <pc:sldChg chg="addSp delSp modSp mod modClrScheme chgLayout">
        <pc:chgData name="Shailendra Chauhan" userId="a7d3133f-e197-4b90-bf63-99a63a264234" providerId="ADAL" clId="{5836DF67-7234-48E5-9813-9C28B2DD4BCC}" dt="2024-06-15T11:33:54.234" v="70" actId="26606"/>
        <pc:sldMkLst>
          <pc:docMk/>
          <pc:sldMk cId="2209764001" sldId="532"/>
        </pc:sldMkLst>
        <pc:spChg chg="add del mod ord">
          <ac:chgData name="Shailendra Chauhan" userId="a7d3133f-e197-4b90-bf63-99a63a264234" providerId="ADAL" clId="{5836DF67-7234-48E5-9813-9C28B2DD4BCC}" dt="2024-06-15T11:33:54.234" v="70" actId="26606"/>
          <ac:spMkLst>
            <pc:docMk/>
            <pc:sldMk cId="2209764001" sldId="532"/>
            <ac:spMk id="2" creationId="{F6591A50-22DE-B1BE-E094-B3FDC0525090}"/>
          </ac:spMkLst>
        </pc:spChg>
        <pc:spChg chg="mod">
          <ac:chgData name="Shailendra Chauhan" userId="a7d3133f-e197-4b90-bf63-99a63a264234" providerId="ADAL" clId="{5836DF67-7234-48E5-9813-9C28B2DD4BCC}" dt="2024-06-15T11:33:54.234" v="70" actId="26606"/>
          <ac:spMkLst>
            <pc:docMk/>
            <pc:sldMk cId="2209764001" sldId="532"/>
            <ac:spMk id="3" creationId="{B5F36776-6DE5-80C2-A390-58AD25F56937}"/>
          </ac:spMkLst>
        </pc:spChg>
        <pc:graphicFrameChg chg="add del mod">
          <ac:chgData name="Shailendra Chauhan" userId="a7d3133f-e197-4b90-bf63-99a63a264234" providerId="ADAL" clId="{5836DF67-7234-48E5-9813-9C28B2DD4BCC}" dt="2024-06-15T11:33:28.824" v="62" actId="26606"/>
          <ac:graphicFrameMkLst>
            <pc:docMk/>
            <pc:sldMk cId="2209764001" sldId="532"/>
            <ac:graphicFrameMk id="5" creationId="{446CCF71-CB69-8125-C6B2-3B42C1FCD59B}"/>
          </ac:graphicFrameMkLst>
        </pc:graphicFrameChg>
        <pc:graphicFrameChg chg="add del">
          <ac:chgData name="Shailendra Chauhan" userId="a7d3133f-e197-4b90-bf63-99a63a264234" providerId="ADAL" clId="{5836DF67-7234-48E5-9813-9C28B2DD4BCC}" dt="2024-06-15T11:33:34.086" v="64" actId="26606"/>
          <ac:graphicFrameMkLst>
            <pc:docMk/>
            <pc:sldMk cId="2209764001" sldId="532"/>
            <ac:graphicFrameMk id="6" creationId="{8F44BEB6-512F-51BB-6492-1DE2A0426ECF}"/>
          </ac:graphicFrameMkLst>
        </pc:graphicFrameChg>
      </pc:sldChg>
      <pc:sldChg chg="modSp">
        <pc:chgData name="Shailendra Chauhan" userId="a7d3133f-e197-4b90-bf63-99a63a264234" providerId="ADAL" clId="{5836DF67-7234-48E5-9813-9C28B2DD4BCC}" dt="2024-06-15T11:28:44.838" v="51"/>
        <pc:sldMkLst>
          <pc:docMk/>
          <pc:sldMk cId="4276420823" sldId="533"/>
        </pc:sldMkLst>
        <pc:spChg chg="mod">
          <ac:chgData name="Shailendra Chauhan" userId="a7d3133f-e197-4b90-bf63-99a63a264234" providerId="ADAL" clId="{5836DF67-7234-48E5-9813-9C28B2DD4BCC}" dt="2024-06-15T11:28:44.838" v="51"/>
          <ac:spMkLst>
            <pc:docMk/>
            <pc:sldMk cId="4276420823" sldId="533"/>
            <ac:spMk id="2" creationId="{AB0287C5-B75D-72CA-5550-FD0A37F192E7}"/>
          </ac:spMkLst>
        </pc:spChg>
        <pc:spChg chg="mod">
          <ac:chgData name="Shailendra Chauhan" userId="a7d3133f-e197-4b90-bf63-99a63a264234" providerId="ADAL" clId="{5836DF67-7234-48E5-9813-9C28B2DD4BCC}" dt="2024-06-15T11:28:44.838" v="51"/>
          <ac:spMkLst>
            <pc:docMk/>
            <pc:sldMk cId="4276420823" sldId="533"/>
            <ac:spMk id="3" creationId="{36752DCD-6BF8-89C8-108A-1F221D3A51EE}"/>
          </ac:spMkLst>
        </pc:spChg>
      </pc:sldChg>
      <pc:sldChg chg="modSp">
        <pc:chgData name="Shailendra Chauhan" userId="a7d3133f-e197-4b90-bf63-99a63a264234" providerId="ADAL" clId="{5836DF67-7234-48E5-9813-9C28B2DD4BCC}" dt="2024-06-15T11:28:44.838" v="51"/>
        <pc:sldMkLst>
          <pc:docMk/>
          <pc:sldMk cId="2984372723" sldId="534"/>
        </pc:sldMkLst>
        <pc:spChg chg="mod">
          <ac:chgData name="Shailendra Chauhan" userId="a7d3133f-e197-4b90-bf63-99a63a264234" providerId="ADAL" clId="{5836DF67-7234-48E5-9813-9C28B2DD4BCC}" dt="2024-06-15T11:28:44.838" v="51"/>
          <ac:spMkLst>
            <pc:docMk/>
            <pc:sldMk cId="2984372723" sldId="534"/>
            <ac:spMk id="2" creationId="{38AEDC74-6050-E049-5CE6-CA7FFBE09AF8}"/>
          </ac:spMkLst>
        </pc:spChg>
        <pc:spChg chg="mod">
          <ac:chgData name="Shailendra Chauhan" userId="a7d3133f-e197-4b90-bf63-99a63a264234" providerId="ADAL" clId="{5836DF67-7234-48E5-9813-9C28B2DD4BCC}" dt="2024-06-15T11:28:44.838" v="51"/>
          <ac:spMkLst>
            <pc:docMk/>
            <pc:sldMk cId="2984372723" sldId="534"/>
            <ac:spMk id="3" creationId="{3DB6DFE7-E4F4-E49B-236D-9BEAC0A5902F}"/>
          </ac:spMkLst>
        </pc:spChg>
      </pc:sldChg>
      <pc:sldChg chg="modSp">
        <pc:chgData name="Shailendra Chauhan" userId="a7d3133f-e197-4b90-bf63-99a63a264234" providerId="ADAL" clId="{5836DF67-7234-48E5-9813-9C28B2DD4BCC}" dt="2024-06-15T11:28:44.838" v="51"/>
        <pc:sldMkLst>
          <pc:docMk/>
          <pc:sldMk cId="3955941799" sldId="535"/>
        </pc:sldMkLst>
        <pc:spChg chg="mod">
          <ac:chgData name="Shailendra Chauhan" userId="a7d3133f-e197-4b90-bf63-99a63a264234" providerId="ADAL" clId="{5836DF67-7234-48E5-9813-9C28B2DD4BCC}" dt="2024-06-15T11:28:44.838" v="51"/>
          <ac:spMkLst>
            <pc:docMk/>
            <pc:sldMk cId="3955941799" sldId="535"/>
            <ac:spMk id="2" creationId="{C8058CE8-3D51-219C-C613-80F62E24E4AF}"/>
          </ac:spMkLst>
        </pc:spChg>
      </pc:sldChg>
      <pc:sldChg chg="modSp">
        <pc:chgData name="Shailendra Chauhan" userId="a7d3133f-e197-4b90-bf63-99a63a264234" providerId="ADAL" clId="{5836DF67-7234-48E5-9813-9C28B2DD4BCC}" dt="2024-06-15T11:28:44.838" v="51"/>
        <pc:sldMkLst>
          <pc:docMk/>
          <pc:sldMk cId="1137608785" sldId="536"/>
        </pc:sldMkLst>
        <pc:spChg chg="mod">
          <ac:chgData name="Shailendra Chauhan" userId="a7d3133f-e197-4b90-bf63-99a63a264234" providerId="ADAL" clId="{5836DF67-7234-48E5-9813-9C28B2DD4BCC}" dt="2024-06-15T11:28:44.838" v="51"/>
          <ac:spMkLst>
            <pc:docMk/>
            <pc:sldMk cId="1137608785" sldId="536"/>
            <ac:spMk id="2" creationId="{3116A47B-7B0C-7298-5C4D-B33E3B0059AD}"/>
          </ac:spMkLst>
        </pc:spChg>
        <pc:spChg chg="mod">
          <ac:chgData name="Shailendra Chauhan" userId="a7d3133f-e197-4b90-bf63-99a63a264234" providerId="ADAL" clId="{5836DF67-7234-48E5-9813-9C28B2DD4BCC}" dt="2024-06-15T11:28:44.838" v="51"/>
          <ac:spMkLst>
            <pc:docMk/>
            <pc:sldMk cId="1137608785" sldId="536"/>
            <ac:spMk id="3" creationId="{103ED9E4-AD20-490C-DC04-7FCCA5ADA557}"/>
          </ac:spMkLst>
        </pc:spChg>
      </pc:sldChg>
      <pc:sldChg chg="modSp">
        <pc:chgData name="Shailendra Chauhan" userId="a7d3133f-e197-4b90-bf63-99a63a264234" providerId="ADAL" clId="{5836DF67-7234-48E5-9813-9C28B2DD4BCC}" dt="2024-06-15T11:28:44.838" v="51"/>
        <pc:sldMkLst>
          <pc:docMk/>
          <pc:sldMk cId="1632363384" sldId="537"/>
        </pc:sldMkLst>
        <pc:spChg chg="mod">
          <ac:chgData name="Shailendra Chauhan" userId="a7d3133f-e197-4b90-bf63-99a63a264234" providerId="ADAL" clId="{5836DF67-7234-48E5-9813-9C28B2DD4BCC}" dt="2024-06-15T11:28:44.838" v="51"/>
          <ac:spMkLst>
            <pc:docMk/>
            <pc:sldMk cId="1632363384" sldId="537"/>
            <ac:spMk id="2" creationId="{F6591A50-22DE-B1BE-E094-B3FDC0525090}"/>
          </ac:spMkLst>
        </pc:spChg>
        <pc:spChg chg="mod">
          <ac:chgData name="Shailendra Chauhan" userId="a7d3133f-e197-4b90-bf63-99a63a264234" providerId="ADAL" clId="{5836DF67-7234-48E5-9813-9C28B2DD4BCC}" dt="2024-06-15T11:28:44.838" v="51"/>
          <ac:spMkLst>
            <pc:docMk/>
            <pc:sldMk cId="1632363384" sldId="537"/>
            <ac:spMk id="3" creationId="{B5F36776-6DE5-80C2-A390-58AD25F56937}"/>
          </ac:spMkLst>
        </pc:spChg>
      </pc:sldChg>
      <pc:sldChg chg="modSp">
        <pc:chgData name="Shailendra Chauhan" userId="a7d3133f-e197-4b90-bf63-99a63a264234" providerId="ADAL" clId="{5836DF67-7234-48E5-9813-9C28B2DD4BCC}" dt="2024-06-15T11:28:44.838" v="51"/>
        <pc:sldMkLst>
          <pc:docMk/>
          <pc:sldMk cId="3542176600" sldId="538"/>
        </pc:sldMkLst>
        <pc:spChg chg="mod">
          <ac:chgData name="Shailendra Chauhan" userId="a7d3133f-e197-4b90-bf63-99a63a264234" providerId="ADAL" clId="{5836DF67-7234-48E5-9813-9C28B2DD4BCC}" dt="2024-06-15T11:28:44.838" v="51"/>
          <ac:spMkLst>
            <pc:docMk/>
            <pc:sldMk cId="3542176600" sldId="538"/>
            <ac:spMk id="2" creationId="{AB0287C5-B75D-72CA-5550-FD0A37F192E7}"/>
          </ac:spMkLst>
        </pc:spChg>
        <pc:spChg chg="mod">
          <ac:chgData name="Shailendra Chauhan" userId="a7d3133f-e197-4b90-bf63-99a63a264234" providerId="ADAL" clId="{5836DF67-7234-48E5-9813-9C28B2DD4BCC}" dt="2024-06-15T11:28:44.838" v="51"/>
          <ac:spMkLst>
            <pc:docMk/>
            <pc:sldMk cId="3542176600" sldId="538"/>
            <ac:spMk id="3" creationId="{36752DCD-6BF8-89C8-108A-1F221D3A51EE}"/>
          </ac:spMkLst>
        </pc:spChg>
      </pc:sldChg>
      <pc:sldChg chg="modSp mod modClrScheme chgLayout">
        <pc:chgData name="Shailendra Chauhan" userId="a7d3133f-e197-4b90-bf63-99a63a264234" providerId="ADAL" clId="{5836DF67-7234-48E5-9813-9C28B2DD4BCC}" dt="2024-06-15T11:28:44.838" v="51"/>
        <pc:sldMkLst>
          <pc:docMk/>
          <pc:sldMk cId="300847703" sldId="540"/>
        </pc:sldMkLst>
        <pc:spChg chg="mod ord">
          <ac:chgData name="Shailendra Chauhan" userId="a7d3133f-e197-4b90-bf63-99a63a264234" providerId="ADAL" clId="{5836DF67-7234-48E5-9813-9C28B2DD4BCC}" dt="2024-06-15T11:28:44.838" v="51"/>
          <ac:spMkLst>
            <pc:docMk/>
            <pc:sldMk cId="300847703" sldId="540"/>
            <ac:spMk id="3" creationId="{9F36F16B-62C2-E228-9ED2-85F666E939D6}"/>
          </ac:spMkLst>
        </pc:spChg>
      </pc:sldChg>
      <pc:sldChg chg="modSp mod">
        <pc:chgData name="Shailendra Chauhan" userId="a7d3133f-e197-4b90-bf63-99a63a264234" providerId="ADAL" clId="{5836DF67-7234-48E5-9813-9C28B2DD4BCC}" dt="2024-06-15T11:28:44.838" v="51"/>
        <pc:sldMkLst>
          <pc:docMk/>
          <pc:sldMk cId="1086415499" sldId="547"/>
        </pc:sldMkLst>
        <pc:spChg chg="mod">
          <ac:chgData name="Shailendra Chauhan" userId="a7d3133f-e197-4b90-bf63-99a63a264234" providerId="ADAL" clId="{5836DF67-7234-48E5-9813-9C28B2DD4BCC}" dt="2024-06-15T11:24:44.763" v="17" actId="27636"/>
          <ac:spMkLst>
            <pc:docMk/>
            <pc:sldMk cId="1086415499" sldId="547"/>
            <ac:spMk id="2" creationId="{3116A47B-7B0C-7298-5C4D-B33E3B0059AD}"/>
          </ac:spMkLst>
        </pc:spChg>
        <pc:spChg chg="mod">
          <ac:chgData name="Shailendra Chauhan" userId="a7d3133f-e197-4b90-bf63-99a63a264234" providerId="ADAL" clId="{5836DF67-7234-48E5-9813-9C28B2DD4BCC}" dt="2024-06-15T11:28:44.838" v="51"/>
          <ac:spMkLst>
            <pc:docMk/>
            <pc:sldMk cId="1086415499" sldId="547"/>
            <ac:spMk id="3" creationId="{103ED9E4-AD20-490C-DC04-7FCCA5ADA557}"/>
          </ac:spMkLst>
        </pc:spChg>
      </pc:sldChg>
      <pc:sldChg chg="modSp">
        <pc:chgData name="Shailendra Chauhan" userId="a7d3133f-e197-4b90-bf63-99a63a264234" providerId="ADAL" clId="{5836DF67-7234-48E5-9813-9C28B2DD4BCC}" dt="2024-06-15T11:28:44.838" v="51"/>
        <pc:sldMkLst>
          <pc:docMk/>
          <pc:sldMk cId="2160728945" sldId="548"/>
        </pc:sldMkLst>
        <pc:spChg chg="mod">
          <ac:chgData name="Shailendra Chauhan" userId="a7d3133f-e197-4b90-bf63-99a63a264234" providerId="ADAL" clId="{5836DF67-7234-48E5-9813-9C28B2DD4BCC}" dt="2024-06-15T11:28:44.838" v="51"/>
          <ac:spMkLst>
            <pc:docMk/>
            <pc:sldMk cId="2160728945" sldId="548"/>
            <ac:spMk id="2" creationId="{F6591A50-22DE-B1BE-E094-B3FDC0525090}"/>
          </ac:spMkLst>
        </pc:spChg>
        <pc:spChg chg="mod">
          <ac:chgData name="Shailendra Chauhan" userId="a7d3133f-e197-4b90-bf63-99a63a264234" providerId="ADAL" clId="{5836DF67-7234-48E5-9813-9C28B2DD4BCC}" dt="2024-06-15T11:28:44.838" v="51"/>
          <ac:spMkLst>
            <pc:docMk/>
            <pc:sldMk cId="2160728945" sldId="548"/>
            <ac:spMk id="3" creationId="{B5F36776-6DE5-80C2-A390-58AD25F56937}"/>
          </ac:spMkLst>
        </pc:spChg>
      </pc:sldChg>
      <pc:sldChg chg="modSp">
        <pc:chgData name="Shailendra Chauhan" userId="a7d3133f-e197-4b90-bf63-99a63a264234" providerId="ADAL" clId="{5836DF67-7234-48E5-9813-9C28B2DD4BCC}" dt="2024-06-15T11:28:44.838" v="51"/>
        <pc:sldMkLst>
          <pc:docMk/>
          <pc:sldMk cId="2390963027" sldId="550"/>
        </pc:sldMkLst>
        <pc:spChg chg="mod">
          <ac:chgData name="Shailendra Chauhan" userId="a7d3133f-e197-4b90-bf63-99a63a264234" providerId="ADAL" clId="{5836DF67-7234-48E5-9813-9C28B2DD4BCC}" dt="2024-06-15T11:28:44.838" v="51"/>
          <ac:spMkLst>
            <pc:docMk/>
            <pc:sldMk cId="2390963027" sldId="550"/>
            <ac:spMk id="2" creationId="{38AEDC74-6050-E049-5CE6-CA7FFBE09AF8}"/>
          </ac:spMkLst>
        </pc:spChg>
        <pc:spChg chg="mod">
          <ac:chgData name="Shailendra Chauhan" userId="a7d3133f-e197-4b90-bf63-99a63a264234" providerId="ADAL" clId="{5836DF67-7234-48E5-9813-9C28B2DD4BCC}" dt="2024-06-15T11:28:44.838" v="51"/>
          <ac:spMkLst>
            <pc:docMk/>
            <pc:sldMk cId="2390963027" sldId="550"/>
            <ac:spMk id="3" creationId="{3DB6DFE7-E4F4-E49B-236D-9BEAC0A5902F}"/>
          </ac:spMkLst>
        </pc:spChg>
      </pc:sldChg>
      <pc:sldChg chg="modSp">
        <pc:chgData name="Shailendra Chauhan" userId="a7d3133f-e197-4b90-bf63-99a63a264234" providerId="ADAL" clId="{5836DF67-7234-48E5-9813-9C28B2DD4BCC}" dt="2024-06-15T11:28:44.838" v="51"/>
        <pc:sldMkLst>
          <pc:docMk/>
          <pc:sldMk cId="1261249813" sldId="557"/>
        </pc:sldMkLst>
        <pc:spChg chg="mod">
          <ac:chgData name="Shailendra Chauhan" userId="a7d3133f-e197-4b90-bf63-99a63a264234" providerId="ADAL" clId="{5836DF67-7234-48E5-9813-9C28B2DD4BCC}" dt="2024-06-15T11:28:44.838" v="51"/>
          <ac:spMkLst>
            <pc:docMk/>
            <pc:sldMk cId="1261249813" sldId="557"/>
            <ac:spMk id="3" creationId="{25E0D566-0120-F5A8-DA77-02128BF20740}"/>
          </ac:spMkLst>
        </pc:spChg>
      </pc:sldChg>
      <pc:sldChg chg="addSp delSp modSp mod modClrScheme chgLayout">
        <pc:chgData name="Shailendra Chauhan" userId="a7d3133f-e197-4b90-bf63-99a63a264234" providerId="ADAL" clId="{5836DF67-7234-48E5-9813-9C28B2DD4BCC}" dt="2024-06-15T11:28:44.838" v="51"/>
        <pc:sldMkLst>
          <pc:docMk/>
          <pc:sldMk cId="3598829229" sldId="558"/>
        </pc:sldMkLst>
        <pc:spChg chg="add mod ord">
          <ac:chgData name="Shailendra Chauhan" userId="a7d3133f-e197-4b90-bf63-99a63a264234" providerId="ADAL" clId="{5836DF67-7234-48E5-9813-9C28B2DD4BCC}" dt="2024-06-15T11:28:44.838" v="51"/>
          <ac:spMkLst>
            <pc:docMk/>
            <pc:sldMk cId="3598829229" sldId="558"/>
            <ac:spMk id="2" creationId="{C8B25CE3-CAA2-62AA-CE35-826D9A1C9E52}"/>
          </ac:spMkLst>
        </pc:spChg>
        <pc:spChg chg="del mod ord">
          <ac:chgData name="Shailendra Chauhan" userId="a7d3133f-e197-4b90-bf63-99a63a264234" providerId="ADAL" clId="{5836DF67-7234-48E5-9813-9C28B2DD4BCC}" dt="2024-06-15T11:25:55.639" v="22" actId="700"/>
          <ac:spMkLst>
            <pc:docMk/>
            <pc:sldMk cId="3598829229" sldId="558"/>
            <ac:spMk id="6" creationId="{EA97CEC2-7C96-1872-DBEB-FD895DBE5FC1}"/>
          </ac:spMkLst>
        </pc:spChg>
      </pc:sldChg>
      <pc:sldChg chg="modSp">
        <pc:chgData name="Shailendra Chauhan" userId="a7d3133f-e197-4b90-bf63-99a63a264234" providerId="ADAL" clId="{5836DF67-7234-48E5-9813-9C28B2DD4BCC}" dt="2024-06-15T11:28:44.838" v="51"/>
        <pc:sldMkLst>
          <pc:docMk/>
          <pc:sldMk cId="143041912" sldId="559"/>
        </pc:sldMkLst>
        <pc:spChg chg="mod">
          <ac:chgData name="Shailendra Chauhan" userId="a7d3133f-e197-4b90-bf63-99a63a264234" providerId="ADAL" clId="{5836DF67-7234-48E5-9813-9C28B2DD4BCC}" dt="2024-06-15T11:28:44.838" v="51"/>
          <ac:spMkLst>
            <pc:docMk/>
            <pc:sldMk cId="143041912" sldId="559"/>
            <ac:spMk id="2" creationId="{3116A47B-7B0C-7298-5C4D-B33E3B0059AD}"/>
          </ac:spMkLst>
        </pc:spChg>
        <pc:spChg chg="mod">
          <ac:chgData name="Shailendra Chauhan" userId="a7d3133f-e197-4b90-bf63-99a63a264234" providerId="ADAL" clId="{5836DF67-7234-48E5-9813-9C28B2DD4BCC}" dt="2024-06-15T11:28:44.838" v="51"/>
          <ac:spMkLst>
            <pc:docMk/>
            <pc:sldMk cId="143041912" sldId="559"/>
            <ac:spMk id="3" creationId="{103ED9E4-AD20-490C-DC04-7FCCA5ADA557}"/>
          </ac:spMkLst>
        </pc:spChg>
      </pc:sldChg>
      <pc:sldChg chg="modSp mod">
        <pc:chgData name="Shailendra Chauhan" userId="a7d3133f-e197-4b90-bf63-99a63a264234" providerId="ADAL" clId="{5836DF67-7234-48E5-9813-9C28B2DD4BCC}" dt="2024-06-15T11:28:44.838" v="51"/>
        <pc:sldMkLst>
          <pc:docMk/>
          <pc:sldMk cId="845358724" sldId="560"/>
        </pc:sldMkLst>
        <pc:spChg chg="mod">
          <ac:chgData name="Shailendra Chauhan" userId="a7d3133f-e197-4b90-bf63-99a63a264234" providerId="ADAL" clId="{5836DF67-7234-48E5-9813-9C28B2DD4BCC}" dt="2024-06-15T11:28:44.838" v="51"/>
          <ac:spMkLst>
            <pc:docMk/>
            <pc:sldMk cId="845358724" sldId="560"/>
            <ac:spMk id="2" creationId="{F6591A50-22DE-B1BE-E094-B3FDC0525090}"/>
          </ac:spMkLst>
        </pc:spChg>
        <pc:spChg chg="mod">
          <ac:chgData name="Shailendra Chauhan" userId="a7d3133f-e197-4b90-bf63-99a63a264234" providerId="ADAL" clId="{5836DF67-7234-48E5-9813-9C28B2DD4BCC}" dt="2024-06-15T11:28:44.838" v="51"/>
          <ac:spMkLst>
            <pc:docMk/>
            <pc:sldMk cId="845358724" sldId="560"/>
            <ac:spMk id="3" creationId="{B5F36776-6DE5-80C2-A390-58AD25F56937}"/>
          </ac:spMkLst>
        </pc:spChg>
      </pc:sldChg>
      <pc:sldChg chg="modSp">
        <pc:chgData name="Shailendra Chauhan" userId="a7d3133f-e197-4b90-bf63-99a63a264234" providerId="ADAL" clId="{5836DF67-7234-48E5-9813-9C28B2DD4BCC}" dt="2024-06-15T11:28:44.838" v="51"/>
        <pc:sldMkLst>
          <pc:docMk/>
          <pc:sldMk cId="4080635801" sldId="561"/>
        </pc:sldMkLst>
        <pc:spChg chg="mod">
          <ac:chgData name="Shailendra Chauhan" userId="a7d3133f-e197-4b90-bf63-99a63a264234" providerId="ADAL" clId="{5836DF67-7234-48E5-9813-9C28B2DD4BCC}" dt="2024-06-15T11:28:44.838" v="51"/>
          <ac:spMkLst>
            <pc:docMk/>
            <pc:sldMk cId="4080635801" sldId="561"/>
            <ac:spMk id="2" creationId="{AB0287C5-B75D-72CA-5550-FD0A37F192E7}"/>
          </ac:spMkLst>
        </pc:spChg>
        <pc:spChg chg="mod">
          <ac:chgData name="Shailendra Chauhan" userId="a7d3133f-e197-4b90-bf63-99a63a264234" providerId="ADAL" clId="{5836DF67-7234-48E5-9813-9C28B2DD4BCC}" dt="2024-06-15T11:28:44.838" v="51"/>
          <ac:spMkLst>
            <pc:docMk/>
            <pc:sldMk cId="4080635801" sldId="561"/>
            <ac:spMk id="3" creationId="{36752DCD-6BF8-89C8-108A-1F221D3A51EE}"/>
          </ac:spMkLst>
        </pc:spChg>
      </pc:sldChg>
      <pc:sldChg chg="modSp">
        <pc:chgData name="Shailendra Chauhan" userId="a7d3133f-e197-4b90-bf63-99a63a264234" providerId="ADAL" clId="{5836DF67-7234-48E5-9813-9C28B2DD4BCC}" dt="2024-06-15T11:28:44.838" v="51"/>
        <pc:sldMkLst>
          <pc:docMk/>
          <pc:sldMk cId="2153437333" sldId="562"/>
        </pc:sldMkLst>
        <pc:spChg chg="mod">
          <ac:chgData name="Shailendra Chauhan" userId="a7d3133f-e197-4b90-bf63-99a63a264234" providerId="ADAL" clId="{5836DF67-7234-48E5-9813-9C28B2DD4BCC}" dt="2024-06-15T11:28:44.838" v="51"/>
          <ac:spMkLst>
            <pc:docMk/>
            <pc:sldMk cId="2153437333" sldId="562"/>
            <ac:spMk id="2" creationId="{38AEDC74-6050-E049-5CE6-CA7FFBE09AF8}"/>
          </ac:spMkLst>
        </pc:spChg>
        <pc:spChg chg="mod">
          <ac:chgData name="Shailendra Chauhan" userId="a7d3133f-e197-4b90-bf63-99a63a264234" providerId="ADAL" clId="{5836DF67-7234-48E5-9813-9C28B2DD4BCC}" dt="2024-06-15T11:28:44.838" v="51"/>
          <ac:spMkLst>
            <pc:docMk/>
            <pc:sldMk cId="2153437333" sldId="562"/>
            <ac:spMk id="3" creationId="{3DB6DFE7-E4F4-E49B-236D-9BEAC0A5902F}"/>
          </ac:spMkLst>
        </pc:spChg>
      </pc:sldChg>
      <pc:sldChg chg="modSp">
        <pc:chgData name="Shailendra Chauhan" userId="a7d3133f-e197-4b90-bf63-99a63a264234" providerId="ADAL" clId="{5836DF67-7234-48E5-9813-9C28B2DD4BCC}" dt="2024-06-15T11:28:44.838" v="51"/>
        <pc:sldMkLst>
          <pc:docMk/>
          <pc:sldMk cId="857955355" sldId="564"/>
        </pc:sldMkLst>
        <pc:spChg chg="mod">
          <ac:chgData name="Shailendra Chauhan" userId="a7d3133f-e197-4b90-bf63-99a63a264234" providerId="ADAL" clId="{5836DF67-7234-48E5-9813-9C28B2DD4BCC}" dt="2024-06-15T11:28:44.838" v="51"/>
          <ac:spMkLst>
            <pc:docMk/>
            <pc:sldMk cId="857955355" sldId="564"/>
            <ac:spMk id="2" creationId="{3116A47B-7B0C-7298-5C4D-B33E3B0059AD}"/>
          </ac:spMkLst>
        </pc:spChg>
        <pc:spChg chg="mod">
          <ac:chgData name="Shailendra Chauhan" userId="a7d3133f-e197-4b90-bf63-99a63a264234" providerId="ADAL" clId="{5836DF67-7234-48E5-9813-9C28B2DD4BCC}" dt="2024-06-15T11:28:44.838" v="51"/>
          <ac:spMkLst>
            <pc:docMk/>
            <pc:sldMk cId="857955355" sldId="564"/>
            <ac:spMk id="3" creationId="{103ED9E4-AD20-490C-DC04-7FCCA5ADA557}"/>
          </ac:spMkLst>
        </pc:spChg>
      </pc:sldChg>
      <pc:sldChg chg="modSp mod">
        <pc:chgData name="Shailendra Chauhan" userId="a7d3133f-e197-4b90-bf63-99a63a264234" providerId="ADAL" clId="{5836DF67-7234-48E5-9813-9C28B2DD4BCC}" dt="2024-06-15T11:28:44.838" v="51"/>
        <pc:sldMkLst>
          <pc:docMk/>
          <pc:sldMk cId="416997435" sldId="565"/>
        </pc:sldMkLst>
        <pc:spChg chg="mod">
          <ac:chgData name="Shailendra Chauhan" userId="a7d3133f-e197-4b90-bf63-99a63a264234" providerId="ADAL" clId="{5836DF67-7234-48E5-9813-9C28B2DD4BCC}" dt="2024-06-15T11:28:44.838" v="51"/>
          <ac:spMkLst>
            <pc:docMk/>
            <pc:sldMk cId="416997435" sldId="565"/>
            <ac:spMk id="2" creationId="{F6591A50-22DE-B1BE-E094-B3FDC0525090}"/>
          </ac:spMkLst>
        </pc:spChg>
        <pc:spChg chg="mod">
          <ac:chgData name="Shailendra Chauhan" userId="a7d3133f-e197-4b90-bf63-99a63a264234" providerId="ADAL" clId="{5836DF67-7234-48E5-9813-9C28B2DD4BCC}" dt="2024-06-15T11:28:44.838" v="51"/>
          <ac:spMkLst>
            <pc:docMk/>
            <pc:sldMk cId="416997435" sldId="565"/>
            <ac:spMk id="3" creationId="{B5F36776-6DE5-80C2-A390-58AD25F56937}"/>
          </ac:spMkLst>
        </pc:spChg>
      </pc:sldChg>
      <pc:sldChg chg="modSp mod">
        <pc:chgData name="Shailendra Chauhan" userId="a7d3133f-e197-4b90-bf63-99a63a264234" providerId="ADAL" clId="{5836DF67-7234-48E5-9813-9C28B2DD4BCC}" dt="2024-06-15T11:28:44.838" v="51"/>
        <pc:sldMkLst>
          <pc:docMk/>
          <pc:sldMk cId="2021661606" sldId="566"/>
        </pc:sldMkLst>
        <pc:spChg chg="mod">
          <ac:chgData name="Shailendra Chauhan" userId="a7d3133f-e197-4b90-bf63-99a63a264234" providerId="ADAL" clId="{5836DF67-7234-48E5-9813-9C28B2DD4BCC}" dt="2024-06-15T11:28:44.838" v="51"/>
          <ac:spMkLst>
            <pc:docMk/>
            <pc:sldMk cId="2021661606" sldId="566"/>
            <ac:spMk id="2" creationId="{AB0287C5-B75D-72CA-5550-FD0A37F192E7}"/>
          </ac:spMkLst>
        </pc:spChg>
        <pc:spChg chg="mod">
          <ac:chgData name="Shailendra Chauhan" userId="a7d3133f-e197-4b90-bf63-99a63a264234" providerId="ADAL" clId="{5836DF67-7234-48E5-9813-9C28B2DD4BCC}" dt="2024-06-15T11:28:44.838" v="51"/>
          <ac:spMkLst>
            <pc:docMk/>
            <pc:sldMk cId="2021661606" sldId="566"/>
            <ac:spMk id="3" creationId="{36752DCD-6BF8-89C8-108A-1F221D3A51EE}"/>
          </ac:spMkLst>
        </pc:spChg>
      </pc:sldChg>
      <pc:sldChg chg="modSp">
        <pc:chgData name="Shailendra Chauhan" userId="a7d3133f-e197-4b90-bf63-99a63a264234" providerId="ADAL" clId="{5836DF67-7234-48E5-9813-9C28B2DD4BCC}" dt="2024-06-15T11:28:44.838" v="51"/>
        <pc:sldMkLst>
          <pc:docMk/>
          <pc:sldMk cId="1638243511" sldId="567"/>
        </pc:sldMkLst>
        <pc:spChg chg="mod">
          <ac:chgData name="Shailendra Chauhan" userId="a7d3133f-e197-4b90-bf63-99a63a264234" providerId="ADAL" clId="{5836DF67-7234-48E5-9813-9C28B2DD4BCC}" dt="2024-06-15T11:28:44.838" v="51"/>
          <ac:spMkLst>
            <pc:docMk/>
            <pc:sldMk cId="1638243511" sldId="567"/>
            <ac:spMk id="2" creationId="{38AEDC74-6050-E049-5CE6-CA7FFBE09AF8}"/>
          </ac:spMkLst>
        </pc:spChg>
        <pc:spChg chg="mod">
          <ac:chgData name="Shailendra Chauhan" userId="a7d3133f-e197-4b90-bf63-99a63a264234" providerId="ADAL" clId="{5836DF67-7234-48E5-9813-9C28B2DD4BCC}" dt="2024-06-15T11:28:44.838" v="51"/>
          <ac:spMkLst>
            <pc:docMk/>
            <pc:sldMk cId="1638243511" sldId="567"/>
            <ac:spMk id="3" creationId="{3DB6DFE7-E4F4-E49B-236D-9BEAC0A5902F}"/>
          </ac:spMkLst>
        </pc:spChg>
      </pc:sldChg>
      <pc:sldChg chg="del">
        <pc:chgData name="Shailendra Chauhan" userId="a7d3133f-e197-4b90-bf63-99a63a264234" providerId="ADAL" clId="{5836DF67-7234-48E5-9813-9C28B2DD4BCC}" dt="2024-06-07T02:26:10.147" v="0" actId="2696"/>
        <pc:sldMkLst>
          <pc:docMk/>
          <pc:sldMk cId="4049933067" sldId="570"/>
        </pc:sldMkLst>
      </pc:sldChg>
      <pc:sldChg chg="modSp">
        <pc:chgData name="Shailendra Chauhan" userId="a7d3133f-e197-4b90-bf63-99a63a264234" providerId="ADAL" clId="{5836DF67-7234-48E5-9813-9C28B2DD4BCC}" dt="2024-06-15T11:28:44.838" v="51"/>
        <pc:sldMkLst>
          <pc:docMk/>
          <pc:sldMk cId="1618606821" sldId="580"/>
        </pc:sldMkLst>
        <pc:spChg chg="mod">
          <ac:chgData name="Shailendra Chauhan" userId="a7d3133f-e197-4b90-bf63-99a63a264234" providerId="ADAL" clId="{5836DF67-7234-48E5-9813-9C28B2DD4BCC}" dt="2024-06-15T11:28:44.838" v="51"/>
          <ac:spMkLst>
            <pc:docMk/>
            <pc:sldMk cId="1618606821" sldId="580"/>
            <ac:spMk id="13" creationId="{D0042690-546F-9957-513D-BF37B661F7B8}"/>
          </ac:spMkLst>
        </pc:spChg>
      </pc:sldChg>
      <pc:sldChg chg="modSp">
        <pc:chgData name="Shailendra Chauhan" userId="a7d3133f-e197-4b90-bf63-99a63a264234" providerId="ADAL" clId="{5836DF67-7234-48E5-9813-9C28B2DD4BCC}" dt="2024-06-15T11:28:44.838" v="51"/>
        <pc:sldMkLst>
          <pc:docMk/>
          <pc:sldMk cId="1707766076" sldId="583"/>
        </pc:sldMkLst>
        <pc:spChg chg="mod">
          <ac:chgData name="Shailendra Chauhan" userId="a7d3133f-e197-4b90-bf63-99a63a264234" providerId="ADAL" clId="{5836DF67-7234-48E5-9813-9C28B2DD4BCC}" dt="2024-06-15T11:28:44.838" v="51"/>
          <ac:spMkLst>
            <pc:docMk/>
            <pc:sldMk cId="1707766076" sldId="583"/>
            <ac:spMk id="2" creationId="{3116A47B-7B0C-7298-5C4D-B33E3B0059AD}"/>
          </ac:spMkLst>
        </pc:spChg>
        <pc:spChg chg="mod">
          <ac:chgData name="Shailendra Chauhan" userId="a7d3133f-e197-4b90-bf63-99a63a264234" providerId="ADAL" clId="{5836DF67-7234-48E5-9813-9C28B2DD4BCC}" dt="2024-06-15T11:28:44.838" v="51"/>
          <ac:spMkLst>
            <pc:docMk/>
            <pc:sldMk cId="1707766076" sldId="583"/>
            <ac:spMk id="3" creationId="{103ED9E4-AD20-490C-DC04-7FCCA5ADA557}"/>
          </ac:spMkLst>
        </pc:spChg>
      </pc:sldChg>
      <pc:sldChg chg="modSp">
        <pc:chgData name="Shailendra Chauhan" userId="a7d3133f-e197-4b90-bf63-99a63a264234" providerId="ADAL" clId="{5836DF67-7234-48E5-9813-9C28B2DD4BCC}" dt="2024-06-15T11:28:44.838" v="51"/>
        <pc:sldMkLst>
          <pc:docMk/>
          <pc:sldMk cId="2772468576" sldId="584"/>
        </pc:sldMkLst>
        <pc:spChg chg="mod">
          <ac:chgData name="Shailendra Chauhan" userId="a7d3133f-e197-4b90-bf63-99a63a264234" providerId="ADAL" clId="{5836DF67-7234-48E5-9813-9C28B2DD4BCC}" dt="2024-06-15T11:28:44.838" v="51"/>
          <ac:spMkLst>
            <pc:docMk/>
            <pc:sldMk cId="2772468576" sldId="584"/>
            <ac:spMk id="2" creationId="{F6591A50-22DE-B1BE-E094-B3FDC0525090}"/>
          </ac:spMkLst>
        </pc:spChg>
        <pc:spChg chg="mod">
          <ac:chgData name="Shailendra Chauhan" userId="a7d3133f-e197-4b90-bf63-99a63a264234" providerId="ADAL" clId="{5836DF67-7234-48E5-9813-9C28B2DD4BCC}" dt="2024-06-15T11:28:44.838" v="51"/>
          <ac:spMkLst>
            <pc:docMk/>
            <pc:sldMk cId="2772468576" sldId="584"/>
            <ac:spMk id="3" creationId="{B5F36776-6DE5-80C2-A390-58AD25F56937}"/>
          </ac:spMkLst>
        </pc:spChg>
      </pc:sldChg>
      <pc:sldChg chg="modSp mod">
        <pc:chgData name="Shailendra Chauhan" userId="a7d3133f-e197-4b90-bf63-99a63a264234" providerId="ADAL" clId="{5836DF67-7234-48E5-9813-9C28B2DD4BCC}" dt="2024-06-15T11:28:44.838" v="51"/>
        <pc:sldMkLst>
          <pc:docMk/>
          <pc:sldMk cId="2528085683" sldId="585"/>
        </pc:sldMkLst>
        <pc:spChg chg="mod">
          <ac:chgData name="Shailendra Chauhan" userId="a7d3133f-e197-4b90-bf63-99a63a264234" providerId="ADAL" clId="{5836DF67-7234-48E5-9813-9C28B2DD4BCC}" dt="2024-06-15T11:28:44.838" v="51"/>
          <ac:spMkLst>
            <pc:docMk/>
            <pc:sldMk cId="2528085683" sldId="585"/>
            <ac:spMk id="2" creationId="{AB0287C5-B75D-72CA-5550-FD0A37F192E7}"/>
          </ac:spMkLst>
        </pc:spChg>
        <pc:spChg chg="mod">
          <ac:chgData name="Shailendra Chauhan" userId="a7d3133f-e197-4b90-bf63-99a63a264234" providerId="ADAL" clId="{5836DF67-7234-48E5-9813-9C28B2DD4BCC}" dt="2024-06-15T11:28:44.838" v="51"/>
          <ac:spMkLst>
            <pc:docMk/>
            <pc:sldMk cId="2528085683" sldId="585"/>
            <ac:spMk id="3" creationId="{36752DCD-6BF8-89C8-108A-1F221D3A51EE}"/>
          </ac:spMkLst>
        </pc:spChg>
      </pc:sldChg>
      <pc:sldChg chg="modSp">
        <pc:chgData name="Shailendra Chauhan" userId="a7d3133f-e197-4b90-bf63-99a63a264234" providerId="ADAL" clId="{5836DF67-7234-48E5-9813-9C28B2DD4BCC}" dt="2024-06-15T11:28:44.838" v="51"/>
        <pc:sldMkLst>
          <pc:docMk/>
          <pc:sldMk cId="3993708141" sldId="586"/>
        </pc:sldMkLst>
        <pc:spChg chg="mod">
          <ac:chgData name="Shailendra Chauhan" userId="a7d3133f-e197-4b90-bf63-99a63a264234" providerId="ADAL" clId="{5836DF67-7234-48E5-9813-9C28B2DD4BCC}" dt="2024-06-15T11:28:44.838" v="51"/>
          <ac:spMkLst>
            <pc:docMk/>
            <pc:sldMk cId="3993708141" sldId="586"/>
            <ac:spMk id="2" creationId="{38AEDC74-6050-E049-5CE6-CA7FFBE09AF8}"/>
          </ac:spMkLst>
        </pc:spChg>
        <pc:spChg chg="mod">
          <ac:chgData name="Shailendra Chauhan" userId="a7d3133f-e197-4b90-bf63-99a63a264234" providerId="ADAL" clId="{5836DF67-7234-48E5-9813-9C28B2DD4BCC}" dt="2024-06-15T11:28:44.838" v="51"/>
          <ac:spMkLst>
            <pc:docMk/>
            <pc:sldMk cId="3993708141" sldId="586"/>
            <ac:spMk id="3" creationId="{3DB6DFE7-E4F4-E49B-236D-9BEAC0A5902F}"/>
          </ac:spMkLst>
        </pc:spChg>
      </pc:sldChg>
      <pc:sldChg chg="del">
        <pc:chgData name="Shailendra Chauhan" userId="a7d3133f-e197-4b90-bf63-99a63a264234" providerId="ADAL" clId="{5836DF67-7234-48E5-9813-9C28B2DD4BCC}" dt="2024-06-07T02:26:20.917" v="1" actId="2696"/>
        <pc:sldMkLst>
          <pc:docMk/>
          <pc:sldMk cId="605345332" sldId="588"/>
        </pc:sldMkLst>
      </pc:sldChg>
      <pc:sldChg chg="modSp">
        <pc:chgData name="Shailendra Chauhan" userId="a7d3133f-e197-4b90-bf63-99a63a264234" providerId="ADAL" clId="{5836DF67-7234-48E5-9813-9C28B2DD4BCC}" dt="2024-06-15T11:28:44.838" v="51"/>
        <pc:sldMkLst>
          <pc:docMk/>
          <pc:sldMk cId="3096286546" sldId="590"/>
        </pc:sldMkLst>
        <pc:spChg chg="mod">
          <ac:chgData name="Shailendra Chauhan" userId="a7d3133f-e197-4b90-bf63-99a63a264234" providerId="ADAL" clId="{5836DF67-7234-48E5-9813-9C28B2DD4BCC}" dt="2024-06-15T11:28:44.838" v="51"/>
          <ac:spMkLst>
            <pc:docMk/>
            <pc:sldMk cId="3096286546" sldId="590"/>
            <ac:spMk id="2" creationId="{3116A47B-7B0C-7298-5C4D-B33E3B0059AD}"/>
          </ac:spMkLst>
        </pc:spChg>
        <pc:spChg chg="mod">
          <ac:chgData name="Shailendra Chauhan" userId="a7d3133f-e197-4b90-bf63-99a63a264234" providerId="ADAL" clId="{5836DF67-7234-48E5-9813-9C28B2DD4BCC}" dt="2024-06-15T11:28:44.838" v="51"/>
          <ac:spMkLst>
            <pc:docMk/>
            <pc:sldMk cId="3096286546" sldId="590"/>
            <ac:spMk id="3" creationId="{103ED9E4-AD20-490C-DC04-7FCCA5ADA557}"/>
          </ac:spMkLst>
        </pc:spChg>
      </pc:sldChg>
      <pc:sldChg chg="modSp mod">
        <pc:chgData name="Shailendra Chauhan" userId="a7d3133f-e197-4b90-bf63-99a63a264234" providerId="ADAL" clId="{5836DF67-7234-48E5-9813-9C28B2DD4BCC}" dt="2024-06-15T11:28:44.838" v="51"/>
        <pc:sldMkLst>
          <pc:docMk/>
          <pc:sldMk cId="2688417799" sldId="591"/>
        </pc:sldMkLst>
        <pc:spChg chg="mod">
          <ac:chgData name="Shailendra Chauhan" userId="a7d3133f-e197-4b90-bf63-99a63a264234" providerId="ADAL" clId="{5836DF67-7234-48E5-9813-9C28B2DD4BCC}" dt="2024-06-15T11:28:44.838" v="51"/>
          <ac:spMkLst>
            <pc:docMk/>
            <pc:sldMk cId="2688417799" sldId="591"/>
            <ac:spMk id="2" creationId="{F6591A50-22DE-B1BE-E094-B3FDC0525090}"/>
          </ac:spMkLst>
        </pc:spChg>
        <pc:spChg chg="mod">
          <ac:chgData name="Shailendra Chauhan" userId="a7d3133f-e197-4b90-bf63-99a63a264234" providerId="ADAL" clId="{5836DF67-7234-48E5-9813-9C28B2DD4BCC}" dt="2024-06-15T11:28:44.838" v="51"/>
          <ac:spMkLst>
            <pc:docMk/>
            <pc:sldMk cId="2688417799" sldId="591"/>
            <ac:spMk id="3" creationId="{B5F36776-6DE5-80C2-A390-58AD25F56937}"/>
          </ac:spMkLst>
        </pc:spChg>
      </pc:sldChg>
      <pc:sldChg chg="modSp mod">
        <pc:chgData name="Shailendra Chauhan" userId="a7d3133f-e197-4b90-bf63-99a63a264234" providerId="ADAL" clId="{5836DF67-7234-48E5-9813-9C28B2DD4BCC}" dt="2024-06-15T11:28:44.838" v="51"/>
        <pc:sldMkLst>
          <pc:docMk/>
          <pc:sldMk cId="621490946" sldId="592"/>
        </pc:sldMkLst>
        <pc:spChg chg="mod">
          <ac:chgData name="Shailendra Chauhan" userId="a7d3133f-e197-4b90-bf63-99a63a264234" providerId="ADAL" clId="{5836DF67-7234-48E5-9813-9C28B2DD4BCC}" dt="2024-06-15T11:28:44.838" v="51"/>
          <ac:spMkLst>
            <pc:docMk/>
            <pc:sldMk cId="621490946" sldId="592"/>
            <ac:spMk id="2" creationId="{AB0287C5-B75D-72CA-5550-FD0A37F192E7}"/>
          </ac:spMkLst>
        </pc:spChg>
        <pc:spChg chg="mod">
          <ac:chgData name="Shailendra Chauhan" userId="a7d3133f-e197-4b90-bf63-99a63a264234" providerId="ADAL" clId="{5836DF67-7234-48E5-9813-9C28B2DD4BCC}" dt="2024-06-15T11:28:44.838" v="51"/>
          <ac:spMkLst>
            <pc:docMk/>
            <pc:sldMk cId="621490946" sldId="592"/>
            <ac:spMk id="3" creationId="{36752DCD-6BF8-89C8-108A-1F221D3A51EE}"/>
          </ac:spMkLst>
        </pc:spChg>
      </pc:sldChg>
      <pc:sldChg chg="modSp">
        <pc:chgData name="Shailendra Chauhan" userId="a7d3133f-e197-4b90-bf63-99a63a264234" providerId="ADAL" clId="{5836DF67-7234-48E5-9813-9C28B2DD4BCC}" dt="2024-06-15T11:28:44.838" v="51"/>
        <pc:sldMkLst>
          <pc:docMk/>
          <pc:sldMk cId="1576413590" sldId="593"/>
        </pc:sldMkLst>
        <pc:spChg chg="mod">
          <ac:chgData name="Shailendra Chauhan" userId="a7d3133f-e197-4b90-bf63-99a63a264234" providerId="ADAL" clId="{5836DF67-7234-48E5-9813-9C28B2DD4BCC}" dt="2024-06-15T11:28:44.838" v="51"/>
          <ac:spMkLst>
            <pc:docMk/>
            <pc:sldMk cId="1576413590" sldId="593"/>
            <ac:spMk id="2" creationId="{38AEDC74-6050-E049-5CE6-CA7FFBE09AF8}"/>
          </ac:spMkLst>
        </pc:spChg>
        <pc:spChg chg="mod">
          <ac:chgData name="Shailendra Chauhan" userId="a7d3133f-e197-4b90-bf63-99a63a264234" providerId="ADAL" clId="{5836DF67-7234-48E5-9813-9C28B2DD4BCC}" dt="2024-06-15T11:28:44.838" v="51"/>
          <ac:spMkLst>
            <pc:docMk/>
            <pc:sldMk cId="1576413590" sldId="593"/>
            <ac:spMk id="3" creationId="{3DB6DFE7-E4F4-E49B-236D-9BEAC0A5902F}"/>
          </ac:spMkLst>
        </pc:spChg>
      </pc:sldChg>
      <pc:sldChg chg="del">
        <pc:chgData name="Shailendra Chauhan" userId="a7d3133f-e197-4b90-bf63-99a63a264234" providerId="ADAL" clId="{5836DF67-7234-48E5-9813-9C28B2DD4BCC}" dt="2024-06-07T02:26:36.389" v="2" actId="2696"/>
        <pc:sldMkLst>
          <pc:docMk/>
          <pc:sldMk cId="4159854767" sldId="595"/>
        </pc:sldMkLst>
      </pc:sldChg>
      <pc:sldChg chg="modSp mod">
        <pc:chgData name="Shailendra Chauhan" userId="a7d3133f-e197-4b90-bf63-99a63a264234" providerId="ADAL" clId="{5836DF67-7234-48E5-9813-9C28B2DD4BCC}" dt="2024-06-15T11:28:44.838" v="51"/>
        <pc:sldMkLst>
          <pc:docMk/>
          <pc:sldMk cId="1313642044" sldId="597"/>
        </pc:sldMkLst>
        <pc:spChg chg="mod">
          <ac:chgData name="Shailendra Chauhan" userId="a7d3133f-e197-4b90-bf63-99a63a264234" providerId="ADAL" clId="{5836DF67-7234-48E5-9813-9C28B2DD4BCC}" dt="2024-06-15T11:28:44.838" v="51"/>
          <ac:spMkLst>
            <pc:docMk/>
            <pc:sldMk cId="1313642044" sldId="597"/>
            <ac:spMk id="2" creationId="{E396A802-7632-0297-1374-B383E988C43F}"/>
          </ac:spMkLst>
        </pc:spChg>
        <pc:spChg chg="mod">
          <ac:chgData name="Shailendra Chauhan" userId="a7d3133f-e197-4b90-bf63-99a63a264234" providerId="ADAL" clId="{5836DF67-7234-48E5-9813-9C28B2DD4BCC}" dt="2024-06-15T11:28:44.838" v="51"/>
          <ac:spMkLst>
            <pc:docMk/>
            <pc:sldMk cId="1313642044" sldId="597"/>
            <ac:spMk id="3" creationId="{61160E6A-9A1C-C4A3-A16E-015242356874}"/>
          </ac:spMkLst>
        </pc:spChg>
      </pc:sldChg>
      <pc:sldChg chg="modSp">
        <pc:chgData name="Shailendra Chauhan" userId="a7d3133f-e197-4b90-bf63-99a63a264234" providerId="ADAL" clId="{5836DF67-7234-48E5-9813-9C28B2DD4BCC}" dt="2024-06-15T11:28:44.838" v="51"/>
        <pc:sldMkLst>
          <pc:docMk/>
          <pc:sldMk cId="4168438669" sldId="602"/>
        </pc:sldMkLst>
        <pc:spChg chg="mod">
          <ac:chgData name="Shailendra Chauhan" userId="a7d3133f-e197-4b90-bf63-99a63a264234" providerId="ADAL" clId="{5836DF67-7234-48E5-9813-9C28B2DD4BCC}" dt="2024-06-15T11:28:44.838" v="51"/>
          <ac:spMkLst>
            <pc:docMk/>
            <pc:sldMk cId="4168438669" sldId="602"/>
            <ac:spMk id="2" creationId="{3AF47D22-47F5-0FE8-FEE4-DECF8D38F7C8}"/>
          </ac:spMkLst>
        </pc:spChg>
        <pc:spChg chg="mod">
          <ac:chgData name="Shailendra Chauhan" userId="a7d3133f-e197-4b90-bf63-99a63a264234" providerId="ADAL" clId="{5836DF67-7234-48E5-9813-9C28B2DD4BCC}" dt="2024-06-15T11:28:44.838" v="51"/>
          <ac:spMkLst>
            <pc:docMk/>
            <pc:sldMk cId="4168438669" sldId="602"/>
            <ac:spMk id="3" creationId="{9E40FAF1-302F-34D8-B9E1-2FDDDB3D2EF9}"/>
          </ac:spMkLst>
        </pc:spChg>
      </pc:sldChg>
      <pc:sldChg chg="modSp mod">
        <pc:chgData name="Shailendra Chauhan" userId="a7d3133f-e197-4b90-bf63-99a63a264234" providerId="ADAL" clId="{5836DF67-7234-48E5-9813-9C28B2DD4BCC}" dt="2024-06-15T11:28:44.838" v="51"/>
        <pc:sldMkLst>
          <pc:docMk/>
          <pc:sldMk cId="1884692827" sldId="603"/>
        </pc:sldMkLst>
        <pc:spChg chg="mod">
          <ac:chgData name="Shailendra Chauhan" userId="a7d3133f-e197-4b90-bf63-99a63a264234" providerId="ADAL" clId="{5836DF67-7234-48E5-9813-9C28B2DD4BCC}" dt="2024-06-15T11:28:44.838" v="51"/>
          <ac:spMkLst>
            <pc:docMk/>
            <pc:sldMk cId="1884692827" sldId="603"/>
            <ac:spMk id="2" creationId="{02640FC6-0B29-1DB9-2267-0571203B7062}"/>
          </ac:spMkLst>
        </pc:spChg>
        <pc:spChg chg="mod">
          <ac:chgData name="Shailendra Chauhan" userId="a7d3133f-e197-4b90-bf63-99a63a264234" providerId="ADAL" clId="{5836DF67-7234-48E5-9813-9C28B2DD4BCC}" dt="2024-06-15T11:28:44.838" v="51"/>
          <ac:spMkLst>
            <pc:docMk/>
            <pc:sldMk cId="1884692827" sldId="603"/>
            <ac:spMk id="3" creationId="{674CB9DB-5D19-2A92-43E8-C65DC44E8817}"/>
          </ac:spMkLst>
        </pc:spChg>
      </pc:sldChg>
      <pc:sldChg chg="modSp">
        <pc:chgData name="Shailendra Chauhan" userId="a7d3133f-e197-4b90-bf63-99a63a264234" providerId="ADAL" clId="{5836DF67-7234-48E5-9813-9C28B2DD4BCC}" dt="2024-06-15T11:28:44.838" v="51"/>
        <pc:sldMkLst>
          <pc:docMk/>
          <pc:sldMk cId="959467806" sldId="604"/>
        </pc:sldMkLst>
        <pc:spChg chg="mod">
          <ac:chgData name="Shailendra Chauhan" userId="a7d3133f-e197-4b90-bf63-99a63a264234" providerId="ADAL" clId="{5836DF67-7234-48E5-9813-9C28B2DD4BCC}" dt="2024-06-15T11:28:44.838" v="51"/>
          <ac:spMkLst>
            <pc:docMk/>
            <pc:sldMk cId="959467806" sldId="604"/>
            <ac:spMk id="2" creationId="{3A73DE15-5452-9088-4C26-4ED9243A1C84}"/>
          </ac:spMkLst>
        </pc:spChg>
        <pc:spChg chg="mod">
          <ac:chgData name="Shailendra Chauhan" userId="a7d3133f-e197-4b90-bf63-99a63a264234" providerId="ADAL" clId="{5836DF67-7234-48E5-9813-9C28B2DD4BCC}" dt="2024-06-15T11:28:44.838" v="51"/>
          <ac:spMkLst>
            <pc:docMk/>
            <pc:sldMk cId="959467806" sldId="604"/>
            <ac:spMk id="3" creationId="{F0CFA9D4-726E-4066-49CA-E5777A85B657}"/>
          </ac:spMkLst>
        </pc:spChg>
      </pc:sldChg>
      <pc:sldChg chg="modSp">
        <pc:chgData name="Shailendra Chauhan" userId="a7d3133f-e197-4b90-bf63-99a63a264234" providerId="ADAL" clId="{5836DF67-7234-48E5-9813-9C28B2DD4BCC}" dt="2024-06-15T11:28:44.838" v="51"/>
        <pc:sldMkLst>
          <pc:docMk/>
          <pc:sldMk cId="4009963013" sldId="605"/>
        </pc:sldMkLst>
        <pc:spChg chg="mod">
          <ac:chgData name="Shailendra Chauhan" userId="a7d3133f-e197-4b90-bf63-99a63a264234" providerId="ADAL" clId="{5836DF67-7234-48E5-9813-9C28B2DD4BCC}" dt="2024-06-15T11:28:44.838" v="51"/>
          <ac:spMkLst>
            <pc:docMk/>
            <pc:sldMk cId="4009963013" sldId="605"/>
            <ac:spMk id="2" creationId="{2A791BA2-CB7D-0822-83C9-6AFAE527C9A2}"/>
          </ac:spMkLst>
        </pc:spChg>
        <pc:spChg chg="mod">
          <ac:chgData name="Shailendra Chauhan" userId="a7d3133f-e197-4b90-bf63-99a63a264234" providerId="ADAL" clId="{5836DF67-7234-48E5-9813-9C28B2DD4BCC}" dt="2024-06-15T11:28:44.838" v="51"/>
          <ac:spMkLst>
            <pc:docMk/>
            <pc:sldMk cId="4009963013" sldId="605"/>
            <ac:spMk id="3" creationId="{7B17C9E1-836D-C25A-FCC2-6771AF13F3D1}"/>
          </ac:spMkLst>
        </pc:spChg>
      </pc:sldChg>
      <pc:sldChg chg="modSp">
        <pc:chgData name="Shailendra Chauhan" userId="a7d3133f-e197-4b90-bf63-99a63a264234" providerId="ADAL" clId="{5836DF67-7234-48E5-9813-9C28B2DD4BCC}" dt="2024-06-15T11:28:44.838" v="51"/>
        <pc:sldMkLst>
          <pc:docMk/>
          <pc:sldMk cId="2284487702" sldId="606"/>
        </pc:sldMkLst>
        <pc:spChg chg="mod">
          <ac:chgData name="Shailendra Chauhan" userId="a7d3133f-e197-4b90-bf63-99a63a264234" providerId="ADAL" clId="{5836DF67-7234-48E5-9813-9C28B2DD4BCC}" dt="2024-06-15T11:28:44.838" v="51"/>
          <ac:spMkLst>
            <pc:docMk/>
            <pc:sldMk cId="2284487702" sldId="606"/>
            <ac:spMk id="2" creationId="{7297FDC9-4DEF-7E86-2C37-5327705DC660}"/>
          </ac:spMkLst>
        </pc:spChg>
        <pc:spChg chg="mod">
          <ac:chgData name="Shailendra Chauhan" userId="a7d3133f-e197-4b90-bf63-99a63a264234" providerId="ADAL" clId="{5836DF67-7234-48E5-9813-9C28B2DD4BCC}" dt="2024-06-15T11:28:44.838" v="51"/>
          <ac:spMkLst>
            <pc:docMk/>
            <pc:sldMk cId="2284487702" sldId="606"/>
            <ac:spMk id="3" creationId="{4D4D1C8F-82DC-B1DD-3A64-30DB2E205CEF}"/>
          </ac:spMkLst>
        </pc:spChg>
      </pc:sldChg>
      <pc:sldChg chg="modSp">
        <pc:chgData name="Shailendra Chauhan" userId="a7d3133f-e197-4b90-bf63-99a63a264234" providerId="ADAL" clId="{5836DF67-7234-48E5-9813-9C28B2DD4BCC}" dt="2024-06-15T11:28:44.838" v="51"/>
        <pc:sldMkLst>
          <pc:docMk/>
          <pc:sldMk cId="979172404" sldId="607"/>
        </pc:sldMkLst>
        <pc:spChg chg="mod">
          <ac:chgData name="Shailendra Chauhan" userId="a7d3133f-e197-4b90-bf63-99a63a264234" providerId="ADAL" clId="{5836DF67-7234-48E5-9813-9C28B2DD4BCC}" dt="2024-06-15T11:28:44.838" v="51"/>
          <ac:spMkLst>
            <pc:docMk/>
            <pc:sldMk cId="979172404" sldId="607"/>
            <ac:spMk id="2" creationId="{3AFA1C57-BF4A-9987-1D74-4DE8887E4F24}"/>
          </ac:spMkLst>
        </pc:spChg>
        <pc:spChg chg="mod">
          <ac:chgData name="Shailendra Chauhan" userId="a7d3133f-e197-4b90-bf63-99a63a264234" providerId="ADAL" clId="{5836DF67-7234-48E5-9813-9C28B2DD4BCC}" dt="2024-06-15T11:28:44.838" v="51"/>
          <ac:spMkLst>
            <pc:docMk/>
            <pc:sldMk cId="979172404" sldId="607"/>
            <ac:spMk id="3" creationId="{3CAB44C9-19E1-B132-4DAC-FBEE1F3392F8}"/>
          </ac:spMkLst>
        </pc:spChg>
      </pc:sldChg>
      <pc:sldChg chg="modSp">
        <pc:chgData name="Shailendra Chauhan" userId="a7d3133f-e197-4b90-bf63-99a63a264234" providerId="ADAL" clId="{5836DF67-7234-48E5-9813-9C28B2DD4BCC}" dt="2024-06-15T11:28:44.838" v="51"/>
        <pc:sldMkLst>
          <pc:docMk/>
          <pc:sldMk cId="3181121385" sldId="608"/>
        </pc:sldMkLst>
        <pc:spChg chg="mod">
          <ac:chgData name="Shailendra Chauhan" userId="a7d3133f-e197-4b90-bf63-99a63a264234" providerId="ADAL" clId="{5836DF67-7234-48E5-9813-9C28B2DD4BCC}" dt="2024-06-15T11:28:44.838" v="51"/>
          <ac:spMkLst>
            <pc:docMk/>
            <pc:sldMk cId="3181121385" sldId="608"/>
            <ac:spMk id="2" creationId="{F183A448-F8FE-80AB-8A29-33B794DD4122}"/>
          </ac:spMkLst>
        </pc:spChg>
        <pc:spChg chg="mod">
          <ac:chgData name="Shailendra Chauhan" userId="a7d3133f-e197-4b90-bf63-99a63a264234" providerId="ADAL" clId="{5836DF67-7234-48E5-9813-9C28B2DD4BCC}" dt="2024-06-15T11:28:44.838" v="51"/>
          <ac:spMkLst>
            <pc:docMk/>
            <pc:sldMk cId="3181121385" sldId="608"/>
            <ac:spMk id="3" creationId="{C8B31FC2-3922-5466-A327-F5D23F2D82F5}"/>
          </ac:spMkLst>
        </pc:spChg>
      </pc:sldChg>
      <pc:sldChg chg="modSp">
        <pc:chgData name="Shailendra Chauhan" userId="a7d3133f-e197-4b90-bf63-99a63a264234" providerId="ADAL" clId="{5836DF67-7234-48E5-9813-9C28B2DD4BCC}" dt="2024-06-15T11:28:44.838" v="51"/>
        <pc:sldMkLst>
          <pc:docMk/>
          <pc:sldMk cId="2759127095" sldId="609"/>
        </pc:sldMkLst>
        <pc:spChg chg="mod">
          <ac:chgData name="Shailendra Chauhan" userId="a7d3133f-e197-4b90-bf63-99a63a264234" providerId="ADAL" clId="{5836DF67-7234-48E5-9813-9C28B2DD4BCC}" dt="2024-06-15T11:28:44.838" v="51"/>
          <ac:spMkLst>
            <pc:docMk/>
            <pc:sldMk cId="2759127095" sldId="609"/>
            <ac:spMk id="2" creationId="{BE9D884F-8F95-1A7D-B200-23BC83135C4A}"/>
          </ac:spMkLst>
        </pc:spChg>
        <pc:spChg chg="mod">
          <ac:chgData name="Shailendra Chauhan" userId="a7d3133f-e197-4b90-bf63-99a63a264234" providerId="ADAL" clId="{5836DF67-7234-48E5-9813-9C28B2DD4BCC}" dt="2024-06-15T11:28:44.838" v="51"/>
          <ac:spMkLst>
            <pc:docMk/>
            <pc:sldMk cId="2759127095" sldId="609"/>
            <ac:spMk id="3" creationId="{F719ED02-4119-0D16-3649-793724E98371}"/>
          </ac:spMkLst>
        </pc:spChg>
      </pc:sldChg>
      <pc:sldChg chg="modSp mod">
        <pc:chgData name="Shailendra Chauhan" userId="a7d3133f-e197-4b90-bf63-99a63a264234" providerId="ADAL" clId="{5836DF67-7234-48E5-9813-9C28B2DD4BCC}" dt="2024-06-15T11:28:44.838" v="51"/>
        <pc:sldMkLst>
          <pc:docMk/>
          <pc:sldMk cId="1681565921" sldId="610"/>
        </pc:sldMkLst>
        <pc:spChg chg="mod">
          <ac:chgData name="Shailendra Chauhan" userId="a7d3133f-e197-4b90-bf63-99a63a264234" providerId="ADAL" clId="{5836DF67-7234-48E5-9813-9C28B2DD4BCC}" dt="2024-06-15T11:24:44.538" v="6" actId="27636"/>
          <ac:spMkLst>
            <pc:docMk/>
            <pc:sldMk cId="1681565921" sldId="610"/>
            <ac:spMk id="2" creationId="{D840FD96-36B9-557A-C276-034F65F122DC}"/>
          </ac:spMkLst>
        </pc:spChg>
        <pc:spChg chg="mod">
          <ac:chgData name="Shailendra Chauhan" userId="a7d3133f-e197-4b90-bf63-99a63a264234" providerId="ADAL" clId="{5836DF67-7234-48E5-9813-9C28B2DD4BCC}" dt="2024-06-15T11:28:44.838" v="51"/>
          <ac:spMkLst>
            <pc:docMk/>
            <pc:sldMk cId="1681565921" sldId="610"/>
            <ac:spMk id="3" creationId="{272204CC-E33D-11DC-F3BC-FDA6B8ECCF24}"/>
          </ac:spMkLst>
        </pc:spChg>
      </pc:sldChg>
      <pc:sldChg chg="modSp">
        <pc:chgData name="Shailendra Chauhan" userId="a7d3133f-e197-4b90-bf63-99a63a264234" providerId="ADAL" clId="{5836DF67-7234-48E5-9813-9C28B2DD4BCC}" dt="2024-06-15T11:28:44.838" v="51"/>
        <pc:sldMkLst>
          <pc:docMk/>
          <pc:sldMk cId="1654618036" sldId="611"/>
        </pc:sldMkLst>
        <pc:spChg chg="mod">
          <ac:chgData name="Shailendra Chauhan" userId="a7d3133f-e197-4b90-bf63-99a63a264234" providerId="ADAL" clId="{5836DF67-7234-48E5-9813-9C28B2DD4BCC}" dt="2024-06-15T11:28:44.838" v="51"/>
          <ac:spMkLst>
            <pc:docMk/>
            <pc:sldMk cId="1654618036" sldId="611"/>
            <ac:spMk id="2" creationId="{D30CEFCB-EC8A-4B8C-63CE-0672B43AAD0E}"/>
          </ac:spMkLst>
        </pc:spChg>
        <pc:spChg chg="mod">
          <ac:chgData name="Shailendra Chauhan" userId="a7d3133f-e197-4b90-bf63-99a63a264234" providerId="ADAL" clId="{5836DF67-7234-48E5-9813-9C28B2DD4BCC}" dt="2024-06-15T11:28:44.838" v="51"/>
          <ac:spMkLst>
            <pc:docMk/>
            <pc:sldMk cId="1654618036" sldId="611"/>
            <ac:spMk id="3" creationId="{39AD2DF9-4D20-7980-8284-FEF5CD7A0442}"/>
          </ac:spMkLst>
        </pc:spChg>
      </pc:sldChg>
      <pc:sldChg chg="modSp">
        <pc:chgData name="Shailendra Chauhan" userId="a7d3133f-e197-4b90-bf63-99a63a264234" providerId="ADAL" clId="{5836DF67-7234-48E5-9813-9C28B2DD4BCC}" dt="2024-06-15T11:28:44.838" v="51"/>
        <pc:sldMkLst>
          <pc:docMk/>
          <pc:sldMk cId="1870710400" sldId="612"/>
        </pc:sldMkLst>
        <pc:spChg chg="mod">
          <ac:chgData name="Shailendra Chauhan" userId="a7d3133f-e197-4b90-bf63-99a63a264234" providerId="ADAL" clId="{5836DF67-7234-48E5-9813-9C28B2DD4BCC}" dt="2024-06-15T11:28:44.838" v="51"/>
          <ac:spMkLst>
            <pc:docMk/>
            <pc:sldMk cId="1870710400" sldId="612"/>
            <ac:spMk id="2" creationId="{61216EA5-4F43-3C20-0406-6625E3285757}"/>
          </ac:spMkLst>
        </pc:spChg>
        <pc:spChg chg="mod">
          <ac:chgData name="Shailendra Chauhan" userId="a7d3133f-e197-4b90-bf63-99a63a264234" providerId="ADAL" clId="{5836DF67-7234-48E5-9813-9C28B2DD4BCC}" dt="2024-06-15T11:28:44.838" v="51"/>
          <ac:spMkLst>
            <pc:docMk/>
            <pc:sldMk cId="1870710400" sldId="612"/>
            <ac:spMk id="3" creationId="{E7D504C4-A290-FB6D-1CE3-2E73157FD469}"/>
          </ac:spMkLst>
        </pc:spChg>
      </pc:sldChg>
      <pc:sldChg chg="modSp">
        <pc:chgData name="Shailendra Chauhan" userId="a7d3133f-e197-4b90-bf63-99a63a264234" providerId="ADAL" clId="{5836DF67-7234-48E5-9813-9C28B2DD4BCC}" dt="2024-06-15T11:28:44.838" v="51"/>
        <pc:sldMkLst>
          <pc:docMk/>
          <pc:sldMk cId="3178796030" sldId="613"/>
        </pc:sldMkLst>
        <pc:spChg chg="mod">
          <ac:chgData name="Shailendra Chauhan" userId="a7d3133f-e197-4b90-bf63-99a63a264234" providerId="ADAL" clId="{5836DF67-7234-48E5-9813-9C28B2DD4BCC}" dt="2024-06-15T11:28:44.838" v="51"/>
          <ac:spMkLst>
            <pc:docMk/>
            <pc:sldMk cId="3178796030" sldId="613"/>
            <ac:spMk id="2" creationId="{829DEEEF-E61F-783F-C6F2-78D463D908F8}"/>
          </ac:spMkLst>
        </pc:spChg>
        <pc:spChg chg="mod">
          <ac:chgData name="Shailendra Chauhan" userId="a7d3133f-e197-4b90-bf63-99a63a264234" providerId="ADAL" clId="{5836DF67-7234-48E5-9813-9C28B2DD4BCC}" dt="2024-06-15T11:28:44.838" v="51"/>
          <ac:spMkLst>
            <pc:docMk/>
            <pc:sldMk cId="3178796030" sldId="613"/>
            <ac:spMk id="3" creationId="{0E5DFA9D-36E9-73B5-1031-94281622509C}"/>
          </ac:spMkLst>
        </pc:spChg>
      </pc:sldChg>
      <pc:sldChg chg="modSp">
        <pc:chgData name="Shailendra Chauhan" userId="a7d3133f-e197-4b90-bf63-99a63a264234" providerId="ADAL" clId="{5836DF67-7234-48E5-9813-9C28B2DD4BCC}" dt="2024-06-15T11:28:44.838" v="51"/>
        <pc:sldMkLst>
          <pc:docMk/>
          <pc:sldMk cId="766241605" sldId="614"/>
        </pc:sldMkLst>
        <pc:spChg chg="mod">
          <ac:chgData name="Shailendra Chauhan" userId="a7d3133f-e197-4b90-bf63-99a63a264234" providerId="ADAL" clId="{5836DF67-7234-48E5-9813-9C28B2DD4BCC}" dt="2024-06-15T11:28:44.838" v="51"/>
          <ac:spMkLst>
            <pc:docMk/>
            <pc:sldMk cId="766241605" sldId="614"/>
            <ac:spMk id="2" creationId="{62839BDD-0C27-4720-9F30-FAB69E88CD0F}"/>
          </ac:spMkLst>
        </pc:spChg>
        <pc:spChg chg="mod">
          <ac:chgData name="Shailendra Chauhan" userId="a7d3133f-e197-4b90-bf63-99a63a264234" providerId="ADAL" clId="{5836DF67-7234-48E5-9813-9C28B2DD4BCC}" dt="2024-06-15T11:28:44.838" v="51"/>
          <ac:spMkLst>
            <pc:docMk/>
            <pc:sldMk cId="766241605" sldId="614"/>
            <ac:spMk id="3" creationId="{5A679234-9CAF-A0B8-B6B6-A6C9DE9D4D79}"/>
          </ac:spMkLst>
        </pc:spChg>
      </pc:sldChg>
      <pc:sldChg chg="modSp mod">
        <pc:chgData name="Shailendra Chauhan" userId="a7d3133f-e197-4b90-bf63-99a63a264234" providerId="ADAL" clId="{5836DF67-7234-48E5-9813-9C28B2DD4BCC}" dt="2024-06-15T11:28:44.838" v="51"/>
        <pc:sldMkLst>
          <pc:docMk/>
          <pc:sldMk cId="46299293" sldId="615"/>
        </pc:sldMkLst>
        <pc:spChg chg="mod">
          <ac:chgData name="Shailendra Chauhan" userId="a7d3133f-e197-4b90-bf63-99a63a264234" providerId="ADAL" clId="{5836DF67-7234-48E5-9813-9C28B2DD4BCC}" dt="2024-06-15T11:28:44.838" v="51"/>
          <ac:spMkLst>
            <pc:docMk/>
            <pc:sldMk cId="46299293" sldId="615"/>
            <ac:spMk id="2" creationId="{8AF71148-15E7-656C-3EC8-FFBA1128DCCA}"/>
          </ac:spMkLst>
        </pc:spChg>
        <pc:spChg chg="mod">
          <ac:chgData name="Shailendra Chauhan" userId="a7d3133f-e197-4b90-bf63-99a63a264234" providerId="ADAL" clId="{5836DF67-7234-48E5-9813-9C28B2DD4BCC}" dt="2024-06-15T11:28:44.838" v="51"/>
          <ac:spMkLst>
            <pc:docMk/>
            <pc:sldMk cId="46299293" sldId="615"/>
            <ac:spMk id="3" creationId="{9247384B-B8D3-A582-853A-13FF1C05FAAA}"/>
          </ac:spMkLst>
        </pc:spChg>
      </pc:sldChg>
      <pc:sldChg chg="modSp">
        <pc:chgData name="Shailendra Chauhan" userId="a7d3133f-e197-4b90-bf63-99a63a264234" providerId="ADAL" clId="{5836DF67-7234-48E5-9813-9C28B2DD4BCC}" dt="2024-06-15T11:28:44.838" v="51"/>
        <pc:sldMkLst>
          <pc:docMk/>
          <pc:sldMk cId="3265074991" sldId="616"/>
        </pc:sldMkLst>
        <pc:spChg chg="mod">
          <ac:chgData name="Shailendra Chauhan" userId="a7d3133f-e197-4b90-bf63-99a63a264234" providerId="ADAL" clId="{5836DF67-7234-48E5-9813-9C28B2DD4BCC}" dt="2024-06-15T11:28:44.838" v="51"/>
          <ac:spMkLst>
            <pc:docMk/>
            <pc:sldMk cId="3265074991" sldId="616"/>
            <ac:spMk id="2" creationId="{14392BCC-4152-F465-CF7F-A94C992CCD7E}"/>
          </ac:spMkLst>
        </pc:spChg>
        <pc:spChg chg="mod">
          <ac:chgData name="Shailendra Chauhan" userId="a7d3133f-e197-4b90-bf63-99a63a264234" providerId="ADAL" clId="{5836DF67-7234-48E5-9813-9C28B2DD4BCC}" dt="2024-06-15T11:28:44.838" v="51"/>
          <ac:spMkLst>
            <pc:docMk/>
            <pc:sldMk cId="3265074991" sldId="616"/>
            <ac:spMk id="3" creationId="{1AEED819-37BC-D31E-C186-BD4884C99CED}"/>
          </ac:spMkLst>
        </pc:spChg>
      </pc:sldChg>
      <pc:sldChg chg="modSp mod">
        <pc:chgData name="Shailendra Chauhan" userId="a7d3133f-e197-4b90-bf63-99a63a264234" providerId="ADAL" clId="{5836DF67-7234-48E5-9813-9C28B2DD4BCC}" dt="2024-06-15T11:28:44.838" v="51"/>
        <pc:sldMkLst>
          <pc:docMk/>
          <pc:sldMk cId="3048291790" sldId="617"/>
        </pc:sldMkLst>
        <pc:spChg chg="mod">
          <ac:chgData name="Shailendra Chauhan" userId="a7d3133f-e197-4b90-bf63-99a63a264234" providerId="ADAL" clId="{5836DF67-7234-48E5-9813-9C28B2DD4BCC}" dt="2024-06-15T11:28:44.838" v="51"/>
          <ac:spMkLst>
            <pc:docMk/>
            <pc:sldMk cId="3048291790" sldId="617"/>
            <ac:spMk id="2" creationId="{9ECF727C-6B07-9197-DC72-F9616466AAD6}"/>
          </ac:spMkLst>
        </pc:spChg>
        <pc:spChg chg="mod">
          <ac:chgData name="Shailendra Chauhan" userId="a7d3133f-e197-4b90-bf63-99a63a264234" providerId="ADAL" clId="{5836DF67-7234-48E5-9813-9C28B2DD4BCC}" dt="2024-06-15T11:28:44.838" v="51"/>
          <ac:spMkLst>
            <pc:docMk/>
            <pc:sldMk cId="3048291790" sldId="617"/>
            <ac:spMk id="3" creationId="{FF0AC990-F640-FE63-19E3-266AFED29CFC}"/>
          </ac:spMkLst>
        </pc:spChg>
      </pc:sldChg>
      <pc:sldChg chg="modSp">
        <pc:chgData name="Shailendra Chauhan" userId="a7d3133f-e197-4b90-bf63-99a63a264234" providerId="ADAL" clId="{5836DF67-7234-48E5-9813-9C28B2DD4BCC}" dt="2024-06-15T11:28:44.838" v="51"/>
        <pc:sldMkLst>
          <pc:docMk/>
          <pc:sldMk cId="851214121" sldId="618"/>
        </pc:sldMkLst>
        <pc:spChg chg="mod">
          <ac:chgData name="Shailendra Chauhan" userId="a7d3133f-e197-4b90-bf63-99a63a264234" providerId="ADAL" clId="{5836DF67-7234-48E5-9813-9C28B2DD4BCC}" dt="2024-06-15T11:28:44.838" v="51"/>
          <ac:spMkLst>
            <pc:docMk/>
            <pc:sldMk cId="851214121" sldId="618"/>
            <ac:spMk id="2" creationId="{3C33C84F-855F-CBB3-1F5C-DEFD25D18D55}"/>
          </ac:spMkLst>
        </pc:spChg>
        <pc:spChg chg="mod">
          <ac:chgData name="Shailendra Chauhan" userId="a7d3133f-e197-4b90-bf63-99a63a264234" providerId="ADAL" clId="{5836DF67-7234-48E5-9813-9C28B2DD4BCC}" dt="2024-06-15T11:28:44.838" v="51"/>
          <ac:spMkLst>
            <pc:docMk/>
            <pc:sldMk cId="851214121" sldId="618"/>
            <ac:spMk id="3" creationId="{AB595E02-276C-7047-1909-616E4EBAA09F}"/>
          </ac:spMkLst>
        </pc:spChg>
      </pc:sldChg>
      <pc:sldChg chg="modSp">
        <pc:chgData name="Shailendra Chauhan" userId="a7d3133f-e197-4b90-bf63-99a63a264234" providerId="ADAL" clId="{5836DF67-7234-48E5-9813-9C28B2DD4BCC}" dt="2024-06-15T11:28:44.838" v="51"/>
        <pc:sldMkLst>
          <pc:docMk/>
          <pc:sldMk cId="1257918332" sldId="619"/>
        </pc:sldMkLst>
        <pc:spChg chg="mod">
          <ac:chgData name="Shailendra Chauhan" userId="a7d3133f-e197-4b90-bf63-99a63a264234" providerId="ADAL" clId="{5836DF67-7234-48E5-9813-9C28B2DD4BCC}" dt="2024-06-15T11:28:44.838" v="51"/>
          <ac:spMkLst>
            <pc:docMk/>
            <pc:sldMk cId="1257918332" sldId="619"/>
            <ac:spMk id="2" creationId="{BAEC4068-625A-29CC-7083-06A7A4769ADE}"/>
          </ac:spMkLst>
        </pc:spChg>
        <pc:spChg chg="mod">
          <ac:chgData name="Shailendra Chauhan" userId="a7d3133f-e197-4b90-bf63-99a63a264234" providerId="ADAL" clId="{5836DF67-7234-48E5-9813-9C28B2DD4BCC}" dt="2024-06-15T11:28:44.838" v="51"/>
          <ac:spMkLst>
            <pc:docMk/>
            <pc:sldMk cId="1257918332" sldId="619"/>
            <ac:spMk id="3" creationId="{A297542F-0BF9-B53E-DD6D-D31AA1075DFF}"/>
          </ac:spMkLst>
        </pc:spChg>
      </pc:sldChg>
      <pc:sldChg chg="modSp">
        <pc:chgData name="Shailendra Chauhan" userId="a7d3133f-e197-4b90-bf63-99a63a264234" providerId="ADAL" clId="{5836DF67-7234-48E5-9813-9C28B2DD4BCC}" dt="2024-06-15T11:28:44.838" v="51"/>
        <pc:sldMkLst>
          <pc:docMk/>
          <pc:sldMk cId="3809635258" sldId="620"/>
        </pc:sldMkLst>
        <pc:spChg chg="mod">
          <ac:chgData name="Shailendra Chauhan" userId="a7d3133f-e197-4b90-bf63-99a63a264234" providerId="ADAL" clId="{5836DF67-7234-48E5-9813-9C28B2DD4BCC}" dt="2024-06-15T11:28:44.838" v="51"/>
          <ac:spMkLst>
            <pc:docMk/>
            <pc:sldMk cId="3809635258" sldId="620"/>
            <ac:spMk id="2" creationId="{4BD511ED-AB78-E1AF-86DC-BE10A9C69CF3}"/>
          </ac:spMkLst>
        </pc:spChg>
        <pc:spChg chg="mod">
          <ac:chgData name="Shailendra Chauhan" userId="a7d3133f-e197-4b90-bf63-99a63a264234" providerId="ADAL" clId="{5836DF67-7234-48E5-9813-9C28B2DD4BCC}" dt="2024-06-15T11:28:44.838" v="51"/>
          <ac:spMkLst>
            <pc:docMk/>
            <pc:sldMk cId="3809635258" sldId="620"/>
            <ac:spMk id="3" creationId="{4AE1A968-7235-57E8-3D89-FD45DEF20DF6}"/>
          </ac:spMkLst>
        </pc:spChg>
      </pc:sldChg>
      <pc:sldChg chg="modSp">
        <pc:chgData name="Shailendra Chauhan" userId="a7d3133f-e197-4b90-bf63-99a63a264234" providerId="ADAL" clId="{5836DF67-7234-48E5-9813-9C28B2DD4BCC}" dt="2024-06-15T11:28:44.838" v="51"/>
        <pc:sldMkLst>
          <pc:docMk/>
          <pc:sldMk cId="1491759654" sldId="621"/>
        </pc:sldMkLst>
        <pc:spChg chg="mod">
          <ac:chgData name="Shailendra Chauhan" userId="a7d3133f-e197-4b90-bf63-99a63a264234" providerId="ADAL" clId="{5836DF67-7234-48E5-9813-9C28B2DD4BCC}" dt="2024-06-15T11:28:44.838" v="51"/>
          <ac:spMkLst>
            <pc:docMk/>
            <pc:sldMk cId="1491759654" sldId="621"/>
            <ac:spMk id="2" creationId="{22EB2603-A7F9-A480-548F-A3F8FF840A1A}"/>
          </ac:spMkLst>
        </pc:spChg>
        <pc:spChg chg="mod">
          <ac:chgData name="Shailendra Chauhan" userId="a7d3133f-e197-4b90-bf63-99a63a264234" providerId="ADAL" clId="{5836DF67-7234-48E5-9813-9C28B2DD4BCC}" dt="2024-06-15T11:28:44.838" v="51"/>
          <ac:spMkLst>
            <pc:docMk/>
            <pc:sldMk cId="1491759654" sldId="621"/>
            <ac:spMk id="3" creationId="{23C2737C-B890-2D73-4DEE-1FB167C4B123}"/>
          </ac:spMkLst>
        </pc:spChg>
      </pc:sldChg>
      <pc:sldChg chg="modSp">
        <pc:chgData name="Shailendra Chauhan" userId="a7d3133f-e197-4b90-bf63-99a63a264234" providerId="ADAL" clId="{5836DF67-7234-48E5-9813-9C28B2DD4BCC}" dt="2024-06-15T11:28:44.838" v="51"/>
        <pc:sldMkLst>
          <pc:docMk/>
          <pc:sldMk cId="468279106" sldId="622"/>
        </pc:sldMkLst>
        <pc:spChg chg="mod">
          <ac:chgData name="Shailendra Chauhan" userId="a7d3133f-e197-4b90-bf63-99a63a264234" providerId="ADAL" clId="{5836DF67-7234-48E5-9813-9C28B2DD4BCC}" dt="2024-06-15T11:28:44.838" v="51"/>
          <ac:spMkLst>
            <pc:docMk/>
            <pc:sldMk cId="468279106" sldId="622"/>
            <ac:spMk id="2" creationId="{BBC9C276-557F-F122-1DAE-C9119D98289B}"/>
          </ac:spMkLst>
        </pc:spChg>
        <pc:spChg chg="mod">
          <ac:chgData name="Shailendra Chauhan" userId="a7d3133f-e197-4b90-bf63-99a63a264234" providerId="ADAL" clId="{5836DF67-7234-48E5-9813-9C28B2DD4BCC}" dt="2024-06-15T11:28:44.838" v="51"/>
          <ac:spMkLst>
            <pc:docMk/>
            <pc:sldMk cId="468279106" sldId="622"/>
            <ac:spMk id="3" creationId="{BD81B29C-88FD-53E1-3905-66C2AEA55BD8}"/>
          </ac:spMkLst>
        </pc:spChg>
      </pc:sldChg>
      <pc:sldChg chg="modSp mod">
        <pc:chgData name="Shailendra Chauhan" userId="a7d3133f-e197-4b90-bf63-99a63a264234" providerId="ADAL" clId="{5836DF67-7234-48E5-9813-9C28B2DD4BCC}" dt="2024-06-15T11:28:44.838" v="51"/>
        <pc:sldMkLst>
          <pc:docMk/>
          <pc:sldMk cId="742315382" sldId="623"/>
        </pc:sldMkLst>
        <pc:spChg chg="mod">
          <ac:chgData name="Shailendra Chauhan" userId="a7d3133f-e197-4b90-bf63-99a63a264234" providerId="ADAL" clId="{5836DF67-7234-48E5-9813-9C28B2DD4BCC}" dt="2024-06-15T11:28:44.838" v="51"/>
          <ac:spMkLst>
            <pc:docMk/>
            <pc:sldMk cId="742315382" sldId="623"/>
            <ac:spMk id="2" creationId="{8C9CF94F-5775-ED03-EBA1-F838C369DAB1}"/>
          </ac:spMkLst>
        </pc:spChg>
        <pc:spChg chg="mod">
          <ac:chgData name="Shailendra Chauhan" userId="a7d3133f-e197-4b90-bf63-99a63a264234" providerId="ADAL" clId="{5836DF67-7234-48E5-9813-9C28B2DD4BCC}" dt="2024-06-15T11:28:44.838" v="51"/>
          <ac:spMkLst>
            <pc:docMk/>
            <pc:sldMk cId="742315382" sldId="623"/>
            <ac:spMk id="3" creationId="{B6626CDB-A294-0274-1505-28E3B1C68DE2}"/>
          </ac:spMkLst>
        </pc:spChg>
      </pc:sldChg>
      <pc:sldChg chg="modSp">
        <pc:chgData name="Shailendra Chauhan" userId="a7d3133f-e197-4b90-bf63-99a63a264234" providerId="ADAL" clId="{5836DF67-7234-48E5-9813-9C28B2DD4BCC}" dt="2024-06-15T11:28:44.838" v="51"/>
        <pc:sldMkLst>
          <pc:docMk/>
          <pc:sldMk cId="3289074435" sldId="624"/>
        </pc:sldMkLst>
        <pc:spChg chg="mod">
          <ac:chgData name="Shailendra Chauhan" userId="a7d3133f-e197-4b90-bf63-99a63a264234" providerId="ADAL" clId="{5836DF67-7234-48E5-9813-9C28B2DD4BCC}" dt="2024-06-15T11:28:44.838" v="51"/>
          <ac:spMkLst>
            <pc:docMk/>
            <pc:sldMk cId="3289074435" sldId="624"/>
            <ac:spMk id="2" creationId="{ED56ACF4-31C7-6F1E-5B13-2A178D2B57C1}"/>
          </ac:spMkLst>
        </pc:spChg>
        <pc:spChg chg="mod">
          <ac:chgData name="Shailendra Chauhan" userId="a7d3133f-e197-4b90-bf63-99a63a264234" providerId="ADAL" clId="{5836DF67-7234-48E5-9813-9C28B2DD4BCC}" dt="2024-06-15T11:28:44.838" v="51"/>
          <ac:spMkLst>
            <pc:docMk/>
            <pc:sldMk cId="3289074435" sldId="624"/>
            <ac:spMk id="3" creationId="{19C4542E-421E-C6EE-51C0-EB97619B2982}"/>
          </ac:spMkLst>
        </pc:spChg>
      </pc:sldChg>
      <pc:sldChg chg="modSp">
        <pc:chgData name="Shailendra Chauhan" userId="a7d3133f-e197-4b90-bf63-99a63a264234" providerId="ADAL" clId="{5836DF67-7234-48E5-9813-9C28B2DD4BCC}" dt="2024-06-15T11:28:44.838" v="51"/>
        <pc:sldMkLst>
          <pc:docMk/>
          <pc:sldMk cId="2094944111" sldId="625"/>
        </pc:sldMkLst>
        <pc:spChg chg="mod">
          <ac:chgData name="Shailendra Chauhan" userId="a7d3133f-e197-4b90-bf63-99a63a264234" providerId="ADAL" clId="{5836DF67-7234-48E5-9813-9C28B2DD4BCC}" dt="2024-06-15T11:28:44.838" v="51"/>
          <ac:spMkLst>
            <pc:docMk/>
            <pc:sldMk cId="2094944111" sldId="625"/>
            <ac:spMk id="2" creationId="{3916B654-756E-9D38-0BC4-FA18EB10DCEF}"/>
          </ac:spMkLst>
        </pc:spChg>
        <pc:spChg chg="mod">
          <ac:chgData name="Shailendra Chauhan" userId="a7d3133f-e197-4b90-bf63-99a63a264234" providerId="ADAL" clId="{5836DF67-7234-48E5-9813-9C28B2DD4BCC}" dt="2024-06-15T11:28:44.838" v="51"/>
          <ac:spMkLst>
            <pc:docMk/>
            <pc:sldMk cId="2094944111" sldId="625"/>
            <ac:spMk id="3" creationId="{7B383B5B-48D9-343E-5892-44331F5BDE89}"/>
          </ac:spMkLst>
        </pc:spChg>
      </pc:sldChg>
      <pc:sldChg chg="addSp delSp modSp mod modClrScheme chgLayout">
        <pc:chgData name="Shailendra Chauhan" userId="a7d3133f-e197-4b90-bf63-99a63a264234" providerId="ADAL" clId="{5836DF67-7234-48E5-9813-9C28B2DD4BCC}" dt="2024-06-15T11:28:44.838" v="51"/>
        <pc:sldMkLst>
          <pc:docMk/>
          <pc:sldMk cId="2684636291" sldId="626"/>
        </pc:sldMkLst>
        <pc:spChg chg="add del mod">
          <ac:chgData name="Shailendra Chauhan" userId="a7d3133f-e197-4b90-bf63-99a63a264234" providerId="ADAL" clId="{5836DF67-7234-48E5-9813-9C28B2DD4BCC}" dt="2024-06-15T11:27:56.153" v="49" actId="26606"/>
          <ac:spMkLst>
            <pc:docMk/>
            <pc:sldMk cId="2684636291" sldId="626"/>
            <ac:spMk id="2" creationId="{BC68DD53-7EBE-F479-5316-BDE47AD808A0}"/>
          </ac:spMkLst>
        </pc:spChg>
        <pc:spChg chg="mod">
          <ac:chgData name="Shailendra Chauhan" userId="a7d3133f-e197-4b90-bf63-99a63a264234" providerId="ADAL" clId="{5836DF67-7234-48E5-9813-9C28B2DD4BCC}" dt="2024-06-15T11:28:44.838" v="51"/>
          <ac:spMkLst>
            <pc:docMk/>
            <pc:sldMk cId="2684636291" sldId="626"/>
            <ac:spMk id="3" creationId="{191C29DF-14DC-F469-0C60-33A218885B8F}"/>
          </ac:spMkLst>
        </pc:spChg>
        <pc:graphicFrameChg chg="add del mod">
          <ac:chgData name="Shailendra Chauhan" userId="a7d3133f-e197-4b90-bf63-99a63a264234" providerId="ADAL" clId="{5836DF67-7234-48E5-9813-9C28B2DD4BCC}" dt="2024-06-15T11:27:52.107" v="44" actId="26606"/>
          <ac:graphicFrameMkLst>
            <pc:docMk/>
            <pc:sldMk cId="2684636291" sldId="626"/>
            <ac:graphicFrameMk id="5" creationId="{B95A04D1-EDD3-45AB-80B4-46096245653F}"/>
          </ac:graphicFrameMkLst>
        </pc:graphicFrameChg>
        <pc:graphicFrameChg chg="add del mod">
          <ac:chgData name="Shailendra Chauhan" userId="a7d3133f-e197-4b90-bf63-99a63a264234" providerId="ADAL" clId="{5836DF67-7234-48E5-9813-9C28B2DD4BCC}" dt="2024-06-15T11:27:54.497" v="46" actId="26606"/>
          <ac:graphicFrameMkLst>
            <pc:docMk/>
            <pc:sldMk cId="2684636291" sldId="626"/>
            <ac:graphicFrameMk id="7" creationId="{A88A9376-F5DE-CF12-CB58-3B6853B71BF2}"/>
          </ac:graphicFrameMkLst>
        </pc:graphicFrameChg>
        <pc:graphicFrameChg chg="add del mod">
          <ac:chgData name="Shailendra Chauhan" userId="a7d3133f-e197-4b90-bf63-99a63a264234" providerId="ADAL" clId="{5836DF67-7234-48E5-9813-9C28B2DD4BCC}" dt="2024-06-15T11:27:56.116" v="48" actId="26606"/>
          <ac:graphicFrameMkLst>
            <pc:docMk/>
            <pc:sldMk cId="2684636291" sldId="626"/>
            <ac:graphicFrameMk id="9" creationId="{B95A04D1-EDD3-45AB-80B4-46096245653F}"/>
          </ac:graphicFrameMkLst>
        </pc:graphicFrameChg>
        <pc:graphicFrameChg chg="add mod">
          <ac:chgData name="Shailendra Chauhan" userId="a7d3133f-e197-4b90-bf63-99a63a264234" providerId="ADAL" clId="{5836DF67-7234-48E5-9813-9C28B2DD4BCC}" dt="2024-06-15T11:28:44.838" v="51"/>
          <ac:graphicFrameMkLst>
            <pc:docMk/>
            <pc:sldMk cId="2684636291" sldId="626"/>
            <ac:graphicFrameMk id="11" creationId="{A88A9376-F5DE-CF12-CB58-3B6853B71BF2}"/>
          </ac:graphicFrameMkLst>
        </pc:graphicFrameChg>
      </pc:sldChg>
      <pc:sldChg chg="modSp mod">
        <pc:chgData name="Shailendra Chauhan" userId="a7d3133f-e197-4b90-bf63-99a63a264234" providerId="ADAL" clId="{5836DF67-7234-48E5-9813-9C28B2DD4BCC}" dt="2024-06-15T11:31:34.918" v="57" actId="1076"/>
        <pc:sldMkLst>
          <pc:docMk/>
          <pc:sldMk cId="2278520162" sldId="627"/>
        </pc:sldMkLst>
        <pc:picChg chg="mod">
          <ac:chgData name="Shailendra Chauhan" userId="a7d3133f-e197-4b90-bf63-99a63a264234" providerId="ADAL" clId="{5836DF67-7234-48E5-9813-9C28B2DD4BCC}" dt="2024-06-15T11:31:34.918" v="57" actId="1076"/>
          <ac:picMkLst>
            <pc:docMk/>
            <pc:sldMk cId="2278520162" sldId="627"/>
            <ac:picMk id="5" creationId="{5D95486C-7062-0837-E769-EC81C48602CD}"/>
          </ac:picMkLst>
        </pc:picChg>
      </pc:sldChg>
      <pc:sldChg chg="modSp">
        <pc:chgData name="Shailendra Chauhan" userId="a7d3133f-e197-4b90-bf63-99a63a264234" providerId="ADAL" clId="{5836DF67-7234-48E5-9813-9C28B2DD4BCC}" dt="2024-06-15T11:28:44.838" v="51"/>
        <pc:sldMkLst>
          <pc:docMk/>
          <pc:sldMk cId="1275993073" sldId="634"/>
        </pc:sldMkLst>
        <pc:spChg chg="mod">
          <ac:chgData name="Shailendra Chauhan" userId="a7d3133f-e197-4b90-bf63-99a63a264234" providerId="ADAL" clId="{5836DF67-7234-48E5-9813-9C28B2DD4BCC}" dt="2024-06-15T11:28:44.838" v="51"/>
          <ac:spMkLst>
            <pc:docMk/>
            <pc:sldMk cId="1275993073" sldId="634"/>
            <ac:spMk id="4" creationId="{DB66A4B5-9B30-7C7B-AB8D-904DA9D5EFA6}"/>
          </ac:spMkLst>
        </pc:spChg>
      </pc:sldChg>
      <pc:sldChg chg="addSp delSp modSp add mod">
        <pc:chgData name="Shailendra Chauhan" userId="a7d3133f-e197-4b90-bf63-99a63a264234" providerId="ADAL" clId="{5836DF67-7234-48E5-9813-9C28B2DD4BCC}" dt="2024-06-15T11:28:44.838" v="51"/>
        <pc:sldMkLst>
          <pc:docMk/>
          <pc:sldMk cId="3513310004" sldId="637"/>
        </pc:sldMkLst>
        <pc:spChg chg="mod">
          <ac:chgData name="Shailendra Chauhan" userId="a7d3133f-e197-4b90-bf63-99a63a264234" providerId="ADAL" clId="{5836DF67-7234-48E5-9813-9C28B2DD4BCC}" dt="2024-06-15T11:28:44.838" v="51"/>
          <ac:spMkLst>
            <pc:docMk/>
            <pc:sldMk cId="3513310004" sldId="637"/>
            <ac:spMk id="3" creationId="{8B91E7CC-BECE-365E-192D-546A39AAF0F7}"/>
          </ac:spMkLst>
        </pc:spChg>
        <pc:picChg chg="add mod">
          <ac:chgData name="Shailendra Chauhan" userId="a7d3133f-e197-4b90-bf63-99a63a264234" providerId="ADAL" clId="{5836DF67-7234-48E5-9813-9C28B2DD4BCC}" dt="2024-06-15T11:27:21.380" v="41"/>
          <ac:picMkLst>
            <pc:docMk/>
            <pc:sldMk cId="3513310004" sldId="637"/>
            <ac:picMk id="2" creationId="{172C8331-CA6C-3207-6189-4EF1FAFC0D74}"/>
          </ac:picMkLst>
        </pc:picChg>
        <pc:picChg chg="del">
          <ac:chgData name="Shailendra Chauhan" userId="a7d3133f-e197-4b90-bf63-99a63a264234" providerId="ADAL" clId="{5836DF67-7234-48E5-9813-9C28B2DD4BCC}" dt="2024-06-15T11:27:20.918" v="40" actId="478"/>
          <ac:picMkLst>
            <pc:docMk/>
            <pc:sldMk cId="3513310004" sldId="637"/>
            <ac:picMk id="4" creationId="{A82FFA93-27D9-1097-C819-EDDD9A34FAB0}"/>
          </ac:picMkLst>
        </pc:picChg>
      </pc:sldChg>
      <pc:sldMasterChg chg="addSp delSp mod delSldLayout modSldLayout">
        <pc:chgData name="Shailendra Chauhan" userId="a7d3133f-e197-4b90-bf63-99a63a264234" providerId="ADAL" clId="{5836DF67-7234-48E5-9813-9C28B2DD4BCC}" dt="2024-06-15T11:30:59.828" v="56"/>
        <pc:sldMasterMkLst>
          <pc:docMk/>
          <pc:sldMasterMk cId="1357477642" sldId="2147483697"/>
        </pc:sldMasterMkLst>
        <pc:spChg chg="add del">
          <ac:chgData name="Shailendra Chauhan" userId="a7d3133f-e197-4b90-bf63-99a63a264234" providerId="ADAL" clId="{5836DF67-7234-48E5-9813-9C28B2DD4BCC}" dt="2024-06-15T11:25:13.286" v="19" actId="478"/>
          <ac:spMkLst>
            <pc:docMk/>
            <pc:sldMasterMk cId="1357477642" sldId="2147483697"/>
            <ac:spMk id="3" creationId="{088F8E31-EB53-88AF-8548-7AB4BF77E294}"/>
          </ac:spMkLst>
        </pc:spChg>
        <pc:sldLayoutChg chg="del">
          <pc:chgData name="Shailendra Chauhan" userId="a7d3133f-e197-4b90-bf63-99a63a264234" providerId="ADAL" clId="{5836DF67-7234-48E5-9813-9C28B2DD4BCC}" dt="2024-06-15T11:25:34.497" v="20" actId="2696"/>
          <pc:sldLayoutMkLst>
            <pc:docMk/>
            <pc:sldMasterMk cId="1357477642" sldId="2147483697"/>
            <pc:sldLayoutMk cId="2680857938" sldId="2147483696"/>
          </pc:sldLayoutMkLst>
        </pc:sldLayoutChg>
        <pc:sldLayoutChg chg="addSp delSp modSp mod">
          <pc:chgData name="Shailendra Chauhan" userId="a7d3133f-e197-4b90-bf63-99a63a264234" providerId="ADAL" clId="{5836DF67-7234-48E5-9813-9C28B2DD4BCC}" dt="2024-06-15T11:30:59.828" v="56"/>
          <pc:sldLayoutMkLst>
            <pc:docMk/>
            <pc:sldMasterMk cId="1357477642" sldId="2147483697"/>
            <pc:sldLayoutMk cId="2274272138" sldId="2147483707"/>
          </pc:sldLayoutMkLst>
          <pc:spChg chg="del">
            <ac:chgData name="Shailendra Chauhan" userId="a7d3133f-e197-4b90-bf63-99a63a264234" providerId="ADAL" clId="{5836DF67-7234-48E5-9813-9C28B2DD4BCC}" dt="2024-06-15T11:29:56.524" v="52" actId="478"/>
            <ac:spMkLst>
              <pc:docMk/>
              <pc:sldMasterMk cId="1357477642" sldId="2147483697"/>
              <pc:sldLayoutMk cId="2274272138" sldId="2147483707"/>
              <ac:spMk id="3" creationId="{EA4D5B20-1B62-EA2E-28AF-620EDB3FFC14}"/>
            </ac:spMkLst>
          </pc:spChg>
          <pc:spChg chg="del">
            <ac:chgData name="Shailendra Chauhan" userId="a7d3133f-e197-4b90-bf63-99a63a264234" providerId="ADAL" clId="{5836DF67-7234-48E5-9813-9C28B2DD4BCC}" dt="2024-06-15T11:29:56.524" v="52" actId="478"/>
            <ac:spMkLst>
              <pc:docMk/>
              <pc:sldMasterMk cId="1357477642" sldId="2147483697"/>
              <pc:sldLayoutMk cId="2274272138" sldId="2147483707"/>
              <ac:spMk id="4" creationId="{0954F7F8-633C-1056-C63B-72D51AC724CC}"/>
            </ac:spMkLst>
          </pc:spChg>
          <pc:spChg chg="add del">
            <ac:chgData name="Shailendra Chauhan" userId="a7d3133f-e197-4b90-bf63-99a63a264234" providerId="ADAL" clId="{5836DF67-7234-48E5-9813-9C28B2DD4BCC}" dt="2024-06-15T11:29:56.524" v="52" actId="478"/>
            <ac:spMkLst>
              <pc:docMk/>
              <pc:sldMasterMk cId="1357477642" sldId="2147483697"/>
              <pc:sldLayoutMk cId="2274272138" sldId="2147483707"/>
              <ac:spMk id="5" creationId="{A2C2B6C9-0DCC-D16E-3CA8-448DFA26A7C8}"/>
            </ac:spMkLst>
          </pc:spChg>
          <pc:spChg chg="add mod">
            <ac:chgData name="Shailendra Chauhan" userId="a7d3133f-e197-4b90-bf63-99a63a264234" providerId="ADAL" clId="{5836DF67-7234-48E5-9813-9C28B2DD4BCC}" dt="2024-06-15T11:29:57.463" v="53"/>
            <ac:spMkLst>
              <pc:docMk/>
              <pc:sldMasterMk cId="1357477642" sldId="2147483697"/>
              <pc:sldLayoutMk cId="2274272138" sldId="2147483707"/>
              <ac:spMk id="8" creationId="{A5EED585-31BB-206C-9765-7078E459BD91}"/>
            </ac:spMkLst>
          </pc:spChg>
          <pc:spChg chg="add mod">
            <ac:chgData name="Shailendra Chauhan" userId="a7d3133f-e197-4b90-bf63-99a63a264234" providerId="ADAL" clId="{5836DF67-7234-48E5-9813-9C28B2DD4BCC}" dt="2024-06-15T11:29:57.463" v="53"/>
            <ac:spMkLst>
              <pc:docMk/>
              <pc:sldMasterMk cId="1357477642" sldId="2147483697"/>
              <pc:sldLayoutMk cId="2274272138" sldId="2147483707"/>
              <ac:spMk id="9" creationId="{18478CB1-6304-82A4-D085-27C4B48179C4}"/>
            </ac:spMkLst>
          </pc:spChg>
          <pc:spChg chg="add mod">
            <ac:chgData name="Shailendra Chauhan" userId="a7d3133f-e197-4b90-bf63-99a63a264234" providerId="ADAL" clId="{5836DF67-7234-48E5-9813-9C28B2DD4BCC}" dt="2024-06-15T11:30:01.733" v="54"/>
            <ac:spMkLst>
              <pc:docMk/>
              <pc:sldMasterMk cId="1357477642" sldId="2147483697"/>
              <pc:sldLayoutMk cId="2274272138" sldId="2147483707"/>
              <ac:spMk id="12" creationId="{36882574-3873-E9A1-8395-AAC7A05E42A2}"/>
            </ac:spMkLst>
          </pc:spChg>
          <pc:spChg chg="add mod">
            <ac:chgData name="Shailendra Chauhan" userId="a7d3133f-e197-4b90-bf63-99a63a264234" providerId="ADAL" clId="{5836DF67-7234-48E5-9813-9C28B2DD4BCC}" dt="2024-06-15T11:30:01.733" v="54"/>
            <ac:spMkLst>
              <pc:docMk/>
              <pc:sldMasterMk cId="1357477642" sldId="2147483697"/>
              <pc:sldLayoutMk cId="2274272138" sldId="2147483707"/>
              <ac:spMk id="13" creationId="{0E86A5C6-883B-FCB5-0409-59A547A255EB}"/>
            </ac:spMkLst>
          </pc:spChg>
          <pc:spChg chg="add mod">
            <ac:chgData name="Shailendra Chauhan" userId="a7d3133f-e197-4b90-bf63-99a63a264234" providerId="ADAL" clId="{5836DF67-7234-48E5-9813-9C28B2DD4BCC}" dt="2024-06-15T11:30:59.828" v="56"/>
            <ac:spMkLst>
              <pc:docMk/>
              <pc:sldMasterMk cId="1357477642" sldId="2147483697"/>
              <pc:sldLayoutMk cId="2274272138" sldId="2147483707"/>
              <ac:spMk id="16" creationId="{7DCDB28D-7E34-857F-CF74-E78EA34CEF84}"/>
            </ac:spMkLst>
          </pc:spChg>
          <pc:picChg chg="del">
            <ac:chgData name="Shailendra Chauhan" userId="a7d3133f-e197-4b90-bf63-99a63a264234" providerId="ADAL" clId="{5836DF67-7234-48E5-9813-9C28B2DD4BCC}" dt="2024-06-15T11:29:56.524" v="52" actId="478"/>
            <ac:picMkLst>
              <pc:docMk/>
              <pc:sldMasterMk cId="1357477642" sldId="2147483697"/>
              <pc:sldLayoutMk cId="2274272138" sldId="2147483707"/>
              <ac:picMk id="2" creationId="{AD485E01-E011-B7D7-5AC7-CF1093BB9B02}"/>
            </ac:picMkLst>
          </pc:picChg>
          <pc:picChg chg="add del">
            <ac:chgData name="Shailendra Chauhan" userId="a7d3133f-e197-4b90-bf63-99a63a264234" providerId="ADAL" clId="{5836DF67-7234-48E5-9813-9C28B2DD4BCC}" dt="2024-06-15T11:29:56.524" v="52" actId="478"/>
            <ac:picMkLst>
              <pc:docMk/>
              <pc:sldMasterMk cId="1357477642" sldId="2147483697"/>
              <pc:sldLayoutMk cId="2274272138" sldId="2147483707"/>
              <ac:picMk id="7" creationId="{5D880F05-72A9-620E-0294-F6E2BEE5D3DC}"/>
            </ac:picMkLst>
          </pc:picChg>
          <pc:picChg chg="add mod">
            <ac:chgData name="Shailendra Chauhan" userId="a7d3133f-e197-4b90-bf63-99a63a264234" providerId="ADAL" clId="{5836DF67-7234-48E5-9813-9C28B2DD4BCC}" dt="2024-06-15T11:29:57.463" v="53"/>
            <ac:picMkLst>
              <pc:docMk/>
              <pc:sldMasterMk cId="1357477642" sldId="2147483697"/>
              <pc:sldLayoutMk cId="2274272138" sldId="2147483707"/>
              <ac:picMk id="10" creationId="{D8238F0E-28E7-3CDB-8E57-3EFD049CFE80}"/>
            </ac:picMkLst>
          </pc:picChg>
          <pc:picChg chg="add mod">
            <ac:chgData name="Shailendra Chauhan" userId="a7d3133f-e197-4b90-bf63-99a63a264234" providerId="ADAL" clId="{5836DF67-7234-48E5-9813-9C28B2DD4BCC}" dt="2024-06-15T11:30:01.733" v="54"/>
            <ac:picMkLst>
              <pc:docMk/>
              <pc:sldMasterMk cId="1357477642" sldId="2147483697"/>
              <pc:sldLayoutMk cId="2274272138" sldId="2147483707"/>
              <ac:picMk id="14" creationId="{32FB4BE2-1E64-7401-E676-F1F9C0C09C4D}"/>
            </ac:picMkLst>
          </pc:picChg>
          <pc:cxnChg chg="del">
            <ac:chgData name="Shailendra Chauhan" userId="a7d3133f-e197-4b90-bf63-99a63a264234" providerId="ADAL" clId="{5836DF67-7234-48E5-9813-9C28B2DD4BCC}" dt="2024-06-15T11:29:56.524" v="52" actId="478"/>
            <ac:cxnSpMkLst>
              <pc:docMk/>
              <pc:sldMasterMk cId="1357477642" sldId="2147483697"/>
              <pc:sldLayoutMk cId="2274272138" sldId="2147483707"/>
              <ac:cxnSpMk id="6" creationId="{459766FA-AF47-1934-153F-656BC7B60605}"/>
            </ac:cxnSpMkLst>
          </pc:cxnChg>
          <pc:cxnChg chg="add mod">
            <ac:chgData name="Shailendra Chauhan" userId="a7d3133f-e197-4b90-bf63-99a63a264234" providerId="ADAL" clId="{5836DF67-7234-48E5-9813-9C28B2DD4BCC}" dt="2024-06-15T11:29:57.463" v="53"/>
            <ac:cxnSpMkLst>
              <pc:docMk/>
              <pc:sldMasterMk cId="1357477642" sldId="2147483697"/>
              <pc:sldLayoutMk cId="2274272138" sldId="2147483707"/>
              <ac:cxnSpMk id="11" creationId="{9E956E16-91E8-C80B-6C77-E430E9F327C7}"/>
            </ac:cxnSpMkLst>
          </pc:cxnChg>
          <pc:cxnChg chg="add mod">
            <ac:chgData name="Shailendra Chauhan" userId="a7d3133f-e197-4b90-bf63-99a63a264234" providerId="ADAL" clId="{5836DF67-7234-48E5-9813-9C28B2DD4BCC}" dt="2024-06-15T11:30:01.733" v="54"/>
            <ac:cxnSpMkLst>
              <pc:docMk/>
              <pc:sldMasterMk cId="1357477642" sldId="2147483697"/>
              <pc:sldLayoutMk cId="2274272138" sldId="2147483707"/>
              <ac:cxnSpMk id="15" creationId="{33D24390-3F03-A1AC-1D8D-4E6BDFD5D705}"/>
            </ac:cxnSpMkLst>
          </pc:cxnChg>
        </pc:sldLayoutChg>
        <pc:sldLayoutChg chg="del">
          <pc:chgData name="Shailendra Chauhan" userId="a7d3133f-e197-4b90-bf63-99a63a264234" providerId="ADAL" clId="{5836DF67-7234-48E5-9813-9C28B2DD4BCC}" dt="2024-06-15T11:30:05.343" v="55" actId="2696"/>
          <pc:sldLayoutMkLst>
            <pc:docMk/>
            <pc:sldMasterMk cId="1357477642" sldId="2147483697"/>
            <pc:sldLayoutMk cId="2054075861" sldId="2147483714"/>
          </pc:sldLayoutMkLst>
        </pc:sldLayoutChg>
      </pc:sldMasterChg>
    </pc:docChg>
  </pc:docChgLst>
  <pc:docChgLst>
    <pc:chgData name="Sakshi Dhameja" userId="S::sakshi@dotnettricks.com::ea00e08a-f285-43f8-b684-36364e247324" providerId="AD" clId="Web-{593E12E9-5647-F499-D26A-118E756C09DA}"/>
    <pc:docChg chg="modSld">
      <pc:chgData name="Sakshi Dhameja" userId="S::sakshi@dotnettricks.com::ea00e08a-f285-43f8-b684-36364e247324" providerId="AD" clId="Web-{593E12E9-5647-F499-D26A-118E756C09DA}" dt="2024-03-29T14:38:57.418" v="12" actId="1076"/>
      <pc:docMkLst>
        <pc:docMk/>
      </pc:docMkLst>
      <pc:sldChg chg="addSp delSp modSp">
        <pc:chgData name="Sakshi Dhameja" userId="S::sakshi@dotnettricks.com::ea00e08a-f285-43f8-b684-36364e247324" providerId="AD" clId="Web-{593E12E9-5647-F499-D26A-118E756C09DA}" dt="2024-03-29T14:38:57.418" v="12" actId="1076"/>
        <pc:sldMkLst>
          <pc:docMk/>
          <pc:sldMk cId="3955941799" sldId="535"/>
        </pc:sldMkLst>
        <pc:picChg chg="add mod">
          <ac:chgData name="Sakshi Dhameja" userId="S::sakshi@dotnettricks.com::ea00e08a-f285-43f8-b684-36364e247324" providerId="AD" clId="Web-{593E12E9-5647-F499-D26A-118E756C09DA}" dt="2024-03-29T14:38:57.418" v="12" actId="1076"/>
          <ac:picMkLst>
            <pc:docMk/>
            <pc:sldMk cId="3955941799" sldId="535"/>
            <ac:picMk id="3" creationId="{1E7E21F5-FEBD-1736-AA79-E8296CEA8962}"/>
          </ac:picMkLst>
        </pc:picChg>
        <pc:picChg chg="del mod">
          <ac:chgData name="Sakshi Dhameja" userId="S::sakshi@dotnettricks.com::ea00e08a-f285-43f8-b684-36364e247324" providerId="AD" clId="Web-{593E12E9-5647-F499-D26A-118E756C09DA}" dt="2024-03-29T14:38:10.792" v="2"/>
          <ac:picMkLst>
            <pc:docMk/>
            <pc:sldMk cId="3955941799" sldId="535"/>
            <ac:picMk id="9" creationId="{D492458F-37E9-5530-C7F8-FD5538E9F168}"/>
          </ac:picMkLst>
        </pc:picChg>
      </pc:sldChg>
    </pc:docChg>
  </pc:docChgLst>
  <pc:docChgLst>
    <pc:chgData name="Sakshi Dhameja" userId="S::sakshi@dotnettricks.com::ea00e08a-f285-43f8-b684-36364e247324" providerId="AD" clId="Web-{F615DEE3-1A5D-1EB4-9F4E-FA0307FE3C95}"/>
    <pc:docChg chg="modSld">
      <pc:chgData name="Sakshi Dhameja" userId="S::sakshi@dotnettricks.com::ea00e08a-f285-43f8-b684-36364e247324" providerId="AD" clId="Web-{F615DEE3-1A5D-1EB4-9F4E-FA0307FE3C95}" dt="2024-03-22T17:03:40.959" v="17" actId="1076"/>
      <pc:docMkLst>
        <pc:docMk/>
      </pc:docMkLst>
      <pc:sldChg chg="addSp delSp modSp">
        <pc:chgData name="Sakshi Dhameja" userId="S::sakshi@dotnettricks.com::ea00e08a-f285-43f8-b684-36364e247324" providerId="AD" clId="Web-{F615DEE3-1A5D-1EB4-9F4E-FA0307FE3C95}" dt="2024-03-22T16:54:11.344" v="6" actId="1076"/>
        <pc:sldMkLst>
          <pc:docMk/>
          <pc:sldMk cId="1176817143" sldId="529"/>
        </pc:sldMkLst>
        <pc:spChg chg="add del mod">
          <ac:chgData name="Sakshi Dhameja" userId="S::sakshi@dotnettricks.com::ea00e08a-f285-43f8-b684-36364e247324" providerId="AD" clId="Web-{F615DEE3-1A5D-1EB4-9F4E-FA0307FE3C95}" dt="2024-03-22T16:53:42.750" v="1"/>
          <ac:spMkLst>
            <pc:docMk/>
            <pc:sldMk cId="1176817143" sldId="529"/>
            <ac:spMk id="4" creationId="{456EB183-572E-5E0B-6B59-3E7225C106F8}"/>
          </ac:spMkLst>
        </pc:spChg>
        <pc:picChg chg="del">
          <ac:chgData name="Sakshi Dhameja" userId="S::sakshi@dotnettricks.com::ea00e08a-f285-43f8-b684-36364e247324" providerId="AD" clId="Web-{F615DEE3-1A5D-1EB4-9F4E-FA0307FE3C95}" dt="2024-03-22T16:53:38.171" v="0"/>
          <ac:picMkLst>
            <pc:docMk/>
            <pc:sldMk cId="1176817143" sldId="529"/>
            <ac:picMk id="5" creationId="{1F4F5C80-FB64-2321-AC56-202FE3F5CF8B}"/>
          </ac:picMkLst>
        </pc:picChg>
        <pc:picChg chg="add mod">
          <ac:chgData name="Sakshi Dhameja" userId="S::sakshi@dotnettricks.com::ea00e08a-f285-43f8-b684-36364e247324" providerId="AD" clId="Web-{F615DEE3-1A5D-1EB4-9F4E-FA0307FE3C95}" dt="2024-03-22T16:54:11.344" v="6" actId="1076"/>
          <ac:picMkLst>
            <pc:docMk/>
            <pc:sldMk cId="1176817143" sldId="529"/>
            <ac:picMk id="6" creationId="{BA4FBADB-46E3-51AA-EF0F-55F4A3136C79}"/>
          </ac:picMkLst>
        </pc:picChg>
      </pc:sldChg>
      <pc:sldChg chg="modSp">
        <pc:chgData name="Sakshi Dhameja" userId="S::sakshi@dotnettricks.com::ea00e08a-f285-43f8-b684-36364e247324" providerId="AD" clId="Web-{F615DEE3-1A5D-1EB4-9F4E-FA0307FE3C95}" dt="2024-03-22T16:56:49.314" v="12" actId="1076"/>
        <pc:sldMkLst>
          <pc:docMk/>
          <pc:sldMk cId="300847703" sldId="540"/>
        </pc:sldMkLst>
        <pc:picChg chg="mod">
          <ac:chgData name="Sakshi Dhameja" userId="S::sakshi@dotnettricks.com::ea00e08a-f285-43f8-b684-36364e247324" providerId="AD" clId="Web-{F615DEE3-1A5D-1EB4-9F4E-FA0307FE3C95}" dt="2024-03-22T16:56:49.314" v="12" actId="1076"/>
          <ac:picMkLst>
            <pc:docMk/>
            <pc:sldMk cId="300847703" sldId="540"/>
            <ac:picMk id="12" creationId="{BA97C671-FF59-D3C5-AB3B-1FE53EC3DB5F}"/>
          </ac:picMkLst>
        </pc:picChg>
      </pc:sldChg>
      <pc:sldChg chg="modSp">
        <pc:chgData name="Sakshi Dhameja" userId="S::sakshi@dotnettricks.com::ea00e08a-f285-43f8-b684-36364e247324" providerId="AD" clId="Web-{F615DEE3-1A5D-1EB4-9F4E-FA0307FE3C95}" dt="2024-03-22T17:03:16.943" v="13" actId="1076"/>
        <pc:sldMkLst>
          <pc:docMk/>
          <pc:sldMk cId="2944910126" sldId="573"/>
        </pc:sldMkLst>
        <pc:picChg chg="mod">
          <ac:chgData name="Sakshi Dhameja" userId="S::sakshi@dotnettricks.com::ea00e08a-f285-43f8-b684-36364e247324" providerId="AD" clId="Web-{F615DEE3-1A5D-1EB4-9F4E-FA0307FE3C95}" dt="2024-03-22T17:03:16.943" v="13" actId="1076"/>
          <ac:picMkLst>
            <pc:docMk/>
            <pc:sldMk cId="2944910126" sldId="573"/>
            <ac:picMk id="3074" creationId="{3996A4BF-3361-7C89-988E-3E9C49AFA1AA}"/>
          </ac:picMkLst>
        </pc:picChg>
      </pc:sldChg>
      <pc:sldChg chg="modSp">
        <pc:chgData name="Sakshi Dhameja" userId="S::sakshi@dotnettricks.com::ea00e08a-f285-43f8-b684-36364e247324" providerId="AD" clId="Web-{F615DEE3-1A5D-1EB4-9F4E-FA0307FE3C95}" dt="2024-03-22T17:03:40.959" v="17" actId="1076"/>
        <pc:sldMkLst>
          <pc:docMk/>
          <pc:sldMk cId="3498905732" sldId="585"/>
        </pc:sldMkLst>
        <pc:picChg chg="mod">
          <ac:chgData name="Sakshi Dhameja" userId="S::sakshi@dotnettricks.com::ea00e08a-f285-43f8-b684-36364e247324" providerId="AD" clId="Web-{F615DEE3-1A5D-1EB4-9F4E-FA0307FE3C95}" dt="2024-03-22T17:03:40.959" v="17" actId="1076"/>
          <ac:picMkLst>
            <pc:docMk/>
            <pc:sldMk cId="3498905732" sldId="585"/>
            <ac:picMk id="4" creationId="{687E7D4B-7351-2313-2A0C-1D742EFE0251}"/>
          </ac:picMkLst>
        </pc:picChg>
      </pc:sldChg>
    </pc:docChg>
  </pc:docChgLst>
  <pc:docChgLst>
    <pc:chgData name="Shailendra Chauhan" userId="a7d3133f-e197-4b90-bf63-99a63a264234" providerId="ADAL" clId="{BDE146DA-A4E0-4735-87B1-233E20BCB797}"/>
    <pc:docChg chg="undo redo custSel addSld delSld modSld sldOrd addMainMaster delMainMaster modMainMaster">
      <pc:chgData name="Shailendra Chauhan" userId="a7d3133f-e197-4b90-bf63-99a63a264234" providerId="ADAL" clId="{BDE146DA-A4E0-4735-87B1-233E20BCB797}" dt="2024-03-31T04:32:50.168" v="1633" actId="1037"/>
      <pc:docMkLst>
        <pc:docMk/>
      </pc:docMkLst>
      <pc:sldChg chg="modSp mod modNotesTx">
        <pc:chgData name="Shailendra Chauhan" userId="a7d3133f-e197-4b90-bf63-99a63a264234" providerId="ADAL" clId="{BDE146DA-A4E0-4735-87B1-233E20BCB797}" dt="2024-03-27T15:06:45.700" v="154" actId="20577"/>
        <pc:sldMkLst>
          <pc:docMk/>
          <pc:sldMk cId="3384716785" sldId="522"/>
        </pc:sldMkLst>
        <pc:spChg chg="mod">
          <ac:chgData name="Shailendra Chauhan" userId="a7d3133f-e197-4b90-bf63-99a63a264234" providerId="ADAL" clId="{BDE146DA-A4E0-4735-87B1-233E20BCB797}" dt="2024-03-27T15:06:45.700" v="154" actId="20577"/>
          <ac:spMkLst>
            <pc:docMk/>
            <pc:sldMk cId="3384716785" sldId="522"/>
            <ac:spMk id="3" creationId="{A82E5C18-6CBA-896A-CD99-78160F4D2AF0}"/>
          </ac:spMkLst>
        </pc:spChg>
        <pc:spChg chg="mod">
          <ac:chgData name="Shailendra Chauhan" userId="a7d3133f-e197-4b90-bf63-99a63a264234" providerId="ADAL" clId="{BDE146DA-A4E0-4735-87B1-233E20BCB797}" dt="2024-03-23T08:15:37.303" v="12" actId="20577"/>
          <ac:spMkLst>
            <pc:docMk/>
            <pc:sldMk cId="3384716785" sldId="522"/>
            <ac:spMk id="4" creationId="{5D5BAAD7-C5EB-DB6B-6CD5-91EAF15D743C}"/>
          </ac:spMkLst>
        </pc:spChg>
      </pc:sldChg>
      <pc:sldChg chg="mod modShow">
        <pc:chgData name="Shailendra Chauhan" userId="a7d3133f-e197-4b90-bf63-99a63a264234" providerId="ADAL" clId="{BDE146DA-A4E0-4735-87B1-233E20BCB797}" dt="2024-03-28T06:48:49.258" v="763" actId="729"/>
        <pc:sldMkLst>
          <pc:docMk/>
          <pc:sldMk cId="2984372723" sldId="534"/>
        </pc:sldMkLst>
      </pc:sldChg>
      <pc:sldChg chg="addSp delSp modSp mod modClrScheme chgLayout">
        <pc:chgData name="Shailendra Chauhan" userId="a7d3133f-e197-4b90-bf63-99a63a264234" providerId="ADAL" clId="{BDE146DA-A4E0-4735-87B1-233E20BCB797}" dt="2024-03-30T06:24:23.753" v="1618" actId="1036"/>
        <pc:sldMkLst>
          <pc:docMk/>
          <pc:sldMk cId="3955941799" sldId="535"/>
        </pc:sldMkLst>
        <pc:spChg chg="add mod ord">
          <ac:chgData name="Shailendra Chauhan" userId="a7d3133f-e197-4b90-bf63-99a63a264234" providerId="ADAL" clId="{BDE146DA-A4E0-4735-87B1-233E20BCB797}" dt="2024-03-29T08:15:13.495" v="1500" actId="20577"/>
          <ac:spMkLst>
            <pc:docMk/>
            <pc:sldMk cId="3955941799" sldId="535"/>
            <ac:spMk id="2" creationId="{C8058CE8-3D51-219C-C613-80F62E24E4AF}"/>
          </ac:spMkLst>
        </pc:spChg>
        <pc:spChg chg="del mod ord">
          <ac:chgData name="Shailendra Chauhan" userId="a7d3133f-e197-4b90-bf63-99a63a264234" providerId="ADAL" clId="{BDE146DA-A4E0-4735-87B1-233E20BCB797}" dt="2024-03-29T08:15:10.050" v="1498" actId="478"/>
          <ac:spMkLst>
            <pc:docMk/>
            <pc:sldMk cId="3955941799" sldId="535"/>
            <ac:spMk id="3" creationId="{9F36F16B-62C2-E228-9ED2-85F666E939D6}"/>
          </ac:spMkLst>
        </pc:spChg>
        <pc:picChg chg="mod">
          <ac:chgData name="Shailendra Chauhan" userId="a7d3133f-e197-4b90-bf63-99a63a264234" providerId="ADAL" clId="{BDE146DA-A4E0-4735-87B1-233E20BCB797}" dt="2024-03-30T06:24:23.753" v="1618" actId="1036"/>
          <ac:picMkLst>
            <pc:docMk/>
            <pc:sldMk cId="3955941799" sldId="535"/>
            <ac:picMk id="3" creationId="{1E7E21F5-FEBD-1736-AA79-E8296CEA8962}"/>
          </ac:picMkLst>
        </pc:picChg>
        <pc:picChg chg="mod ord">
          <ac:chgData name="Shailendra Chauhan" userId="a7d3133f-e197-4b90-bf63-99a63a264234" providerId="ADAL" clId="{BDE146DA-A4E0-4735-87B1-233E20BCB797}" dt="2024-03-29T08:15:20.485" v="1503" actId="1076"/>
          <ac:picMkLst>
            <pc:docMk/>
            <pc:sldMk cId="3955941799" sldId="535"/>
            <ac:picMk id="9" creationId="{D492458F-37E9-5530-C7F8-FD5538E9F168}"/>
          </ac:picMkLst>
        </pc:picChg>
      </pc:sldChg>
      <pc:sldChg chg="del">
        <pc:chgData name="Shailendra Chauhan" userId="a7d3133f-e197-4b90-bf63-99a63a264234" providerId="ADAL" clId="{BDE146DA-A4E0-4735-87B1-233E20BCB797}" dt="2024-03-28T06:29:48.284" v="505" actId="2696"/>
        <pc:sldMkLst>
          <pc:docMk/>
          <pc:sldMk cId="1257397398" sldId="539"/>
        </pc:sldMkLst>
      </pc:sldChg>
      <pc:sldChg chg="modSp mod">
        <pc:chgData name="Shailendra Chauhan" userId="a7d3133f-e197-4b90-bf63-99a63a264234" providerId="ADAL" clId="{BDE146DA-A4E0-4735-87B1-233E20BCB797}" dt="2024-03-28T06:16:13.379" v="390" actId="14100"/>
        <pc:sldMkLst>
          <pc:docMk/>
          <pc:sldMk cId="300847703" sldId="540"/>
        </pc:sldMkLst>
        <pc:picChg chg="mod">
          <ac:chgData name="Shailendra Chauhan" userId="a7d3133f-e197-4b90-bf63-99a63a264234" providerId="ADAL" clId="{BDE146DA-A4E0-4735-87B1-233E20BCB797}" dt="2024-03-28T06:16:13.379" v="390" actId="14100"/>
          <ac:picMkLst>
            <pc:docMk/>
            <pc:sldMk cId="300847703" sldId="540"/>
            <ac:picMk id="2" creationId="{D2B2F316-F904-92E3-FAEF-327EE6F940C3}"/>
          </ac:picMkLst>
        </pc:picChg>
        <pc:picChg chg="mod">
          <ac:chgData name="Shailendra Chauhan" userId="a7d3133f-e197-4b90-bf63-99a63a264234" providerId="ADAL" clId="{BDE146DA-A4E0-4735-87B1-233E20BCB797}" dt="2024-03-28T06:16:13.379" v="390" actId="14100"/>
          <ac:picMkLst>
            <pc:docMk/>
            <pc:sldMk cId="300847703" sldId="540"/>
            <ac:picMk id="5" creationId="{3048A58C-3298-31EB-7B1D-0A8C7EEFF3FF}"/>
          </ac:picMkLst>
        </pc:picChg>
        <pc:picChg chg="mod">
          <ac:chgData name="Shailendra Chauhan" userId="a7d3133f-e197-4b90-bf63-99a63a264234" providerId="ADAL" clId="{BDE146DA-A4E0-4735-87B1-233E20BCB797}" dt="2024-03-28T06:16:13.379" v="390" actId="14100"/>
          <ac:picMkLst>
            <pc:docMk/>
            <pc:sldMk cId="300847703" sldId="540"/>
            <ac:picMk id="6" creationId="{9B1BEB79-201E-0327-FFB6-AD72A24F5ED8}"/>
          </ac:picMkLst>
        </pc:picChg>
      </pc:sldChg>
      <pc:sldChg chg="del">
        <pc:chgData name="Shailendra Chauhan" userId="a7d3133f-e197-4b90-bf63-99a63a264234" providerId="ADAL" clId="{BDE146DA-A4E0-4735-87B1-233E20BCB797}" dt="2024-03-28T06:02:54.926" v="362" actId="2696"/>
        <pc:sldMkLst>
          <pc:docMk/>
          <pc:sldMk cId="234544814" sldId="543"/>
        </pc:sldMkLst>
      </pc:sldChg>
      <pc:sldChg chg="del">
        <pc:chgData name="Shailendra Chauhan" userId="a7d3133f-e197-4b90-bf63-99a63a264234" providerId="ADAL" clId="{BDE146DA-A4E0-4735-87B1-233E20BCB797}" dt="2024-03-28T05:56:55.666" v="333" actId="2696"/>
        <pc:sldMkLst>
          <pc:docMk/>
          <pc:sldMk cId="4193991404" sldId="551"/>
        </pc:sldMkLst>
      </pc:sldChg>
      <pc:sldChg chg="mod modShow">
        <pc:chgData name="Shailendra Chauhan" userId="a7d3133f-e197-4b90-bf63-99a63a264234" providerId="ADAL" clId="{BDE146DA-A4E0-4735-87B1-233E20BCB797}" dt="2024-03-28T06:55:23.559" v="807" actId="729"/>
        <pc:sldMkLst>
          <pc:docMk/>
          <pc:sldMk cId="2153437333" sldId="562"/>
        </pc:sldMkLst>
      </pc:sldChg>
      <pc:sldChg chg="mod modShow">
        <pc:chgData name="Shailendra Chauhan" userId="a7d3133f-e197-4b90-bf63-99a63a264234" providerId="ADAL" clId="{BDE146DA-A4E0-4735-87B1-233E20BCB797}" dt="2024-03-30T01:25:38.536" v="1588" actId="729"/>
        <pc:sldMkLst>
          <pc:docMk/>
          <pc:sldMk cId="4251904266" sldId="563"/>
        </pc:sldMkLst>
      </pc:sldChg>
      <pc:sldChg chg="mod modShow">
        <pc:chgData name="Shailendra Chauhan" userId="a7d3133f-e197-4b90-bf63-99a63a264234" providerId="ADAL" clId="{BDE146DA-A4E0-4735-87B1-233E20BCB797}" dt="2024-03-28T07:21:31.428" v="962" actId="729"/>
        <pc:sldMkLst>
          <pc:docMk/>
          <pc:sldMk cId="1638243511" sldId="567"/>
        </pc:sldMkLst>
      </pc:sldChg>
      <pc:sldChg chg="del">
        <pc:chgData name="Shailendra Chauhan" userId="a7d3133f-e197-4b90-bf63-99a63a264234" providerId="ADAL" clId="{BDE146DA-A4E0-4735-87B1-233E20BCB797}" dt="2024-03-28T05:55:58.291" v="323" actId="2696"/>
        <pc:sldMkLst>
          <pc:docMk/>
          <pc:sldMk cId="696137521" sldId="569"/>
        </pc:sldMkLst>
      </pc:sldChg>
      <pc:sldChg chg="mod modShow">
        <pc:chgData name="Shailendra Chauhan" userId="a7d3133f-e197-4b90-bf63-99a63a264234" providerId="ADAL" clId="{BDE146DA-A4E0-4735-87B1-233E20BCB797}" dt="2024-03-30T01:24:48.945" v="1584" actId="729"/>
        <pc:sldMkLst>
          <pc:docMk/>
          <pc:sldMk cId="4049933067" sldId="570"/>
        </pc:sldMkLst>
      </pc:sldChg>
      <pc:sldChg chg="del">
        <pc:chgData name="Shailendra Chauhan" userId="a7d3133f-e197-4b90-bf63-99a63a264234" providerId="ADAL" clId="{BDE146DA-A4E0-4735-87B1-233E20BCB797}" dt="2024-03-28T05:46:43.452" v="299" actId="2696"/>
        <pc:sldMkLst>
          <pc:docMk/>
          <pc:sldMk cId="321026288" sldId="571"/>
        </pc:sldMkLst>
      </pc:sldChg>
      <pc:sldChg chg="del">
        <pc:chgData name="Shailendra Chauhan" userId="a7d3133f-e197-4b90-bf63-99a63a264234" providerId="ADAL" clId="{BDE146DA-A4E0-4735-87B1-233E20BCB797}" dt="2024-03-23T08:15:27.326" v="0" actId="2696"/>
        <pc:sldMkLst>
          <pc:docMk/>
          <pc:sldMk cId="956077848" sldId="572"/>
        </pc:sldMkLst>
      </pc:sldChg>
      <pc:sldChg chg="del">
        <pc:chgData name="Shailendra Chauhan" userId="a7d3133f-e197-4b90-bf63-99a63a264234" providerId="ADAL" clId="{BDE146DA-A4E0-4735-87B1-233E20BCB797}" dt="2024-03-23T08:15:27.326" v="0" actId="2696"/>
        <pc:sldMkLst>
          <pc:docMk/>
          <pc:sldMk cId="2944910126" sldId="573"/>
        </pc:sldMkLst>
      </pc:sldChg>
      <pc:sldChg chg="del">
        <pc:chgData name="Shailendra Chauhan" userId="a7d3133f-e197-4b90-bf63-99a63a264234" providerId="ADAL" clId="{BDE146DA-A4E0-4735-87B1-233E20BCB797}" dt="2024-03-23T08:15:27.326" v="0" actId="2696"/>
        <pc:sldMkLst>
          <pc:docMk/>
          <pc:sldMk cId="3163328458" sldId="574"/>
        </pc:sldMkLst>
      </pc:sldChg>
      <pc:sldChg chg="addSp delSp modSp mod modClrScheme chgLayout">
        <pc:chgData name="Shailendra Chauhan" userId="a7d3133f-e197-4b90-bf63-99a63a264234" providerId="ADAL" clId="{BDE146DA-A4E0-4735-87B1-233E20BCB797}" dt="2024-03-28T16:34:00.478" v="1466" actId="1035"/>
        <pc:sldMkLst>
          <pc:docMk/>
          <pc:sldMk cId="1618606821" sldId="580"/>
        </pc:sldMkLst>
        <pc:spChg chg="add del mod">
          <ac:chgData name="Shailendra Chauhan" userId="a7d3133f-e197-4b90-bf63-99a63a264234" providerId="ADAL" clId="{BDE146DA-A4E0-4735-87B1-233E20BCB797}" dt="2024-03-28T16:24:08.541" v="1397" actId="478"/>
          <ac:spMkLst>
            <pc:docMk/>
            <pc:sldMk cId="1618606821" sldId="580"/>
            <ac:spMk id="3" creationId="{FF5F83E6-DDE6-C1AC-84B8-FD731D637902}"/>
          </ac:spMkLst>
        </pc:spChg>
        <pc:spChg chg="add del mod ord">
          <ac:chgData name="Shailendra Chauhan" userId="a7d3133f-e197-4b90-bf63-99a63a264234" providerId="ADAL" clId="{BDE146DA-A4E0-4735-87B1-233E20BCB797}" dt="2024-03-28T16:24:19.685" v="1399" actId="700"/>
          <ac:spMkLst>
            <pc:docMk/>
            <pc:sldMk cId="1618606821" sldId="580"/>
            <ac:spMk id="4" creationId="{761B547A-2D41-8CA3-9E69-163821557FE5}"/>
          </ac:spMkLst>
        </pc:spChg>
        <pc:spChg chg="del">
          <ac:chgData name="Shailendra Chauhan" userId="a7d3133f-e197-4b90-bf63-99a63a264234" providerId="ADAL" clId="{BDE146DA-A4E0-4735-87B1-233E20BCB797}" dt="2024-03-28T16:33:54.663" v="1456" actId="478"/>
          <ac:spMkLst>
            <pc:docMk/>
            <pc:sldMk cId="1618606821" sldId="580"/>
            <ac:spMk id="6" creationId="{5767B053-7D88-93BE-0B91-651944370D37}"/>
          </ac:spMkLst>
        </pc:spChg>
        <pc:spChg chg="add del mod ord">
          <ac:chgData name="Shailendra Chauhan" userId="a7d3133f-e197-4b90-bf63-99a63a264234" providerId="ADAL" clId="{BDE146DA-A4E0-4735-87B1-233E20BCB797}" dt="2024-03-28T16:24:19.685" v="1399" actId="700"/>
          <ac:spMkLst>
            <pc:docMk/>
            <pc:sldMk cId="1618606821" sldId="580"/>
            <ac:spMk id="7" creationId="{E10BB150-C20B-F250-3A0D-567D98C58540}"/>
          </ac:spMkLst>
        </pc:spChg>
        <pc:spChg chg="add del mod">
          <ac:chgData name="Shailendra Chauhan" userId="a7d3133f-e197-4b90-bf63-99a63a264234" providerId="ADAL" clId="{BDE146DA-A4E0-4735-87B1-233E20BCB797}" dt="2024-03-28T16:29:59.379" v="1439" actId="478"/>
          <ac:spMkLst>
            <pc:docMk/>
            <pc:sldMk cId="1618606821" sldId="580"/>
            <ac:spMk id="8" creationId="{C3DA29CD-4F2F-851A-8FC6-44CF6CB2A65B}"/>
          </ac:spMkLst>
        </pc:spChg>
        <pc:spChg chg="del mod ord">
          <ac:chgData name="Shailendra Chauhan" userId="a7d3133f-e197-4b90-bf63-99a63a264234" providerId="ADAL" clId="{BDE146DA-A4E0-4735-87B1-233E20BCB797}" dt="2024-03-28T16:30:00.661" v="1440" actId="478"/>
          <ac:spMkLst>
            <pc:docMk/>
            <pc:sldMk cId="1618606821" sldId="580"/>
            <ac:spMk id="10" creationId="{9D34DDC0-CD92-1ACD-DB7A-7AE32629501D}"/>
          </ac:spMkLst>
        </pc:spChg>
        <pc:spChg chg="add del mod ord">
          <ac:chgData name="Shailendra Chauhan" userId="a7d3133f-e197-4b90-bf63-99a63a264234" providerId="ADAL" clId="{BDE146DA-A4E0-4735-87B1-233E20BCB797}" dt="2024-03-28T16:30:07.266" v="1441" actId="700"/>
          <ac:spMkLst>
            <pc:docMk/>
            <pc:sldMk cId="1618606821" sldId="580"/>
            <ac:spMk id="12" creationId="{11A97A1A-0A9B-CDB0-EF8B-37ADD304B0A7}"/>
          </ac:spMkLst>
        </pc:spChg>
        <pc:spChg chg="add mod ord">
          <ac:chgData name="Shailendra Chauhan" userId="a7d3133f-e197-4b90-bf63-99a63a264234" providerId="ADAL" clId="{BDE146DA-A4E0-4735-87B1-233E20BCB797}" dt="2024-03-28T16:30:12.502" v="1454" actId="20577"/>
          <ac:spMkLst>
            <pc:docMk/>
            <pc:sldMk cId="1618606821" sldId="580"/>
            <ac:spMk id="13" creationId="{D0042690-546F-9957-513D-BF37B661F7B8}"/>
          </ac:spMkLst>
        </pc:spChg>
        <pc:picChg chg="mod">
          <ac:chgData name="Shailendra Chauhan" userId="a7d3133f-e197-4b90-bf63-99a63a264234" providerId="ADAL" clId="{BDE146DA-A4E0-4735-87B1-233E20BCB797}" dt="2024-03-28T16:34:00.478" v="1466" actId="1035"/>
          <ac:picMkLst>
            <pc:docMk/>
            <pc:sldMk cId="1618606821" sldId="580"/>
            <ac:picMk id="9" creationId="{ADB85818-593C-B8DF-570D-161CE31F9B83}"/>
          </ac:picMkLst>
        </pc:picChg>
      </pc:sldChg>
      <pc:sldChg chg="addSp delSp modSp mod">
        <pc:chgData name="Shailendra Chauhan" userId="a7d3133f-e197-4b90-bf63-99a63a264234" providerId="ADAL" clId="{BDE146DA-A4E0-4735-87B1-233E20BCB797}" dt="2024-03-30T01:31:36.127" v="1613" actId="732"/>
        <pc:sldMkLst>
          <pc:docMk/>
          <pc:sldMk cId="1168194138" sldId="582"/>
        </pc:sldMkLst>
        <pc:spChg chg="del mod">
          <ac:chgData name="Shailendra Chauhan" userId="a7d3133f-e197-4b90-bf63-99a63a264234" providerId="ADAL" clId="{BDE146DA-A4E0-4735-87B1-233E20BCB797}" dt="2024-03-30T01:29:17.568" v="1603" actId="478"/>
          <ac:spMkLst>
            <pc:docMk/>
            <pc:sldMk cId="1168194138" sldId="582"/>
            <ac:spMk id="2" creationId="{FC34258C-EAB2-C8D7-B8A6-F78FF7F1129F}"/>
          </ac:spMkLst>
        </pc:spChg>
        <pc:spChg chg="add del mod">
          <ac:chgData name="Shailendra Chauhan" userId="a7d3133f-e197-4b90-bf63-99a63a264234" providerId="ADAL" clId="{BDE146DA-A4E0-4735-87B1-233E20BCB797}" dt="2024-03-30T01:29:14.721" v="1602" actId="478"/>
          <ac:spMkLst>
            <pc:docMk/>
            <pc:sldMk cId="1168194138" sldId="582"/>
            <ac:spMk id="4" creationId="{A424364C-1C94-667A-7152-2E431806A5DD}"/>
          </ac:spMkLst>
        </pc:spChg>
        <pc:spChg chg="add del mod">
          <ac:chgData name="Shailendra Chauhan" userId="a7d3133f-e197-4b90-bf63-99a63a264234" providerId="ADAL" clId="{BDE146DA-A4E0-4735-87B1-233E20BCB797}" dt="2024-03-30T01:31:04.742" v="1605" actId="931"/>
          <ac:spMkLst>
            <pc:docMk/>
            <pc:sldMk cId="1168194138" sldId="582"/>
            <ac:spMk id="7" creationId="{9C2E8F29-81F9-3C50-2C9D-5847608D2B27}"/>
          </ac:spMkLst>
        </pc:spChg>
        <pc:picChg chg="del mod">
          <ac:chgData name="Shailendra Chauhan" userId="a7d3133f-e197-4b90-bf63-99a63a264234" providerId="ADAL" clId="{BDE146DA-A4E0-4735-87B1-233E20BCB797}" dt="2024-03-30T01:29:40.661" v="1604" actId="478"/>
          <ac:picMkLst>
            <pc:docMk/>
            <pc:sldMk cId="1168194138" sldId="582"/>
            <ac:picMk id="5" creationId="{578E6E7A-24FD-D320-6D11-4C7D72383AEE}"/>
          </ac:picMkLst>
        </pc:picChg>
        <pc:picChg chg="add mod modCrop">
          <ac:chgData name="Shailendra Chauhan" userId="a7d3133f-e197-4b90-bf63-99a63a264234" providerId="ADAL" clId="{BDE146DA-A4E0-4735-87B1-233E20BCB797}" dt="2024-03-30T01:31:36.127" v="1613" actId="732"/>
          <ac:picMkLst>
            <pc:docMk/>
            <pc:sldMk cId="1168194138" sldId="582"/>
            <ac:picMk id="9" creationId="{8ED0339E-E68C-BAFC-5553-385B60D2D758}"/>
          </ac:picMkLst>
        </pc:picChg>
      </pc:sldChg>
      <pc:sldChg chg="modSp add mod">
        <pc:chgData name="Shailendra Chauhan" userId="a7d3133f-e197-4b90-bf63-99a63a264234" providerId="ADAL" clId="{BDE146DA-A4E0-4735-87B1-233E20BCB797}" dt="2024-03-27T14:31:18.793" v="60" actId="27636"/>
        <pc:sldMkLst>
          <pc:docMk/>
          <pc:sldMk cId="1707766076" sldId="583"/>
        </pc:sldMkLst>
        <pc:spChg chg="mod">
          <ac:chgData name="Shailendra Chauhan" userId="a7d3133f-e197-4b90-bf63-99a63a264234" providerId="ADAL" clId="{BDE146DA-A4E0-4735-87B1-233E20BCB797}" dt="2024-03-27T14:31:18.793" v="60" actId="27636"/>
          <ac:spMkLst>
            <pc:docMk/>
            <pc:sldMk cId="1707766076" sldId="583"/>
            <ac:spMk id="2" creationId="{3116A47B-7B0C-7298-5C4D-B33E3B0059AD}"/>
          </ac:spMkLst>
        </pc:spChg>
        <pc:spChg chg="mod">
          <ac:chgData name="Shailendra Chauhan" userId="a7d3133f-e197-4b90-bf63-99a63a264234" providerId="ADAL" clId="{BDE146DA-A4E0-4735-87B1-233E20BCB797}" dt="2024-03-27T14:28:45.296" v="49" actId="20577"/>
          <ac:spMkLst>
            <pc:docMk/>
            <pc:sldMk cId="1707766076" sldId="583"/>
            <ac:spMk id="3" creationId="{103ED9E4-AD20-490C-DC04-7FCCA5ADA557}"/>
          </ac:spMkLst>
        </pc:spChg>
      </pc:sldChg>
      <pc:sldChg chg="del">
        <pc:chgData name="Shailendra Chauhan" userId="a7d3133f-e197-4b90-bf63-99a63a264234" providerId="ADAL" clId="{BDE146DA-A4E0-4735-87B1-233E20BCB797}" dt="2024-03-23T08:15:27.326" v="0" actId="2696"/>
        <pc:sldMkLst>
          <pc:docMk/>
          <pc:sldMk cId="1709117556" sldId="583"/>
        </pc:sldMkLst>
      </pc:sldChg>
      <pc:sldChg chg="del">
        <pc:chgData name="Shailendra Chauhan" userId="a7d3133f-e197-4b90-bf63-99a63a264234" providerId="ADAL" clId="{BDE146DA-A4E0-4735-87B1-233E20BCB797}" dt="2024-03-23T08:15:27.326" v="0" actId="2696"/>
        <pc:sldMkLst>
          <pc:docMk/>
          <pc:sldMk cId="2178561908" sldId="584"/>
        </pc:sldMkLst>
      </pc:sldChg>
      <pc:sldChg chg="modSp add mod replId">
        <pc:chgData name="Shailendra Chauhan" userId="a7d3133f-e197-4b90-bf63-99a63a264234" providerId="ADAL" clId="{BDE146DA-A4E0-4735-87B1-233E20BCB797}" dt="2024-03-27T14:34:32.639" v="69" actId="27636"/>
        <pc:sldMkLst>
          <pc:docMk/>
          <pc:sldMk cId="2772468576" sldId="584"/>
        </pc:sldMkLst>
        <pc:spChg chg="mod">
          <ac:chgData name="Shailendra Chauhan" userId="a7d3133f-e197-4b90-bf63-99a63a264234" providerId="ADAL" clId="{BDE146DA-A4E0-4735-87B1-233E20BCB797}" dt="2024-03-27T14:34:32.639" v="69" actId="27636"/>
          <ac:spMkLst>
            <pc:docMk/>
            <pc:sldMk cId="2772468576" sldId="584"/>
            <ac:spMk id="2" creationId="{F6591A50-22DE-B1BE-E094-B3FDC0525090}"/>
          </ac:spMkLst>
        </pc:spChg>
      </pc:sldChg>
      <pc:sldChg chg="modSp add mod replId">
        <pc:chgData name="Shailendra Chauhan" userId="a7d3133f-e197-4b90-bf63-99a63a264234" providerId="ADAL" clId="{BDE146DA-A4E0-4735-87B1-233E20BCB797}" dt="2024-03-27T14:36:52.942" v="83" actId="113"/>
        <pc:sldMkLst>
          <pc:docMk/>
          <pc:sldMk cId="2528085683" sldId="585"/>
        </pc:sldMkLst>
        <pc:spChg chg="mod">
          <ac:chgData name="Shailendra Chauhan" userId="a7d3133f-e197-4b90-bf63-99a63a264234" providerId="ADAL" clId="{BDE146DA-A4E0-4735-87B1-233E20BCB797}" dt="2024-03-27T14:36:52.942" v="83" actId="113"/>
          <ac:spMkLst>
            <pc:docMk/>
            <pc:sldMk cId="2528085683" sldId="585"/>
            <ac:spMk id="2" creationId="{AB0287C5-B75D-72CA-5550-FD0A37F192E7}"/>
          </ac:spMkLst>
        </pc:spChg>
      </pc:sldChg>
      <pc:sldChg chg="del">
        <pc:chgData name="Shailendra Chauhan" userId="a7d3133f-e197-4b90-bf63-99a63a264234" providerId="ADAL" clId="{BDE146DA-A4E0-4735-87B1-233E20BCB797}" dt="2024-03-23T08:15:27.326" v="0" actId="2696"/>
        <pc:sldMkLst>
          <pc:docMk/>
          <pc:sldMk cId="3498905732" sldId="585"/>
        </pc:sldMkLst>
      </pc:sldChg>
      <pc:sldChg chg="del">
        <pc:chgData name="Shailendra Chauhan" userId="a7d3133f-e197-4b90-bf63-99a63a264234" providerId="ADAL" clId="{BDE146DA-A4E0-4735-87B1-233E20BCB797}" dt="2024-03-23T08:15:27.326" v="0" actId="2696"/>
        <pc:sldMkLst>
          <pc:docMk/>
          <pc:sldMk cId="2055114333" sldId="586"/>
        </pc:sldMkLst>
      </pc:sldChg>
      <pc:sldChg chg="modSp add mod replId modShow">
        <pc:chgData name="Shailendra Chauhan" userId="a7d3133f-e197-4b90-bf63-99a63a264234" providerId="ADAL" clId="{BDE146DA-A4E0-4735-87B1-233E20BCB797}" dt="2024-03-28T07:35:13.898" v="1058" actId="729"/>
        <pc:sldMkLst>
          <pc:docMk/>
          <pc:sldMk cId="3993708141" sldId="586"/>
        </pc:sldMkLst>
        <pc:spChg chg="mod">
          <ac:chgData name="Shailendra Chauhan" userId="a7d3133f-e197-4b90-bf63-99a63a264234" providerId="ADAL" clId="{BDE146DA-A4E0-4735-87B1-233E20BCB797}" dt="2024-03-27T14:38:15.514" v="88"/>
          <ac:spMkLst>
            <pc:docMk/>
            <pc:sldMk cId="3993708141" sldId="586"/>
            <ac:spMk id="2" creationId="{38AEDC74-6050-E049-5CE6-CA7FFBE09AF8}"/>
          </ac:spMkLst>
        </pc:spChg>
      </pc:sldChg>
      <pc:sldChg chg="del">
        <pc:chgData name="Shailendra Chauhan" userId="a7d3133f-e197-4b90-bf63-99a63a264234" providerId="ADAL" clId="{BDE146DA-A4E0-4735-87B1-233E20BCB797}" dt="2024-03-23T08:15:27.326" v="0" actId="2696"/>
        <pc:sldMkLst>
          <pc:docMk/>
          <pc:sldMk cId="3410350061" sldId="587"/>
        </pc:sldMkLst>
      </pc:sldChg>
      <pc:sldChg chg="addSp delSp modSp add del mod replId modAnim">
        <pc:chgData name="Shailendra Chauhan" userId="a7d3133f-e197-4b90-bf63-99a63a264234" providerId="ADAL" clId="{BDE146DA-A4E0-4735-87B1-233E20BCB797}" dt="2024-03-28T05:38:01.027" v="280" actId="2696"/>
        <pc:sldMkLst>
          <pc:docMk/>
          <pc:sldMk cId="4223811124" sldId="587"/>
        </pc:sldMkLst>
        <pc:spChg chg="add del mod">
          <ac:chgData name="Shailendra Chauhan" userId="a7d3133f-e197-4b90-bf63-99a63a264234" providerId="ADAL" clId="{BDE146DA-A4E0-4735-87B1-233E20BCB797}" dt="2024-03-27T15:03:08.718" v="112" actId="22"/>
          <ac:spMkLst>
            <pc:docMk/>
            <pc:sldMk cId="4223811124" sldId="587"/>
            <ac:spMk id="4" creationId="{BE8C15A5-B82C-3A0A-D8CD-9C6518A0C48A}"/>
          </ac:spMkLst>
        </pc:spChg>
        <pc:spChg chg="add del mod">
          <ac:chgData name="Shailendra Chauhan" userId="a7d3133f-e197-4b90-bf63-99a63a264234" providerId="ADAL" clId="{BDE146DA-A4E0-4735-87B1-233E20BCB797}" dt="2024-03-27T15:04:44.084" v="120" actId="478"/>
          <ac:spMkLst>
            <pc:docMk/>
            <pc:sldMk cId="4223811124" sldId="587"/>
            <ac:spMk id="13" creationId="{A195B42B-FD23-277A-31C9-B7ECB3F341DB}"/>
          </ac:spMkLst>
        </pc:spChg>
        <pc:picChg chg="del">
          <ac:chgData name="Shailendra Chauhan" userId="a7d3133f-e197-4b90-bf63-99a63a264234" providerId="ADAL" clId="{BDE146DA-A4E0-4735-87B1-233E20BCB797}" dt="2024-03-27T15:02:30.207" v="103" actId="478"/>
          <ac:picMkLst>
            <pc:docMk/>
            <pc:sldMk cId="4223811124" sldId="587"/>
            <ac:picMk id="5" creationId="{638F254D-ADD9-B22B-04AF-9E335CE73653}"/>
          </ac:picMkLst>
        </pc:picChg>
        <pc:picChg chg="del">
          <ac:chgData name="Shailendra Chauhan" userId="a7d3133f-e197-4b90-bf63-99a63a264234" providerId="ADAL" clId="{BDE146DA-A4E0-4735-87B1-233E20BCB797}" dt="2024-03-27T15:02:34.196" v="104" actId="478"/>
          <ac:picMkLst>
            <pc:docMk/>
            <pc:sldMk cId="4223811124" sldId="587"/>
            <ac:picMk id="7" creationId="{4C331223-2854-310C-08C8-AEC1CE3BD2E4}"/>
          </ac:picMkLst>
        </pc:picChg>
        <pc:picChg chg="add del mod ord">
          <ac:chgData name="Shailendra Chauhan" userId="a7d3133f-e197-4b90-bf63-99a63a264234" providerId="ADAL" clId="{BDE146DA-A4E0-4735-87B1-233E20BCB797}" dt="2024-03-27T15:04:39.871" v="118" actId="478"/>
          <ac:picMkLst>
            <pc:docMk/>
            <pc:sldMk cId="4223811124" sldId="587"/>
            <ac:picMk id="8" creationId="{44F8C447-C8C1-0F34-1E6A-B8F0B052780C}"/>
          </ac:picMkLst>
        </pc:picChg>
        <pc:picChg chg="del">
          <ac:chgData name="Shailendra Chauhan" userId="a7d3133f-e197-4b90-bf63-99a63a264234" providerId="ADAL" clId="{BDE146DA-A4E0-4735-87B1-233E20BCB797}" dt="2024-03-27T15:02:35.056" v="105" actId="478"/>
          <ac:picMkLst>
            <pc:docMk/>
            <pc:sldMk cId="4223811124" sldId="587"/>
            <ac:picMk id="9" creationId="{2B16646C-D9A5-DE5D-D728-2A60981ECE2C}"/>
          </ac:picMkLst>
        </pc:picChg>
        <pc:picChg chg="add del mod modCrop">
          <ac:chgData name="Shailendra Chauhan" userId="a7d3133f-e197-4b90-bf63-99a63a264234" providerId="ADAL" clId="{BDE146DA-A4E0-4735-87B1-233E20BCB797}" dt="2024-03-27T15:04:38.737" v="117" actId="478"/>
          <ac:picMkLst>
            <pc:docMk/>
            <pc:sldMk cId="4223811124" sldId="587"/>
            <ac:picMk id="11" creationId="{3E52E37F-09D1-E3AC-4894-61D1991A6F77}"/>
          </ac:picMkLst>
        </pc:picChg>
        <pc:picChg chg="add mod">
          <ac:chgData name="Shailendra Chauhan" userId="a7d3133f-e197-4b90-bf63-99a63a264234" providerId="ADAL" clId="{BDE146DA-A4E0-4735-87B1-233E20BCB797}" dt="2024-03-27T15:04:40.389" v="119"/>
          <ac:picMkLst>
            <pc:docMk/>
            <pc:sldMk cId="4223811124" sldId="587"/>
            <ac:picMk id="14" creationId="{401B673B-2CE1-241D-3073-FC76D37E18D8}"/>
          </ac:picMkLst>
        </pc:picChg>
      </pc:sldChg>
      <pc:sldChg chg="addSp delSp modSp add mod replId modShow">
        <pc:chgData name="Shailendra Chauhan" userId="a7d3133f-e197-4b90-bf63-99a63a264234" providerId="ADAL" clId="{BDE146DA-A4E0-4735-87B1-233E20BCB797}" dt="2024-03-30T01:24:58.449" v="1585" actId="729"/>
        <pc:sldMkLst>
          <pc:docMk/>
          <pc:sldMk cId="605345332" sldId="588"/>
        </pc:sldMkLst>
        <pc:picChg chg="add mod">
          <ac:chgData name="Shailendra Chauhan" userId="a7d3133f-e197-4b90-bf63-99a63a264234" providerId="ADAL" clId="{BDE146DA-A4E0-4735-87B1-233E20BCB797}" dt="2024-03-27T15:01:17.432" v="95"/>
          <ac:picMkLst>
            <pc:docMk/>
            <pc:sldMk cId="605345332" sldId="588"/>
            <ac:picMk id="4" creationId="{BEAD6D00-3AAC-51AD-7055-FB5A797F7433}"/>
          </ac:picMkLst>
        </pc:picChg>
        <pc:picChg chg="add mod">
          <ac:chgData name="Shailendra Chauhan" userId="a7d3133f-e197-4b90-bf63-99a63a264234" providerId="ADAL" clId="{BDE146DA-A4E0-4735-87B1-233E20BCB797}" dt="2024-03-27T15:01:32.105" v="102" actId="1076"/>
          <ac:picMkLst>
            <pc:docMk/>
            <pc:sldMk cId="605345332" sldId="588"/>
            <ac:picMk id="6" creationId="{9C2C040B-D8AB-CDE8-2702-0391A5DBF85B}"/>
          </ac:picMkLst>
        </pc:picChg>
        <pc:picChg chg="del">
          <ac:chgData name="Shailendra Chauhan" userId="a7d3133f-e197-4b90-bf63-99a63a264234" providerId="ADAL" clId="{BDE146DA-A4E0-4735-87B1-233E20BCB797}" dt="2024-03-27T14:57:00.225" v="90" actId="478"/>
          <ac:picMkLst>
            <pc:docMk/>
            <pc:sldMk cId="605345332" sldId="588"/>
            <ac:picMk id="1026" creationId="{0F3C9B32-A3A6-3AA2-AB5D-972F5EE7E170}"/>
          </ac:picMkLst>
        </pc:picChg>
      </pc:sldChg>
      <pc:sldChg chg="del">
        <pc:chgData name="Shailendra Chauhan" userId="a7d3133f-e197-4b90-bf63-99a63a264234" providerId="ADAL" clId="{BDE146DA-A4E0-4735-87B1-233E20BCB797}" dt="2024-03-23T08:15:27.326" v="0" actId="2696"/>
        <pc:sldMkLst>
          <pc:docMk/>
          <pc:sldMk cId="3380617746" sldId="588"/>
        </pc:sldMkLst>
      </pc:sldChg>
      <pc:sldChg chg="del">
        <pc:chgData name="Shailendra Chauhan" userId="a7d3133f-e197-4b90-bf63-99a63a264234" providerId="ADAL" clId="{BDE146DA-A4E0-4735-87B1-233E20BCB797}" dt="2024-03-23T08:15:27.326" v="0" actId="2696"/>
        <pc:sldMkLst>
          <pc:docMk/>
          <pc:sldMk cId="2051502615" sldId="589"/>
        </pc:sldMkLst>
      </pc:sldChg>
      <pc:sldChg chg="addSp delSp modSp add mod replId">
        <pc:chgData name="Shailendra Chauhan" userId="a7d3133f-e197-4b90-bf63-99a63a264234" providerId="ADAL" clId="{BDE146DA-A4E0-4735-87B1-233E20BCB797}" dt="2024-03-30T01:28:25.553" v="1592" actId="14100"/>
        <pc:sldMkLst>
          <pc:docMk/>
          <pc:sldMk cId="2148813703" sldId="589"/>
        </pc:sldMkLst>
        <pc:spChg chg="add del mod">
          <ac:chgData name="Shailendra Chauhan" userId="a7d3133f-e197-4b90-bf63-99a63a264234" providerId="ADAL" clId="{BDE146DA-A4E0-4735-87B1-233E20BCB797}" dt="2024-03-27T14:28:03.169" v="23"/>
          <ac:spMkLst>
            <pc:docMk/>
            <pc:sldMk cId="2148813703" sldId="589"/>
            <ac:spMk id="6" creationId="{9A96F1DF-BDAA-2DB6-1712-66C7CDA71C52}"/>
          </ac:spMkLst>
        </pc:spChg>
        <pc:picChg chg="del">
          <ac:chgData name="Shailendra Chauhan" userId="a7d3133f-e197-4b90-bf63-99a63a264234" providerId="ADAL" clId="{BDE146DA-A4E0-4735-87B1-233E20BCB797}" dt="2024-03-27T14:28:02.222" v="22" actId="478"/>
          <ac:picMkLst>
            <pc:docMk/>
            <pc:sldMk cId="2148813703" sldId="589"/>
            <ac:picMk id="5" creationId="{578E6E7A-24FD-D320-6D11-4C7D72383AEE}"/>
          </ac:picMkLst>
        </pc:picChg>
        <pc:picChg chg="add mod modCrop">
          <ac:chgData name="Shailendra Chauhan" userId="a7d3133f-e197-4b90-bf63-99a63a264234" providerId="ADAL" clId="{BDE146DA-A4E0-4735-87B1-233E20BCB797}" dt="2024-03-30T01:28:25.553" v="1592" actId="14100"/>
          <ac:picMkLst>
            <pc:docMk/>
            <pc:sldMk cId="2148813703" sldId="589"/>
            <ac:picMk id="8" creationId="{CFB012ED-FA73-C081-26E4-C415E92F4ADC}"/>
          </ac:picMkLst>
        </pc:picChg>
      </pc:sldChg>
      <pc:sldChg chg="del">
        <pc:chgData name="Shailendra Chauhan" userId="a7d3133f-e197-4b90-bf63-99a63a264234" providerId="ADAL" clId="{BDE146DA-A4E0-4735-87B1-233E20BCB797}" dt="2024-03-23T08:15:27.326" v="0" actId="2696"/>
        <pc:sldMkLst>
          <pc:docMk/>
          <pc:sldMk cId="473048902" sldId="590"/>
        </pc:sldMkLst>
      </pc:sldChg>
      <pc:sldChg chg="modSp add mod">
        <pc:chgData name="Shailendra Chauhan" userId="a7d3133f-e197-4b90-bf63-99a63a264234" providerId="ADAL" clId="{BDE146DA-A4E0-4735-87B1-233E20BCB797}" dt="2024-03-27T15:08:56.861" v="176" actId="20577"/>
        <pc:sldMkLst>
          <pc:docMk/>
          <pc:sldMk cId="3096286546" sldId="590"/>
        </pc:sldMkLst>
        <pc:spChg chg="mod">
          <ac:chgData name="Shailendra Chauhan" userId="a7d3133f-e197-4b90-bf63-99a63a264234" providerId="ADAL" clId="{BDE146DA-A4E0-4735-87B1-233E20BCB797}" dt="2024-03-27T15:08:56.861" v="176" actId="20577"/>
          <ac:spMkLst>
            <pc:docMk/>
            <pc:sldMk cId="3096286546" sldId="590"/>
            <ac:spMk id="2" creationId="{3116A47B-7B0C-7298-5C4D-B33E3B0059AD}"/>
          </ac:spMkLst>
        </pc:spChg>
        <pc:spChg chg="mod">
          <ac:chgData name="Shailendra Chauhan" userId="a7d3133f-e197-4b90-bf63-99a63a264234" providerId="ADAL" clId="{BDE146DA-A4E0-4735-87B1-233E20BCB797}" dt="2024-03-27T15:06:37.020" v="149" actId="20577"/>
          <ac:spMkLst>
            <pc:docMk/>
            <pc:sldMk cId="3096286546" sldId="590"/>
            <ac:spMk id="3" creationId="{103ED9E4-AD20-490C-DC04-7FCCA5ADA557}"/>
          </ac:spMkLst>
        </pc:spChg>
      </pc:sldChg>
      <pc:sldChg chg="modSp add mod">
        <pc:chgData name="Shailendra Chauhan" userId="a7d3133f-e197-4b90-bf63-99a63a264234" providerId="ADAL" clId="{BDE146DA-A4E0-4735-87B1-233E20BCB797}" dt="2024-03-27T15:12:04.304" v="214" actId="20577"/>
        <pc:sldMkLst>
          <pc:docMk/>
          <pc:sldMk cId="2688417799" sldId="591"/>
        </pc:sldMkLst>
        <pc:spChg chg="mod">
          <ac:chgData name="Shailendra Chauhan" userId="a7d3133f-e197-4b90-bf63-99a63a264234" providerId="ADAL" clId="{BDE146DA-A4E0-4735-87B1-233E20BCB797}" dt="2024-03-27T15:12:04.304" v="214" actId="20577"/>
          <ac:spMkLst>
            <pc:docMk/>
            <pc:sldMk cId="2688417799" sldId="591"/>
            <ac:spMk id="2" creationId="{F6591A50-22DE-B1BE-E094-B3FDC0525090}"/>
          </ac:spMkLst>
        </pc:spChg>
      </pc:sldChg>
      <pc:sldChg chg="del">
        <pc:chgData name="Shailendra Chauhan" userId="a7d3133f-e197-4b90-bf63-99a63a264234" providerId="ADAL" clId="{BDE146DA-A4E0-4735-87B1-233E20BCB797}" dt="2024-03-23T08:15:27.326" v="0" actId="2696"/>
        <pc:sldMkLst>
          <pc:docMk/>
          <pc:sldMk cId="3475111807" sldId="591"/>
        </pc:sldMkLst>
      </pc:sldChg>
      <pc:sldChg chg="modSp add mod">
        <pc:chgData name="Shailendra Chauhan" userId="a7d3133f-e197-4b90-bf63-99a63a264234" providerId="ADAL" clId="{BDE146DA-A4E0-4735-87B1-233E20BCB797}" dt="2024-03-27T15:15:29.842" v="242" actId="20577"/>
        <pc:sldMkLst>
          <pc:docMk/>
          <pc:sldMk cId="621490946" sldId="592"/>
        </pc:sldMkLst>
        <pc:spChg chg="mod">
          <ac:chgData name="Shailendra Chauhan" userId="a7d3133f-e197-4b90-bf63-99a63a264234" providerId="ADAL" clId="{BDE146DA-A4E0-4735-87B1-233E20BCB797}" dt="2024-03-27T15:15:29.842" v="242" actId="20577"/>
          <ac:spMkLst>
            <pc:docMk/>
            <pc:sldMk cId="621490946" sldId="592"/>
            <ac:spMk id="2" creationId="{AB0287C5-B75D-72CA-5550-FD0A37F192E7}"/>
          </ac:spMkLst>
        </pc:spChg>
      </pc:sldChg>
      <pc:sldChg chg="del">
        <pc:chgData name="Shailendra Chauhan" userId="a7d3133f-e197-4b90-bf63-99a63a264234" providerId="ADAL" clId="{BDE146DA-A4E0-4735-87B1-233E20BCB797}" dt="2024-03-23T08:15:27.326" v="0" actId="2696"/>
        <pc:sldMkLst>
          <pc:docMk/>
          <pc:sldMk cId="2073588271" sldId="592"/>
        </pc:sldMkLst>
      </pc:sldChg>
      <pc:sldChg chg="del">
        <pc:chgData name="Shailendra Chauhan" userId="a7d3133f-e197-4b90-bf63-99a63a264234" providerId="ADAL" clId="{BDE146DA-A4E0-4735-87B1-233E20BCB797}" dt="2024-03-23T08:15:27.326" v="0" actId="2696"/>
        <pc:sldMkLst>
          <pc:docMk/>
          <pc:sldMk cId="414671885" sldId="593"/>
        </pc:sldMkLst>
      </pc:sldChg>
      <pc:sldChg chg="modSp add mod modShow">
        <pc:chgData name="Shailendra Chauhan" userId="a7d3133f-e197-4b90-bf63-99a63a264234" providerId="ADAL" clId="{BDE146DA-A4E0-4735-87B1-233E20BCB797}" dt="2024-03-28T07:41:21.598" v="1170" actId="729"/>
        <pc:sldMkLst>
          <pc:docMk/>
          <pc:sldMk cId="1576413590" sldId="593"/>
        </pc:sldMkLst>
        <pc:spChg chg="mod">
          <ac:chgData name="Shailendra Chauhan" userId="a7d3133f-e197-4b90-bf63-99a63a264234" providerId="ADAL" clId="{BDE146DA-A4E0-4735-87B1-233E20BCB797}" dt="2024-03-27T15:14:46.329" v="237" actId="20577"/>
          <ac:spMkLst>
            <pc:docMk/>
            <pc:sldMk cId="1576413590" sldId="593"/>
            <ac:spMk id="2" creationId="{38AEDC74-6050-E049-5CE6-CA7FFBE09AF8}"/>
          </ac:spMkLst>
        </pc:spChg>
      </pc:sldChg>
      <pc:sldChg chg="del">
        <pc:chgData name="Shailendra Chauhan" userId="a7d3133f-e197-4b90-bf63-99a63a264234" providerId="ADAL" clId="{BDE146DA-A4E0-4735-87B1-233E20BCB797}" dt="2024-03-23T08:15:27.326" v="0" actId="2696"/>
        <pc:sldMkLst>
          <pc:docMk/>
          <pc:sldMk cId="116575446" sldId="594"/>
        </pc:sldMkLst>
      </pc:sldChg>
      <pc:sldChg chg="addSp delSp modSp add del mod ord delAnim chgLayout">
        <pc:chgData name="Shailendra Chauhan" userId="a7d3133f-e197-4b90-bf63-99a63a264234" providerId="ADAL" clId="{BDE146DA-A4E0-4735-87B1-233E20BCB797}" dt="2024-03-30T01:25:23.217" v="1587" actId="2696"/>
        <pc:sldMkLst>
          <pc:docMk/>
          <pc:sldMk cId="181277814" sldId="594"/>
        </pc:sldMkLst>
        <pc:spChg chg="add mod ord">
          <ac:chgData name="Shailendra Chauhan" userId="a7d3133f-e197-4b90-bf63-99a63a264234" providerId="ADAL" clId="{BDE146DA-A4E0-4735-87B1-233E20BCB797}" dt="2024-03-28T05:32:37.592" v="262" actId="113"/>
          <ac:spMkLst>
            <pc:docMk/>
            <pc:sldMk cId="181277814" sldId="594"/>
            <ac:spMk id="2" creationId="{D078695B-E324-32F2-4765-DA5EFDD54C6A}"/>
          </ac:spMkLst>
        </pc:spChg>
        <pc:spChg chg="mod ord">
          <ac:chgData name="Shailendra Chauhan" userId="a7d3133f-e197-4b90-bf63-99a63a264234" providerId="ADAL" clId="{BDE146DA-A4E0-4735-87B1-233E20BCB797}" dt="2024-03-28T05:32:10.498" v="255" actId="700"/>
          <ac:spMkLst>
            <pc:docMk/>
            <pc:sldMk cId="181277814" sldId="594"/>
            <ac:spMk id="3" creationId="{30CD08B0-6105-A33B-EB5E-CB33A545339A}"/>
          </ac:spMkLst>
        </pc:spChg>
        <pc:picChg chg="add del mod">
          <ac:chgData name="Shailendra Chauhan" userId="a7d3133f-e197-4b90-bf63-99a63a264234" providerId="ADAL" clId="{BDE146DA-A4E0-4735-87B1-233E20BCB797}" dt="2024-03-28T05:32:05.511" v="254" actId="478"/>
          <ac:picMkLst>
            <pc:docMk/>
            <pc:sldMk cId="181277814" sldId="594"/>
            <ac:picMk id="4" creationId="{41C57CBF-ACE6-EA93-78A5-84EDFAA8BA7F}"/>
          </ac:picMkLst>
        </pc:picChg>
        <pc:picChg chg="del">
          <ac:chgData name="Shailendra Chauhan" userId="a7d3133f-e197-4b90-bf63-99a63a264234" providerId="ADAL" clId="{BDE146DA-A4E0-4735-87B1-233E20BCB797}" dt="2024-03-27T15:18:27.189" v="245" actId="478"/>
          <ac:picMkLst>
            <pc:docMk/>
            <pc:sldMk cId="181277814" sldId="594"/>
            <ac:picMk id="14" creationId="{401B673B-2CE1-241D-3073-FC76D37E18D8}"/>
          </ac:picMkLst>
        </pc:picChg>
      </pc:sldChg>
      <pc:sldChg chg="del">
        <pc:chgData name="Shailendra Chauhan" userId="a7d3133f-e197-4b90-bf63-99a63a264234" providerId="ADAL" clId="{BDE146DA-A4E0-4735-87B1-233E20BCB797}" dt="2024-03-23T08:15:27.326" v="0" actId="2696"/>
        <pc:sldMkLst>
          <pc:docMk/>
          <pc:sldMk cId="2763267385" sldId="595"/>
        </pc:sldMkLst>
      </pc:sldChg>
      <pc:sldChg chg="addSp delSp modSp add mod modShow">
        <pc:chgData name="Shailendra Chauhan" userId="a7d3133f-e197-4b90-bf63-99a63a264234" providerId="ADAL" clId="{BDE146DA-A4E0-4735-87B1-233E20BCB797}" dt="2024-03-30T01:25:09.356" v="1586" actId="729"/>
        <pc:sldMkLst>
          <pc:docMk/>
          <pc:sldMk cId="4159854767" sldId="595"/>
        </pc:sldMkLst>
        <pc:picChg chg="del">
          <ac:chgData name="Shailendra Chauhan" userId="a7d3133f-e197-4b90-bf63-99a63a264234" providerId="ADAL" clId="{BDE146DA-A4E0-4735-87B1-233E20BCB797}" dt="2024-03-27T15:16:24.510" v="243" actId="478"/>
          <ac:picMkLst>
            <pc:docMk/>
            <pc:sldMk cId="4159854767" sldId="595"/>
            <ac:picMk id="6" creationId="{9C2C040B-D8AB-CDE8-2702-0391A5DBF85B}"/>
          </ac:picMkLst>
        </pc:picChg>
        <pc:picChg chg="add mod">
          <ac:chgData name="Shailendra Chauhan" userId="a7d3133f-e197-4b90-bf63-99a63a264234" providerId="ADAL" clId="{BDE146DA-A4E0-4735-87B1-233E20BCB797}" dt="2024-03-27T15:18:53.422" v="253" actId="1076"/>
          <ac:picMkLst>
            <pc:docMk/>
            <pc:sldMk cId="4159854767" sldId="595"/>
            <ac:picMk id="1026" creationId="{201B1054-E977-CB23-CF0B-9262F4C8ED9B}"/>
          </ac:picMkLst>
        </pc:picChg>
      </pc:sldChg>
      <pc:sldChg chg="addSp delSp modSp add mod">
        <pc:chgData name="Shailendra Chauhan" userId="a7d3133f-e197-4b90-bf63-99a63a264234" providerId="ADAL" clId="{BDE146DA-A4E0-4735-87B1-233E20BCB797}" dt="2024-03-30T01:28:09.973" v="1590" actId="1076"/>
        <pc:sldMkLst>
          <pc:docMk/>
          <pc:sldMk cId="2207092980" sldId="596"/>
        </pc:sldMkLst>
        <pc:spChg chg="add del mod">
          <ac:chgData name="Shailendra Chauhan" userId="a7d3133f-e197-4b90-bf63-99a63a264234" providerId="ADAL" clId="{BDE146DA-A4E0-4735-87B1-233E20BCB797}" dt="2024-03-27T15:07:43.873" v="156"/>
          <ac:spMkLst>
            <pc:docMk/>
            <pc:sldMk cId="2207092980" sldId="596"/>
            <ac:spMk id="5" creationId="{447BBBD5-F3E8-F6D9-3941-2466C6C61561}"/>
          </ac:spMkLst>
        </pc:spChg>
        <pc:picChg chg="add mod">
          <ac:chgData name="Shailendra Chauhan" userId="a7d3133f-e197-4b90-bf63-99a63a264234" providerId="ADAL" clId="{BDE146DA-A4E0-4735-87B1-233E20BCB797}" dt="2024-03-30T01:28:09.973" v="1590" actId="1076"/>
          <ac:picMkLst>
            <pc:docMk/>
            <pc:sldMk cId="2207092980" sldId="596"/>
            <ac:picMk id="7" creationId="{0662F846-C67F-A324-93CE-144B1130FDA1}"/>
          </ac:picMkLst>
        </pc:picChg>
        <pc:picChg chg="del">
          <ac:chgData name="Shailendra Chauhan" userId="a7d3133f-e197-4b90-bf63-99a63a264234" providerId="ADAL" clId="{BDE146DA-A4E0-4735-87B1-233E20BCB797}" dt="2024-03-27T15:07:43.424" v="155" actId="478"/>
          <ac:picMkLst>
            <pc:docMk/>
            <pc:sldMk cId="2207092980" sldId="596"/>
            <ac:picMk id="8" creationId="{CFB012ED-FA73-C081-26E4-C415E92F4ADC}"/>
          </ac:picMkLst>
        </pc:picChg>
      </pc:sldChg>
      <pc:sldChg chg="del">
        <pc:chgData name="Shailendra Chauhan" userId="a7d3133f-e197-4b90-bf63-99a63a264234" providerId="ADAL" clId="{BDE146DA-A4E0-4735-87B1-233E20BCB797}" dt="2024-03-23T08:15:27.326" v="0" actId="2696"/>
        <pc:sldMkLst>
          <pc:docMk/>
          <pc:sldMk cId="3215237770" sldId="596"/>
        </pc:sldMkLst>
      </pc:sldChg>
      <pc:sldChg chg="modSp new mod ord">
        <pc:chgData name="Shailendra Chauhan" userId="a7d3133f-e197-4b90-bf63-99a63a264234" providerId="ADAL" clId="{BDE146DA-A4E0-4735-87B1-233E20BCB797}" dt="2024-03-28T05:56:29.209" v="329"/>
        <pc:sldMkLst>
          <pc:docMk/>
          <pc:sldMk cId="1313642044" sldId="597"/>
        </pc:sldMkLst>
        <pc:spChg chg="mod">
          <ac:chgData name="Shailendra Chauhan" userId="a7d3133f-e197-4b90-bf63-99a63a264234" providerId="ADAL" clId="{BDE146DA-A4E0-4735-87B1-233E20BCB797}" dt="2024-03-28T05:37:22.497" v="279" actId="113"/>
          <ac:spMkLst>
            <pc:docMk/>
            <pc:sldMk cId="1313642044" sldId="597"/>
            <ac:spMk id="2" creationId="{E396A802-7632-0297-1374-B383E988C43F}"/>
          </ac:spMkLst>
        </pc:spChg>
        <pc:spChg chg="mod">
          <ac:chgData name="Shailendra Chauhan" userId="a7d3133f-e197-4b90-bf63-99a63a264234" providerId="ADAL" clId="{BDE146DA-A4E0-4735-87B1-233E20BCB797}" dt="2024-03-28T05:35:27.457" v="265" actId="20577"/>
          <ac:spMkLst>
            <pc:docMk/>
            <pc:sldMk cId="1313642044" sldId="597"/>
            <ac:spMk id="3" creationId="{61160E6A-9A1C-C4A3-A16E-015242356874}"/>
          </ac:spMkLst>
        </pc:spChg>
      </pc:sldChg>
      <pc:sldChg chg="del">
        <pc:chgData name="Shailendra Chauhan" userId="a7d3133f-e197-4b90-bf63-99a63a264234" providerId="ADAL" clId="{BDE146DA-A4E0-4735-87B1-233E20BCB797}" dt="2024-03-23T08:15:27.326" v="0" actId="2696"/>
        <pc:sldMkLst>
          <pc:docMk/>
          <pc:sldMk cId="1687401671" sldId="597"/>
        </pc:sldMkLst>
      </pc:sldChg>
      <pc:sldChg chg="modSp new del mod ord">
        <pc:chgData name="Shailendra Chauhan" userId="a7d3133f-e197-4b90-bf63-99a63a264234" providerId="ADAL" clId="{BDE146DA-A4E0-4735-87B1-233E20BCB797}" dt="2024-03-29T09:51:13.104" v="1562" actId="2696"/>
        <pc:sldMkLst>
          <pc:docMk/>
          <pc:sldMk cId="1198683520" sldId="598"/>
        </pc:sldMkLst>
        <pc:spChg chg="mod">
          <ac:chgData name="Shailendra Chauhan" userId="a7d3133f-e197-4b90-bf63-99a63a264234" providerId="ADAL" clId="{BDE146DA-A4E0-4735-87B1-233E20BCB797}" dt="2024-03-28T06:16:50.163" v="396" actId="27636"/>
          <ac:spMkLst>
            <pc:docMk/>
            <pc:sldMk cId="1198683520" sldId="598"/>
            <ac:spMk id="2" creationId="{719130CF-9526-B254-9C0F-D6154AA32FF3}"/>
          </ac:spMkLst>
        </pc:spChg>
        <pc:spChg chg="mod">
          <ac:chgData name="Shailendra Chauhan" userId="a7d3133f-e197-4b90-bf63-99a63a264234" providerId="ADAL" clId="{BDE146DA-A4E0-4735-87B1-233E20BCB797}" dt="2024-03-28T05:46:39.457" v="298" actId="20577"/>
          <ac:spMkLst>
            <pc:docMk/>
            <pc:sldMk cId="1198683520" sldId="598"/>
            <ac:spMk id="3" creationId="{FB0A4584-3E08-B8D6-058B-01FE6A2EAC83}"/>
          </ac:spMkLst>
        </pc:spChg>
      </pc:sldChg>
      <pc:sldChg chg="del">
        <pc:chgData name="Shailendra Chauhan" userId="a7d3133f-e197-4b90-bf63-99a63a264234" providerId="ADAL" clId="{BDE146DA-A4E0-4735-87B1-233E20BCB797}" dt="2024-03-23T08:15:27.326" v="0" actId="2696"/>
        <pc:sldMkLst>
          <pc:docMk/>
          <pc:sldMk cId="4277332066" sldId="598"/>
        </pc:sldMkLst>
      </pc:sldChg>
      <pc:sldChg chg="modSp new del mod ord">
        <pc:chgData name="Shailendra Chauhan" userId="a7d3133f-e197-4b90-bf63-99a63a264234" providerId="ADAL" clId="{BDE146DA-A4E0-4735-87B1-233E20BCB797}" dt="2024-03-29T08:25:04.016" v="1527" actId="2696"/>
        <pc:sldMkLst>
          <pc:docMk/>
          <pc:sldMk cId="4251345245" sldId="599"/>
        </pc:sldMkLst>
        <pc:spChg chg="mod">
          <ac:chgData name="Shailendra Chauhan" userId="a7d3133f-e197-4b90-bf63-99a63a264234" providerId="ADAL" clId="{BDE146DA-A4E0-4735-87B1-233E20BCB797}" dt="2024-03-28T06:16:41.112" v="394" actId="27636"/>
          <ac:spMkLst>
            <pc:docMk/>
            <pc:sldMk cId="4251345245" sldId="599"/>
            <ac:spMk id="2" creationId="{488D0271-CB1E-6CE5-4E3A-4A01CE1FF683}"/>
          </ac:spMkLst>
        </pc:spChg>
        <pc:spChg chg="mod">
          <ac:chgData name="Shailendra Chauhan" userId="a7d3133f-e197-4b90-bf63-99a63a264234" providerId="ADAL" clId="{BDE146DA-A4E0-4735-87B1-233E20BCB797}" dt="2024-03-28T05:47:13.258" v="302" actId="20577"/>
          <ac:spMkLst>
            <pc:docMk/>
            <pc:sldMk cId="4251345245" sldId="599"/>
            <ac:spMk id="3" creationId="{CA107E99-1F28-EDDF-B48A-6BE7E2EBA957}"/>
          </ac:spMkLst>
        </pc:spChg>
      </pc:sldChg>
      <pc:sldChg chg="modSp new del mod">
        <pc:chgData name="Shailendra Chauhan" userId="a7d3133f-e197-4b90-bf63-99a63a264234" providerId="ADAL" clId="{BDE146DA-A4E0-4735-87B1-233E20BCB797}" dt="2024-03-29T08:24:01.478" v="1521" actId="2696"/>
        <pc:sldMkLst>
          <pc:docMk/>
          <pc:sldMk cId="2267049964" sldId="600"/>
        </pc:sldMkLst>
        <pc:spChg chg="mod">
          <ac:chgData name="Shailendra Chauhan" userId="a7d3133f-e197-4b90-bf63-99a63a264234" providerId="ADAL" clId="{BDE146DA-A4E0-4735-87B1-233E20BCB797}" dt="2024-03-28T06:54:16.039" v="806" actId="27636"/>
          <ac:spMkLst>
            <pc:docMk/>
            <pc:sldMk cId="2267049964" sldId="600"/>
            <ac:spMk id="2" creationId="{48929F8C-7451-136E-2747-CA5264C8170C}"/>
          </ac:spMkLst>
        </pc:spChg>
        <pc:spChg chg="mod">
          <ac:chgData name="Shailendra Chauhan" userId="a7d3133f-e197-4b90-bf63-99a63a264234" providerId="ADAL" clId="{BDE146DA-A4E0-4735-87B1-233E20BCB797}" dt="2024-03-28T05:57:03.408" v="348" actId="20577"/>
          <ac:spMkLst>
            <pc:docMk/>
            <pc:sldMk cId="2267049964" sldId="600"/>
            <ac:spMk id="3" creationId="{B8C87EF1-B6D2-7B6A-2A00-5551059C9E50}"/>
          </ac:spMkLst>
        </pc:spChg>
      </pc:sldChg>
      <pc:sldChg chg="modSp new del mod">
        <pc:chgData name="Shailendra Chauhan" userId="a7d3133f-e197-4b90-bf63-99a63a264234" providerId="ADAL" clId="{BDE146DA-A4E0-4735-87B1-233E20BCB797}" dt="2024-03-29T08:13:32.563" v="1494" actId="2696"/>
        <pc:sldMkLst>
          <pc:docMk/>
          <pc:sldMk cId="3103155606" sldId="601"/>
        </pc:sldMkLst>
        <pc:spChg chg="mod">
          <ac:chgData name="Shailendra Chauhan" userId="a7d3133f-e197-4b90-bf63-99a63a264234" providerId="ADAL" clId="{BDE146DA-A4E0-4735-87B1-233E20BCB797}" dt="2024-03-28T06:07:15.723" v="389" actId="113"/>
          <ac:spMkLst>
            <pc:docMk/>
            <pc:sldMk cId="3103155606" sldId="601"/>
            <ac:spMk id="2" creationId="{7F2F0A5A-D8E6-7C6B-1CB5-A7D9A7326977}"/>
          </ac:spMkLst>
        </pc:spChg>
        <pc:spChg chg="mod">
          <ac:chgData name="Shailendra Chauhan" userId="a7d3133f-e197-4b90-bf63-99a63a264234" providerId="ADAL" clId="{BDE146DA-A4E0-4735-87B1-233E20BCB797}" dt="2024-03-28T06:03:01.357" v="377" actId="20577"/>
          <ac:spMkLst>
            <pc:docMk/>
            <pc:sldMk cId="3103155606" sldId="601"/>
            <ac:spMk id="3" creationId="{6DF38F23-3B44-98DC-5E81-76B7A1A043CF}"/>
          </ac:spMkLst>
        </pc:spChg>
      </pc:sldChg>
      <pc:sldChg chg="modSp new mod">
        <pc:chgData name="Shailendra Chauhan" userId="a7d3133f-e197-4b90-bf63-99a63a264234" providerId="ADAL" clId="{BDE146DA-A4E0-4735-87B1-233E20BCB797}" dt="2024-03-28T06:28:04.279" v="504" actId="403"/>
        <pc:sldMkLst>
          <pc:docMk/>
          <pc:sldMk cId="4168438669" sldId="602"/>
        </pc:sldMkLst>
        <pc:spChg chg="mod">
          <ac:chgData name="Shailendra Chauhan" userId="a7d3133f-e197-4b90-bf63-99a63a264234" providerId="ADAL" clId="{BDE146DA-A4E0-4735-87B1-233E20BCB797}" dt="2024-03-28T06:28:04.279" v="504" actId="403"/>
          <ac:spMkLst>
            <pc:docMk/>
            <pc:sldMk cId="4168438669" sldId="602"/>
            <ac:spMk id="2" creationId="{3AF47D22-47F5-0FE8-FEE4-DECF8D38F7C8}"/>
          </ac:spMkLst>
        </pc:spChg>
        <pc:spChg chg="mod">
          <ac:chgData name="Shailendra Chauhan" userId="a7d3133f-e197-4b90-bf63-99a63a264234" providerId="ADAL" clId="{BDE146DA-A4E0-4735-87B1-233E20BCB797}" dt="2024-03-28T06:27:23.645" v="498" actId="20577"/>
          <ac:spMkLst>
            <pc:docMk/>
            <pc:sldMk cId="4168438669" sldId="602"/>
            <ac:spMk id="3" creationId="{9E40FAF1-302F-34D8-B9E1-2FDDDB3D2EF9}"/>
          </ac:spMkLst>
        </pc:spChg>
      </pc:sldChg>
      <pc:sldChg chg="modSp new mod">
        <pc:chgData name="Shailendra Chauhan" userId="a7d3133f-e197-4b90-bf63-99a63a264234" providerId="ADAL" clId="{BDE146DA-A4E0-4735-87B1-233E20BCB797}" dt="2024-03-28T06:27:43.816" v="501" actId="113"/>
        <pc:sldMkLst>
          <pc:docMk/>
          <pc:sldMk cId="1884692827" sldId="603"/>
        </pc:sldMkLst>
        <pc:spChg chg="mod">
          <ac:chgData name="Shailendra Chauhan" userId="a7d3133f-e197-4b90-bf63-99a63a264234" providerId="ADAL" clId="{BDE146DA-A4E0-4735-87B1-233E20BCB797}" dt="2024-03-28T06:27:43.816" v="501" actId="113"/>
          <ac:spMkLst>
            <pc:docMk/>
            <pc:sldMk cId="1884692827" sldId="603"/>
            <ac:spMk id="2" creationId="{02640FC6-0B29-1DB9-2267-0571203B7062}"/>
          </ac:spMkLst>
        </pc:spChg>
        <pc:spChg chg="mod">
          <ac:chgData name="Shailendra Chauhan" userId="a7d3133f-e197-4b90-bf63-99a63a264234" providerId="ADAL" clId="{BDE146DA-A4E0-4735-87B1-233E20BCB797}" dt="2024-03-28T06:27:07.931" v="484" actId="20577"/>
          <ac:spMkLst>
            <pc:docMk/>
            <pc:sldMk cId="1884692827" sldId="603"/>
            <ac:spMk id="3" creationId="{674CB9DB-5D19-2A92-43E8-C65DC44E8817}"/>
          </ac:spMkLst>
        </pc:spChg>
      </pc:sldChg>
      <pc:sldChg chg="modSp new mod">
        <pc:chgData name="Shailendra Chauhan" userId="a7d3133f-e197-4b90-bf63-99a63a264234" providerId="ADAL" clId="{BDE146DA-A4E0-4735-87B1-233E20BCB797}" dt="2024-03-28T06:27:51.083" v="503" actId="113"/>
        <pc:sldMkLst>
          <pc:docMk/>
          <pc:sldMk cId="959467806" sldId="604"/>
        </pc:sldMkLst>
        <pc:spChg chg="mod">
          <ac:chgData name="Shailendra Chauhan" userId="a7d3133f-e197-4b90-bf63-99a63a264234" providerId="ADAL" clId="{BDE146DA-A4E0-4735-87B1-233E20BCB797}" dt="2024-03-28T06:27:51.083" v="503" actId="113"/>
          <ac:spMkLst>
            <pc:docMk/>
            <pc:sldMk cId="959467806" sldId="604"/>
            <ac:spMk id="2" creationId="{3A73DE15-5452-9088-4C26-4ED9243A1C84}"/>
          </ac:spMkLst>
        </pc:spChg>
        <pc:spChg chg="mod">
          <ac:chgData name="Shailendra Chauhan" userId="a7d3133f-e197-4b90-bf63-99a63a264234" providerId="ADAL" clId="{BDE146DA-A4E0-4735-87B1-233E20BCB797}" dt="2024-03-28T06:27:11.910" v="486" actId="20577"/>
          <ac:spMkLst>
            <pc:docMk/>
            <pc:sldMk cId="959467806" sldId="604"/>
            <ac:spMk id="3" creationId="{F0CFA9D4-726E-4066-49CA-E5777A85B657}"/>
          </ac:spMkLst>
        </pc:spChg>
      </pc:sldChg>
      <pc:sldChg chg="modSp new mod">
        <pc:chgData name="Shailendra Chauhan" userId="a7d3133f-e197-4b90-bf63-99a63a264234" providerId="ADAL" clId="{BDE146DA-A4E0-4735-87B1-233E20BCB797}" dt="2024-03-28T06:53:45.959" v="800" actId="27636"/>
        <pc:sldMkLst>
          <pc:docMk/>
          <pc:sldMk cId="4009963013" sldId="605"/>
        </pc:sldMkLst>
        <pc:spChg chg="mod">
          <ac:chgData name="Shailendra Chauhan" userId="a7d3133f-e197-4b90-bf63-99a63a264234" providerId="ADAL" clId="{BDE146DA-A4E0-4735-87B1-233E20BCB797}" dt="2024-03-28T06:53:45.959" v="800" actId="27636"/>
          <ac:spMkLst>
            <pc:docMk/>
            <pc:sldMk cId="4009963013" sldId="605"/>
            <ac:spMk id="2" creationId="{2A791BA2-CB7D-0822-83C9-6AFAE527C9A2}"/>
          </ac:spMkLst>
        </pc:spChg>
        <pc:spChg chg="mod">
          <ac:chgData name="Shailendra Chauhan" userId="a7d3133f-e197-4b90-bf63-99a63a264234" providerId="ADAL" clId="{BDE146DA-A4E0-4735-87B1-233E20BCB797}" dt="2024-03-28T06:34:51.302" v="520" actId="20577"/>
          <ac:spMkLst>
            <pc:docMk/>
            <pc:sldMk cId="4009963013" sldId="605"/>
            <ac:spMk id="3" creationId="{7B17C9E1-836D-C25A-FCC2-6771AF13F3D1}"/>
          </ac:spMkLst>
        </pc:spChg>
      </pc:sldChg>
      <pc:sldChg chg="modSp new mod">
        <pc:chgData name="Shailendra Chauhan" userId="a7d3133f-e197-4b90-bf63-99a63a264234" providerId="ADAL" clId="{BDE146DA-A4E0-4735-87B1-233E20BCB797}" dt="2024-03-28T06:53:01.977" v="796" actId="20577"/>
        <pc:sldMkLst>
          <pc:docMk/>
          <pc:sldMk cId="2284487702" sldId="606"/>
        </pc:sldMkLst>
        <pc:spChg chg="mod">
          <ac:chgData name="Shailendra Chauhan" userId="a7d3133f-e197-4b90-bf63-99a63a264234" providerId="ADAL" clId="{BDE146DA-A4E0-4735-87B1-233E20BCB797}" dt="2024-03-28T06:53:01.977" v="796" actId="20577"/>
          <ac:spMkLst>
            <pc:docMk/>
            <pc:sldMk cId="2284487702" sldId="606"/>
            <ac:spMk id="2" creationId="{7297FDC9-4DEF-7E86-2C37-5327705DC660}"/>
          </ac:spMkLst>
        </pc:spChg>
        <pc:spChg chg="mod">
          <ac:chgData name="Shailendra Chauhan" userId="a7d3133f-e197-4b90-bf63-99a63a264234" providerId="ADAL" clId="{BDE146DA-A4E0-4735-87B1-233E20BCB797}" dt="2024-03-28T06:37:12.125" v="575" actId="20577"/>
          <ac:spMkLst>
            <pc:docMk/>
            <pc:sldMk cId="2284487702" sldId="606"/>
            <ac:spMk id="3" creationId="{4D4D1C8F-82DC-B1DD-3A64-30DB2E205CEF}"/>
          </ac:spMkLst>
        </pc:spChg>
      </pc:sldChg>
      <pc:sldChg chg="modSp new mod">
        <pc:chgData name="Shailendra Chauhan" userId="a7d3133f-e197-4b90-bf63-99a63a264234" providerId="ADAL" clId="{BDE146DA-A4E0-4735-87B1-233E20BCB797}" dt="2024-03-28T06:54:05.597" v="804" actId="20577"/>
        <pc:sldMkLst>
          <pc:docMk/>
          <pc:sldMk cId="979172404" sldId="607"/>
        </pc:sldMkLst>
        <pc:spChg chg="mod">
          <ac:chgData name="Shailendra Chauhan" userId="a7d3133f-e197-4b90-bf63-99a63a264234" providerId="ADAL" clId="{BDE146DA-A4E0-4735-87B1-233E20BCB797}" dt="2024-03-28T06:54:05.597" v="804" actId="20577"/>
          <ac:spMkLst>
            <pc:docMk/>
            <pc:sldMk cId="979172404" sldId="607"/>
            <ac:spMk id="2" creationId="{3AFA1C57-BF4A-9987-1D74-4DE8887E4F24}"/>
          </ac:spMkLst>
        </pc:spChg>
        <pc:spChg chg="mod">
          <ac:chgData name="Shailendra Chauhan" userId="a7d3133f-e197-4b90-bf63-99a63a264234" providerId="ADAL" clId="{BDE146DA-A4E0-4735-87B1-233E20BCB797}" dt="2024-03-28T06:40:29.635" v="610" actId="20577"/>
          <ac:spMkLst>
            <pc:docMk/>
            <pc:sldMk cId="979172404" sldId="607"/>
            <ac:spMk id="3" creationId="{3CAB44C9-19E1-B132-4DAC-FBEE1F3392F8}"/>
          </ac:spMkLst>
        </pc:spChg>
      </pc:sldChg>
      <pc:sldChg chg="modSp new mod">
        <pc:chgData name="Shailendra Chauhan" userId="a7d3133f-e197-4b90-bf63-99a63a264234" providerId="ADAL" clId="{BDE146DA-A4E0-4735-87B1-233E20BCB797}" dt="2024-03-28T07:55:59.659" v="1362" actId="403"/>
        <pc:sldMkLst>
          <pc:docMk/>
          <pc:sldMk cId="3181121385" sldId="608"/>
        </pc:sldMkLst>
        <pc:spChg chg="mod">
          <ac:chgData name="Shailendra Chauhan" userId="a7d3133f-e197-4b90-bf63-99a63a264234" providerId="ADAL" clId="{BDE146DA-A4E0-4735-87B1-233E20BCB797}" dt="2024-03-28T07:55:59.659" v="1362" actId="403"/>
          <ac:spMkLst>
            <pc:docMk/>
            <pc:sldMk cId="3181121385" sldId="608"/>
            <ac:spMk id="2" creationId="{F183A448-F8FE-80AB-8A29-33B794DD4122}"/>
          </ac:spMkLst>
        </pc:spChg>
        <pc:spChg chg="mod">
          <ac:chgData name="Shailendra Chauhan" userId="a7d3133f-e197-4b90-bf63-99a63a264234" providerId="ADAL" clId="{BDE146DA-A4E0-4735-87B1-233E20BCB797}" dt="2024-03-28T07:55:56.946" v="1361" actId="20577"/>
          <ac:spMkLst>
            <pc:docMk/>
            <pc:sldMk cId="3181121385" sldId="608"/>
            <ac:spMk id="3" creationId="{C8B31FC2-3922-5466-A327-F5D23F2D82F5}"/>
          </ac:spMkLst>
        </pc:spChg>
      </pc:sldChg>
      <pc:sldChg chg="modSp new mod">
        <pc:chgData name="Shailendra Chauhan" userId="a7d3133f-e197-4b90-bf63-99a63a264234" providerId="ADAL" clId="{BDE146DA-A4E0-4735-87B1-233E20BCB797}" dt="2024-03-28T07:12:08.262" v="849" actId="20577"/>
        <pc:sldMkLst>
          <pc:docMk/>
          <pc:sldMk cId="2759127095" sldId="609"/>
        </pc:sldMkLst>
        <pc:spChg chg="mod">
          <ac:chgData name="Shailendra Chauhan" userId="a7d3133f-e197-4b90-bf63-99a63a264234" providerId="ADAL" clId="{BDE146DA-A4E0-4735-87B1-233E20BCB797}" dt="2024-03-28T07:12:08.262" v="849" actId="20577"/>
          <ac:spMkLst>
            <pc:docMk/>
            <pc:sldMk cId="2759127095" sldId="609"/>
            <ac:spMk id="2" creationId="{BE9D884F-8F95-1A7D-B200-23BC83135C4A}"/>
          </ac:spMkLst>
        </pc:spChg>
        <pc:spChg chg="mod">
          <ac:chgData name="Shailendra Chauhan" userId="a7d3133f-e197-4b90-bf63-99a63a264234" providerId="ADAL" clId="{BDE146DA-A4E0-4735-87B1-233E20BCB797}" dt="2024-03-28T06:56:08.911" v="839" actId="20577"/>
          <ac:spMkLst>
            <pc:docMk/>
            <pc:sldMk cId="2759127095" sldId="609"/>
            <ac:spMk id="3" creationId="{F719ED02-4119-0D16-3649-793724E98371}"/>
          </ac:spMkLst>
        </pc:spChg>
      </pc:sldChg>
      <pc:sldChg chg="modSp new mod">
        <pc:chgData name="Shailendra Chauhan" userId="a7d3133f-e197-4b90-bf63-99a63a264234" providerId="ADAL" clId="{BDE146DA-A4E0-4735-87B1-233E20BCB797}" dt="2024-03-28T07:14:03.994" v="900" actId="27636"/>
        <pc:sldMkLst>
          <pc:docMk/>
          <pc:sldMk cId="1681565921" sldId="610"/>
        </pc:sldMkLst>
        <pc:spChg chg="mod">
          <ac:chgData name="Shailendra Chauhan" userId="a7d3133f-e197-4b90-bf63-99a63a264234" providerId="ADAL" clId="{BDE146DA-A4E0-4735-87B1-233E20BCB797}" dt="2024-03-28T07:14:03.994" v="900" actId="27636"/>
          <ac:spMkLst>
            <pc:docMk/>
            <pc:sldMk cId="1681565921" sldId="610"/>
            <ac:spMk id="2" creationId="{D840FD96-36B9-557A-C276-034F65F122DC}"/>
          </ac:spMkLst>
        </pc:spChg>
        <pc:spChg chg="mod">
          <ac:chgData name="Shailendra Chauhan" userId="a7d3133f-e197-4b90-bf63-99a63a264234" providerId="ADAL" clId="{BDE146DA-A4E0-4735-87B1-233E20BCB797}" dt="2024-03-28T07:12:58.119" v="873" actId="20577"/>
          <ac:spMkLst>
            <pc:docMk/>
            <pc:sldMk cId="1681565921" sldId="610"/>
            <ac:spMk id="3" creationId="{272204CC-E33D-11DC-F3BC-FDA6B8ECCF24}"/>
          </ac:spMkLst>
        </pc:spChg>
      </pc:sldChg>
      <pc:sldChg chg="modSp new mod">
        <pc:chgData name="Shailendra Chauhan" userId="a7d3133f-e197-4b90-bf63-99a63a264234" providerId="ADAL" clId="{BDE146DA-A4E0-4735-87B1-233E20BCB797}" dt="2024-03-28T07:15:49.582" v="931" actId="20577"/>
        <pc:sldMkLst>
          <pc:docMk/>
          <pc:sldMk cId="1654618036" sldId="611"/>
        </pc:sldMkLst>
        <pc:spChg chg="mod">
          <ac:chgData name="Shailendra Chauhan" userId="a7d3133f-e197-4b90-bf63-99a63a264234" providerId="ADAL" clId="{BDE146DA-A4E0-4735-87B1-233E20BCB797}" dt="2024-03-28T07:15:49.582" v="931" actId="20577"/>
          <ac:spMkLst>
            <pc:docMk/>
            <pc:sldMk cId="1654618036" sldId="611"/>
            <ac:spMk id="2" creationId="{D30CEFCB-EC8A-4B8C-63CE-0672B43AAD0E}"/>
          </ac:spMkLst>
        </pc:spChg>
        <pc:spChg chg="mod">
          <ac:chgData name="Shailendra Chauhan" userId="a7d3133f-e197-4b90-bf63-99a63a264234" providerId="ADAL" clId="{BDE146DA-A4E0-4735-87B1-233E20BCB797}" dt="2024-03-28T07:14:16.482" v="903" actId="20577"/>
          <ac:spMkLst>
            <pc:docMk/>
            <pc:sldMk cId="1654618036" sldId="611"/>
            <ac:spMk id="3" creationId="{39AD2DF9-4D20-7980-8284-FEF5CD7A0442}"/>
          </ac:spMkLst>
        </pc:spChg>
      </pc:sldChg>
      <pc:sldChg chg="modSp new mod">
        <pc:chgData name="Shailendra Chauhan" userId="a7d3133f-e197-4b90-bf63-99a63a264234" providerId="ADAL" clId="{BDE146DA-A4E0-4735-87B1-233E20BCB797}" dt="2024-03-28T07:54:13.067" v="1350" actId="20577"/>
        <pc:sldMkLst>
          <pc:docMk/>
          <pc:sldMk cId="1870710400" sldId="612"/>
        </pc:sldMkLst>
        <pc:spChg chg="mod">
          <ac:chgData name="Shailendra Chauhan" userId="a7d3133f-e197-4b90-bf63-99a63a264234" providerId="ADAL" clId="{BDE146DA-A4E0-4735-87B1-233E20BCB797}" dt="2024-03-28T07:20:34.499" v="961" actId="113"/>
          <ac:spMkLst>
            <pc:docMk/>
            <pc:sldMk cId="1870710400" sldId="612"/>
            <ac:spMk id="2" creationId="{61216EA5-4F43-3C20-0406-6625E3285757}"/>
          </ac:spMkLst>
        </pc:spChg>
        <pc:spChg chg="mod">
          <ac:chgData name="Shailendra Chauhan" userId="a7d3133f-e197-4b90-bf63-99a63a264234" providerId="ADAL" clId="{BDE146DA-A4E0-4735-87B1-233E20BCB797}" dt="2024-03-28T07:54:13.067" v="1350" actId="20577"/>
          <ac:spMkLst>
            <pc:docMk/>
            <pc:sldMk cId="1870710400" sldId="612"/>
            <ac:spMk id="3" creationId="{E7D504C4-A290-FB6D-1CE3-2E73157FD469}"/>
          </ac:spMkLst>
        </pc:spChg>
      </pc:sldChg>
      <pc:sldChg chg="modSp new mod">
        <pc:chgData name="Shailendra Chauhan" userId="a7d3133f-e197-4b90-bf63-99a63a264234" providerId="ADAL" clId="{BDE146DA-A4E0-4735-87B1-233E20BCB797}" dt="2024-03-28T07:23:45.604" v="983" actId="123"/>
        <pc:sldMkLst>
          <pc:docMk/>
          <pc:sldMk cId="3178796030" sldId="613"/>
        </pc:sldMkLst>
        <pc:spChg chg="mod">
          <ac:chgData name="Shailendra Chauhan" userId="a7d3133f-e197-4b90-bf63-99a63a264234" providerId="ADAL" clId="{BDE146DA-A4E0-4735-87B1-233E20BCB797}" dt="2024-03-28T07:23:45.604" v="983" actId="123"/>
          <ac:spMkLst>
            <pc:docMk/>
            <pc:sldMk cId="3178796030" sldId="613"/>
            <ac:spMk id="2" creationId="{829DEEEF-E61F-783F-C6F2-78D463D908F8}"/>
          </ac:spMkLst>
        </pc:spChg>
        <pc:spChg chg="mod">
          <ac:chgData name="Shailendra Chauhan" userId="a7d3133f-e197-4b90-bf63-99a63a264234" providerId="ADAL" clId="{BDE146DA-A4E0-4735-87B1-233E20BCB797}" dt="2024-03-28T07:21:42.732" v="977" actId="20577"/>
          <ac:spMkLst>
            <pc:docMk/>
            <pc:sldMk cId="3178796030" sldId="613"/>
            <ac:spMk id="3" creationId="{0E5DFA9D-36E9-73B5-1031-94281622509C}"/>
          </ac:spMkLst>
        </pc:spChg>
      </pc:sldChg>
      <pc:sldChg chg="modSp new mod">
        <pc:chgData name="Shailendra Chauhan" userId="a7d3133f-e197-4b90-bf63-99a63a264234" providerId="ADAL" clId="{BDE146DA-A4E0-4735-87B1-233E20BCB797}" dt="2024-03-28T07:25:16.893" v="1022" actId="20577"/>
        <pc:sldMkLst>
          <pc:docMk/>
          <pc:sldMk cId="766241605" sldId="614"/>
        </pc:sldMkLst>
        <pc:spChg chg="mod">
          <ac:chgData name="Shailendra Chauhan" userId="a7d3133f-e197-4b90-bf63-99a63a264234" providerId="ADAL" clId="{BDE146DA-A4E0-4735-87B1-233E20BCB797}" dt="2024-03-28T07:25:05.029" v="999" actId="113"/>
          <ac:spMkLst>
            <pc:docMk/>
            <pc:sldMk cId="766241605" sldId="614"/>
            <ac:spMk id="2" creationId="{62839BDD-0C27-4720-9F30-FAB69E88CD0F}"/>
          </ac:spMkLst>
        </pc:spChg>
        <pc:spChg chg="mod">
          <ac:chgData name="Shailendra Chauhan" userId="a7d3133f-e197-4b90-bf63-99a63a264234" providerId="ADAL" clId="{BDE146DA-A4E0-4735-87B1-233E20BCB797}" dt="2024-03-28T07:25:16.893" v="1022" actId="20577"/>
          <ac:spMkLst>
            <pc:docMk/>
            <pc:sldMk cId="766241605" sldId="614"/>
            <ac:spMk id="3" creationId="{5A679234-9CAF-A0B8-B6B6-A6C9DE9D4D79}"/>
          </ac:spMkLst>
        </pc:spChg>
      </pc:sldChg>
      <pc:sldChg chg="modSp new mod">
        <pc:chgData name="Shailendra Chauhan" userId="a7d3133f-e197-4b90-bf63-99a63a264234" providerId="ADAL" clId="{BDE146DA-A4E0-4735-87B1-233E20BCB797}" dt="2024-03-28T07:26:39.206" v="1043" actId="27636"/>
        <pc:sldMkLst>
          <pc:docMk/>
          <pc:sldMk cId="46299293" sldId="615"/>
        </pc:sldMkLst>
        <pc:spChg chg="mod">
          <ac:chgData name="Shailendra Chauhan" userId="a7d3133f-e197-4b90-bf63-99a63a264234" providerId="ADAL" clId="{BDE146DA-A4E0-4735-87B1-233E20BCB797}" dt="2024-03-28T07:26:39.206" v="1043" actId="27636"/>
          <ac:spMkLst>
            <pc:docMk/>
            <pc:sldMk cId="46299293" sldId="615"/>
            <ac:spMk id="2" creationId="{8AF71148-15E7-656C-3EC8-FFBA1128DCCA}"/>
          </ac:spMkLst>
        </pc:spChg>
        <pc:spChg chg="mod">
          <ac:chgData name="Shailendra Chauhan" userId="a7d3133f-e197-4b90-bf63-99a63a264234" providerId="ADAL" clId="{BDE146DA-A4E0-4735-87B1-233E20BCB797}" dt="2024-03-28T07:25:47.793" v="1025" actId="20577"/>
          <ac:spMkLst>
            <pc:docMk/>
            <pc:sldMk cId="46299293" sldId="615"/>
            <ac:spMk id="3" creationId="{9247384B-B8D3-A582-853A-13FF1C05FAAA}"/>
          </ac:spMkLst>
        </pc:spChg>
      </pc:sldChg>
      <pc:sldChg chg="modSp new mod">
        <pc:chgData name="Shailendra Chauhan" userId="a7d3133f-e197-4b90-bf63-99a63a264234" providerId="ADAL" clId="{BDE146DA-A4E0-4735-87B1-233E20BCB797}" dt="2024-03-28T07:30:44.386" v="1057" actId="404"/>
        <pc:sldMkLst>
          <pc:docMk/>
          <pc:sldMk cId="3265074991" sldId="616"/>
        </pc:sldMkLst>
        <pc:spChg chg="mod">
          <ac:chgData name="Shailendra Chauhan" userId="a7d3133f-e197-4b90-bf63-99a63a264234" providerId="ADAL" clId="{BDE146DA-A4E0-4735-87B1-233E20BCB797}" dt="2024-03-28T07:30:44.386" v="1057" actId="404"/>
          <ac:spMkLst>
            <pc:docMk/>
            <pc:sldMk cId="3265074991" sldId="616"/>
            <ac:spMk id="2" creationId="{14392BCC-4152-F465-CF7F-A94C992CCD7E}"/>
          </ac:spMkLst>
        </pc:spChg>
        <pc:spChg chg="mod">
          <ac:chgData name="Shailendra Chauhan" userId="a7d3133f-e197-4b90-bf63-99a63a264234" providerId="ADAL" clId="{BDE146DA-A4E0-4735-87B1-233E20BCB797}" dt="2024-03-28T07:30:39.691" v="1056" actId="20577"/>
          <ac:spMkLst>
            <pc:docMk/>
            <pc:sldMk cId="3265074991" sldId="616"/>
            <ac:spMk id="3" creationId="{1AEED819-37BC-D31E-C186-BD4884C99CED}"/>
          </ac:spMkLst>
        </pc:spChg>
      </pc:sldChg>
      <pc:sldChg chg="modSp new mod">
        <pc:chgData name="Shailendra Chauhan" userId="a7d3133f-e197-4b90-bf63-99a63a264234" providerId="ADAL" clId="{BDE146DA-A4E0-4735-87B1-233E20BCB797}" dt="2024-03-28T07:36:55.537" v="1078" actId="27636"/>
        <pc:sldMkLst>
          <pc:docMk/>
          <pc:sldMk cId="3048291790" sldId="617"/>
        </pc:sldMkLst>
        <pc:spChg chg="mod">
          <ac:chgData name="Shailendra Chauhan" userId="a7d3133f-e197-4b90-bf63-99a63a264234" providerId="ADAL" clId="{BDE146DA-A4E0-4735-87B1-233E20BCB797}" dt="2024-03-28T07:36:55.537" v="1078" actId="27636"/>
          <ac:spMkLst>
            <pc:docMk/>
            <pc:sldMk cId="3048291790" sldId="617"/>
            <ac:spMk id="2" creationId="{9ECF727C-6B07-9197-DC72-F9616466AAD6}"/>
          </ac:spMkLst>
        </pc:spChg>
        <pc:spChg chg="mod">
          <ac:chgData name="Shailendra Chauhan" userId="a7d3133f-e197-4b90-bf63-99a63a264234" providerId="ADAL" clId="{BDE146DA-A4E0-4735-87B1-233E20BCB797}" dt="2024-03-28T07:35:26.234" v="1073" actId="20577"/>
          <ac:spMkLst>
            <pc:docMk/>
            <pc:sldMk cId="3048291790" sldId="617"/>
            <ac:spMk id="3" creationId="{FF0AC990-F640-FE63-19E3-266AFED29CFC}"/>
          </ac:spMkLst>
        </pc:spChg>
      </pc:sldChg>
      <pc:sldChg chg="modSp new mod">
        <pc:chgData name="Shailendra Chauhan" userId="a7d3133f-e197-4b90-bf63-99a63a264234" providerId="ADAL" clId="{BDE146DA-A4E0-4735-87B1-233E20BCB797}" dt="2024-03-28T07:38:14.210" v="1126" actId="113"/>
        <pc:sldMkLst>
          <pc:docMk/>
          <pc:sldMk cId="851214121" sldId="618"/>
        </pc:sldMkLst>
        <pc:spChg chg="mod">
          <ac:chgData name="Shailendra Chauhan" userId="a7d3133f-e197-4b90-bf63-99a63a264234" providerId="ADAL" clId="{BDE146DA-A4E0-4735-87B1-233E20BCB797}" dt="2024-03-28T07:38:14.210" v="1126" actId="113"/>
          <ac:spMkLst>
            <pc:docMk/>
            <pc:sldMk cId="851214121" sldId="618"/>
            <ac:spMk id="2" creationId="{3C33C84F-855F-CBB3-1F5C-DEFD25D18D55}"/>
          </ac:spMkLst>
        </pc:spChg>
        <pc:spChg chg="mod">
          <ac:chgData name="Shailendra Chauhan" userId="a7d3133f-e197-4b90-bf63-99a63a264234" providerId="ADAL" clId="{BDE146DA-A4E0-4735-87B1-233E20BCB797}" dt="2024-03-28T07:37:21.748" v="1102" actId="20577"/>
          <ac:spMkLst>
            <pc:docMk/>
            <pc:sldMk cId="851214121" sldId="618"/>
            <ac:spMk id="3" creationId="{AB595E02-276C-7047-1909-616E4EBAA09F}"/>
          </ac:spMkLst>
        </pc:spChg>
      </pc:sldChg>
      <pc:sldChg chg="modSp new mod">
        <pc:chgData name="Shailendra Chauhan" userId="a7d3133f-e197-4b90-bf63-99a63a264234" providerId="ADAL" clId="{BDE146DA-A4E0-4735-87B1-233E20BCB797}" dt="2024-03-28T07:40:09.407" v="1150" actId="20577"/>
        <pc:sldMkLst>
          <pc:docMk/>
          <pc:sldMk cId="1257918332" sldId="619"/>
        </pc:sldMkLst>
        <pc:spChg chg="mod">
          <ac:chgData name="Shailendra Chauhan" userId="a7d3133f-e197-4b90-bf63-99a63a264234" providerId="ADAL" clId="{BDE146DA-A4E0-4735-87B1-233E20BCB797}" dt="2024-03-28T07:40:09.407" v="1150" actId="20577"/>
          <ac:spMkLst>
            <pc:docMk/>
            <pc:sldMk cId="1257918332" sldId="619"/>
            <ac:spMk id="2" creationId="{BAEC4068-625A-29CC-7083-06A7A4769ADE}"/>
          </ac:spMkLst>
        </pc:spChg>
        <pc:spChg chg="mod">
          <ac:chgData name="Shailendra Chauhan" userId="a7d3133f-e197-4b90-bf63-99a63a264234" providerId="ADAL" clId="{BDE146DA-A4E0-4735-87B1-233E20BCB797}" dt="2024-03-28T07:39:59.505" v="1149" actId="20577"/>
          <ac:spMkLst>
            <pc:docMk/>
            <pc:sldMk cId="1257918332" sldId="619"/>
            <ac:spMk id="3" creationId="{A297542F-0BF9-B53E-DD6D-D31AA1075DFF}"/>
          </ac:spMkLst>
        </pc:spChg>
      </pc:sldChg>
      <pc:sldChg chg="modSp new mod">
        <pc:chgData name="Shailendra Chauhan" userId="a7d3133f-e197-4b90-bf63-99a63a264234" providerId="ADAL" clId="{BDE146DA-A4E0-4735-87B1-233E20BCB797}" dt="2024-03-28T07:41:00.214" v="1169" actId="123"/>
        <pc:sldMkLst>
          <pc:docMk/>
          <pc:sldMk cId="3809635258" sldId="620"/>
        </pc:sldMkLst>
        <pc:spChg chg="mod">
          <ac:chgData name="Shailendra Chauhan" userId="a7d3133f-e197-4b90-bf63-99a63a264234" providerId="ADAL" clId="{BDE146DA-A4E0-4735-87B1-233E20BCB797}" dt="2024-03-28T07:41:00.214" v="1169" actId="123"/>
          <ac:spMkLst>
            <pc:docMk/>
            <pc:sldMk cId="3809635258" sldId="620"/>
            <ac:spMk id="2" creationId="{4BD511ED-AB78-E1AF-86DC-BE10A9C69CF3}"/>
          </ac:spMkLst>
        </pc:spChg>
        <pc:spChg chg="mod">
          <ac:chgData name="Shailendra Chauhan" userId="a7d3133f-e197-4b90-bf63-99a63a264234" providerId="ADAL" clId="{BDE146DA-A4E0-4735-87B1-233E20BCB797}" dt="2024-03-28T07:40:39.536" v="1161" actId="20577"/>
          <ac:spMkLst>
            <pc:docMk/>
            <pc:sldMk cId="3809635258" sldId="620"/>
            <ac:spMk id="3" creationId="{4AE1A968-7235-57E8-3D89-FD45DEF20DF6}"/>
          </ac:spMkLst>
        </pc:spChg>
      </pc:sldChg>
      <pc:sldChg chg="modSp new mod">
        <pc:chgData name="Shailendra Chauhan" userId="a7d3133f-e197-4b90-bf63-99a63a264234" providerId="ADAL" clId="{BDE146DA-A4E0-4735-87B1-233E20BCB797}" dt="2024-03-28T07:44:05.722" v="1223" actId="20577"/>
        <pc:sldMkLst>
          <pc:docMk/>
          <pc:sldMk cId="1491759654" sldId="621"/>
        </pc:sldMkLst>
        <pc:spChg chg="mod">
          <ac:chgData name="Shailendra Chauhan" userId="a7d3133f-e197-4b90-bf63-99a63a264234" providerId="ADAL" clId="{BDE146DA-A4E0-4735-87B1-233E20BCB797}" dt="2024-03-28T07:44:05.722" v="1223" actId="20577"/>
          <ac:spMkLst>
            <pc:docMk/>
            <pc:sldMk cId="1491759654" sldId="621"/>
            <ac:spMk id="2" creationId="{22EB2603-A7F9-A480-548F-A3F8FF840A1A}"/>
          </ac:spMkLst>
        </pc:spChg>
        <pc:spChg chg="mod">
          <ac:chgData name="Shailendra Chauhan" userId="a7d3133f-e197-4b90-bf63-99a63a264234" providerId="ADAL" clId="{BDE146DA-A4E0-4735-87B1-233E20BCB797}" dt="2024-03-28T07:41:32.049" v="1187" actId="20577"/>
          <ac:spMkLst>
            <pc:docMk/>
            <pc:sldMk cId="1491759654" sldId="621"/>
            <ac:spMk id="3" creationId="{23C2737C-B890-2D73-4DEE-1FB167C4B123}"/>
          </ac:spMkLst>
        </pc:spChg>
      </pc:sldChg>
      <pc:sldChg chg="modSp new mod">
        <pc:chgData name="Shailendra Chauhan" userId="a7d3133f-e197-4b90-bf63-99a63a264234" providerId="ADAL" clId="{BDE146DA-A4E0-4735-87B1-233E20BCB797}" dt="2024-03-28T07:45:47.163" v="1267" actId="113"/>
        <pc:sldMkLst>
          <pc:docMk/>
          <pc:sldMk cId="468279106" sldId="622"/>
        </pc:sldMkLst>
        <pc:spChg chg="mod">
          <ac:chgData name="Shailendra Chauhan" userId="a7d3133f-e197-4b90-bf63-99a63a264234" providerId="ADAL" clId="{BDE146DA-A4E0-4735-87B1-233E20BCB797}" dt="2024-03-28T07:45:47.163" v="1267" actId="113"/>
          <ac:spMkLst>
            <pc:docMk/>
            <pc:sldMk cId="468279106" sldId="622"/>
            <ac:spMk id="2" creationId="{BBC9C276-557F-F122-1DAE-C9119D98289B}"/>
          </ac:spMkLst>
        </pc:spChg>
        <pc:spChg chg="mod">
          <ac:chgData name="Shailendra Chauhan" userId="a7d3133f-e197-4b90-bf63-99a63a264234" providerId="ADAL" clId="{BDE146DA-A4E0-4735-87B1-233E20BCB797}" dt="2024-03-28T07:45:11.621" v="1247" actId="20577"/>
          <ac:spMkLst>
            <pc:docMk/>
            <pc:sldMk cId="468279106" sldId="622"/>
            <ac:spMk id="3" creationId="{BD81B29C-88FD-53E1-3905-66C2AEA55BD8}"/>
          </ac:spMkLst>
        </pc:spChg>
      </pc:sldChg>
      <pc:sldChg chg="modSp new mod">
        <pc:chgData name="Shailendra Chauhan" userId="a7d3133f-e197-4b90-bf63-99a63a264234" providerId="ADAL" clId="{BDE146DA-A4E0-4735-87B1-233E20BCB797}" dt="2024-03-28T07:46:25.456" v="1289" actId="113"/>
        <pc:sldMkLst>
          <pc:docMk/>
          <pc:sldMk cId="742315382" sldId="623"/>
        </pc:sldMkLst>
        <pc:spChg chg="mod">
          <ac:chgData name="Shailendra Chauhan" userId="a7d3133f-e197-4b90-bf63-99a63a264234" providerId="ADAL" clId="{BDE146DA-A4E0-4735-87B1-233E20BCB797}" dt="2024-03-28T07:46:25.456" v="1289" actId="113"/>
          <ac:spMkLst>
            <pc:docMk/>
            <pc:sldMk cId="742315382" sldId="623"/>
            <ac:spMk id="2" creationId="{8C9CF94F-5775-ED03-EBA1-F838C369DAB1}"/>
          </ac:spMkLst>
        </pc:spChg>
        <pc:spChg chg="mod">
          <ac:chgData name="Shailendra Chauhan" userId="a7d3133f-e197-4b90-bf63-99a63a264234" providerId="ADAL" clId="{BDE146DA-A4E0-4735-87B1-233E20BCB797}" dt="2024-03-28T07:45:58.064" v="1270" actId="20577"/>
          <ac:spMkLst>
            <pc:docMk/>
            <pc:sldMk cId="742315382" sldId="623"/>
            <ac:spMk id="3" creationId="{B6626CDB-A294-0274-1505-28E3B1C68DE2}"/>
          </ac:spMkLst>
        </pc:spChg>
      </pc:sldChg>
      <pc:sldChg chg="modSp new mod">
        <pc:chgData name="Shailendra Chauhan" userId="a7d3133f-e197-4b90-bf63-99a63a264234" providerId="ADAL" clId="{BDE146DA-A4E0-4735-87B1-233E20BCB797}" dt="2024-03-28T07:47:12.847" v="1308" actId="20577"/>
        <pc:sldMkLst>
          <pc:docMk/>
          <pc:sldMk cId="3289074435" sldId="624"/>
        </pc:sldMkLst>
        <pc:spChg chg="mod">
          <ac:chgData name="Shailendra Chauhan" userId="a7d3133f-e197-4b90-bf63-99a63a264234" providerId="ADAL" clId="{BDE146DA-A4E0-4735-87B1-233E20BCB797}" dt="2024-03-28T07:47:06.328" v="1306" actId="27636"/>
          <ac:spMkLst>
            <pc:docMk/>
            <pc:sldMk cId="3289074435" sldId="624"/>
            <ac:spMk id="2" creationId="{ED56ACF4-31C7-6F1E-5B13-2A178D2B57C1}"/>
          </ac:spMkLst>
        </pc:spChg>
        <pc:spChg chg="mod">
          <ac:chgData name="Shailendra Chauhan" userId="a7d3133f-e197-4b90-bf63-99a63a264234" providerId="ADAL" clId="{BDE146DA-A4E0-4735-87B1-233E20BCB797}" dt="2024-03-28T07:47:12.847" v="1308" actId="20577"/>
          <ac:spMkLst>
            <pc:docMk/>
            <pc:sldMk cId="3289074435" sldId="624"/>
            <ac:spMk id="3" creationId="{19C4542E-421E-C6EE-51C0-EB97619B2982}"/>
          </ac:spMkLst>
        </pc:spChg>
      </pc:sldChg>
      <pc:sldChg chg="modSp new mod">
        <pc:chgData name="Shailendra Chauhan" userId="a7d3133f-e197-4b90-bf63-99a63a264234" providerId="ADAL" clId="{BDE146DA-A4E0-4735-87B1-233E20BCB797}" dt="2024-03-28T07:47:59.983" v="1337" actId="123"/>
        <pc:sldMkLst>
          <pc:docMk/>
          <pc:sldMk cId="2094944111" sldId="625"/>
        </pc:sldMkLst>
        <pc:spChg chg="mod">
          <ac:chgData name="Shailendra Chauhan" userId="a7d3133f-e197-4b90-bf63-99a63a264234" providerId="ADAL" clId="{BDE146DA-A4E0-4735-87B1-233E20BCB797}" dt="2024-03-28T07:47:59.983" v="1337" actId="123"/>
          <ac:spMkLst>
            <pc:docMk/>
            <pc:sldMk cId="2094944111" sldId="625"/>
            <ac:spMk id="2" creationId="{3916B654-756E-9D38-0BC4-FA18EB10DCEF}"/>
          </ac:spMkLst>
        </pc:spChg>
        <pc:spChg chg="mod">
          <ac:chgData name="Shailendra Chauhan" userId="a7d3133f-e197-4b90-bf63-99a63a264234" providerId="ADAL" clId="{BDE146DA-A4E0-4735-87B1-233E20BCB797}" dt="2024-03-28T07:47:28.801" v="1329" actId="20577"/>
          <ac:spMkLst>
            <pc:docMk/>
            <pc:sldMk cId="2094944111" sldId="625"/>
            <ac:spMk id="3" creationId="{7B383B5B-48D9-343E-5892-44331F5BDE89}"/>
          </ac:spMkLst>
        </pc:spChg>
      </pc:sldChg>
      <pc:sldChg chg="modSp new mod modShow">
        <pc:chgData name="Shailendra Chauhan" userId="a7d3133f-e197-4b90-bf63-99a63a264234" providerId="ADAL" clId="{BDE146DA-A4E0-4735-87B1-233E20BCB797}" dt="2024-03-28T07:50:56.577" v="1343" actId="729"/>
        <pc:sldMkLst>
          <pc:docMk/>
          <pc:sldMk cId="2684636291" sldId="626"/>
        </pc:sldMkLst>
        <pc:spChg chg="mod">
          <ac:chgData name="Shailendra Chauhan" userId="a7d3133f-e197-4b90-bf63-99a63a264234" providerId="ADAL" clId="{BDE146DA-A4E0-4735-87B1-233E20BCB797}" dt="2024-03-28T07:50:25.658" v="1341" actId="20577"/>
          <ac:spMkLst>
            <pc:docMk/>
            <pc:sldMk cId="2684636291" sldId="626"/>
            <ac:spMk id="2" creationId="{BC68DD53-7EBE-F479-5316-BDE47AD808A0}"/>
          </ac:spMkLst>
        </pc:spChg>
        <pc:spChg chg="mod">
          <ac:chgData name="Shailendra Chauhan" userId="a7d3133f-e197-4b90-bf63-99a63a264234" providerId="ADAL" clId="{BDE146DA-A4E0-4735-87B1-233E20BCB797}" dt="2024-03-28T07:50:31.473" v="1342"/>
          <ac:spMkLst>
            <pc:docMk/>
            <pc:sldMk cId="2684636291" sldId="626"/>
            <ac:spMk id="3" creationId="{191C29DF-14DC-F469-0C60-33A218885B8F}"/>
          </ac:spMkLst>
        </pc:spChg>
      </pc:sldChg>
      <pc:sldChg chg="addSp delSp modSp new mod modClrScheme chgLayout modNotesTx">
        <pc:chgData name="Shailendra Chauhan" userId="a7d3133f-e197-4b90-bf63-99a63a264234" providerId="ADAL" clId="{BDE146DA-A4E0-4735-87B1-233E20BCB797}" dt="2024-03-29T08:13:28.676" v="1493"/>
        <pc:sldMkLst>
          <pc:docMk/>
          <pc:sldMk cId="2278520162" sldId="627"/>
        </pc:sldMkLst>
        <pc:spChg chg="del">
          <ac:chgData name="Shailendra Chauhan" userId="a7d3133f-e197-4b90-bf63-99a63a264234" providerId="ADAL" clId="{BDE146DA-A4E0-4735-87B1-233E20BCB797}" dt="2024-03-29T05:13:53.576" v="1468"/>
          <ac:spMkLst>
            <pc:docMk/>
            <pc:sldMk cId="2278520162" sldId="627"/>
            <ac:spMk id="2" creationId="{79A34863-D763-14CF-8578-B6AB0C355823}"/>
          </ac:spMkLst>
        </pc:spChg>
        <pc:spChg chg="del">
          <ac:chgData name="Shailendra Chauhan" userId="a7d3133f-e197-4b90-bf63-99a63a264234" providerId="ADAL" clId="{BDE146DA-A4E0-4735-87B1-233E20BCB797}" dt="2024-03-29T05:14:32.700" v="1472" actId="700"/>
          <ac:spMkLst>
            <pc:docMk/>
            <pc:sldMk cId="2278520162" sldId="627"/>
            <ac:spMk id="3" creationId="{7F920DEC-F076-AC32-28FA-12D72080D697}"/>
          </ac:spMkLst>
        </pc:spChg>
        <pc:spChg chg="add mod ord">
          <ac:chgData name="Shailendra Chauhan" userId="a7d3133f-e197-4b90-bf63-99a63a264234" providerId="ADAL" clId="{BDE146DA-A4E0-4735-87B1-233E20BCB797}" dt="2024-03-29T05:20:00.856" v="1492" actId="14100"/>
          <ac:spMkLst>
            <pc:docMk/>
            <pc:sldMk cId="2278520162" sldId="627"/>
            <ac:spMk id="6" creationId="{EB7F4B5F-4A4F-405C-36C0-BD3FF5848743}"/>
          </ac:spMkLst>
        </pc:spChg>
        <pc:picChg chg="add mod ord">
          <ac:chgData name="Shailendra Chauhan" userId="a7d3133f-e197-4b90-bf63-99a63a264234" providerId="ADAL" clId="{BDE146DA-A4E0-4735-87B1-233E20BCB797}" dt="2024-03-29T05:14:43.104" v="1476" actId="1076"/>
          <ac:picMkLst>
            <pc:docMk/>
            <pc:sldMk cId="2278520162" sldId="627"/>
            <ac:picMk id="5" creationId="{5D95486C-7062-0837-E769-EC81C48602CD}"/>
          </ac:picMkLst>
        </pc:picChg>
      </pc:sldChg>
      <pc:sldChg chg="addSp delSp modSp add mod ord modNotesTx">
        <pc:chgData name="Shailendra Chauhan" userId="a7d3133f-e197-4b90-bf63-99a63a264234" providerId="ADAL" clId="{BDE146DA-A4E0-4735-87B1-233E20BCB797}" dt="2024-03-29T08:23:57.498" v="1520"/>
        <pc:sldMkLst>
          <pc:docMk/>
          <pc:sldMk cId="786742994" sldId="628"/>
        </pc:sldMkLst>
        <pc:picChg chg="add del mod">
          <ac:chgData name="Shailendra Chauhan" userId="a7d3133f-e197-4b90-bf63-99a63a264234" providerId="ADAL" clId="{BDE146DA-A4E0-4735-87B1-233E20BCB797}" dt="2024-03-29T08:22:35.708" v="1514" actId="478"/>
          <ac:picMkLst>
            <pc:docMk/>
            <pc:sldMk cId="786742994" sldId="628"/>
            <ac:picMk id="3" creationId="{F4072217-CD27-90EE-83C0-E69CF8D63444}"/>
          </ac:picMkLst>
        </pc:picChg>
        <pc:picChg chg="del">
          <ac:chgData name="Shailendra Chauhan" userId="a7d3133f-e197-4b90-bf63-99a63a264234" providerId="ADAL" clId="{BDE146DA-A4E0-4735-87B1-233E20BCB797}" dt="2024-03-29T08:15:32.477" v="1507" actId="478"/>
          <ac:picMkLst>
            <pc:docMk/>
            <pc:sldMk cId="786742994" sldId="628"/>
            <ac:picMk id="5" creationId="{5D95486C-7062-0837-E769-EC81C48602CD}"/>
          </ac:picMkLst>
        </pc:picChg>
        <pc:picChg chg="add mod">
          <ac:chgData name="Shailendra Chauhan" userId="a7d3133f-e197-4b90-bf63-99a63a264234" providerId="ADAL" clId="{BDE146DA-A4E0-4735-87B1-233E20BCB797}" dt="2024-03-29T08:22:53.462" v="1519" actId="1076"/>
          <ac:picMkLst>
            <pc:docMk/>
            <pc:sldMk cId="786742994" sldId="628"/>
            <ac:picMk id="7" creationId="{98CB8625-7829-4447-E001-2320F61C9FA1}"/>
          </ac:picMkLst>
        </pc:picChg>
      </pc:sldChg>
      <pc:sldChg chg="addSp delSp modSp add mod ord modNotesTx">
        <pc:chgData name="Shailendra Chauhan" userId="a7d3133f-e197-4b90-bf63-99a63a264234" providerId="ADAL" clId="{BDE146DA-A4E0-4735-87B1-233E20BCB797}" dt="2024-03-29T09:36:49.068" v="1541" actId="14100"/>
        <pc:sldMkLst>
          <pc:docMk/>
          <pc:sldMk cId="4066374643" sldId="629"/>
        </pc:sldMkLst>
        <pc:picChg chg="add del mod">
          <ac:chgData name="Shailendra Chauhan" userId="a7d3133f-e197-4b90-bf63-99a63a264234" providerId="ADAL" clId="{BDE146DA-A4E0-4735-87B1-233E20BCB797}" dt="2024-03-29T09:36:40.011" v="1534" actId="478"/>
          <ac:picMkLst>
            <pc:docMk/>
            <pc:sldMk cId="4066374643" sldId="629"/>
            <ac:picMk id="3" creationId="{118CAFCB-26B7-BEC7-5D2E-BDEA002EAFEB}"/>
          </ac:picMkLst>
        </pc:picChg>
        <pc:picChg chg="add mod">
          <ac:chgData name="Shailendra Chauhan" userId="a7d3133f-e197-4b90-bf63-99a63a264234" providerId="ADAL" clId="{BDE146DA-A4E0-4735-87B1-233E20BCB797}" dt="2024-03-29T09:36:49.068" v="1541" actId="14100"/>
          <ac:picMkLst>
            <pc:docMk/>
            <pc:sldMk cId="4066374643" sldId="629"/>
            <ac:picMk id="5" creationId="{F137063D-A767-41FC-6F73-E4B98B5F9980}"/>
          </ac:picMkLst>
        </pc:picChg>
        <pc:picChg chg="del">
          <ac:chgData name="Shailendra Chauhan" userId="a7d3133f-e197-4b90-bf63-99a63a264234" providerId="ADAL" clId="{BDE146DA-A4E0-4735-87B1-233E20BCB797}" dt="2024-03-29T08:26:08.921" v="1528" actId="478"/>
          <ac:picMkLst>
            <pc:docMk/>
            <pc:sldMk cId="4066374643" sldId="629"/>
            <ac:picMk id="7" creationId="{98CB8625-7829-4447-E001-2320F61C9FA1}"/>
          </ac:picMkLst>
        </pc:picChg>
      </pc:sldChg>
      <pc:sldChg chg="addSp delSp modSp add mod ord modNotesTx">
        <pc:chgData name="Shailendra Chauhan" userId="a7d3133f-e197-4b90-bf63-99a63a264234" providerId="ADAL" clId="{BDE146DA-A4E0-4735-87B1-233E20BCB797}" dt="2024-03-29T09:51:09.545" v="1561"/>
        <pc:sldMkLst>
          <pc:docMk/>
          <pc:sldMk cId="197110304" sldId="630"/>
        </pc:sldMkLst>
        <pc:picChg chg="add del mod">
          <ac:chgData name="Shailendra Chauhan" userId="a7d3133f-e197-4b90-bf63-99a63a264234" providerId="ADAL" clId="{BDE146DA-A4E0-4735-87B1-233E20BCB797}" dt="2024-03-29T09:50:34.163" v="1554" actId="478"/>
          <ac:picMkLst>
            <pc:docMk/>
            <pc:sldMk cId="197110304" sldId="630"/>
            <ac:picMk id="3" creationId="{866D0D8E-7434-F55E-5A0F-D9A5B4CD8CD9}"/>
          </ac:picMkLst>
        </pc:picChg>
        <pc:picChg chg="del">
          <ac:chgData name="Shailendra Chauhan" userId="a7d3133f-e197-4b90-bf63-99a63a264234" providerId="ADAL" clId="{BDE146DA-A4E0-4735-87B1-233E20BCB797}" dt="2024-03-29T09:37:41.571" v="1543" actId="478"/>
          <ac:picMkLst>
            <pc:docMk/>
            <pc:sldMk cId="197110304" sldId="630"/>
            <ac:picMk id="5" creationId="{F137063D-A767-41FC-6F73-E4B98B5F9980}"/>
          </ac:picMkLst>
        </pc:picChg>
        <pc:picChg chg="add mod">
          <ac:chgData name="Shailendra Chauhan" userId="a7d3133f-e197-4b90-bf63-99a63a264234" providerId="ADAL" clId="{BDE146DA-A4E0-4735-87B1-233E20BCB797}" dt="2024-03-29T09:50:45.840" v="1560" actId="14100"/>
          <ac:picMkLst>
            <pc:docMk/>
            <pc:sldMk cId="197110304" sldId="630"/>
            <ac:picMk id="7" creationId="{F87AAFD1-0396-F255-7781-C117E98F300F}"/>
          </ac:picMkLst>
        </pc:picChg>
      </pc:sldChg>
      <pc:sldChg chg="addSp delSp modSp add mod ord modNotesTx">
        <pc:chgData name="Shailendra Chauhan" userId="a7d3133f-e197-4b90-bf63-99a63a264234" providerId="ADAL" clId="{BDE146DA-A4E0-4735-87B1-233E20BCB797}" dt="2024-03-29T10:17:47.907" v="1576" actId="1076"/>
        <pc:sldMkLst>
          <pc:docMk/>
          <pc:sldMk cId="432525759" sldId="631"/>
        </pc:sldMkLst>
        <pc:picChg chg="add mod">
          <ac:chgData name="Shailendra Chauhan" userId="a7d3133f-e197-4b90-bf63-99a63a264234" providerId="ADAL" clId="{BDE146DA-A4E0-4735-87B1-233E20BCB797}" dt="2024-03-29T10:17:47.907" v="1576" actId="1076"/>
          <ac:picMkLst>
            <pc:docMk/>
            <pc:sldMk cId="432525759" sldId="631"/>
            <ac:picMk id="3" creationId="{64C7B05E-E4A8-BFEF-CBCC-1BB9179ACD6C}"/>
          </ac:picMkLst>
        </pc:picChg>
        <pc:picChg chg="del">
          <ac:chgData name="Shailendra Chauhan" userId="a7d3133f-e197-4b90-bf63-99a63a264234" providerId="ADAL" clId="{BDE146DA-A4E0-4735-87B1-233E20BCB797}" dt="2024-03-29T09:51:38.889" v="1564" actId="478"/>
          <ac:picMkLst>
            <pc:docMk/>
            <pc:sldMk cId="432525759" sldId="631"/>
            <ac:picMk id="7" creationId="{F87AAFD1-0396-F255-7781-C117E98F300F}"/>
          </ac:picMkLst>
        </pc:picChg>
      </pc:sldChg>
      <pc:sldChg chg="addSp modSp add mod ord modNotesTx">
        <pc:chgData name="Shailendra Chauhan" userId="a7d3133f-e197-4b90-bf63-99a63a264234" providerId="ADAL" clId="{BDE146DA-A4E0-4735-87B1-233E20BCB797}" dt="2024-03-29T10:25:22.068" v="1583" actId="1076"/>
        <pc:sldMkLst>
          <pc:docMk/>
          <pc:sldMk cId="842336992" sldId="632"/>
        </pc:sldMkLst>
        <pc:picChg chg="add mod">
          <ac:chgData name="Shailendra Chauhan" userId="a7d3133f-e197-4b90-bf63-99a63a264234" providerId="ADAL" clId="{BDE146DA-A4E0-4735-87B1-233E20BCB797}" dt="2024-03-29T10:25:22.068" v="1583" actId="1076"/>
          <ac:picMkLst>
            <pc:docMk/>
            <pc:sldMk cId="842336992" sldId="632"/>
            <ac:picMk id="3" creationId="{83FF8A12-E8CA-7F15-2E8A-F5C2690D3C00}"/>
          </ac:picMkLst>
        </pc:picChg>
      </pc:sldChg>
      <pc:sldChg chg="modSp mod">
        <pc:chgData name="Shailendra Chauhan" userId="a7d3133f-e197-4b90-bf63-99a63a264234" providerId="ADAL" clId="{BDE146DA-A4E0-4735-87B1-233E20BCB797}" dt="2024-03-30T11:29:48.329" v="1619" actId="732"/>
        <pc:sldMkLst>
          <pc:docMk/>
          <pc:sldMk cId="3420991088" sldId="633"/>
        </pc:sldMkLst>
        <pc:picChg chg="mod modCrop">
          <ac:chgData name="Shailendra Chauhan" userId="a7d3133f-e197-4b90-bf63-99a63a264234" providerId="ADAL" clId="{BDE146DA-A4E0-4735-87B1-233E20BCB797}" dt="2024-03-30T11:29:48.329" v="1619" actId="732"/>
          <ac:picMkLst>
            <pc:docMk/>
            <pc:sldMk cId="3420991088" sldId="633"/>
            <ac:picMk id="4" creationId="{7FB924F7-9217-1E37-8D6D-C54D10FBAF27}"/>
          </ac:picMkLst>
        </pc:picChg>
      </pc:sldChg>
      <pc:sldChg chg="modSp mod">
        <pc:chgData name="Shailendra Chauhan" userId="a7d3133f-e197-4b90-bf63-99a63a264234" providerId="ADAL" clId="{BDE146DA-A4E0-4735-87B1-233E20BCB797}" dt="2024-03-31T04:32:50.168" v="1633" actId="1037"/>
        <pc:sldMkLst>
          <pc:docMk/>
          <pc:sldMk cId="898091090" sldId="635"/>
        </pc:sldMkLst>
        <pc:picChg chg="mod">
          <ac:chgData name="Shailendra Chauhan" userId="a7d3133f-e197-4b90-bf63-99a63a264234" providerId="ADAL" clId="{BDE146DA-A4E0-4735-87B1-233E20BCB797}" dt="2024-03-31T04:32:50.168" v="1633" actId="1037"/>
          <ac:picMkLst>
            <pc:docMk/>
            <pc:sldMk cId="898091090" sldId="635"/>
            <ac:picMk id="2" creationId="{4252A870-DAA9-ECC9-C15D-2FCFA48F2909}"/>
          </ac:picMkLst>
        </pc:picChg>
      </pc:sldChg>
      <pc:sldMasterChg chg="addSp modSp addSldLayout modSldLayout">
        <pc:chgData name="Shailendra Chauhan" userId="a7d3133f-e197-4b90-bf63-99a63a264234" providerId="ADAL" clId="{BDE146DA-A4E0-4735-87B1-233E20BCB797}" dt="2024-03-28T16:33:41.182" v="1455"/>
        <pc:sldMasterMkLst>
          <pc:docMk/>
          <pc:sldMasterMk cId="3873625259" sldId="2147483676"/>
        </pc:sldMasterMkLst>
        <pc:spChg chg="add mod">
          <ac:chgData name="Shailendra Chauhan" userId="a7d3133f-e197-4b90-bf63-99a63a264234" providerId="ADAL" clId="{BDE146DA-A4E0-4735-87B1-233E20BCB797}" dt="2024-03-28T16:33:41.182" v="1455"/>
          <ac:spMkLst>
            <pc:docMk/>
            <pc:sldMasterMk cId="3873625259" sldId="2147483676"/>
            <ac:spMk id="2" creationId="{65011D6B-F157-01B5-14E0-B91CF079C42A}"/>
          </ac:spMkLst>
        </pc:spChg>
        <pc:sldLayoutChg chg="addSp delSp modSp new mod">
          <pc:chgData name="Shailendra Chauhan" userId="a7d3133f-e197-4b90-bf63-99a63a264234" providerId="ADAL" clId="{BDE146DA-A4E0-4735-87B1-233E20BCB797}" dt="2024-03-28T16:29:44.557" v="1438"/>
          <pc:sldLayoutMkLst>
            <pc:docMk/>
            <pc:sldMasterMk cId="1357477642" sldId="2147483697"/>
            <pc:sldLayoutMk cId="2680857938" sldId="2147483696"/>
          </pc:sldLayoutMkLst>
          <pc:spChg chg="del">
            <ac:chgData name="Shailendra Chauhan" userId="a7d3133f-e197-4b90-bf63-99a63a264234" providerId="ADAL" clId="{BDE146DA-A4E0-4735-87B1-233E20BCB797}" dt="2024-03-28T16:28:56.158" v="1435" actId="478"/>
            <ac:spMkLst>
              <pc:docMk/>
              <pc:sldMasterMk cId="1357477642" sldId="2147483697"/>
              <pc:sldLayoutMk cId="2680857938" sldId="2147483696"/>
              <ac:spMk id="2" creationId="{0A7E7EAE-76EB-DAD8-E664-ABA410674477}"/>
            </ac:spMkLst>
          </pc:spChg>
          <pc:spChg chg="add mod">
            <ac:chgData name="Shailendra Chauhan" userId="a7d3133f-e197-4b90-bf63-99a63a264234" providerId="ADAL" clId="{BDE146DA-A4E0-4735-87B1-233E20BCB797}" dt="2024-03-28T16:29:29.342" v="1436"/>
            <ac:spMkLst>
              <pc:docMk/>
              <pc:sldMasterMk cId="1357477642" sldId="2147483697"/>
              <pc:sldLayoutMk cId="2680857938" sldId="2147483696"/>
              <ac:spMk id="3" creationId="{EA4D5B20-1B62-EA2E-28AF-620EDB3FFC14}"/>
            </ac:spMkLst>
          </pc:spChg>
          <pc:spChg chg="add mod">
            <ac:chgData name="Shailendra Chauhan" userId="a7d3133f-e197-4b90-bf63-99a63a264234" providerId="ADAL" clId="{BDE146DA-A4E0-4735-87B1-233E20BCB797}" dt="2024-03-28T16:29:36.578" v="1437" actId="207"/>
            <ac:spMkLst>
              <pc:docMk/>
              <pc:sldMasterMk cId="1357477642" sldId="2147483697"/>
              <pc:sldLayoutMk cId="2680857938" sldId="2147483696"/>
              <ac:spMk id="4" creationId="{0954F7F8-633C-1056-C63B-72D51AC724CC}"/>
            </ac:spMkLst>
          </pc:spChg>
          <pc:picChg chg="add mod">
            <ac:chgData name="Shailendra Chauhan" userId="a7d3133f-e197-4b90-bf63-99a63a264234" providerId="ADAL" clId="{BDE146DA-A4E0-4735-87B1-233E20BCB797}" dt="2024-03-28T16:29:44.557" v="1438"/>
            <ac:picMkLst>
              <pc:docMk/>
              <pc:sldMasterMk cId="1357477642" sldId="2147483697"/>
              <pc:sldLayoutMk cId="2680857938" sldId="2147483696"/>
              <ac:picMk id="5" creationId="{56354A01-F921-A9C1-2272-29D54C10F4BA}"/>
            </ac:picMkLst>
          </pc:picChg>
        </pc:sldLayoutChg>
      </pc:sldMasterChg>
      <pc:sldMasterChg chg="new del mod addSldLayout delSldLayout">
        <pc:chgData name="Shailendra Chauhan" userId="a7d3133f-e197-4b90-bf63-99a63a264234" providerId="ADAL" clId="{BDE146DA-A4E0-4735-87B1-233E20BCB797}" dt="2024-03-28T16:28:43.523" v="1433" actId="6938"/>
        <pc:sldMasterMkLst>
          <pc:docMk/>
          <pc:sldMasterMk cId="50912909" sldId="2147483696"/>
        </pc:sldMasterMkLst>
        <pc:sldLayoutChg chg="new del replId">
          <pc:chgData name="Shailendra Chauhan" userId="a7d3133f-e197-4b90-bf63-99a63a264234" providerId="ADAL" clId="{BDE146DA-A4E0-4735-87B1-233E20BCB797}" dt="2024-03-28T16:28:43.523" v="1433" actId="6938"/>
          <pc:sldLayoutMkLst>
            <pc:docMk/>
            <pc:sldMasterMk cId="50912909" sldId="2147483696"/>
            <pc:sldLayoutMk cId="191997116" sldId="2147483697"/>
          </pc:sldLayoutMkLst>
        </pc:sldLayoutChg>
        <pc:sldLayoutChg chg="new del replId">
          <pc:chgData name="Shailendra Chauhan" userId="a7d3133f-e197-4b90-bf63-99a63a264234" providerId="ADAL" clId="{BDE146DA-A4E0-4735-87B1-233E20BCB797}" dt="2024-03-28T16:28:43.523" v="1433" actId="6938"/>
          <pc:sldLayoutMkLst>
            <pc:docMk/>
            <pc:sldMasterMk cId="50912909" sldId="2147483696"/>
            <pc:sldLayoutMk cId="1202505574" sldId="2147483698"/>
          </pc:sldLayoutMkLst>
        </pc:sldLayoutChg>
        <pc:sldLayoutChg chg="new del replId">
          <pc:chgData name="Shailendra Chauhan" userId="a7d3133f-e197-4b90-bf63-99a63a264234" providerId="ADAL" clId="{BDE146DA-A4E0-4735-87B1-233E20BCB797}" dt="2024-03-28T16:28:43.523" v="1433" actId="6938"/>
          <pc:sldLayoutMkLst>
            <pc:docMk/>
            <pc:sldMasterMk cId="50912909" sldId="2147483696"/>
            <pc:sldLayoutMk cId="770948292" sldId="2147483699"/>
          </pc:sldLayoutMkLst>
        </pc:sldLayoutChg>
        <pc:sldLayoutChg chg="new del replId">
          <pc:chgData name="Shailendra Chauhan" userId="a7d3133f-e197-4b90-bf63-99a63a264234" providerId="ADAL" clId="{BDE146DA-A4E0-4735-87B1-233E20BCB797}" dt="2024-03-28T16:28:43.523" v="1433" actId="6938"/>
          <pc:sldLayoutMkLst>
            <pc:docMk/>
            <pc:sldMasterMk cId="50912909" sldId="2147483696"/>
            <pc:sldLayoutMk cId="4226409216" sldId="2147483700"/>
          </pc:sldLayoutMkLst>
        </pc:sldLayoutChg>
        <pc:sldLayoutChg chg="new del replId">
          <pc:chgData name="Shailendra Chauhan" userId="a7d3133f-e197-4b90-bf63-99a63a264234" providerId="ADAL" clId="{BDE146DA-A4E0-4735-87B1-233E20BCB797}" dt="2024-03-28T16:28:43.523" v="1433" actId="6938"/>
          <pc:sldLayoutMkLst>
            <pc:docMk/>
            <pc:sldMasterMk cId="50912909" sldId="2147483696"/>
            <pc:sldLayoutMk cId="663980502" sldId="2147483701"/>
          </pc:sldLayoutMkLst>
        </pc:sldLayoutChg>
        <pc:sldLayoutChg chg="new del replId">
          <pc:chgData name="Shailendra Chauhan" userId="a7d3133f-e197-4b90-bf63-99a63a264234" providerId="ADAL" clId="{BDE146DA-A4E0-4735-87B1-233E20BCB797}" dt="2024-03-28T16:28:43.523" v="1433" actId="6938"/>
          <pc:sldLayoutMkLst>
            <pc:docMk/>
            <pc:sldMasterMk cId="50912909" sldId="2147483696"/>
            <pc:sldLayoutMk cId="3334206923" sldId="2147483702"/>
          </pc:sldLayoutMkLst>
        </pc:sldLayoutChg>
        <pc:sldLayoutChg chg="new del replId">
          <pc:chgData name="Shailendra Chauhan" userId="a7d3133f-e197-4b90-bf63-99a63a264234" providerId="ADAL" clId="{BDE146DA-A4E0-4735-87B1-233E20BCB797}" dt="2024-03-28T16:28:43.523" v="1433" actId="6938"/>
          <pc:sldLayoutMkLst>
            <pc:docMk/>
            <pc:sldMasterMk cId="50912909" sldId="2147483696"/>
            <pc:sldLayoutMk cId="3284101252" sldId="2147483703"/>
          </pc:sldLayoutMkLst>
        </pc:sldLayoutChg>
        <pc:sldLayoutChg chg="new del replId">
          <pc:chgData name="Shailendra Chauhan" userId="a7d3133f-e197-4b90-bf63-99a63a264234" providerId="ADAL" clId="{BDE146DA-A4E0-4735-87B1-233E20BCB797}" dt="2024-03-28T16:28:43.523" v="1433" actId="6938"/>
          <pc:sldLayoutMkLst>
            <pc:docMk/>
            <pc:sldMasterMk cId="50912909" sldId="2147483696"/>
            <pc:sldLayoutMk cId="3266888389" sldId="2147483704"/>
          </pc:sldLayoutMkLst>
        </pc:sldLayoutChg>
        <pc:sldLayoutChg chg="new del replId">
          <pc:chgData name="Shailendra Chauhan" userId="a7d3133f-e197-4b90-bf63-99a63a264234" providerId="ADAL" clId="{BDE146DA-A4E0-4735-87B1-233E20BCB797}" dt="2024-03-28T16:28:43.523" v="1433" actId="6938"/>
          <pc:sldLayoutMkLst>
            <pc:docMk/>
            <pc:sldMasterMk cId="50912909" sldId="2147483696"/>
            <pc:sldLayoutMk cId="723361822" sldId="2147483705"/>
          </pc:sldLayoutMkLst>
        </pc:sldLayoutChg>
        <pc:sldLayoutChg chg="new del replId">
          <pc:chgData name="Shailendra Chauhan" userId="a7d3133f-e197-4b90-bf63-99a63a264234" providerId="ADAL" clId="{BDE146DA-A4E0-4735-87B1-233E20BCB797}" dt="2024-03-28T16:28:43.523" v="1433" actId="6938"/>
          <pc:sldLayoutMkLst>
            <pc:docMk/>
            <pc:sldMasterMk cId="50912909" sldId="2147483696"/>
            <pc:sldLayoutMk cId="1052279479" sldId="2147483706"/>
          </pc:sldLayoutMkLst>
        </pc:sldLayoutChg>
        <pc:sldLayoutChg chg="new del replId">
          <pc:chgData name="Shailendra Chauhan" userId="a7d3133f-e197-4b90-bf63-99a63a264234" providerId="ADAL" clId="{BDE146DA-A4E0-4735-87B1-233E20BCB797}" dt="2024-03-28T16:28:43.523" v="1433" actId="6938"/>
          <pc:sldLayoutMkLst>
            <pc:docMk/>
            <pc:sldMasterMk cId="50912909" sldId="2147483696"/>
            <pc:sldLayoutMk cId="2173529655" sldId="2147483707"/>
          </pc:sldLayoutMkLst>
        </pc:sldLayoutChg>
      </pc:sldMasterChg>
    </pc:docChg>
  </pc:docChgLst>
  <pc:docChgLst>
    <pc:chgData name="Sakshi Dhameja" userId="S::sakshi@dotnettricks.com::ea00e08a-f285-43f8-b684-36364e247324" providerId="AD" clId="Web-{B51AF959-172E-1446-9945-5F42AD0B3753}"/>
    <pc:docChg chg="modSld">
      <pc:chgData name="Sakshi Dhameja" userId="S::sakshi@dotnettricks.com::ea00e08a-f285-43f8-b684-36364e247324" providerId="AD" clId="Web-{B51AF959-172E-1446-9945-5F42AD0B3753}" dt="2024-03-28T11:13:40.688" v="23" actId="1076"/>
      <pc:docMkLst>
        <pc:docMk/>
      </pc:docMkLst>
      <pc:sldChg chg="modSp">
        <pc:chgData name="Sakshi Dhameja" userId="S::sakshi@dotnettricks.com::ea00e08a-f285-43f8-b684-36364e247324" providerId="AD" clId="Web-{B51AF959-172E-1446-9945-5F42AD0B3753}" dt="2024-03-28T11:13:40.688" v="23" actId="1076"/>
        <pc:sldMkLst>
          <pc:docMk/>
          <pc:sldMk cId="3955941799" sldId="535"/>
        </pc:sldMkLst>
        <pc:picChg chg="mod">
          <ac:chgData name="Sakshi Dhameja" userId="S::sakshi@dotnettricks.com::ea00e08a-f285-43f8-b684-36364e247324" providerId="AD" clId="Web-{B51AF959-172E-1446-9945-5F42AD0B3753}" dt="2024-03-28T11:13:40.688" v="23" actId="1076"/>
          <ac:picMkLst>
            <pc:docMk/>
            <pc:sldMk cId="3955941799" sldId="535"/>
            <ac:picMk id="9" creationId="{D492458F-37E9-5530-C7F8-FD5538E9F168}"/>
          </ac:picMkLst>
        </pc:picChg>
      </pc:sldChg>
      <pc:sldChg chg="modSp">
        <pc:chgData name="Sakshi Dhameja" userId="S::sakshi@dotnettricks.com::ea00e08a-f285-43f8-b684-36364e247324" providerId="AD" clId="Web-{B51AF959-172E-1446-9945-5F42AD0B3753}" dt="2024-03-28T09:52:01.548" v="10" actId="1076"/>
        <pc:sldMkLst>
          <pc:docMk/>
          <pc:sldMk cId="300847703" sldId="540"/>
        </pc:sldMkLst>
        <pc:picChg chg="mod">
          <ac:chgData name="Sakshi Dhameja" userId="S::sakshi@dotnettricks.com::ea00e08a-f285-43f8-b684-36364e247324" providerId="AD" clId="Web-{B51AF959-172E-1446-9945-5F42AD0B3753}" dt="2024-03-28T09:52:01.548" v="10" actId="1076"/>
          <ac:picMkLst>
            <pc:docMk/>
            <pc:sldMk cId="300847703" sldId="540"/>
            <ac:picMk id="2" creationId="{D2B2F316-F904-92E3-FAEF-327EE6F940C3}"/>
          </ac:picMkLst>
        </pc:picChg>
      </pc:sldChg>
      <pc:sldChg chg="modSp">
        <pc:chgData name="Sakshi Dhameja" userId="S::sakshi@dotnettricks.com::ea00e08a-f285-43f8-b684-36364e247324" providerId="AD" clId="Web-{B51AF959-172E-1446-9945-5F42AD0B3753}" dt="2024-03-28T09:35:26.647" v="5" actId="1076"/>
        <pc:sldMkLst>
          <pc:docMk/>
          <pc:sldMk cId="4251904266" sldId="563"/>
        </pc:sldMkLst>
        <pc:picChg chg="mod">
          <ac:chgData name="Sakshi Dhameja" userId="S::sakshi@dotnettricks.com::ea00e08a-f285-43f8-b684-36364e247324" providerId="AD" clId="Web-{B51AF959-172E-1446-9945-5F42AD0B3753}" dt="2024-03-28T09:35:26.647" v="5" actId="1076"/>
          <ac:picMkLst>
            <pc:docMk/>
            <pc:sldMk cId="4251904266" sldId="563"/>
            <ac:picMk id="7" creationId="{7BC8DC81-900C-47D2-56F1-B7606A4F768D}"/>
          </ac:picMkLst>
        </pc:picChg>
      </pc:sldChg>
      <pc:sldChg chg="modSp">
        <pc:chgData name="Sakshi Dhameja" userId="S::sakshi@dotnettricks.com::ea00e08a-f285-43f8-b684-36364e247324" providerId="AD" clId="Web-{B51AF959-172E-1446-9945-5F42AD0B3753}" dt="2024-03-28T09:59:06.324" v="19" actId="14100"/>
        <pc:sldMkLst>
          <pc:docMk/>
          <pc:sldMk cId="1618606821" sldId="580"/>
        </pc:sldMkLst>
        <pc:picChg chg="mod">
          <ac:chgData name="Sakshi Dhameja" userId="S::sakshi@dotnettricks.com::ea00e08a-f285-43f8-b684-36364e247324" providerId="AD" clId="Web-{B51AF959-172E-1446-9945-5F42AD0B3753}" dt="2024-03-28T09:59:06.324" v="19" actId="14100"/>
          <ac:picMkLst>
            <pc:docMk/>
            <pc:sldMk cId="1618606821" sldId="580"/>
            <ac:picMk id="10242" creationId="{63B3FF7E-DAF1-BE4A-206D-072A5F041DBA}"/>
          </ac:picMkLst>
        </pc:picChg>
      </pc:sldChg>
      <pc:sldChg chg="modSp">
        <pc:chgData name="Sakshi Dhameja" userId="S::sakshi@dotnettricks.com::ea00e08a-f285-43f8-b684-36364e247324" providerId="AD" clId="Web-{B51AF959-172E-1446-9945-5F42AD0B3753}" dt="2024-03-28T09:45:31.194" v="7" actId="1076"/>
        <pc:sldMkLst>
          <pc:docMk/>
          <pc:sldMk cId="605345332" sldId="588"/>
        </pc:sldMkLst>
        <pc:picChg chg="mod">
          <ac:chgData name="Sakshi Dhameja" userId="S::sakshi@dotnettricks.com::ea00e08a-f285-43f8-b684-36364e247324" providerId="AD" clId="Web-{B51AF959-172E-1446-9945-5F42AD0B3753}" dt="2024-03-28T09:45:31.194" v="7" actId="1076"/>
          <ac:picMkLst>
            <pc:docMk/>
            <pc:sldMk cId="605345332" sldId="588"/>
            <ac:picMk id="6" creationId="{9C2C040B-D8AB-CDE8-2702-0391A5DBF85B}"/>
          </ac:picMkLst>
        </pc:picChg>
      </pc:sldChg>
      <pc:sldChg chg="modSp">
        <pc:chgData name="Sakshi Dhameja" userId="S::sakshi@dotnettricks.com::ea00e08a-f285-43f8-b684-36364e247324" providerId="AD" clId="Web-{B51AF959-172E-1446-9945-5F42AD0B3753}" dt="2024-03-28T09:51:48.422" v="9" actId="1076"/>
        <pc:sldMkLst>
          <pc:docMk/>
          <pc:sldMk cId="2148813703" sldId="589"/>
        </pc:sldMkLst>
        <pc:picChg chg="mod">
          <ac:chgData name="Sakshi Dhameja" userId="S::sakshi@dotnettricks.com::ea00e08a-f285-43f8-b684-36364e247324" providerId="AD" clId="Web-{B51AF959-172E-1446-9945-5F42AD0B3753}" dt="2024-03-28T09:51:48.422" v="9" actId="1076"/>
          <ac:picMkLst>
            <pc:docMk/>
            <pc:sldMk cId="2148813703" sldId="589"/>
            <ac:picMk id="8" creationId="{CFB012ED-FA73-C081-26E4-C415E92F4ADC}"/>
          </ac:picMkLst>
        </pc:picChg>
      </pc:sldChg>
    </pc:docChg>
  </pc:docChgLst>
  <pc:docChgLst>
    <pc:chgData name="Sakshi Dhameja" userId="S::sakshi@dotnettricks.com::ea00e08a-f285-43f8-b684-36364e247324" providerId="AD" clId="Web-{868DFDE8-0F49-B5EE-EF6C-081031A22A0F}"/>
    <pc:docChg chg="addSld delSld modSld">
      <pc:chgData name="Sakshi Dhameja" userId="S::sakshi@dotnettricks.com::ea00e08a-f285-43f8-b684-36364e247324" providerId="AD" clId="Web-{868DFDE8-0F49-B5EE-EF6C-081031A22A0F}" dt="2024-03-28T16:21:04.134" v="50"/>
      <pc:docMkLst>
        <pc:docMk/>
      </pc:docMkLst>
      <pc:sldChg chg="modSp">
        <pc:chgData name="Sakshi Dhameja" userId="S::sakshi@dotnettricks.com::ea00e08a-f285-43f8-b684-36364e247324" providerId="AD" clId="Web-{868DFDE8-0F49-B5EE-EF6C-081031A22A0F}" dt="2024-03-28T16:04:28.374" v="0" actId="14100"/>
        <pc:sldMkLst>
          <pc:docMk/>
          <pc:sldMk cId="3955941799" sldId="535"/>
        </pc:sldMkLst>
        <pc:picChg chg="mod">
          <ac:chgData name="Sakshi Dhameja" userId="S::sakshi@dotnettricks.com::ea00e08a-f285-43f8-b684-36364e247324" providerId="AD" clId="Web-{868DFDE8-0F49-B5EE-EF6C-081031A22A0F}" dt="2024-03-28T16:04:28.374" v="0" actId="14100"/>
          <ac:picMkLst>
            <pc:docMk/>
            <pc:sldMk cId="3955941799" sldId="535"/>
            <ac:picMk id="9" creationId="{D492458F-37E9-5530-C7F8-FD5538E9F168}"/>
          </ac:picMkLst>
        </pc:picChg>
      </pc:sldChg>
      <pc:sldChg chg="addSp delSp modSp mod modClrScheme chgLayout">
        <pc:chgData name="Sakshi Dhameja" userId="S::sakshi@dotnettricks.com::ea00e08a-f285-43f8-b684-36364e247324" providerId="AD" clId="Web-{868DFDE8-0F49-B5EE-EF6C-081031A22A0F}" dt="2024-03-28T16:20:49.962" v="49" actId="14100"/>
        <pc:sldMkLst>
          <pc:docMk/>
          <pc:sldMk cId="1618606821" sldId="580"/>
        </pc:sldMkLst>
        <pc:spChg chg="del mod ord">
          <ac:chgData name="Sakshi Dhameja" userId="S::sakshi@dotnettricks.com::ea00e08a-f285-43f8-b684-36364e247324" providerId="AD" clId="Web-{868DFDE8-0F49-B5EE-EF6C-081031A22A0F}" dt="2024-03-28T16:19:43.585" v="23"/>
          <ac:spMkLst>
            <pc:docMk/>
            <pc:sldMk cId="1618606821" sldId="580"/>
            <ac:spMk id="3" creationId="{1AAF082B-E0A3-7F9F-4044-F5C8E6C7149B}"/>
          </ac:spMkLst>
        </pc:spChg>
        <pc:spChg chg="del mod">
          <ac:chgData name="Sakshi Dhameja" userId="S::sakshi@dotnettricks.com::ea00e08a-f285-43f8-b684-36364e247324" providerId="AD" clId="Web-{868DFDE8-0F49-B5EE-EF6C-081031A22A0F}" dt="2024-03-28T16:17:10.347" v="14"/>
          <ac:spMkLst>
            <pc:docMk/>
            <pc:sldMk cId="1618606821" sldId="580"/>
            <ac:spMk id="4" creationId="{6911575E-3B7A-428C-1DA1-27D6C36D4C47}"/>
          </ac:spMkLst>
        </pc:spChg>
        <pc:spChg chg="add del mod">
          <ac:chgData name="Sakshi Dhameja" userId="S::sakshi@dotnettricks.com::ea00e08a-f285-43f8-b684-36364e247324" providerId="AD" clId="Web-{868DFDE8-0F49-B5EE-EF6C-081031A22A0F}" dt="2024-03-28T16:14:05.186" v="2"/>
          <ac:spMkLst>
            <pc:docMk/>
            <pc:sldMk cId="1618606821" sldId="580"/>
            <ac:spMk id="8" creationId="{3A5F9CC3-96C6-1EEF-A17D-FC2F7D6264E4}"/>
          </ac:spMkLst>
        </pc:spChg>
        <pc:spChg chg="add mod ord">
          <ac:chgData name="Sakshi Dhameja" userId="S::sakshi@dotnettricks.com::ea00e08a-f285-43f8-b684-36364e247324" providerId="AD" clId="Web-{868DFDE8-0F49-B5EE-EF6C-081031A22A0F}" dt="2024-03-28T16:20:49.962" v="49" actId="14100"/>
          <ac:spMkLst>
            <pc:docMk/>
            <pc:sldMk cId="1618606821" sldId="580"/>
            <ac:spMk id="10" creationId="{9D34DDC0-CD92-1ACD-DB7A-7AE32629501D}"/>
          </ac:spMkLst>
        </pc:spChg>
        <pc:spChg chg="add del mod">
          <ac:chgData name="Sakshi Dhameja" userId="S::sakshi@dotnettricks.com::ea00e08a-f285-43f8-b684-36364e247324" providerId="AD" clId="Web-{868DFDE8-0F49-B5EE-EF6C-081031A22A0F}" dt="2024-03-28T16:19:47.335" v="24"/>
          <ac:spMkLst>
            <pc:docMk/>
            <pc:sldMk cId="1618606821" sldId="580"/>
            <ac:spMk id="12" creationId="{B783202A-9D4F-08FC-FB8B-D0F2E92D753B}"/>
          </ac:spMkLst>
        </pc:spChg>
        <pc:picChg chg="add mod">
          <ac:chgData name="Sakshi Dhameja" userId="S::sakshi@dotnettricks.com::ea00e08a-f285-43f8-b684-36364e247324" providerId="AD" clId="Web-{868DFDE8-0F49-B5EE-EF6C-081031A22A0F}" dt="2024-03-28T16:16:47.127" v="9" actId="1076"/>
          <ac:picMkLst>
            <pc:docMk/>
            <pc:sldMk cId="1618606821" sldId="580"/>
            <ac:picMk id="9" creationId="{ADB85818-593C-B8DF-570D-161CE31F9B83}"/>
          </ac:picMkLst>
        </pc:picChg>
        <pc:picChg chg="del">
          <ac:chgData name="Sakshi Dhameja" userId="S::sakshi@dotnettricks.com::ea00e08a-f285-43f8-b684-36364e247324" providerId="AD" clId="Web-{868DFDE8-0F49-B5EE-EF6C-081031A22A0F}" dt="2024-03-28T16:14:01.326" v="1"/>
          <ac:picMkLst>
            <pc:docMk/>
            <pc:sldMk cId="1618606821" sldId="580"/>
            <ac:picMk id="10242" creationId="{63B3FF7E-DAF1-BE4A-206D-072A5F041DBA}"/>
          </ac:picMkLst>
        </pc:picChg>
      </pc:sldChg>
      <pc:sldChg chg="new del">
        <pc:chgData name="Sakshi Dhameja" userId="S::sakshi@dotnettricks.com::ea00e08a-f285-43f8-b684-36364e247324" providerId="AD" clId="Web-{868DFDE8-0F49-B5EE-EF6C-081031A22A0F}" dt="2024-03-28T16:17:19.566" v="16"/>
        <pc:sldMkLst>
          <pc:docMk/>
          <pc:sldMk cId="779918525" sldId="627"/>
        </pc:sldMkLst>
      </pc:sldChg>
      <pc:sldChg chg="addSp delSp modSp new del mod modClrScheme chgLayout">
        <pc:chgData name="Sakshi Dhameja" userId="S::sakshi@dotnettricks.com::ea00e08a-f285-43f8-b684-36364e247324" providerId="AD" clId="Web-{868DFDE8-0F49-B5EE-EF6C-081031A22A0F}" dt="2024-03-28T16:21:04.134" v="50"/>
        <pc:sldMkLst>
          <pc:docMk/>
          <pc:sldMk cId="2248992853" sldId="627"/>
        </pc:sldMkLst>
        <pc:spChg chg="del mod ord">
          <ac:chgData name="Sakshi Dhameja" userId="S::sakshi@dotnettricks.com::ea00e08a-f285-43f8-b684-36364e247324" providerId="AD" clId="Web-{868DFDE8-0F49-B5EE-EF6C-081031A22A0F}" dt="2024-03-28T16:18:56.881" v="20"/>
          <ac:spMkLst>
            <pc:docMk/>
            <pc:sldMk cId="2248992853" sldId="627"/>
            <ac:spMk id="2" creationId="{925FC3F8-A7A3-9099-BC31-D953E3E66DB2}"/>
          </ac:spMkLst>
        </pc:spChg>
        <pc:spChg chg="del">
          <ac:chgData name="Sakshi Dhameja" userId="S::sakshi@dotnettricks.com::ea00e08a-f285-43f8-b684-36364e247324" providerId="AD" clId="Web-{868DFDE8-0F49-B5EE-EF6C-081031A22A0F}" dt="2024-03-28T16:18:33.380" v="18"/>
          <ac:spMkLst>
            <pc:docMk/>
            <pc:sldMk cId="2248992853" sldId="627"/>
            <ac:spMk id="3" creationId="{07DEAFBE-F5A2-8212-286E-A5BEA93F141B}"/>
          </ac:spMkLst>
        </pc:spChg>
        <pc:spChg chg="add mod ord">
          <ac:chgData name="Sakshi Dhameja" userId="S::sakshi@dotnettricks.com::ea00e08a-f285-43f8-b684-36364e247324" providerId="AD" clId="Web-{868DFDE8-0F49-B5EE-EF6C-081031A22A0F}" dt="2024-03-28T16:19:01.131" v="21" actId="14100"/>
          <ac:spMkLst>
            <pc:docMk/>
            <pc:sldMk cId="2248992853" sldId="627"/>
            <ac:spMk id="4" creationId="{4E333FE6-DFA8-08F0-9AF4-D7A1BC8B23AC}"/>
          </ac:spMkLst>
        </pc:spChg>
      </pc:sldChg>
    </pc:docChg>
  </pc:docChgLst>
  <pc:docChgLst>
    <pc:chgData name="Sakshi Dhameja" userId="S::sakshi@scholarhat.com::ea00e08a-f285-43f8-b684-36364e247324" providerId="AD" clId="Web-{A59BCDAE-81C6-BBC8-784D-B2E1E082608A}"/>
    <pc:docChg chg="modSld">
      <pc:chgData name="Sakshi Dhameja" userId="S::sakshi@scholarhat.com::ea00e08a-f285-43f8-b684-36364e247324" providerId="AD" clId="Web-{A59BCDAE-81C6-BBC8-784D-B2E1E082608A}" dt="2024-05-27T10:34:54.167" v="0" actId="1076"/>
      <pc:docMkLst>
        <pc:docMk/>
      </pc:docMkLst>
      <pc:sldChg chg="modSp">
        <pc:chgData name="Sakshi Dhameja" userId="S::sakshi@scholarhat.com::ea00e08a-f285-43f8-b684-36364e247324" providerId="AD" clId="Web-{A59BCDAE-81C6-BBC8-784D-B2E1E082608A}" dt="2024-05-27T10:34:54.167" v="0" actId="1076"/>
        <pc:sldMkLst>
          <pc:docMk/>
          <pc:sldMk cId="103645309" sldId="527"/>
        </pc:sldMkLst>
        <pc:picChg chg="mod">
          <ac:chgData name="Sakshi Dhameja" userId="S::sakshi@scholarhat.com::ea00e08a-f285-43f8-b684-36364e247324" providerId="AD" clId="Web-{A59BCDAE-81C6-BBC8-784D-B2E1E082608A}" dt="2024-05-27T10:34:54.167" v="0" actId="1076"/>
          <ac:picMkLst>
            <pc:docMk/>
            <pc:sldMk cId="103645309" sldId="527"/>
            <ac:picMk id="6" creationId="{5F7DE191-2D86-00B9-4C97-9524BCD8C04C}"/>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09B354-97F4-46F0-B72E-899DEF12E241}" type="doc">
      <dgm:prSet loTypeId="urn:microsoft.com/office/officeart/2016/7/layout/BasicLinearProcessNumbered" loCatId="process" qsTypeId="urn:microsoft.com/office/officeart/2005/8/quickstyle/simple1" qsCatId="simple" csTypeId="urn:microsoft.com/office/officeart/2005/8/colors/accent1_2" csCatId="accent1"/>
      <dgm:spPr/>
      <dgm:t>
        <a:bodyPr/>
        <a:lstStyle/>
        <a:p>
          <a:endParaRPr lang="en-US"/>
        </a:p>
      </dgm:t>
    </dgm:pt>
    <dgm:pt modelId="{028A8614-F5FE-4183-965D-D6D0A7B4A5E3}">
      <dgm:prSet/>
      <dgm:spPr/>
      <dgm:t>
        <a:bodyPr/>
        <a:lstStyle/>
        <a:p>
          <a:r>
            <a:rPr lang="en-US"/>
            <a:t>Considering a user base 500 million, with 2 million active daily users</a:t>
          </a:r>
        </a:p>
      </dgm:t>
    </dgm:pt>
    <dgm:pt modelId="{4227B114-958B-425B-B136-98313BCF6976}" type="parTrans" cxnId="{EAC5956F-AD73-4CAE-A2D1-418C0F5460DD}">
      <dgm:prSet/>
      <dgm:spPr/>
      <dgm:t>
        <a:bodyPr/>
        <a:lstStyle/>
        <a:p>
          <a:endParaRPr lang="en-US"/>
        </a:p>
      </dgm:t>
    </dgm:pt>
    <dgm:pt modelId="{66D4B881-A794-446C-8818-E44AC4716461}" type="sibTrans" cxnId="{EAC5956F-AD73-4CAE-A2D1-418C0F5460DD}">
      <dgm:prSet phldrT="1" phldr="0"/>
      <dgm:spPr/>
      <dgm:t>
        <a:bodyPr/>
        <a:lstStyle/>
        <a:p>
          <a:r>
            <a:rPr lang="en-US"/>
            <a:t>1</a:t>
          </a:r>
        </a:p>
      </dgm:t>
    </dgm:pt>
    <dgm:pt modelId="{710B8248-909F-4555-B73A-ABBC599CCBE0}">
      <dgm:prSet/>
      <dgm:spPr/>
      <dgm:t>
        <a:bodyPr/>
        <a:lstStyle/>
        <a:p>
          <a:r>
            <a:rPr lang="en-US"/>
            <a:t>Consider each user on average generate data of size 200 KB. </a:t>
          </a:r>
        </a:p>
      </dgm:t>
    </dgm:pt>
    <dgm:pt modelId="{A839FE21-B8BA-4D6C-86B9-A4CCB890481D}" type="parTrans" cxnId="{D042DFEF-F13A-4CF7-873D-003BE73F25F4}">
      <dgm:prSet/>
      <dgm:spPr/>
      <dgm:t>
        <a:bodyPr/>
        <a:lstStyle/>
        <a:p>
          <a:endParaRPr lang="en-US"/>
        </a:p>
      </dgm:t>
    </dgm:pt>
    <dgm:pt modelId="{0FC18F23-BBF9-4819-AD7E-57C2902BAC97}" type="sibTrans" cxnId="{D042DFEF-F13A-4CF7-873D-003BE73F25F4}">
      <dgm:prSet phldrT="2" phldr="0"/>
      <dgm:spPr/>
      <dgm:t>
        <a:bodyPr/>
        <a:lstStyle/>
        <a:p>
          <a:r>
            <a:rPr lang="en-US"/>
            <a:t>2</a:t>
          </a:r>
        </a:p>
      </dgm:t>
    </dgm:pt>
    <dgm:pt modelId="{356FAD43-B46B-48E4-888E-D9C9A60F17E9}">
      <dgm:prSet/>
      <dgm:spPr/>
      <dgm:t>
        <a:bodyPr/>
        <a:lstStyle/>
        <a:p>
          <a:r>
            <a:rPr lang="en-US"/>
            <a:t>Total space required for 1 day of data</a:t>
          </a:r>
        </a:p>
      </dgm:t>
    </dgm:pt>
    <dgm:pt modelId="{F38FE0E2-B36E-4A7C-B9A2-FB3F699D7A2B}" type="parTrans" cxnId="{2EED10FD-0E92-4937-B9F9-5F74393743EF}">
      <dgm:prSet/>
      <dgm:spPr/>
      <dgm:t>
        <a:bodyPr/>
        <a:lstStyle/>
        <a:p>
          <a:endParaRPr lang="en-US"/>
        </a:p>
      </dgm:t>
    </dgm:pt>
    <dgm:pt modelId="{58021DB3-DF6E-4371-960A-D50696042A29}" type="sibTrans" cxnId="{2EED10FD-0E92-4937-B9F9-5F74393743EF}">
      <dgm:prSet phldrT="3" phldr="0"/>
      <dgm:spPr/>
      <dgm:t>
        <a:bodyPr/>
        <a:lstStyle/>
        <a:p>
          <a:r>
            <a:rPr lang="en-US"/>
            <a:t>3</a:t>
          </a:r>
        </a:p>
      </dgm:t>
    </dgm:pt>
    <dgm:pt modelId="{DA5DADB3-D4BB-40FA-B3E9-9791567600B0}">
      <dgm:prSet/>
      <dgm:spPr/>
      <dgm:t>
        <a:bodyPr/>
        <a:lstStyle/>
        <a:p>
          <a:r>
            <a:rPr lang="en-US" baseline="0"/>
            <a:t>2M * 200KB ≅ 381 GB</a:t>
          </a:r>
          <a:endParaRPr lang="en-US"/>
        </a:p>
      </dgm:t>
    </dgm:pt>
    <dgm:pt modelId="{04E5D039-62E5-437E-99AD-88ACB2C62FA6}" type="parTrans" cxnId="{E8DB2A98-6C08-4E90-8BBD-6D19FF89210D}">
      <dgm:prSet/>
      <dgm:spPr/>
      <dgm:t>
        <a:bodyPr/>
        <a:lstStyle/>
        <a:p>
          <a:endParaRPr lang="en-US"/>
        </a:p>
      </dgm:t>
    </dgm:pt>
    <dgm:pt modelId="{1AF3F90E-CD46-4D33-9E5D-CD1A5DB84F59}" type="sibTrans" cxnId="{E8DB2A98-6C08-4E90-8BBD-6D19FF89210D}">
      <dgm:prSet/>
      <dgm:spPr/>
      <dgm:t>
        <a:bodyPr/>
        <a:lstStyle/>
        <a:p>
          <a:endParaRPr lang="en-US"/>
        </a:p>
      </dgm:t>
    </dgm:pt>
    <dgm:pt modelId="{3D3321C4-1C4D-40D2-9E1C-0752CC793EE7}">
      <dgm:prSet/>
      <dgm:spPr/>
      <dgm:t>
        <a:bodyPr/>
        <a:lstStyle/>
        <a:p>
          <a:r>
            <a:rPr lang="en-US"/>
            <a:t>Total space required for 5 years:</a:t>
          </a:r>
        </a:p>
      </dgm:t>
    </dgm:pt>
    <dgm:pt modelId="{B5DA8249-3FA6-42C8-A957-CA4DFE873026}" type="parTrans" cxnId="{614D8F6B-E012-480D-9F1D-BEAB4A29CCA5}">
      <dgm:prSet/>
      <dgm:spPr/>
      <dgm:t>
        <a:bodyPr/>
        <a:lstStyle/>
        <a:p>
          <a:endParaRPr lang="en-US"/>
        </a:p>
      </dgm:t>
    </dgm:pt>
    <dgm:pt modelId="{744649C6-A23B-4998-85D6-740F8F0DACFE}" type="sibTrans" cxnId="{614D8F6B-E012-480D-9F1D-BEAB4A29CCA5}">
      <dgm:prSet phldrT="4" phldr="0"/>
      <dgm:spPr/>
      <dgm:t>
        <a:bodyPr/>
        <a:lstStyle/>
        <a:p>
          <a:r>
            <a:rPr lang="en-US"/>
            <a:t>4</a:t>
          </a:r>
        </a:p>
      </dgm:t>
    </dgm:pt>
    <dgm:pt modelId="{83CE002F-6167-46B1-9B66-14C8D9D5A2A8}">
      <dgm:prSet/>
      <dgm:spPr/>
      <dgm:t>
        <a:bodyPr/>
        <a:lstStyle/>
        <a:p>
          <a:r>
            <a:rPr lang="en-US" baseline="0"/>
            <a:t>381 GB * 365 * 5 ≅ 679 TB</a:t>
          </a:r>
          <a:endParaRPr lang="en-US"/>
        </a:p>
      </dgm:t>
    </dgm:pt>
    <dgm:pt modelId="{63493E97-4FBA-4C68-A337-7A3C3075FCE7}" type="parTrans" cxnId="{5A616F9C-3EC3-45D0-92DD-E6BDB13DCCCC}">
      <dgm:prSet/>
      <dgm:spPr/>
      <dgm:t>
        <a:bodyPr/>
        <a:lstStyle/>
        <a:p>
          <a:endParaRPr lang="en-US"/>
        </a:p>
      </dgm:t>
    </dgm:pt>
    <dgm:pt modelId="{FE934F38-B8E1-408D-B639-1187D1651322}" type="sibTrans" cxnId="{5A616F9C-3EC3-45D0-92DD-E6BDB13DCCCC}">
      <dgm:prSet/>
      <dgm:spPr/>
      <dgm:t>
        <a:bodyPr/>
        <a:lstStyle/>
        <a:p>
          <a:endParaRPr lang="en-US"/>
        </a:p>
      </dgm:t>
    </dgm:pt>
    <dgm:pt modelId="{3165991C-2E7E-44C1-8713-09E35D2CE96E}" type="pres">
      <dgm:prSet presAssocID="{3109B354-97F4-46F0-B72E-899DEF12E241}" presName="Name0" presStyleCnt="0">
        <dgm:presLayoutVars>
          <dgm:animLvl val="lvl"/>
          <dgm:resizeHandles val="exact"/>
        </dgm:presLayoutVars>
      </dgm:prSet>
      <dgm:spPr/>
    </dgm:pt>
    <dgm:pt modelId="{64B604F3-DE68-4C15-8DD6-0B444C8266CB}" type="pres">
      <dgm:prSet presAssocID="{028A8614-F5FE-4183-965D-D6D0A7B4A5E3}" presName="compositeNode" presStyleCnt="0">
        <dgm:presLayoutVars>
          <dgm:bulletEnabled val="1"/>
        </dgm:presLayoutVars>
      </dgm:prSet>
      <dgm:spPr/>
    </dgm:pt>
    <dgm:pt modelId="{E4499F99-3AE6-4AAE-8667-8CB084A3CC74}" type="pres">
      <dgm:prSet presAssocID="{028A8614-F5FE-4183-965D-D6D0A7B4A5E3}" presName="bgRect" presStyleLbl="bgAccFollowNode1" presStyleIdx="0" presStyleCnt="4"/>
      <dgm:spPr/>
    </dgm:pt>
    <dgm:pt modelId="{BFE02B40-C4D0-41FF-9C73-84C9DD4DE232}" type="pres">
      <dgm:prSet presAssocID="{66D4B881-A794-446C-8818-E44AC4716461}" presName="sibTransNodeCircle" presStyleLbl="alignNode1" presStyleIdx="0" presStyleCnt="8">
        <dgm:presLayoutVars>
          <dgm:chMax val="0"/>
          <dgm:bulletEnabled/>
        </dgm:presLayoutVars>
      </dgm:prSet>
      <dgm:spPr/>
    </dgm:pt>
    <dgm:pt modelId="{2491FF25-57EE-4D4F-A83A-97EBB0DEA5C0}" type="pres">
      <dgm:prSet presAssocID="{028A8614-F5FE-4183-965D-D6D0A7B4A5E3}" presName="bottomLine" presStyleLbl="alignNode1" presStyleIdx="1" presStyleCnt="8">
        <dgm:presLayoutVars/>
      </dgm:prSet>
      <dgm:spPr/>
    </dgm:pt>
    <dgm:pt modelId="{187FE5DE-A5D3-4AF9-97AA-7E4BDD107E08}" type="pres">
      <dgm:prSet presAssocID="{028A8614-F5FE-4183-965D-D6D0A7B4A5E3}" presName="nodeText" presStyleLbl="bgAccFollowNode1" presStyleIdx="0" presStyleCnt="4">
        <dgm:presLayoutVars>
          <dgm:bulletEnabled val="1"/>
        </dgm:presLayoutVars>
      </dgm:prSet>
      <dgm:spPr/>
    </dgm:pt>
    <dgm:pt modelId="{17EC8053-6368-430B-9914-807D8068564F}" type="pres">
      <dgm:prSet presAssocID="{66D4B881-A794-446C-8818-E44AC4716461}" presName="sibTrans" presStyleCnt="0"/>
      <dgm:spPr/>
    </dgm:pt>
    <dgm:pt modelId="{9825E884-F249-4AC1-8770-7DCBEBAF3C49}" type="pres">
      <dgm:prSet presAssocID="{710B8248-909F-4555-B73A-ABBC599CCBE0}" presName="compositeNode" presStyleCnt="0">
        <dgm:presLayoutVars>
          <dgm:bulletEnabled val="1"/>
        </dgm:presLayoutVars>
      </dgm:prSet>
      <dgm:spPr/>
    </dgm:pt>
    <dgm:pt modelId="{DFEDB904-109D-4684-A155-0000BD19CEFA}" type="pres">
      <dgm:prSet presAssocID="{710B8248-909F-4555-B73A-ABBC599CCBE0}" presName="bgRect" presStyleLbl="bgAccFollowNode1" presStyleIdx="1" presStyleCnt="4"/>
      <dgm:spPr/>
    </dgm:pt>
    <dgm:pt modelId="{F02F0A7D-168F-4AB9-8A83-E23F2212C13F}" type="pres">
      <dgm:prSet presAssocID="{0FC18F23-BBF9-4819-AD7E-57C2902BAC97}" presName="sibTransNodeCircle" presStyleLbl="alignNode1" presStyleIdx="2" presStyleCnt="8">
        <dgm:presLayoutVars>
          <dgm:chMax val="0"/>
          <dgm:bulletEnabled/>
        </dgm:presLayoutVars>
      </dgm:prSet>
      <dgm:spPr/>
    </dgm:pt>
    <dgm:pt modelId="{94FEEB9B-8629-4C47-A800-F90302B01AAA}" type="pres">
      <dgm:prSet presAssocID="{710B8248-909F-4555-B73A-ABBC599CCBE0}" presName="bottomLine" presStyleLbl="alignNode1" presStyleIdx="3" presStyleCnt="8">
        <dgm:presLayoutVars/>
      </dgm:prSet>
      <dgm:spPr/>
    </dgm:pt>
    <dgm:pt modelId="{74501D5D-74BB-4F2D-966A-AF93D90282C5}" type="pres">
      <dgm:prSet presAssocID="{710B8248-909F-4555-B73A-ABBC599CCBE0}" presName="nodeText" presStyleLbl="bgAccFollowNode1" presStyleIdx="1" presStyleCnt="4">
        <dgm:presLayoutVars>
          <dgm:bulletEnabled val="1"/>
        </dgm:presLayoutVars>
      </dgm:prSet>
      <dgm:spPr/>
    </dgm:pt>
    <dgm:pt modelId="{AEDE04DB-E418-4A08-8702-30BA35DE34C2}" type="pres">
      <dgm:prSet presAssocID="{0FC18F23-BBF9-4819-AD7E-57C2902BAC97}" presName="sibTrans" presStyleCnt="0"/>
      <dgm:spPr/>
    </dgm:pt>
    <dgm:pt modelId="{8F7A74FC-8E69-4DF8-99C3-ADC98F777615}" type="pres">
      <dgm:prSet presAssocID="{356FAD43-B46B-48E4-888E-D9C9A60F17E9}" presName="compositeNode" presStyleCnt="0">
        <dgm:presLayoutVars>
          <dgm:bulletEnabled val="1"/>
        </dgm:presLayoutVars>
      </dgm:prSet>
      <dgm:spPr/>
    </dgm:pt>
    <dgm:pt modelId="{E8F5B2EF-628E-4773-A768-85B20796ADB5}" type="pres">
      <dgm:prSet presAssocID="{356FAD43-B46B-48E4-888E-D9C9A60F17E9}" presName="bgRect" presStyleLbl="bgAccFollowNode1" presStyleIdx="2" presStyleCnt="4"/>
      <dgm:spPr/>
    </dgm:pt>
    <dgm:pt modelId="{A5CB77DC-21E7-4F6C-AD61-3112518131F1}" type="pres">
      <dgm:prSet presAssocID="{58021DB3-DF6E-4371-960A-D50696042A29}" presName="sibTransNodeCircle" presStyleLbl="alignNode1" presStyleIdx="4" presStyleCnt="8">
        <dgm:presLayoutVars>
          <dgm:chMax val="0"/>
          <dgm:bulletEnabled/>
        </dgm:presLayoutVars>
      </dgm:prSet>
      <dgm:spPr/>
    </dgm:pt>
    <dgm:pt modelId="{9919DCDF-A04B-48E7-8200-1FC15C88B234}" type="pres">
      <dgm:prSet presAssocID="{356FAD43-B46B-48E4-888E-D9C9A60F17E9}" presName="bottomLine" presStyleLbl="alignNode1" presStyleIdx="5" presStyleCnt="8">
        <dgm:presLayoutVars/>
      </dgm:prSet>
      <dgm:spPr/>
    </dgm:pt>
    <dgm:pt modelId="{821B74FD-FFDA-4B3D-87E6-3FCE4FDFEB5E}" type="pres">
      <dgm:prSet presAssocID="{356FAD43-B46B-48E4-888E-D9C9A60F17E9}" presName="nodeText" presStyleLbl="bgAccFollowNode1" presStyleIdx="2" presStyleCnt="4">
        <dgm:presLayoutVars>
          <dgm:bulletEnabled val="1"/>
        </dgm:presLayoutVars>
      </dgm:prSet>
      <dgm:spPr/>
    </dgm:pt>
    <dgm:pt modelId="{F4D73D16-0573-48A5-844F-E1A83D2F43C3}" type="pres">
      <dgm:prSet presAssocID="{58021DB3-DF6E-4371-960A-D50696042A29}" presName="sibTrans" presStyleCnt="0"/>
      <dgm:spPr/>
    </dgm:pt>
    <dgm:pt modelId="{E83FE032-674A-46A0-A628-0AF5E4589C8B}" type="pres">
      <dgm:prSet presAssocID="{3D3321C4-1C4D-40D2-9E1C-0752CC793EE7}" presName="compositeNode" presStyleCnt="0">
        <dgm:presLayoutVars>
          <dgm:bulletEnabled val="1"/>
        </dgm:presLayoutVars>
      </dgm:prSet>
      <dgm:spPr/>
    </dgm:pt>
    <dgm:pt modelId="{CA65FCF6-ABCA-47F6-B0EB-D716B7A17408}" type="pres">
      <dgm:prSet presAssocID="{3D3321C4-1C4D-40D2-9E1C-0752CC793EE7}" presName="bgRect" presStyleLbl="bgAccFollowNode1" presStyleIdx="3" presStyleCnt="4"/>
      <dgm:spPr/>
    </dgm:pt>
    <dgm:pt modelId="{3261D539-9C48-4372-AD05-94AD7CDC7E33}" type="pres">
      <dgm:prSet presAssocID="{744649C6-A23B-4998-85D6-740F8F0DACFE}" presName="sibTransNodeCircle" presStyleLbl="alignNode1" presStyleIdx="6" presStyleCnt="8">
        <dgm:presLayoutVars>
          <dgm:chMax val="0"/>
          <dgm:bulletEnabled/>
        </dgm:presLayoutVars>
      </dgm:prSet>
      <dgm:spPr/>
    </dgm:pt>
    <dgm:pt modelId="{CD4C28B7-5F95-4238-9973-42D90A3EA13A}" type="pres">
      <dgm:prSet presAssocID="{3D3321C4-1C4D-40D2-9E1C-0752CC793EE7}" presName="bottomLine" presStyleLbl="alignNode1" presStyleIdx="7" presStyleCnt="8">
        <dgm:presLayoutVars/>
      </dgm:prSet>
      <dgm:spPr/>
    </dgm:pt>
    <dgm:pt modelId="{FB9149DE-7325-4C72-BE12-F71ED7CEFA0A}" type="pres">
      <dgm:prSet presAssocID="{3D3321C4-1C4D-40D2-9E1C-0752CC793EE7}" presName="nodeText" presStyleLbl="bgAccFollowNode1" presStyleIdx="3" presStyleCnt="4">
        <dgm:presLayoutVars>
          <dgm:bulletEnabled val="1"/>
        </dgm:presLayoutVars>
      </dgm:prSet>
      <dgm:spPr/>
    </dgm:pt>
  </dgm:ptLst>
  <dgm:cxnLst>
    <dgm:cxn modelId="{B19DFC08-77C9-4049-857F-F049FD85D6BB}" type="presOf" srcId="{3109B354-97F4-46F0-B72E-899DEF12E241}" destId="{3165991C-2E7E-44C1-8713-09E35D2CE96E}" srcOrd="0" destOrd="0" presId="urn:microsoft.com/office/officeart/2016/7/layout/BasicLinearProcessNumbered"/>
    <dgm:cxn modelId="{C40B660D-AEE4-42B4-9F53-16DF54FC118A}" type="presOf" srcId="{356FAD43-B46B-48E4-888E-D9C9A60F17E9}" destId="{E8F5B2EF-628E-4773-A768-85B20796ADB5}" srcOrd="0" destOrd="0" presId="urn:microsoft.com/office/officeart/2016/7/layout/BasicLinearProcessNumbered"/>
    <dgm:cxn modelId="{5F1D0E0F-4BB8-455D-AE0B-F1538BC8563C}" type="presOf" srcId="{3D3321C4-1C4D-40D2-9E1C-0752CC793EE7}" destId="{CA65FCF6-ABCA-47F6-B0EB-D716B7A17408}" srcOrd="0" destOrd="0" presId="urn:microsoft.com/office/officeart/2016/7/layout/BasicLinearProcessNumbered"/>
    <dgm:cxn modelId="{7E057512-9D1E-4953-8C9A-A78F49B500E5}" type="presOf" srcId="{3D3321C4-1C4D-40D2-9E1C-0752CC793EE7}" destId="{FB9149DE-7325-4C72-BE12-F71ED7CEFA0A}" srcOrd="1" destOrd="0" presId="urn:microsoft.com/office/officeart/2016/7/layout/BasicLinearProcessNumbered"/>
    <dgm:cxn modelId="{C7351530-0656-4F7C-8193-1CC916356C94}" type="presOf" srcId="{DA5DADB3-D4BB-40FA-B3E9-9791567600B0}" destId="{821B74FD-FFDA-4B3D-87E6-3FCE4FDFEB5E}" srcOrd="0" destOrd="1" presId="urn:microsoft.com/office/officeart/2016/7/layout/BasicLinearProcessNumbered"/>
    <dgm:cxn modelId="{614D8F6B-E012-480D-9F1D-BEAB4A29CCA5}" srcId="{3109B354-97F4-46F0-B72E-899DEF12E241}" destId="{3D3321C4-1C4D-40D2-9E1C-0752CC793EE7}" srcOrd="3" destOrd="0" parTransId="{B5DA8249-3FA6-42C8-A957-CA4DFE873026}" sibTransId="{744649C6-A23B-4998-85D6-740F8F0DACFE}"/>
    <dgm:cxn modelId="{EAC5956F-AD73-4CAE-A2D1-418C0F5460DD}" srcId="{3109B354-97F4-46F0-B72E-899DEF12E241}" destId="{028A8614-F5FE-4183-965D-D6D0A7B4A5E3}" srcOrd="0" destOrd="0" parTransId="{4227B114-958B-425B-B136-98313BCF6976}" sibTransId="{66D4B881-A794-446C-8818-E44AC4716461}"/>
    <dgm:cxn modelId="{B35ED996-F664-4CEE-B3B1-5FD1DC5F5335}" type="presOf" srcId="{028A8614-F5FE-4183-965D-D6D0A7B4A5E3}" destId="{187FE5DE-A5D3-4AF9-97AA-7E4BDD107E08}" srcOrd="1" destOrd="0" presId="urn:microsoft.com/office/officeart/2016/7/layout/BasicLinearProcessNumbered"/>
    <dgm:cxn modelId="{E8DB2A98-6C08-4E90-8BBD-6D19FF89210D}" srcId="{356FAD43-B46B-48E4-888E-D9C9A60F17E9}" destId="{DA5DADB3-D4BB-40FA-B3E9-9791567600B0}" srcOrd="0" destOrd="0" parTransId="{04E5D039-62E5-437E-99AD-88ACB2C62FA6}" sibTransId="{1AF3F90E-CD46-4D33-9E5D-CD1A5DB84F59}"/>
    <dgm:cxn modelId="{5A616F9C-3EC3-45D0-92DD-E6BDB13DCCCC}" srcId="{3D3321C4-1C4D-40D2-9E1C-0752CC793EE7}" destId="{83CE002F-6167-46B1-9B66-14C8D9D5A2A8}" srcOrd="0" destOrd="0" parTransId="{63493E97-4FBA-4C68-A337-7A3C3075FCE7}" sibTransId="{FE934F38-B8E1-408D-B639-1187D1651322}"/>
    <dgm:cxn modelId="{25727BA0-2059-495E-A232-9B4DD6561664}" type="presOf" srcId="{710B8248-909F-4555-B73A-ABBC599CCBE0}" destId="{DFEDB904-109D-4684-A155-0000BD19CEFA}" srcOrd="0" destOrd="0" presId="urn:microsoft.com/office/officeart/2016/7/layout/BasicLinearProcessNumbered"/>
    <dgm:cxn modelId="{097116A9-7654-499D-8D51-8B3F3125E631}" type="presOf" srcId="{58021DB3-DF6E-4371-960A-D50696042A29}" destId="{A5CB77DC-21E7-4F6C-AD61-3112518131F1}" srcOrd="0" destOrd="0" presId="urn:microsoft.com/office/officeart/2016/7/layout/BasicLinearProcessNumbered"/>
    <dgm:cxn modelId="{1E474DAE-52B3-47AC-A698-BC06550EC9C1}" type="presOf" srcId="{0FC18F23-BBF9-4819-AD7E-57C2902BAC97}" destId="{F02F0A7D-168F-4AB9-8A83-E23F2212C13F}" srcOrd="0" destOrd="0" presId="urn:microsoft.com/office/officeart/2016/7/layout/BasicLinearProcessNumbered"/>
    <dgm:cxn modelId="{BD08C7CB-672E-4696-915C-40A2A6725669}" type="presOf" srcId="{83CE002F-6167-46B1-9B66-14C8D9D5A2A8}" destId="{FB9149DE-7325-4C72-BE12-F71ED7CEFA0A}" srcOrd="0" destOrd="1" presId="urn:microsoft.com/office/officeart/2016/7/layout/BasicLinearProcessNumbered"/>
    <dgm:cxn modelId="{7A7BF8D6-1E3E-4160-B3AD-ADFE3925875B}" type="presOf" srcId="{744649C6-A23B-4998-85D6-740F8F0DACFE}" destId="{3261D539-9C48-4372-AD05-94AD7CDC7E33}" srcOrd="0" destOrd="0" presId="urn:microsoft.com/office/officeart/2016/7/layout/BasicLinearProcessNumbered"/>
    <dgm:cxn modelId="{84AD26E0-CF90-4413-8016-8D4325DD95CF}" type="presOf" srcId="{356FAD43-B46B-48E4-888E-D9C9A60F17E9}" destId="{821B74FD-FFDA-4B3D-87E6-3FCE4FDFEB5E}" srcOrd="1" destOrd="0" presId="urn:microsoft.com/office/officeart/2016/7/layout/BasicLinearProcessNumbered"/>
    <dgm:cxn modelId="{E0F73BE0-AB2F-441B-AA36-1B60EA01E0EC}" type="presOf" srcId="{710B8248-909F-4555-B73A-ABBC599CCBE0}" destId="{74501D5D-74BB-4F2D-966A-AF93D90282C5}" srcOrd="1" destOrd="0" presId="urn:microsoft.com/office/officeart/2016/7/layout/BasicLinearProcessNumbered"/>
    <dgm:cxn modelId="{A9E719E2-BE6B-4A86-9157-F02C17DEC530}" type="presOf" srcId="{66D4B881-A794-446C-8818-E44AC4716461}" destId="{BFE02B40-C4D0-41FF-9C73-84C9DD4DE232}" srcOrd="0" destOrd="0" presId="urn:microsoft.com/office/officeart/2016/7/layout/BasicLinearProcessNumbered"/>
    <dgm:cxn modelId="{D042DFEF-F13A-4CF7-873D-003BE73F25F4}" srcId="{3109B354-97F4-46F0-B72E-899DEF12E241}" destId="{710B8248-909F-4555-B73A-ABBC599CCBE0}" srcOrd="1" destOrd="0" parTransId="{A839FE21-B8BA-4D6C-86B9-A4CCB890481D}" sibTransId="{0FC18F23-BBF9-4819-AD7E-57C2902BAC97}"/>
    <dgm:cxn modelId="{E24996F2-F9EA-4D2E-BF3E-EF38AE67EC10}" type="presOf" srcId="{028A8614-F5FE-4183-965D-D6D0A7B4A5E3}" destId="{E4499F99-3AE6-4AAE-8667-8CB084A3CC74}" srcOrd="0" destOrd="0" presId="urn:microsoft.com/office/officeart/2016/7/layout/BasicLinearProcessNumbered"/>
    <dgm:cxn modelId="{2EED10FD-0E92-4937-B9F9-5F74393743EF}" srcId="{3109B354-97F4-46F0-B72E-899DEF12E241}" destId="{356FAD43-B46B-48E4-888E-D9C9A60F17E9}" srcOrd="2" destOrd="0" parTransId="{F38FE0E2-B36E-4A7C-B9A2-FB3F699D7A2B}" sibTransId="{58021DB3-DF6E-4371-960A-D50696042A29}"/>
    <dgm:cxn modelId="{CE2164A8-0E28-46BD-8376-C6CDD6E8CAD7}" type="presParOf" srcId="{3165991C-2E7E-44C1-8713-09E35D2CE96E}" destId="{64B604F3-DE68-4C15-8DD6-0B444C8266CB}" srcOrd="0" destOrd="0" presId="urn:microsoft.com/office/officeart/2016/7/layout/BasicLinearProcessNumbered"/>
    <dgm:cxn modelId="{13E36295-59DB-4769-9E43-6E0AB98E38BD}" type="presParOf" srcId="{64B604F3-DE68-4C15-8DD6-0B444C8266CB}" destId="{E4499F99-3AE6-4AAE-8667-8CB084A3CC74}" srcOrd="0" destOrd="0" presId="urn:microsoft.com/office/officeart/2016/7/layout/BasicLinearProcessNumbered"/>
    <dgm:cxn modelId="{DD7E4CDF-3D3C-4660-9B43-DDC69A9D67FA}" type="presParOf" srcId="{64B604F3-DE68-4C15-8DD6-0B444C8266CB}" destId="{BFE02B40-C4D0-41FF-9C73-84C9DD4DE232}" srcOrd="1" destOrd="0" presId="urn:microsoft.com/office/officeart/2016/7/layout/BasicLinearProcessNumbered"/>
    <dgm:cxn modelId="{0F111BF6-5279-4DBA-8A8D-32C9D79DF860}" type="presParOf" srcId="{64B604F3-DE68-4C15-8DD6-0B444C8266CB}" destId="{2491FF25-57EE-4D4F-A83A-97EBB0DEA5C0}" srcOrd="2" destOrd="0" presId="urn:microsoft.com/office/officeart/2016/7/layout/BasicLinearProcessNumbered"/>
    <dgm:cxn modelId="{5A2DAB61-EACD-43EF-BF50-76C5572B305A}" type="presParOf" srcId="{64B604F3-DE68-4C15-8DD6-0B444C8266CB}" destId="{187FE5DE-A5D3-4AF9-97AA-7E4BDD107E08}" srcOrd="3" destOrd="0" presId="urn:microsoft.com/office/officeart/2016/7/layout/BasicLinearProcessNumbered"/>
    <dgm:cxn modelId="{920A16E2-16E4-457E-A8BB-D6D23BC1861C}" type="presParOf" srcId="{3165991C-2E7E-44C1-8713-09E35D2CE96E}" destId="{17EC8053-6368-430B-9914-807D8068564F}" srcOrd="1" destOrd="0" presId="urn:microsoft.com/office/officeart/2016/7/layout/BasicLinearProcessNumbered"/>
    <dgm:cxn modelId="{8403F1CD-89A0-44C2-ACB6-19AA983028AC}" type="presParOf" srcId="{3165991C-2E7E-44C1-8713-09E35D2CE96E}" destId="{9825E884-F249-4AC1-8770-7DCBEBAF3C49}" srcOrd="2" destOrd="0" presId="urn:microsoft.com/office/officeart/2016/7/layout/BasicLinearProcessNumbered"/>
    <dgm:cxn modelId="{AADB4672-EF58-4518-B8A9-C2B0C3CB1704}" type="presParOf" srcId="{9825E884-F249-4AC1-8770-7DCBEBAF3C49}" destId="{DFEDB904-109D-4684-A155-0000BD19CEFA}" srcOrd="0" destOrd="0" presId="urn:microsoft.com/office/officeart/2016/7/layout/BasicLinearProcessNumbered"/>
    <dgm:cxn modelId="{45FDC441-AB31-4DCB-98EE-ACD859E6C26C}" type="presParOf" srcId="{9825E884-F249-4AC1-8770-7DCBEBAF3C49}" destId="{F02F0A7D-168F-4AB9-8A83-E23F2212C13F}" srcOrd="1" destOrd="0" presId="urn:microsoft.com/office/officeart/2016/7/layout/BasicLinearProcessNumbered"/>
    <dgm:cxn modelId="{2E12155C-A2CD-4292-9F1E-24F171571552}" type="presParOf" srcId="{9825E884-F249-4AC1-8770-7DCBEBAF3C49}" destId="{94FEEB9B-8629-4C47-A800-F90302B01AAA}" srcOrd="2" destOrd="0" presId="urn:microsoft.com/office/officeart/2016/7/layout/BasicLinearProcessNumbered"/>
    <dgm:cxn modelId="{FBCE6ED2-55FF-48BF-990D-F00CD450CD5A}" type="presParOf" srcId="{9825E884-F249-4AC1-8770-7DCBEBAF3C49}" destId="{74501D5D-74BB-4F2D-966A-AF93D90282C5}" srcOrd="3" destOrd="0" presId="urn:microsoft.com/office/officeart/2016/7/layout/BasicLinearProcessNumbered"/>
    <dgm:cxn modelId="{4BE1561A-81E2-4A38-8DD4-D09A7294438D}" type="presParOf" srcId="{3165991C-2E7E-44C1-8713-09E35D2CE96E}" destId="{AEDE04DB-E418-4A08-8702-30BA35DE34C2}" srcOrd="3" destOrd="0" presId="urn:microsoft.com/office/officeart/2016/7/layout/BasicLinearProcessNumbered"/>
    <dgm:cxn modelId="{5B908291-AEF6-420D-8328-30BFBB5CAEF1}" type="presParOf" srcId="{3165991C-2E7E-44C1-8713-09E35D2CE96E}" destId="{8F7A74FC-8E69-4DF8-99C3-ADC98F777615}" srcOrd="4" destOrd="0" presId="urn:microsoft.com/office/officeart/2016/7/layout/BasicLinearProcessNumbered"/>
    <dgm:cxn modelId="{DA28962E-7627-4ADA-A834-9D08A7F64CDD}" type="presParOf" srcId="{8F7A74FC-8E69-4DF8-99C3-ADC98F777615}" destId="{E8F5B2EF-628E-4773-A768-85B20796ADB5}" srcOrd="0" destOrd="0" presId="urn:microsoft.com/office/officeart/2016/7/layout/BasicLinearProcessNumbered"/>
    <dgm:cxn modelId="{89CB0CE7-4D7B-4A11-B99C-266AE1F2B401}" type="presParOf" srcId="{8F7A74FC-8E69-4DF8-99C3-ADC98F777615}" destId="{A5CB77DC-21E7-4F6C-AD61-3112518131F1}" srcOrd="1" destOrd="0" presId="urn:microsoft.com/office/officeart/2016/7/layout/BasicLinearProcessNumbered"/>
    <dgm:cxn modelId="{51697C5E-A36A-4D70-9C63-494368AF58A2}" type="presParOf" srcId="{8F7A74FC-8E69-4DF8-99C3-ADC98F777615}" destId="{9919DCDF-A04B-48E7-8200-1FC15C88B234}" srcOrd="2" destOrd="0" presId="urn:microsoft.com/office/officeart/2016/7/layout/BasicLinearProcessNumbered"/>
    <dgm:cxn modelId="{635EAB42-0844-4D3B-A165-70C420F68910}" type="presParOf" srcId="{8F7A74FC-8E69-4DF8-99C3-ADC98F777615}" destId="{821B74FD-FFDA-4B3D-87E6-3FCE4FDFEB5E}" srcOrd="3" destOrd="0" presId="urn:microsoft.com/office/officeart/2016/7/layout/BasicLinearProcessNumbered"/>
    <dgm:cxn modelId="{81B4FBCE-9749-4397-84AE-A58A82ED69E3}" type="presParOf" srcId="{3165991C-2E7E-44C1-8713-09E35D2CE96E}" destId="{F4D73D16-0573-48A5-844F-E1A83D2F43C3}" srcOrd="5" destOrd="0" presId="urn:microsoft.com/office/officeart/2016/7/layout/BasicLinearProcessNumbered"/>
    <dgm:cxn modelId="{BC1573EB-62E8-4572-9506-8C9517061011}" type="presParOf" srcId="{3165991C-2E7E-44C1-8713-09E35D2CE96E}" destId="{E83FE032-674A-46A0-A628-0AF5E4589C8B}" srcOrd="6" destOrd="0" presId="urn:microsoft.com/office/officeart/2016/7/layout/BasicLinearProcessNumbered"/>
    <dgm:cxn modelId="{10ED42F7-4488-4741-9168-626EA962D1C7}" type="presParOf" srcId="{E83FE032-674A-46A0-A628-0AF5E4589C8B}" destId="{CA65FCF6-ABCA-47F6-B0EB-D716B7A17408}" srcOrd="0" destOrd="0" presId="urn:microsoft.com/office/officeart/2016/7/layout/BasicLinearProcessNumbered"/>
    <dgm:cxn modelId="{308B719C-47EA-4A48-9B97-0E153A9AB028}" type="presParOf" srcId="{E83FE032-674A-46A0-A628-0AF5E4589C8B}" destId="{3261D539-9C48-4372-AD05-94AD7CDC7E33}" srcOrd="1" destOrd="0" presId="urn:microsoft.com/office/officeart/2016/7/layout/BasicLinearProcessNumbered"/>
    <dgm:cxn modelId="{9314024D-8B5C-4F15-8B11-E75218782D8F}" type="presParOf" srcId="{E83FE032-674A-46A0-A628-0AF5E4589C8B}" destId="{CD4C28B7-5F95-4238-9973-42D90A3EA13A}" srcOrd="2" destOrd="0" presId="urn:microsoft.com/office/officeart/2016/7/layout/BasicLinearProcessNumbered"/>
    <dgm:cxn modelId="{84E1B0AC-8F10-4724-BEE8-EFA6FD330BAF}" type="presParOf" srcId="{E83FE032-674A-46A0-A628-0AF5E4589C8B}" destId="{FB9149DE-7325-4C72-BE12-F71ED7CEFA0A}"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499F99-3AE6-4AAE-8667-8CB084A3CC74}">
      <dsp:nvSpPr>
        <dsp:cNvPr id="0" name=""/>
        <dsp:cNvSpPr/>
      </dsp:nvSpPr>
      <dsp:spPr>
        <a:xfrm>
          <a:off x="3258" y="0"/>
          <a:ext cx="2585001" cy="242411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1537" tIns="330200" rIns="201537" bIns="330200" numCol="1" spcCol="1270" anchor="t" anchorCtr="0">
          <a:noAutofit/>
        </a:bodyPr>
        <a:lstStyle/>
        <a:p>
          <a:pPr marL="0" lvl="0" indent="0" algn="l" defTabSz="711200">
            <a:lnSpc>
              <a:spcPct val="90000"/>
            </a:lnSpc>
            <a:spcBef>
              <a:spcPct val="0"/>
            </a:spcBef>
            <a:spcAft>
              <a:spcPct val="35000"/>
            </a:spcAft>
            <a:buNone/>
          </a:pPr>
          <a:r>
            <a:rPr lang="en-US" sz="1600" kern="1200"/>
            <a:t>Considering a user base 500 million, with 2 million active daily users</a:t>
          </a:r>
        </a:p>
      </dsp:txBody>
      <dsp:txXfrm>
        <a:off x="3258" y="921162"/>
        <a:ext cx="2585001" cy="1454467"/>
      </dsp:txXfrm>
    </dsp:sp>
    <dsp:sp modelId="{BFE02B40-C4D0-41FF-9C73-84C9DD4DE232}">
      <dsp:nvSpPr>
        <dsp:cNvPr id="0" name=""/>
        <dsp:cNvSpPr/>
      </dsp:nvSpPr>
      <dsp:spPr>
        <a:xfrm>
          <a:off x="932142" y="242411"/>
          <a:ext cx="727233" cy="727233"/>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698" tIns="12700" rIns="56698" bIns="12700" numCol="1" spcCol="1270" anchor="ctr" anchorCtr="0">
          <a:noAutofit/>
        </a:bodyPr>
        <a:lstStyle/>
        <a:p>
          <a:pPr marL="0" lvl="0" indent="0" algn="ctr" defTabSz="1555750">
            <a:lnSpc>
              <a:spcPct val="90000"/>
            </a:lnSpc>
            <a:spcBef>
              <a:spcPct val="0"/>
            </a:spcBef>
            <a:spcAft>
              <a:spcPct val="35000"/>
            </a:spcAft>
            <a:buNone/>
          </a:pPr>
          <a:r>
            <a:rPr lang="en-US" sz="3500" kern="1200"/>
            <a:t>1</a:t>
          </a:r>
        </a:p>
      </dsp:txBody>
      <dsp:txXfrm>
        <a:off x="1038643" y="348912"/>
        <a:ext cx="514231" cy="514231"/>
      </dsp:txXfrm>
    </dsp:sp>
    <dsp:sp modelId="{2491FF25-57EE-4D4F-A83A-97EBB0DEA5C0}">
      <dsp:nvSpPr>
        <dsp:cNvPr id="0" name=""/>
        <dsp:cNvSpPr/>
      </dsp:nvSpPr>
      <dsp:spPr>
        <a:xfrm>
          <a:off x="3258" y="2424040"/>
          <a:ext cx="2585001"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EDB904-109D-4684-A155-0000BD19CEFA}">
      <dsp:nvSpPr>
        <dsp:cNvPr id="0" name=""/>
        <dsp:cNvSpPr/>
      </dsp:nvSpPr>
      <dsp:spPr>
        <a:xfrm>
          <a:off x="2846760" y="0"/>
          <a:ext cx="2585001" cy="242411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1537" tIns="330200" rIns="201537" bIns="330200" numCol="1" spcCol="1270" anchor="t" anchorCtr="0">
          <a:noAutofit/>
        </a:bodyPr>
        <a:lstStyle/>
        <a:p>
          <a:pPr marL="0" lvl="0" indent="0" algn="l" defTabSz="711200">
            <a:lnSpc>
              <a:spcPct val="90000"/>
            </a:lnSpc>
            <a:spcBef>
              <a:spcPct val="0"/>
            </a:spcBef>
            <a:spcAft>
              <a:spcPct val="35000"/>
            </a:spcAft>
            <a:buNone/>
          </a:pPr>
          <a:r>
            <a:rPr lang="en-US" sz="1600" kern="1200"/>
            <a:t>Consider each user on average generate data of size 200 KB. </a:t>
          </a:r>
        </a:p>
      </dsp:txBody>
      <dsp:txXfrm>
        <a:off x="2846760" y="921162"/>
        <a:ext cx="2585001" cy="1454467"/>
      </dsp:txXfrm>
    </dsp:sp>
    <dsp:sp modelId="{F02F0A7D-168F-4AB9-8A83-E23F2212C13F}">
      <dsp:nvSpPr>
        <dsp:cNvPr id="0" name=""/>
        <dsp:cNvSpPr/>
      </dsp:nvSpPr>
      <dsp:spPr>
        <a:xfrm>
          <a:off x="3775644" y="242411"/>
          <a:ext cx="727233" cy="727233"/>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698" tIns="12700" rIns="56698" bIns="12700" numCol="1" spcCol="1270" anchor="ctr" anchorCtr="0">
          <a:noAutofit/>
        </a:bodyPr>
        <a:lstStyle/>
        <a:p>
          <a:pPr marL="0" lvl="0" indent="0" algn="ctr" defTabSz="1555750">
            <a:lnSpc>
              <a:spcPct val="90000"/>
            </a:lnSpc>
            <a:spcBef>
              <a:spcPct val="0"/>
            </a:spcBef>
            <a:spcAft>
              <a:spcPct val="35000"/>
            </a:spcAft>
            <a:buNone/>
          </a:pPr>
          <a:r>
            <a:rPr lang="en-US" sz="3500" kern="1200"/>
            <a:t>2</a:t>
          </a:r>
        </a:p>
      </dsp:txBody>
      <dsp:txXfrm>
        <a:off x="3882145" y="348912"/>
        <a:ext cx="514231" cy="514231"/>
      </dsp:txXfrm>
    </dsp:sp>
    <dsp:sp modelId="{94FEEB9B-8629-4C47-A800-F90302B01AAA}">
      <dsp:nvSpPr>
        <dsp:cNvPr id="0" name=""/>
        <dsp:cNvSpPr/>
      </dsp:nvSpPr>
      <dsp:spPr>
        <a:xfrm>
          <a:off x="2846760" y="2424040"/>
          <a:ext cx="2585001"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F5B2EF-628E-4773-A768-85B20796ADB5}">
      <dsp:nvSpPr>
        <dsp:cNvPr id="0" name=""/>
        <dsp:cNvSpPr/>
      </dsp:nvSpPr>
      <dsp:spPr>
        <a:xfrm>
          <a:off x="5690262" y="0"/>
          <a:ext cx="2585001" cy="242411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1537" tIns="330200" rIns="201537" bIns="330200" numCol="1" spcCol="1270" anchor="t" anchorCtr="0">
          <a:noAutofit/>
        </a:bodyPr>
        <a:lstStyle/>
        <a:p>
          <a:pPr marL="0" lvl="0" indent="0" algn="l" defTabSz="711200">
            <a:lnSpc>
              <a:spcPct val="90000"/>
            </a:lnSpc>
            <a:spcBef>
              <a:spcPct val="0"/>
            </a:spcBef>
            <a:spcAft>
              <a:spcPct val="35000"/>
            </a:spcAft>
            <a:buNone/>
          </a:pPr>
          <a:r>
            <a:rPr lang="en-US" sz="1600" kern="1200"/>
            <a:t>Total space required for 1 day of data</a:t>
          </a:r>
        </a:p>
        <a:p>
          <a:pPr marL="114300" lvl="1" indent="-114300" algn="l" defTabSz="533400">
            <a:lnSpc>
              <a:spcPct val="90000"/>
            </a:lnSpc>
            <a:spcBef>
              <a:spcPct val="0"/>
            </a:spcBef>
            <a:spcAft>
              <a:spcPct val="15000"/>
            </a:spcAft>
            <a:buChar char="•"/>
          </a:pPr>
          <a:r>
            <a:rPr lang="en-US" sz="1200" kern="1200" baseline="0"/>
            <a:t>2M * 200KB ≅ 381 GB</a:t>
          </a:r>
          <a:endParaRPr lang="en-US" sz="1200" kern="1200"/>
        </a:p>
      </dsp:txBody>
      <dsp:txXfrm>
        <a:off x="5690262" y="921162"/>
        <a:ext cx="2585001" cy="1454467"/>
      </dsp:txXfrm>
    </dsp:sp>
    <dsp:sp modelId="{A5CB77DC-21E7-4F6C-AD61-3112518131F1}">
      <dsp:nvSpPr>
        <dsp:cNvPr id="0" name=""/>
        <dsp:cNvSpPr/>
      </dsp:nvSpPr>
      <dsp:spPr>
        <a:xfrm>
          <a:off x="6619146" y="242411"/>
          <a:ext cx="727233" cy="727233"/>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698" tIns="12700" rIns="56698" bIns="12700" numCol="1" spcCol="1270" anchor="ctr" anchorCtr="0">
          <a:noAutofit/>
        </a:bodyPr>
        <a:lstStyle/>
        <a:p>
          <a:pPr marL="0" lvl="0" indent="0" algn="ctr" defTabSz="1555750">
            <a:lnSpc>
              <a:spcPct val="90000"/>
            </a:lnSpc>
            <a:spcBef>
              <a:spcPct val="0"/>
            </a:spcBef>
            <a:spcAft>
              <a:spcPct val="35000"/>
            </a:spcAft>
            <a:buNone/>
          </a:pPr>
          <a:r>
            <a:rPr lang="en-US" sz="3500" kern="1200"/>
            <a:t>3</a:t>
          </a:r>
        </a:p>
      </dsp:txBody>
      <dsp:txXfrm>
        <a:off x="6725647" y="348912"/>
        <a:ext cx="514231" cy="514231"/>
      </dsp:txXfrm>
    </dsp:sp>
    <dsp:sp modelId="{9919DCDF-A04B-48E7-8200-1FC15C88B234}">
      <dsp:nvSpPr>
        <dsp:cNvPr id="0" name=""/>
        <dsp:cNvSpPr/>
      </dsp:nvSpPr>
      <dsp:spPr>
        <a:xfrm>
          <a:off x="5690262" y="2424040"/>
          <a:ext cx="2585001"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65FCF6-ABCA-47F6-B0EB-D716B7A17408}">
      <dsp:nvSpPr>
        <dsp:cNvPr id="0" name=""/>
        <dsp:cNvSpPr/>
      </dsp:nvSpPr>
      <dsp:spPr>
        <a:xfrm>
          <a:off x="8533764" y="0"/>
          <a:ext cx="2585001" cy="242411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1537" tIns="330200" rIns="201537" bIns="330200" numCol="1" spcCol="1270" anchor="t" anchorCtr="0">
          <a:noAutofit/>
        </a:bodyPr>
        <a:lstStyle/>
        <a:p>
          <a:pPr marL="0" lvl="0" indent="0" algn="l" defTabSz="711200">
            <a:lnSpc>
              <a:spcPct val="90000"/>
            </a:lnSpc>
            <a:spcBef>
              <a:spcPct val="0"/>
            </a:spcBef>
            <a:spcAft>
              <a:spcPct val="35000"/>
            </a:spcAft>
            <a:buNone/>
          </a:pPr>
          <a:r>
            <a:rPr lang="en-US" sz="1600" kern="1200"/>
            <a:t>Total space required for 5 years:</a:t>
          </a:r>
        </a:p>
        <a:p>
          <a:pPr marL="114300" lvl="1" indent="-114300" algn="l" defTabSz="533400">
            <a:lnSpc>
              <a:spcPct val="90000"/>
            </a:lnSpc>
            <a:spcBef>
              <a:spcPct val="0"/>
            </a:spcBef>
            <a:spcAft>
              <a:spcPct val="15000"/>
            </a:spcAft>
            <a:buChar char="•"/>
          </a:pPr>
          <a:r>
            <a:rPr lang="en-US" sz="1200" kern="1200" baseline="0"/>
            <a:t>381 GB * 365 * 5 ≅ 679 TB</a:t>
          </a:r>
          <a:endParaRPr lang="en-US" sz="1200" kern="1200"/>
        </a:p>
      </dsp:txBody>
      <dsp:txXfrm>
        <a:off x="8533764" y="921162"/>
        <a:ext cx="2585001" cy="1454467"/>
      </dsp:txXfrm>
    </dsp:sp>
    <dsp:sp modelId="{3261D539-9C48-4372-AD05-94AD7CDC7E33}">
      <dsp:nvSpPr>
        <dsp:cNvPr id="0" name=""/>
        <dsp:cNvSpPr/>
      </dsp:nvSpPr>
      <dsp:spPr>
        <a:xfrm>
          <a:off x="9462648" y="242411"/>
          <a:ext cx="727233" cy="727233"/>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698" tIns="12700" rIns="56698" bIns="12700" numCol="1" spcCol="1270" anchor="ctr" anchorCtr="0">
          <a:noAutofit/>
        </a:bodyPr>
        <a:lstStyle/>
        <a:p>
          <a:pPr marL="0" lvl="0" indent="0" algn="ctr" defTabSz="1555750">
            <a:lnSpc>
              <a:spcPct val="90000"/>
            </a:lnSpc>
            <a:spcBef>
              <a:spcPct val="0"/>
            </a:spcBef>
            <a:spcAft>
              <a:spcPct val="35000"/>
            </a:spcAft>
            <a:buNone/>
          </a:pPr>
          <a:r>
            <a:rPr lang="en-US" sz="3500" kern="1200"/>
            <a:t>4</a:t>
          </a:r>
        </a:p>
      </dsp:txBody>
      <dsp:txXfrm>
        <a:off x="9569149" y="348912"/>
        <a:ext cx="514231" cy="514231"/>
      </dsp:txXfrm>
    </dsp:sp>
    <dsp:sp modelId="{CD4C28B7-5F95-4238-9973-42D90A3EA13A}">
      <dsp:nvSpPr>
        <dsp:cNvPr id="0" name=""/>
        <dsp:cNvSpPr/>
      </dsp:nvSpPr>
      <dsp:spPr>
        <a:xfrm>
          <a:off x="8533764" y="2424040"/>
          <a:ext cx="2585001"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515C61-0398-4C51-8D5A-E7C1224117FB}" type="datetimeFigureOut">
              <a:rPr lang="en-US" smtClean="0"/>
              <a:t>10/7/2024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CB3E6D-78B7-448A-943B-FF5E6AE15AF2}"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28773F-F672-41CF-AE0C-76B333D9A322}" type="datetimeFigureOut">
              <a:rPr lang="en-US" smtClean="0"/>
              <a:t>10/7/2024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DD7D5-A1E7-4E59-B251-136D919D9E0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72DD7D5-A1E7-4E59-B251-136D919D9E0A}" type="slidenum">
              <a:rPr lang="en-US" smtClean="0"/>
              <a:t>1</a:t>
            </a:fld>
            <a:endParaRPr lang="en-US"/>
          </a:p>
        </p:txBody>
      </p:sp>
    </p:spTree>
    <p:extLst>
      <p:ext uri="{BB962C8B-B14F-4D97-AF65-F5344CB8AC3E}">
        <p14:creationId xmlns:p14="http://schemas.microsoft.com/office/powerpoint/2010/main" val="1575064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a:solidFill>
                  <a:srgbClr val="282828"/>
                </a:solidFill>
                <a:effectLst/>
                <a:latin typeface="-apple-system"/>
              </a:rPr>
              <a:t>Stateless Services</a:t>
            </a:r>
          </a:p>
          <a:p>
            <a:pPr marL="171450" indent="-171450" algn="just">
              <a:buFont typeface="Arial" panose="020B0604020202020204" pitchFamily="34" charset="0"/>
              <a:buChar char="•"/>
            </a:pPr>
            <a:r>
              <a:rPr lang="en-US" b="0" i="0">
                <a:solidFill>
                  <a:srgbClr val="212529"/>
                </a:solidFill>
                <a:effectLst/>
                <a:latin typeface="-apple-system"/>
              </a:rPr>
              <a:t>Stateless services are traditional public-facing request/response services, used to manage the login, signup, user profile, etc. These are common features among many websites and apps.</a:t>
            </a:r>
          </a:p>
          <a:p>
            <a:pPr marL="171450" indent="-171450" algn="just">
              <a:buFont typeface="Arial" panose="020B0604020202020204" pitchFamily="34" charset="0"/>
              <a:buChar char="•"/>
            </a:pPr>
            <a:r>
              <a:rPr lang="en-US" b="0" i="0">
                <a:solidFill>
                  <a:srgbClr val="212529"/>
                </a:solidFill>
                <a:effectLst/>
                <a:latin typeface="-apple-system"/>
              </a:rPr>
              <a:t>Stateless services sit behind a load balancer whose job is to route requests to the correct services based on the request paths. These services can be monolithic or individual microservices. </a:t>
            </a:r>
          </a:p>
          <a:p>
            <a:pPr marL="171450" indent="-171450" algn="just">
              <a:buFont typeface="Arial" panose="020B0604020202020204" pitchFamily="34" charset="0"/>
              <a:buChar char="•"/>
            </a:pPr>
            <a:r>
              <a:rPr lang="en-US" b="0" i="0">
                <a:solidFill>
                  <a:srgbClr val="212529"/>
                </a:solidFill>
                <a:effectLst/>
                <a:latin typeface="-apple-system"/>
              </a:rPr>
              <a:t>We do not need to build many of these stateless services by ourselves as there are services in the market that can be integrated easily. The one service that we will discuss more in deep dive is the service discovery. Its primary job is to give the client a list of DNS host names of chat servers that the client could connect to.</a:t>
            </a:r>
          </a:p>
          <a:p>
            <a:pPr algn="just"/>
            <a:endParaRPr lang="en-US" b="0" i="0">
              <a:solidFill>
                <a:srgbClr val="212529"/>
              </a:solidFill>
              <a:effectLst/>
              <a:latin typeface="-apple-system"/>
            </a:endParaRPr>
          </a:p>
          <a:p>
            <a:pPr algn="l"/>
            <a:r>
              <a:rPr lang="en-US" b="1" i="0">
                <a:solidFill>
                  <a:srgbClr val="282828"/>
                </a:solidFill>
                <a:effectLst/>
                <a:latin typeface="-apple-system"/>
              </a:rPr>
              <a:t>Stateful Service</a:t>
            </a:r>
          </a:p>
          <a:p>
            <a:pPr marL="171450" indent="-171450" algn="just">
              <a:buFont typeface="Arial" panose="020B0604020202020204" pitchFamily="34" charset="0"/>
              <a:buChar char="•"/>
            </a:pPr>
            <a:r>
              <a:rPr lang="en-US" b="0" i="0">
                <a:solidFill>
                  <a:srgbClr val="212529"/>
                </a:solidFill>
                <a:effectLst/>
                <a:latin typeface="-apple-system"/>
              </a:rPr>
              <a:t>The only stateful service is the chat service. The service is stateful because each client maintains a persistent network connection to a chat server. In this service, a client normally does not switch to another chat server as long as the server is still available. </a:t>
            </a:r>
          </a:p>
          <a:p>
            <a:pPr marL="171450" indent="-171450" algn="just">
              <a:buFont typeface="Arial" panose="020B0604020202020204" pitchFamily="34" charset="0"/>
              <a:buChar char="•"/>
            </a:pPr>
            <a:r>
              <a:rPr lang="en-US" b="0" i="0">
                <a:solidFill>
                  <a:srgbClr val="212529"/>
                </a:solidFill>
                <a:effectLst/>
                <a:latin typeface="-apple-system"/>
              </a:rPr>
              <a:t>The service discovery coordinates closely with the chat service to avoid server overloading. We will go into detail in deep dive.</a:t>
            </a:r>
          </a:p>
          <a:p>
            <a:endParaRPr lang="en-US"/>
          </a:p>
        </p:txBody>
      </p:sp>
      <p:sp>
        <p:nvSpPr>
          <p:cNvPr id="4" name="Slide Number Placeholder 3"/>
          <p:cNvSpPr>
            <a:spLocks noGrp="1"/>
          </p:cNvSpPr>
          <p:nvPr>
            <p:ph type="sldNum" sz="quarter" idx="5"/>
          </p:nvPr>
        </p:nvSpPr>
        <p:spPr/>
        <p:txBody>
          <a:bodyPr/>
          <a:lstStyle/>
          <a:p>
            <a:fld id="{572DD7D5-A1E7-4E59-B251-136D919D9E0A}" type="slidenum">
              <a:rPr lang="en-US" smtClean="0"/>
              <a:t>23</a:t>
            </a:fld>
            <a:endParaRPr lang="en-US"/>
          </a:p>
        </p:txBody>
      </p:sp>
    </p:spTree>
    <p:extLst>
      <p:ext uri="{BB962C8B-B14F-4D97-AF65-F5344CB8AC3E}">
        <p14:creationId xmlns:p14="http://schemas.microsoft.com/office/powerpoint/2010/main" val="237906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Users:</a:t>
            </a:r>
            <a:r>
              <a:rPr lang="en-US"/>
              <a:t> </a:t>
            </a:r>
            <a:r>
              <a:rPr lang="en-US" err="1"/>
              <a:t>user_id</a:t>
            </a:r>
            <a:r>
              <a:rPr lang="en-US"/>
              <a:t>, username, </a:t>
            </a:r>
            <a:r>
              <a:rPr lang="en-US" err="1"/>
              <a:t>phone_number</a:t>
            </a:r>
            <a:r>
              <a:rPr lang="en-US"/>
              <a:t>, </a:t>
            </a:r>
            <a:r>
              <a:rPr lang="en-US" err="1"/>
              <a:t>password_hash</a:t>
            </a:r>
            <a:r>
              <a:rPr lang="en-US"/>
              <a:t>, </a:t>
            </a:r>
            <a:r>
              <a:rPr lang="en-US" err="1"/>
              <a:t>profile_picture_url</a:t>
            </a:r>
            <a:r>
              <a:rPr lang="en-US"/>
              <a:t>, status, </a:t>
            </a:r>
            <a:r>
              <a:rPr lang="en-US" err="1"/>
              <a:t>created_at</a:t>
            </a:r>
            <a:r>
              <a:rPr lang="en-US"/>
              <a:t>, </a:t>
            </a:r>
            <a:r>
              <a:rPr lang="en-US" err="1"/>
              <a:t>updated_at</a:t>
            </a:r>
            <a:r>
              <a:rPr lang="en-US"/>
              <a:t>.</a:t>
            </a:r>
          </a:p>
          <a:p>
            <a:r>
              <a:rPr lang="en-US" b="1"/>
              <a:t>Groups</a:t>
            </a:r>
            <a:r>
              <a:rPr lang="en-US"/>
              <a:t>: </a:t>
            </a:r>
            <a:r>
              <a:rPr lang="en-US" err="1"/>
              <a:t>group_id</a:t>
            </a:r>
            <a:r>
              <a:rPr lang="en-US"/>
              <a:t>, </a:t>
            </a:r>
            <a:r>
              <a:rPr lang="en-US" err="1"/>
              <a:t>group_name</a:t>
            </a:r>
            <a:r>
              <a:rPr lang="en-US"/>
              <a:t>, </a:t>
            </a:r>
            <a:r>
              <a:rPr lang="en-US" err="1"/>
              <a:t>created_by_user_id</a:t>
            </a:r>
            <a:r>
              <a:rPr lang="en-US"/>
              <a:t>, </a:t>
            </a:r>
            <a:r>
              <a:rPr lang="en-US" err="1"/>
              <a:t>created_at</a:t>
            </a:r>
            <a:r>
              <a:rPr lang="en-US"/>
              <a:t>.</a:t>
            </a:r>
          </a:p>
          <a:p>
            <a:r>
              <a:rPr lang="en-US" b="1" err="1"/>
              <a:t>Group_Members</a:t>
            </a:r>
            <a:r>
              <a:rPr lang="en-US"/>
              <a:t>: </a:t>
            </a:r>
            <a:r>
              <a:rPr lang="en-US" err="1"/>
              <a:t>group_id</a:t>
            </a:r>
            <a:r>
              <a:rPr lang="en-US"/>
              <a:t>, </a:t>
            </a:r>
            <a:r>
              <a:rPr lang="en-US" err="1"/>
              <a:t>user_id</a:t>
            </a:r>
            <a:r>
              <a:rPr lang="en-US"/>
              <a:t>, </a:t>
            </a:r>
            <a:r>
              <a:rPr lang="en-US" err="1"/>
              <a:t>joined_at</a:t>
            </a:r>
            <a:r>
              <a:rPr lang="en-US"/>
              <a:t>, role.</a:t>
            </a:r>
          </a:p>
          <a:p>
            <a:r>
              <a:rPr lang="en-US" b="1"/>
              <a:t>Messages</a:t>
            </a:r>
            <a:r>
              <a:rPr lang="en-US"/>
              <a:t>: </a:t>
            </a:r>
            <a:r>
              <a:rPr lang="en-US" err="1"/>
              <a:t>message_id</a:t>
            </a:r>
            <a:r>
              <a:rPr lang="en-US"/>
              <a:t>, </a:t>
            </a:r>
            <a:r>
              <a:rPr lang="en-US" err="1"/>
              <a:t>chat_id</a:t>
            </a:r>
            <a:r>
              <a:rPr lang="en-US"/>
              <a:t>, </a:t>
            </a:r>
            <a:r>
              <a:rPr lang="en-US" err="1"/>
              <a:t>sender_id</a:t>
            </a:r>
            <a:r>
              <a:rPr lang="en-US"/>
              <a:t>, content, </a:t>
            </a:r>
            <a:r>
              <a:rPr lang="en-US" err="1"/>
              <a:t>content_type</a:t>
            </a:r>
            <a:r>
              <a:rPr lang="en-US"/>
              <a:t>, timestamp, status.</a:t>
            </a:r>
          </a:p>
          <a:p>
            <a:r>
              <a:rPr lang="en-US" b="1"/>
              <a:t>Chats</a:t>
            </a:r>
            <a:r>
              <a:rPr lang="en-US"/>
              <a:t>: </a:t>
            </a:r>
            <a:r>
              <a:rPr lang="en-US" err="1"/>
              <a:t>chat_id</a:t>
            </a:r>
            <a:r>
              <a:rPr lang="en-US"/>
              <a:t>, </a:t>
            </a:r>
            <a:r>
              <a:rPr lang="en-US" err="1"/>
              <a:t>participant_ids</a:t>
            </a:r>
            <a:r>
              <a:rPr lang="en-US"/>
              <a:t>, </a:t>
            </a:r>
            <a:r>
              <a:rPr lang="en-US" err="1"/>
              <a:t>last_message_id</a:t>
            </a:r>
            <a:r>
              <a:rPr lang="en-US"/>
              <a:t>, </a:t>
            </a:r>
            <a:r>
              <a:rPr lang="en-US" err="1"/>
              <a:t>updated_at</a:t>
            </a:r>
            <a:r>
              <a:rPr lang="en-US"/>
              <a:t>.</a:t>
            </a:r>
          </a:p>
          <a:p>
            <a:r>
              <a:rPr lang="en-US" b="1" err="1"/>
              <a:t>Last_Seen</a:t>
            </a:r>
            <a:r>
              <a:rPr lang="en-US"/>
              <a:t>: </a:t>
            </a:r>
            <a:r>
              <a:rPr lang="en-US" err="1"/>
              <a:t>user_id</a:t>
            </a:r>
            <a:r>
              <a:rPr lang="en-US"/>
              <a:t>, </a:t>
            </a:r>
            <a:r>
              <a:rPr lang="en-US" err="1"/>
              <a:t>last_seen_timestamp</a:t>
            </a:r>
            <a:r>
              <a:rPr lang="en-US"/>
              <a:t>.</a:t>
            </a:r>
          </a:p>
          <a:p>
            <a:r>
              <a:rPr lang="en-US" b="1" err="1"/>
              <a:t>Multimedia_Files</a:t>
            </a:r>
            <a:r>
              <a:rPr lang="en-US"/>
              <a:t>: </a:t>
            </a:r>
            <a:r>
              <a:rPr lang="en-US" err="1"/>
              <a:t>file_id</a:t>
            </a:r>
            <a:r>
              <a:rPr lang="en-US"/>
              <a:t>, </a:t>
            </a:r>
            <a:r>
              <a:rPr lang="en-US" err="1"/>
              <a:t>uploaded_by</a:t>
            </a:r>
            <a:r>
              <a:rPr lang="en-US"/>
              <a:t>, </a:t>
            </a:r>
            <a:r>
              <a:rPr lang="en-US" err="1"/>
              <a:t>file_url</a:t>
            </a:r>
            <a:r>
              <a:rPr lang="en-US"/>
              <a:t>, timestamp.</a:t>
            </a:r>
          </a:p>
          <a:p>
            <a:r>
              <a:rPr lang="en-US" b="1" err="1"/>
              <a:t>User_Activity_Logs</a:t>
            </a:r>
            <a:r>
              <a:rPr lang="en-US"/>
              <a:t>: </a:t>
            </a:r>
            <a:r>
              <a:rPr lang="en-US" err="1"/>
              <a:t>activity_id</a:t>
            </a:r>
            <a:r>
              <a:rPr lang="en-US"/>
              <a:t>, </a:t>
            </a:r>
            <a:r>
              <a:rPr lang="en-US" err="1"/>
              <a:t>user_id</a:t>
            </a:r>
            <a:r>
              <a:rPr lang="en-US"/>
              <a:t>, </a:t>
            </a:r>
            <a:r>
              <a:rPr lang="en-US" err="1"/>
              <a:t>activity_type</a:t>
            </a:r>
            <a:r>
              <a:rPr lang="en-US"/>
              <a:t>, timestamp.</a:t>
            </a:r>
          </a:p>
          <a:p>
            <a:r>
              <a:rPr lang="en-US" b="1" err="1"/>
              <a:t>Chat_Logs</a:t>
            </a:r>
            <a:r>
              <a:rPr lang="en-US"/>
              <a:t>: Storage for historical chat data.</a:t>
            </a:r>
          </a:p>
          <a:p>
            <a:r>
              <a:rPr lang="en-US" b="1" err="1"/>
              <a:t>Activity_Logs</a:t>
            </a:r>
            <a:r>
              <a:rPr lang="en-US"/>
              <a:t>: Stores user activity logs for analysis.</a:t>
            </a:r>
          </a:p>
          <a:p>
            <a:endParaRPr lang="en-US"/>
          </a:p>
        </p:txBody>
      </p:sp>
      <p:sp>
        <p:nvSpPr>
          <p:cNvPr id="4" name="Slide Number Placeholder 3"/>
          <p:cNvSpPr>
            <a:spLocks noGrp="1"/>
          </p:cNvSpPr>
          <p:nvPr>
            <p:ph type="sldNum" sz="quarter" idx="5"/>
          </p:nvPr>
        </p:nvSpPr>
        <p:spPr/>
        <p:txBody>
          <a:bodyPr/>
          <a:lstStyle/>
          <a:p>
            <a:fld id="{572DD7D5-A1E7-4E59-B251-136D919D9E0A}" type="slidenum">
              <a:rPr lang="en-US" smtClean="0"/>
              <a:t>24</a:t>
            </a:fld>
            <a:endParaRPr lang="en-US"/>
          </a:p>
        </p:txBody>
      </p:sp>
    </p:spTree>
    <p:extLst>
      <p:ext uri="{BB962C8B-B14F-4D97-AF65-F5344CB8AC3E}">
        <p14:creationId xmlns:p14="http://schemas.microsoft.com/office/powerpoint/2010/main" val="3831548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Users:</a:t>
            </a:r>
            <a:r>
              <a:rPr lang="en-US" sz="1200"/>
              <a:t> </a:t>
            </a:r>
            <a:r>
              <a:rPr lang="en-US" sz="1200" err="1"/>
              <a:t>user_id</a:t>
            </a:r>
            <a:r>
              <a:rPr lang="en-US" sz="1200"/>
              <a:t>, username, email, </a:t>
            </a:r>
            <a:r>
              <a:rPr lang="en-US" sz="1200" err="1"/>
              <a:t>password_hash</a:t>
            </a:r>
            <a:r>
              <a:rPr lang="en-US" sz="1200"/>
              <a:t>, </a:t>
            </a:r>
            <a:r>
              <a:rPr lang="en-US" sz="1200" err="1"/>
              <a:t>profile_picture_url</a:t>
            </a:r>
            <a:r>
              <a:rPr lang="en-US" sz="1200"/>
              <a:t>, bio, website, </a:t>
            </a:r>
            <a:r>
              <a:rPr lang="en-US" sz="1200" err="1"/>
              <a:t>phone_number</a:t>
            </a:r>
            <a:r>
              <a:rPr lang="en-US" sz="1200"/>
              <a:t>, </a:t>
            </a:r>
            <a:r>
              <a:rPr lang="en-US" sz="1200" err="1"/>
              <a:t>created_at</a:t>
            </a:r>
            <a:r>
              <a:rPr lang="en-US" sz="1200"/>
              <a:t>, </a:t>
            </a:r>
            <a:r>
              <a:rPr lang="en-US" sz="1200" err="1"/>
              <a:t>last_login</a:t>
            </a:r>
            <a:r>
              <a:rPr lang="en-US" sz="1200"/>
              <a:t>, </a:t>
            </a:r>
            <a:r>
              <a:rPr lang="en-US" sz="1200" err="1"/>
              <a:t>privacy_settings</a:t>
            </a:r>
            <a:r>
              <a:rPr lang="en-US" sz="1200"/>
              <a:t>.</a:t>
            </a:r>
          </a:p>
          <a:p>
            <a:r>
              <a:rPr lang="en-US" sz="1200" b="1"/>
              <a:t>Posts:</a:t>
            </a:r>
            <a:r>
              <a:rPr lang="en-US" sz="1200"/>
              <a:t> </a:t>
            </a:r>
            <a:r>
              <a:rPr lang="en-US" sz="1200" err="1"/>
              <a:t>post_id</a:t>
            </a:r>
            <a:r>
              <a:rPr lang="en-US" sz="1200"/>
              <a:t>, </a:t>
            </a:r>
            <a:r>
              <a:rPr lang="en-US" sz="1200" err="1"/>
              <a:t>user_id</a:t>
            </a:r>
            <a:r>
              <a:rPr lang="en-US" sz="1200"/>
              <a:t>, </a:t>
            </a:r>
            <a:r>
              <a:rPr lang="en-US" sz="1200" err="1"/>
              <a:t>content_url</a:t>
            </a:r>
            <a:r>
              <a:rPr lang="en-US" sz="1200"/>
              <a:t>, caption, location, tags, mentions, </a:t>
            </a:r>
            <a:r>
              <a:rPr lang="en-US" sz="1200" err="1"/>
              <a:t>created_at</a:t>
            </a:r>
            <a:r>
              <a:rPr lang="en-US" sz="1200"/>
              <a:t>, </a:t>
            </a:r>
            <a:r>
              <a:rPr lang="en-US" sz="1200" err="1"/>
              <a:t>likes_count</a:t>
            </a:r>
            <a:r>
              <a:rPr lang="en-US" sz="1200"/>
              <a:t>, </a:t>
            </a:r>
            <a:r>
              <a:rPr lang="en-US" sz="1200" err="1"/>
              <a:t>comments_count</a:t>
            </a:r>
            <a:r>
              <a:rPr lang="en-US" sz="1200"/>
              <a:t>.</a:t>
            </a:r>
          </a:p>
          <a:p>
            <a:r>
              <a:rPr lang="en-US" sz="1200" b="1" err="1"/>
              <a:t>User_Timeline</a:t>
            </a:r>
            <a:r>
              <a:rPr lang="en-US" sz="1200" b="1"/>
              <a:t>:</a:t>
            </a:r>
            <a:r>
              <a:rPr lang="en-US" sz="1200"/>
              <a:t> </a:t>
            </a:r>
            <a:r>
              <a:rPr lang="en-US" sz="1200" err="1"/>
              <a:t>user_id</a:t>
            </a:r>
            <a:r>
              <a:rPr lang="en-US" sz="1200"/>
              <a:t>, </a:t>
            </a:r>
            <a:r>
              <a:rPr lang="en-US" sz="1200" err="1"/>
              <a:t>timeline_data</a:t>
            </a:r>
            <a:r>
              <a:rPr lang="en-US" sz="1200"/>
              <a:t>, which includes post IDs and other relevant metadata in a time-series fashion.</a:t>
            </a:r>
          </a:p>
          <a:p>
            <a:r>
              <a:rPr lang="en-US" sz="1200" b="1"/>
              <a:t>Assets</a:t>
            </a:r>
            <a:r>
              <a:rPr lang="en-US" sz="1200"/>
              <a:t>: </a:t>
            </a:r>
            <a:r>
              <a:rPr lang="en-US" sz="1200" err="1"/>
              <a:t>asset_id</a:t>
            </a:r>
            <a:r>
              <a:rPr lang="en-US" sz="1200"/>
              <a:t>, </a:t>
            </a:r>
            <a:r>
              <a:rPr lang="en-US" sz="1200" err="1"/>
              <a:t>url</a:t>
            </a:r>
            <a:r>
              <a:rPr lang="en-US" sz="1200"/>
              <a:t>, type, size, </a:t>
            </a:r>
            <a:r>
              <a:rPr lang="en-US" sz="1200" err="1"/>
              <a:t>user_id</a:t>
            </a:r>
            <a:r>
              <a:rPr lang="en-US" sz="1200"/>
              <a:t>, </a:t>
            </a:r>
            <a:r>
              <a:rPr lang="en-US" sz="1200" err="1"/>
              <a:t>uploaded_at</a:t>
            </a:r>
            <a:r>
              <a:rPr lang="en-US" sz="1200"/>
              <a:t>.</a:t>
            </a:r>
          </a:p>
          <a:p>
            <a:r>
              <a:rPr lang="en-US" sz="1200" b="1" err="1"/>
              <a:t>Short_URLs</a:t>
            </a:r>
            <a:r>
              <a:rPr lang="en-US" sz="1200"/>
              <a:t>: </a:t>
            </a:r>
            <a:r>
              <a:rPr lang="en-US" sz="1200" err="1"/>
              <a:t>short_url</a:t>
            </a:r>
            <a:r>
              <a:rPr lang="en-US" sz="1200"/>
              <a:t>, </a:t>
            </a:r>
            <a:r>
              <a:rPr lang="en-US" sz="1200" err="1"/>
              <a:t>original_url</a:t>
            </a:r>
            <a:r>
              <a:rPr lang="en-US" sz="1200"/>
              <a:t>, </a:t>
            </a:r>
            <a:r>
              <a:rPr lang="en-US" sz="1200" err="1"/>
              <a:t>created_at</a:t>
            </a:r>
            <a:r>
              <a:rPr lang="en-US" sz="1200"/>
              <a:t>, </a:t>
            </a:r>
            <a:r>
              <a:rPr lang="en-US" sz="1200" err="1"/>
              <a:t>expiration_date</a:t>
            </a:r>
            <a:r>
              <a:rPr lang="en-US" sz="1200"/>
              <a:t>, </a:t>
            </a:r>
            <a:r>
              <a:rPr lang="en-US" sz="1200" err="1"/>
              <a:t>usage_count</a:t>
            </a:r>
            <a:r>
              <a:rPr lang="en-US" sz="1200"/>
              <a:t>.</a:t>
            </a:r>
          </a:p>
          <a:p>
            <a:r>
              <a:rPr lang="en-US" sz="1200" b="1" err="1"/>
              <a:t>Friends_Relationships</a:t>
            </a:r>
            <a:r>
              <a:rPr lang="en-US" sz="1200"/>
              <a:t>: </a:t>
            </a:r>
            <a:r>
              <a:rPr lang="en-US" sz="1200" err="1"/>
              <a:t>user_id</a:t>
            </a:r>
            <a:r>
              <a:rPr lang="en-US" sz="1200"/>
              <a:t>, </a:t>
            </a:r>
            <a:r>
              <a:rPr lang="en-US" sz="1200" err="1"/>
              <a:t>friend_id</a:t>
            </a:r>
            <a:r>
              <a:rPr lang="en-US" sz="1200"/>
              <a:t>, status, since.</a:t>
            </a:r>
          </a:p>
          <a:p>
            <a:r>
              <a:rPr lang="en-US" sz="1200" b="1"/>
              <a:t>Groups</a:t>
            </a:r>
            <a:r>
              <a:rPr lang="en-US" sz="1200"/>
              <a:t>: </a:t>
            </a:r>
            <a:r>
              <a:rPr lang="en-US" sz="1200" err="1"/>
              <a:t>group_id</a:t>
            </a:r>
            <a:r>
              <a:rPr lang="en-US" sz="1200"/>
              <a:t>, </a:t>
            </a:r>
            <a:r>
              <a:rPr lang="en-US" sz="1200" err="1"/>
              <a:t>group_name</a:t>
            </a:r>
            <a:r>
              <a:rPr lang="en-US" sz="1200"/>
              <a:t>, </a:t>
            </a:r>
            <a:r>
              <a:rPr lang="en-US" sz="1200" err="1"/>
              <a:t>members_ids</a:t>
            </a:r>
            <a:r>
              <a:rPr lang="en-US" sz="1200"/>
              <a:t>, </a:t>
            </a:r>
            <a:r>
              <a:rPr lang="en-US" sz="1200" err="1"/>
              <a:t>created_by</a:t>
            </a:r>
            <a:r>
              <a:rPr lang="en-US" sz="1200"/>
              <a:t>, </a:t>
            </a:r>
            <a:r>
              <a:rPr lang="en-US" sz="1200" err="1"/>
              <a:t>privacy_settings</a:t>
            </a:r>
            <a:r>
              <a:rPr lang="en-US" sz="1200"/>
              <a:t>.</a:t>
            </a:r>
          </a:p>
          <a:p>
            <a:r>
              <a:rPr lang="en-US" sz="1200" b="1" err="1"/>
              <a:t>Archived_Posts</a:t>
            </a:r>
            <a:r>
              <a:rPr lang="en-US" sz="1200"/>
              <a:t>: </a:t>
            </a:r>
            <a:r>
              <a:rPr lang="en-US" sz="1200" err="1"/>
              <a:t>post_id</a:t>
            </a:r>
            <a:r>
              <a:rPr lang="en-US" sz="1200"/>
              <a:t>, </a:t>
            </a:r>
            <a:r>
              <a:rPr lang="en-US" sz="1200" err="1"/>
              <a:t>archive_date</a:t>
            </a:r>
            <a:r>
              <a:rPr lang="en-US" sz="1200"/>
              <a:t>, </a:t>
            </a:r>
            <a:r>
              <a:rPr lang="en-US" sz="1200" err="1"/>
              <a:t>post_data</a:t>
            </a:r>
            <a:r>
              <a:rPr lang="en-US" sz="1200"/>
              <a:t>.</a:t>
            </a:r>
          </a:p>
          <a:p>
            <a:r>
              <a:rPr lang="en-US" sz="1200" b="1" i="1"/>
              <a:t>Timelines</a:t>
            </a:r>
            <a:r>
              <a:rPr lang="en-US" sz="1200"/>
              <a:t>: Sorted sets with </a:t>
            </a:r>
            <a:r>
              <a:rPr lang="en-US" sz="1200" err="1"/>
              <a:t>user_id</a:t>
            </a:r>
            <a:r>
              <a:rPr lang="en-US" sz="1200"/>
              <a:t> as the key and </a:t>
            </a:r>
            <a:r>
              <a:rPr lang="en-US" sz="1200" err="1"/>
              <a:t>post_ids</a:t>
            </a:r>
            <a:r>
              <a:rPr lang="en-US" sz="1200"/>
              <a:t> scored by timestamp.</a:t>
            </a:r>
          </a:p>
        </p:txBody>
      </p:sp>
      <p:sp>
        <p:nvSpPr>
          <p:cNvPr id="4" name="Slide Number Placeholder 3"/>
          <p:cNvSpPr>
            <a:spLocks noGrp="1"/>
          </p:cNvSpPr>
          <p:nvPr>
            <p:ph type="sldNum" sz="quarter" idx="5"/>
          </p:nvPr>
        </p:nvSpPr>
        <p:spPr/>
        <p:txBody>
          <a:bodyPr/>
          <a:lstStyle/>
          <a:p>
            <a:fld id="{572DD7D5-A1E7-4E59-B251-136D919D9E0A}" type="slidenum">
              <a:rPr lang="en-US" smtClean="0"/>
              <a:t>35</a:t>
            </a:fld>
            <a:endParaRPr lang="en-US"/>
          </a:p>
        </p:txBody>
      </p:sp>
    </p:spTree>
    <p:extLst>
      <p:ext uri="{BB962C8B-B14F-4D97-AF65-F5344CB8AC3E}">
        <p14:creationId xmlns:p14="http://schemas.microsoft.com/office/powerpoint/2010/main" val="2221374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Properties</a:t>
            </a:r>
            <a:r>
              <a:rPr lang="en-US" sz="1200"/>
              <a:t>: </a:t>
            </a:r>
            <a:r>
              <a:rPr lang="en-US" sz="1200" err="1"/>
              <a:t>property_id</a:t>
            </a:r>
            <a:r>
              <a:rPr lang="en-US" sz="1200"/>
              <a:t>, </a:t>
            </a:r>
            <a:r>
              <a:rPr lang="en-US" sz="1200" err="1"/>
              <a:t>manager_id</a:t>
            </a:r>
            <a:r>
              <a:rPr lang="en-US" sz="1200"/>
              <a:t>, title, description, address, type, amenities, rules, photos, availability, pricing, rating.</a:t>
            </a:r>
          </a:p>
          <a:p>
            <a:r>
              <a:rPr lang="en-US" sz="1200" b="1"/>
              <a:t>Managers</a:t>
            </a:r>
            <a:r>
              <a:rPr lang="en-US" sz="1200"/>
              <a:t>: </a:t>
            </a:r>
            <a:r>
              <a:rPr lang="en-US" sz="1200" err="1"/>
              <a:t>manager_id</a:t>
            </a:r>
            <a:r>
              <a:rPr lang="en-US" sz="1200"/>
              <a:t>, name, </a:t>
            </a:r>
            <a:r>
              <a:rPr lang="en-US" sz="1200" err="1"/>
              <a:t>contact_info</a:t>
            </a:r>
            <a:r>
              <a:rPr lang="en-US" sz="1200"/>
              <a:t>.</a:t>
            </a:r>
          </a:p>
          <a:p>
            <a:r>
              <a:rPr lang="en-US" sz="1200" b="1"/>
              <a:t>Reviews</a:t>
            </a:r>
            <a:r>
              <a:rPr lang="en-US" sz="1200"/>
              <a:t>: </a:t>
            </a:r>
            <a:r>
              <a:rPr lang="en-US" sz="1200" err="1"/>
              <a:t>review_id</a:t>
            </a:r>
            <a:r>
              <a:rPr lang="en-US" sz="1200"/>
              <a:t>, </a:t>
            </a:r>
            <a:r>
              <a:rPr lang="en-US" sz="1200" err="1"/>
              <a:t>property_id</a:t>
            </a:r>
            <a:r>
              <a:rPr lang="en-US" sz="1200"/>
              <a:t>, </a:t>
            </a:r>
            <a:r>
              <a:rPr lang="en-US" sz="1200" err="1"/>
              <a:t>user_id</a:t>
            </a:r>
            <a:r>
              <a:rPr lang="en-US" sz="1200"/>
              <a:t>, rating, comment, timestamp.</a:t>
            </a:r>
          </a:p>
          <a:p>
            <a:r>
              <a:rPr lang="en-US" sz="1200" b="1"/>
              <a:t>Amenities</a:t>
            </a:r>
            <a:r>
              <a:rPr lang="en-US" sz="1200"/>
              <a:t>: </a:t>
            </a:r>
            <a:r>
              <a:rPr lang="en-US" sz="1200" err="1"/>
              <a:t>amenity_id</a:t>
            </a:r>
            <a:r>
              <a:rPr lang="en-US" sz="1200"/>
              <a:t>, description.</a:t>
            </a:r>
          </a:p>
          <a:p>
            <a:r>
              <a:rPr lang="en-US" sz="1200" b="1" err="1"/>
              <a:t>Property_Amenities</a:t>
            </a:r>
            <a:r>
              <a:rPr lang="en-US" sz="1200"/>
              <a:t>: </a:t>
            </a:r>
            <a:r>
              <a:rPr lang="en-US" sz="1200" err="1"/>
              <a:t>property_id</a:t>
            </a:r>
            <a:r>
              <a:rPr lang="en-US" sz="1200"/>
              <a:t>, </a:t>
            </a:r>
            <a:r>
              <a:rPr lang="en-US" sz="1200" err="1"/>
              <a:t>amenity_id</a:t>
            </a:r>
            <a:r>
              <a:rPr lang="en-US" sz="1200"/>
              <a:t> (to handle the many-to-many relationship).</a:t>
            </a:r>
          </a:p>
          <a:p>
            <a:r>
              <a:rPr lang="en-US" sz="1200" b="1"/>
              <a:t>Bookings</a:t>
            </a:r>
            <a:r>
              <a:rPr lang="en-US" sz="1200"/>
              <a:t>: </a:t>
            </a:r>
            <a:r>
              <a:rPr lang="en-US" sz="1200" err="1"/>
              <a:t>booking_id</a:t>
            </a:r>
            <a:r>
              <a:rPr lang="en-US" sz="1200"/>
              <a:t>, </a:t>
            </a:r>
            <a:r>
              <a:rPr lang="en-US" sz="1200" err="1"/>
              <a:t>user_id</a:t>
            </a:r>
            <a:r>
              <a:rPr lang="en-US" sz="1200"/>
              <a:t>, </a:t>
            </a:r>
            <a:r>
              <a:rPr lang="en-US" sz="1200" err="1"/>
              <a:t>property_id</a:t>
            </a:r>
            <a:r>
              <a:rPr lang="en-US" sz="1200"/>
              <a:t>, </a:t>
            </a:r>
            <a:r>
              <a:rPr lang="en-US" sz="1200" err="1"/>
              <a:t>check_in</a:t>
            </a:r>
            <a:r>
              <a:rPr lang="en-US" sz="1200"/>
              <a:t>, </a:t>
            </a:r>
            <a:r>
              <a:rPr lang="en-US" sz="1200" err="1"/>
              <a:t>check_out</a:t>
            </a:r>
            <a:r>
              <a:rPr lang="en-US" sz="1200"/>
              <a:t>, guests, price, status, </a:t>
            </a:r>
            <a:r>
              <a:rPr lang="en-US" sz="1200" err="1"/>
              <a:t>payment_id</a:t>
            </a:r>
            <a:r>
              <a:rPr lang="en-US" sz="1200"/>
              <a:t>.</a:t>
            </a:r>
          </a:p>
          <a:p>
            <a:r>
              <a:rPr lang="en-US" sz="1200" b="1"/>
              <a:t>Payments</a:t>
            </a:r>
            <a:r>
              <a:rPr lang="en-US" sz="1200"/>
              <a:t>: </a:t>
            </a:r>
            <a:r>
              <a:rPr lang="en-US" sz="1200" err="1"/>
              <a:t>payment_id</a:t>
            </a:r>
            <a:r>
              <a:rPr lang="en-US" sz="1200"/>
              <a:t>, </a:t>
            </a:r>
            <a:r>
              <a:rPr lang="en-US" sz="1200" err="1"/>
              <a:t>booking_id</a:t>
            </a:r>
            <a:r>
              <a:rPr lang="en-US" sz="1200"/>
              <a:t>, amount, method, status, timestamp.</a:t>
            </a:r>
          </a:p>
          <a:p>
            <a:r>
              <a:rPr lang="en-US" sz="1200" b="1"/>
              <a:t>Users</a:t>
            </a:r>
            <a:r>
              <a:rPr lang="en-US" sz="1200"/>
              <a:t>: </a:t>
            </a:r>
            <a:r>
              <a:rPr lang="en-US" sz="1200" err="1"/>
              <a:t>user_id</a:t>
            </a:r>
            <a:r>
              <a:rPr lang="en-US" sz="1200"/>
              <a:t>, name, email, </a:t>
            </a:r>
            <a:r>
              <a:rPr lang="en-US" sz="1200" err="1"/>
              <a:t>password_hash</a:t>
            </a:r>
            <a:r>
              <a:rPr lang="en-US" sz="1200"/>
              <a:t>, </a:t>
            </a:r>
            <a:r>
              <a:rPr lang="en-US" sz="1200" err="1"/>
              <a:t>phone_number</a:t>
            </a:r>
            <a:r>
              <a:rPr lang="en-US" sz="1200"/>
              <a:t>, photo, bio, </a:t>
            </a:r>
            <a:r>
              <a:rPr lang="en-US" sz="1200" err="1"/>
              <a:t>social_links</a:t>
            </a:r>
            <a:r>
              <a:rPr lang="en-US" sz="1200"/>
              <a:t>, </a:t>
            </a:r>
            <a:r>
              <a:rPr lang="en-US" sz="1200" err="1"/>
              <a:t>verification_status</a:t>
            </a:r>
            <a:r>
              <a:rPr lang="en-US" sz="1200"/>
              <a:t>, </a:t>
            </a:r>
            <a:r>
              <a:rPr lang="en-US" sz="1200" err="1"/>
              <a:t>created_at</a:t>
            </a:r>
            <a:r>
              <a:rPr lang="en-US" sz="1200"/>
              <a:t>.</a:t>
            </a:r>
          </a:p>
          <a:p>
            <a:r>
              <a:rPr lang="en-US" sz="1200" b="1" err="1"/>
              <a:t>User_Address</a:t>
            </a:r>
            <a:r>
              <a:rPr lang="en-US" sz="1200"/>
              <a:t>: </a:t>
            </a:r>
            <a:r>
              <a:rPr lang="en-US" sz="1200" err="1"/>
              <a:t>address_id</a:t>
            </a:r>
            <a:r>
              <a:rPr lang="en-US" sz="1200"/>
              <a:t>, </a:t>
            </a:r>
            <a:r>
              <a:rPr lang="en-US" sz="1200" err="1"/>
              <a:t>user_id</a:t>
            </a:r>
            <a:r>
              <a:rPr lang="en-US" sz="1200"/>
              <a:t>, </a:t>
            </a:r>
            <a:r>
              <a:rPr lang="en-US" sz="1200" err="1"/>
              <a:t>address_line</a:t>
            </a:r>
            <a:r>
              <a:rPr lang="en-US" sz="1200"/>
              <a:t>, city, state, country, </a:t>
            </a:r>
            <a:r>
              <a:rPr lang="en-US" sz="1200" err="1"/>
              <a:t>postal_code</a:t>
            </a:r>
            <a:r>
              <a:rPr lang="en-US" sz="1200"/>
              <a:t>.</a:t>
            </a:r>
          </a:p>
          <a:p>
            <a:r>
              <a:rPr lang="en-US" sz="1200" b="1"/>
              <a:t>Notifications</a:t>
            </a:r>
            <a:r>
              <a:rPr lang="en-US" sz="1200"/>
              <a:t>: </a:t>
            </a:r>
            <a:r>
              <a:rPr lang="en-US" sz="1200" err="1"/>
              <a:t>notification_id</a:t>
            </a:r>
            <a:r>
              <a:rPr lang="en-US" sz="1200"/>
              <a:t>, </a:t>
            </a:r>
            <a:r>
              <a:rPr lang="en-US" sz="1200" err="1"/>
              <a:t>user_id</a:t>
            </a:r>
            <a:r>
              <a:rPr lang="en-US" sz="1200"/>
              <a:t>, message, type, status, timestamp.</a:t>
            </a:r>
          </a:p>
          <a:p>
            <a:r>
              <a:rPr lang="en-US" sz="1200" b="1" err="1"/>
              <a:t>User_Activity_Logs</a:t>
            </a:r>
            <a:r>
              <a:rPr lang="en-US" sz="1200"/>
              <a:t>: </a:t>
            </a:r>
            <a:r>
              <a:rPr lang="en-US" sz="1200" err="1"/>
              <a:t>log_id</a:t>
            </a:r>
            <a:r>
              <a:rPr lang="en-US" sz="1200"/>
              <a:t>, </a:t>
            </a:r>
            <a:r>
              <a:rPr lang="en-US" sz="1200" err="1"/>
              <a:t>user_id</a:t>
            </a:r>
            <a:r>
              <a:rPr lang="en-US" sz="1200"/>
              <a:t>, </a:t>
            </a:r>
            <a:r>
              <a:rPr lang="en-US" sz="1200" err="1"/>
              <a:t>activity_type</a:t>
            </a:r>
            <a:r>
              <a:rPr lang="en-US" sz="1200"/>
              <a:t>, timestamp.</a:t>
            </a:r>
          </a:p>
          <a:p>
            <a:r>
              <a:rPr lang="en-US" sz="1200" b="1" err="1"/>
              <a:t>Booking_Activity_Stream</a:t>
            </a:r>
            <a:r>
              <a:rPr lang="en-US" sz="1200"/>
              <a:t>: </a:t>
            </a:r>
            <a:r>
              <a:rPr lang="en-US" sz="1200" err="1"/>
              <a:t>stream_id</a:t>
            </a:r>
            <a:r>
              <a:rPr lang="en-US" sz="1200"/>
              <a:t>, </a:t>
            </a:r>
            <a:r>
              <a:rPr lang="en-US" sz="1200" err="1"/>
              <a:t>booking_id</a:t>
            </a:r>
            <a:r>
              <a:rPr lang="en-US" sz="1200"/>
              <a:t>, </a:t>
            </a:r>
            <a:r>
              <a:rPr lang="en-US" sz="1200" err="1"/>
              <a:t>event_type</a:t>
            </a:r>
            <a:r>
              <a:rPr lang="en-US" sz="1200"/>
              <a:t>, timestamp.</a:t>
            </a:r>
          </a:p>
          <a:p>
            <a:r>
              <a:rPr lang="en-US" sz="1200" b="1" i="1" err="1"/>
              <a:t>Historical_Bookings</a:t>
            </a:r>
            <a:r>
              <a:rPr lang="en-US" sz="1200"/>
              <a:t>: Files containing historical booking data partitioned by date or other relevant dimensions.</a:t>
            </a:r>
          </a:p>
          <a:p>
            <a:r>
              <a:rPr lang="en-US" sz="1200" b="1" i="1" err="1"/>
              <a:t>Property_Index</a:t>
            </a:r>
            <a:r>
              <a:rPr lang="en-US" sz="1200"/>
              <a:t>: Designed for efficient text searches and filtering of properties based on location, amenities, availability, etc.</a:t>
            </a:r>
          </a:p>
        </p:txBody>
      </p:sp>
      <p:sp>
        <p:nvSpPr>
          <p:cNvPr id="4" name="Slide Number Placeholder 3"/>
          <p:cNvSpPr>
            <a:spLocks noGrp="1"/>
          </p:cNvSpPr>
          <p:nvPr>
            <p:ph type="sldNum" sz="quarter" idx="5"/>
          </p:nvPr>
        </p:nvSpPr>
        <p:spPr/>
        <p:txBody>
          <a:bodyPr/>
          <a:lstStyle/>
          <a:p>
            <a:fld id="{572DD7D5-A1E7-4E59-B251-136D919D9E0A}" type="slidenum">
              <a:rPr lang="en-US" smtClean="0"/>
              <a:t>46</a:t>
            </a:fld>
            <a:endParaRPr lang="en-US"/>
          </a:p>
        </p:txBody>
      </p:sp>
    </p:spTree>
    <p:extLst>
      <p:ext uri="{BB962C8B-B14F-4D97-AF65-F5344CB8AC3E}">
        <p14:creationId xmlns:p14="http://schemas.microsoft.com/office/powerpoint/2010/main" val="946664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Properties</a:t>
            </a:r>
            <a:r>
              <a:rPr lang="en-US" sz="1200"/>
              <a:t>: </a:t>
            </a:r>
            <a:r>
              <a:rPr lang="en-US" sz="1200" err="1"/>
              <a:t>property_id</a:t>
            </a:r>
            <a:r>
              <a:rPr lang="en-US" sz="1200"/>
              <a:t>, </a:t>
            </a:r>
            <a:r>
              <a:rPr lang="en-US" sz="1200" err="1"/>
              <a:t>manager_id</a:t>
            </a:r>
            <a:r>
              <a:rPr lang="en-US" sz="1200"/>
              <a:t>, title, description, address, type, amenities, rules, photos, availability, pricing, rating.</a:t>
            </a:r>
          </a:p>
          <a:p>
            <a:r>
              <a:rPr lang="en-US" sz="1200" b="1"/>
              <a:t>Managers</a:t>
            </a:r>
            <a:r>
              <a:rPr lang="en-US" sz="1200"/>
              <a:t>: </a:t>
            </a:r>
            <a:r>
              <a:rPr lang="en-US" sz="1200" err="1"/>
              <a:t>manager_id</a:t>
            </a:r>
            <a:r>
              <a:rPr lang="en-US" sz="1200"/>
              <a:t>, name, </a:t>
            </a:r>
            <a:r>
              <a:rPr lang="en-US" sz="1200" err="1"/>
              <a:t>contact_info</a:t>
            </a:r>
            <a:r>
              <a:rPr lang="en-US" sz="1200"/>
              <a:t>.</a:t>
            </a:r>
          </a:p>
          <a:p>
            <a:r>
              <a:rPr lang="en-US" sz="1200" b="1"/>
              <a:t>Reviews</a:t>
            </a:r>
            <a:r>
              <a:rPr lang="en-US" sz="1200"/>
              <a:t>: </a:t>
            </a:r>
            <a:r>
              <a:rPr lang="en-US" sz="1200" err="1"/>
              <a:t>review_id</a:t>
            </a:r>
            <a:r>
              <a:rPr lang="en-US" sz="1200"/>
              <a:t>, </a:t>
            </a:r>
            <a:r>
              <a:rPr lang="en-US" sz="1200" err="1"/>
              <a:t>property_id</a:t>
            </a:r>
            <a:r>
              <a:rPr lang="en-US" sz="1200"/>
              <a:t>, </a:t>
            </a:r>
            <a:r>
              <a:rPr lang="en-US" sz="1200" err="1"/>
              <a:t>user_id</a:t>
            </a:r>
            <a:r>
              <a:rPr lang="en-US" sz="1200"/>
              <a:t>, rating, comment, timestamp.</a:t>
            </a:r>
          </a:p>
          <a:p>
            <a:r>
              <a:rPr lang="en-US" sz="1200" b="1"/>
              <a:t>Amenities</a:t>
            </a:r>
            <a:r>
              <a:rPr lang="en-US" sz="1200"/>
              <a:t>: </a:t>
            </a:r>
            <a:r>
              <a:rPr lang="en-US" sz="1200" err="1"/>
              <a:t>amenity_id</a:t>
            </a:r>
            <a:r>
              <a:rPr lang="en-US" sz="1200"/>
              <a:t>, description.</a:t>
            </a:r>
          </a:p>
          <a:p>
            <a:r>
              <a:rPr lang="en-US" sz="1200" b="1" err="1"/>
              <a:t>Property_Amenities</a:t>
            </a:r>
            <a:r>
              <a:rPr lang="en-US" sz="1200"/>
              <a:t>: </a:t>
            </a:r>
            <a:r>
              <a:rPr lang="en-US" sz="1200" err="1"/>
              <a:t>property_id</a:t>
            </a:r>
            <a:r>
              <a:rPr lang="en-US" sz="1200"/>
              <a:t>, </a:t>
            </a:r>
            <a:r>
              <a:rPr lang="en-US" sz="1200" err="1"/>
              <a:t>amenity_id</a:t>
            </a:r>
            <a:r>
              <a:rPr lang="en-US" sz="1200"/>
              <a:t> (to handle the many-to-many relationship).</a:t>
            </a:r>
          </a:p>
          <a:p>
            <a:r>
              <a:rPr lang="en-US" sz="1200" b="1"/>
              <a:t>Bookings</a:t>
            </a:r>
            <a:r>
              <a:rPr lang="en-US" sz="1200"/>
              <a:t>: </a:t>
            </a:r>
            <a:r>
              <a:rPr lang="en-US" sz="1200" err="1"/>
              <a:t>booking_id</a:t>
            </a:r>
            <a:r>
              <a:rPr lang="en-US" sz="1200"/>
              <a:t>, </a:t>
            </a:r>
            <a:r>
              <a:rPr lang="en-US" sz="1200" err="1"/>
              <a:t>user_id</a:t>
            </a:r>
            <a:r>
              <a:rPr lang="en-US" sz="1200"/>
              <a:t>, </a:t>
            </a:r>
            <a:r>
              <a:rPr lang="en-US" sz="1200" err="1"/>
              <a:t>property_id</a:t>
            </a:r>
            <a:r>
              <a:rPr lang="en-US" sz="1200"/>
              <a:t>, </a:t>
            </a:r>
            <a:r>
              <a:rPr lang="en-US" sz="1200" err="1"/>
              <a:t>check_in</a:t>
            </a:r>
            <a:r>
              <a:rPr lang="en-US" sz="1200"/>
              <a:t>, </a:t>
            </a:r>
            <a:r>
              <a:rPr lang="en-US" sz="1200" err="1"/>
              <a:t>check_out</a:t>
            </a:r>
            <a:r>
              <a:rPr lang="en-US" sz="1200"/>
              <a:t>, guests, price, status, </a:t>
            </a:r>
            <a:r>
              <a:rPr lang="en-US" sz="1200" err="1"/>
              <a:t>payment_id</a:t>
            </a:r>
            <a:r>
              <a:rPr lang="en-US" sz="1200"/>
              <a:t>.</a:t>
            </a:r>
          </a:p>
          <a:p>
            <a:r>
              <a:rPr lang="en-US" sz="1200" b="1"/>
              <a:t>Payments</a:t>
            </a:r>
            <a:r>
              <a:rPr lang="en-US" sz="1200"/>
              <a:t>: </a:t>
            </a:r>
            <a:r>
              <a:rPr lang="en-US" sz="1200" err="1"/>
              <a:t>payment_id</a:t>
            </a:r>
            <a:r>
              <a:rPr lang="en-US" sz="1200"/>
              <a:t>, </a:t>
            </a:r>
            <a:r>
              <a:rPr lang="en-US" sz="1200" err="1"/>
              <a:t>booking_id</a:t>
            </a:r>
            <a:r>
              <a:rPr lang="en-US" sz="1200"/>
              <a:t>, amount, method, status, timestamp.</a:t>
            </a:r>
          </a:p>
          <a:p>
            <a:r>
              <a:rPr lang="en-US" sz="1200" b="1"/>
              <a:t>Users</a:t>
            </a:r>
            <a:r>
              <a:rPr lang="en-US" sz="1200"/>
              <a:t>: </a:t>
            </a:r>
            <a:r>
              <a:rPr lang="en-US" sz="1200" err="1"/>
              <a:t>user_id</a:t>
            </a:r>
            <a:r>
              <a:rPr lang="en-US" sz="1200"/>
              <a:t>, name, email, </a:t>
            </a:r>
            <a:r>
              <a:rPr lang="en-US" sz="1200" err="1"/>
              <a:t>password_hash</a:t>
            </a:r>
            <a:r>
              <a:rPr lang="en-US" sz="1200"/>
              <a:t>, </a:t>
            </a:r>
            <a:r>
              <a:rPr lang="en-US" sz="1200" err="1"/>
              <a:t>phone_number</a:t>
            </a:r>
            <a:r>
              <a:rPr lang="en-US" sz="1200"/>
              <a:t>, photo, bio, </a:t>
            </a:r>
            <a:r>
              <a:rPr lang="en-US" sz="1200" err="1"/>
              <a:t>social_links</a:t>
            </a:r>
            <a:r>
              <a:rPr lang="en-US" sz="1200"/>
              <a:t>, </a:t>
            </a:r>
            <a:r>
              <a:rPr lang="en-US" sz="1200" err="1"/>
              <a:t>verification_status</a:t>
            </a:r>
            <a:r>
              <a:rPr lang="en-US" sz="1200"/>
              <a:t>, </a:t>
            </a:r>
            <a:r>
              <a:rPr lang="en-US" sz="1200" err="1"/>
              <a:t>created_at</a:t>
            </a:r>
            <a:r>
              <a:rPr lang="en-US" sz="1200"/>
              <a:t>.</a:t>
            </a:r>
          </a:p>
          <a:p>
            <a:r>
              <a:rPr lang="en-US" sz="1200" b="1" err="1"/>
              <a:t>User_Address</a:t>
            </a:r>
            <a:r>
              <a:rPr lang="en-US" sz="1200"/>
              <a:t>: </a:t>
            </a:r>
            <a:r>
              <a:rPr lang="en-US" sz="1200" err="1"/>
              <a:t>address_id</a:t>
            </a:r>
            <a:r>
              <a:rPr lang="en-US" sz="1200"/>
              <a:t>, </a:t>
            </a:r>
            <a:r>
              <a:rPr lang="en-US" sz="1200" err="1"/>
              <a:t>user_id</a:t>
            </a:r>
            <a:r>
              <a:rPr lang="en-US" sz="1200"/>
              <a:t>, </a:t>
            </a:r>
            <a:r>
              <a:rPr lang="en-US" sz="1200" err="1"/>
              <a:t>address_line</a:t>
            </a:r>
            <a:r>
              <a:rPr lang="en-US" sz="1200"/>
              <a:t>, city, state, country, </a:t>
            </a:r>
            <a:r>
              <a:rPr lang="en-US" sz="1200" err="1"/>
              <a:t>postal_code</a:t>
            </a:r>
            <a:r>
              <a:rPr lang="en-US" sz="1200"/>
              <a:t>.</a:t>
            </a:r>
          </a:p>
          <a:p>
            <a:r>
              <a:rPr lang="en-US" sz="1200" b="1"/>
              <a:t>Notifications</a:t>
            </a:r>
            <a:r>
              <a:rPr lang="en-US" sz="1200"/>
              <a:t>: </a:t>
            </a:r>
            <a:r>
              <a:rPr lang="en-US" sz="1200" err="1"/>
              <a:t>notification_id</a:t>
            </a:r>
            <a:r>
              <a:rPr lang="en-US" sz="1200"/>
              <a:t>, </a:t>
            </a:r>
            <a:r>
              <a:rPr lang="en-US" sz="1200" err="1"/>
              <a:t>user_id</a:t>
            </a:r>
            <a:r>
              <a:rPr lang="en-US" sz="1200"/>
              <a:t>, message, type, status, timestamp.</a:t>
            </a:r>
          </a:p>
          <a:p>
            <a:r>
              <a:rPr lang="en-US" sz="1200" b="1" err="1"/>
              <a:t>User_Activity_Logs</a:t>
            </a:r>
            <a:r>
              <a:rPr lang="en-US" sz="1200"/>
              <a:t>: </a:t>
            </a:r>
            <a:r>
              <a:rPr lang="en-US" sz="1200" err="1"/>
              <a:t>log_id</a:t>
            </a:r>
            <a:r>
              <a:rPr lang="en-US" sz="1200"/>
              <a:t>, </a:t>
            </a:r>
            <a:r>
              <a:rPr lang="en-US" sz="1200" err="1"/>
              <a:t>user_id</a:t>
            </a:r>
            <a:r>
              <a:rPr lang="en-US" sz="1200"/>
              <a:t>, </a:t>
            </a:r>
            <a:r>
              <a:rPr lang="en-US" sz="1200" err="1"/>
              <a:t>activity_type</a:t>
            </a:r>
            <a:r>
              <a:rPr lang="en-US" sz="1200"/>
              <a:t>, timestamp.</a:t>
            </a:r>
          </a:p>
          <a:p>
            <a:r>
              <a:rPr lang="en-US" sz="1200" b="1" err="1"/>
              <a:t>Booking_Activity_Stream</a:t>
            </a:r>
            <a:r>
              <a:rPr lang="en-US" sz="1200"/>
              <a:t>: </a:t>
            </a:r>
            <a:r>
              <a:rPr lang="en-US" sz="1200" err="1"/>
              <a:t>stream_id</a:t>
            </a:r>
            <a:r>
              <a:rPr lang="en-US" sz="1200"/>
              <a:t>, </a:t>
            </a:r>
            <a:r>
              <a:rPr lang="en-US" sz="1200" err="1"/>
              <a:t>booking_id</a:t>
            </a:r>
            <a:r>
              <a:rPr lang="en-US" sz="1200"/>
              <a:t>, </a:t>
            </a:r>
            <a:r>
              <a:rPr lang="en-US" sz="1200" err="1"/>
              <a:t>event_type</a:t>
            </a:r>
            <a:r>
              <a:rPr lang="en-US" sz="1200"/>
              <a:t>, timestamp.</a:t>
            </a:r>
          </a:p>
          <a:p>
            <a:r>
              <a:rPr lang="en-US" sz="1200" b="1" i="1" err="1"/>
              <a:t>Historical_Bookings</a:t>
            </a:r>
            <a:r>
              <a:rPr lang="en-US" sz="1200"/>
              <a:t>: Files containing historical booking data partitioned by date or other relevant dimensions.</a:t>
            </a:r>
          </a:p>
          <a:p>
            <a:r>
              <a:rPr lang="en-US" sz="1200" b="1" i="1" err="1"/>
              <a:t>Property_Index</a:t>
            </a:r>
            <a:r>
              <a:rPr lang="en-US" sz="1200"/>
              <a:t>: Designed for efficient text searches and filtering of properties based on location, amenities, availability, etc.</a:t>
            </a:r>
          </a:p>
        </p:txBody>
      </p:sp>
      <p:sp>
        <p:nvSpPr>
          <p:cNvPr id="4" name="Slide Number Placeholder 3"/>
          <p:cNvSpPr>
            <a:spLocks noGrp="1"/>
          </p:cNvSpPr>
          <p:nvPr>
            <p:ph type="sldNum" sz="quarter" idx="5"/>
          </p:nvPr>
        </p:nvSpPr>
        <p:spPr/>
        <p:txBody>
          <a:bodyPr/>
          <a:lstStyle/>
          <a:p>
            <a:fld id="{572DD7D5-A1E7-4E59-B251-136D919D9E0A}" type="slidenum">
              <a:rPr lang="en-US" smtClean="0"/>
              <a:t>47</a:t>
            </a:fld>
            <a:endParaRPr lang="en-US"/>
          </a:p>
        </p:txBody>
      </p:sp>
    </p:spTree>
    <p:extLst>
      <p:ext uri="{BB962C8B-B14F-4D97-AF65-F5344CB8AC3E}">
        <p14:creationId xmlns:p14="http://schemas.microsoft.com/office/powerpoint/2010/main" val="21337314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Users:</a:t>
            </a:r>
            <a:r>
              <a:rPr lang="en-US" sz="1200"/>
              <a:t> </a:t>
            </a:r>
            <a:r>
              <a:rPr lang="en-US" sz="1200" err="1"/>
              <a:t>user_id</a:t>
            </a:r>
            <a:r>
              <a:rPr lang="en-US" sz="1200"/>
              <a:t>, name, email, </a:t>
            </a:r>
            <a:r>
              <a:rPr lang="en-US" sz="1200" err="1"/>
              <a:t>password_hash</a:t>
            </a:r>
            <a:r>
              <a:rPr lang="en-US" sz="1200"/>
              <a:t>, </a:t>
            </a:r>
            <a:r>
              <a:rPr lang="en-US" sz="1200" err="1"/>
              <a:t>phone_number</a:t>
            </a:r>
            <a:r>
              <a:rPr lang="en-US" sz="1200"/>
              <a:t>, </a:t>
            </a:r>
            <a:r>
              <a:rPr lang="en-US" sz="1200" err="1"/>
              <a:t>subscription_details</a:t>
            </a:r>
            <a:r>
              <a:rPr lang="en-US" sz="1200"/>
              <a:t>, preferences, </a:t>
            </a:r>
            <a:r>
              <a:rPr lang="en-US" sz="1200" err="1"/>
              <a:t>watch_history</a:t>
            </a:r>
            <a:r>
              <a:rPr lang="en-US" sz="1200"/>
              <a:t>, </a:t>
            </a:r>
            <a:r>
              <a:rPr lang="en-US" sz="1200" err="1"/>
              <a:t>payment_info</a:t>
            </a:r>
            <a:r>
              <a:rPr lang="en-US" sz="1200"/>
              <a:t>, </a:t>
            </a:r>
            <a:r>
              <a:rPr lang="en-US" sz="1200" err="1"/>
              <a:t>account_status</a:t>
            </a:r>
            <a:endParaRPr lang="en-US" sz="1200"/>
          </a:p>
          <a:p>
            <a:r>
              <a:rPr lang="en-US" sz="1200" b="1"/>
              <a:t>Assets:</a:t>
            </a:r>
            <a:r>
              <a:rPr lang="en-US" sz="1200"/>
              <a:t> </a:t>
            </a:r>
            <a:r>
              <a:rPr lang="en-US" sz="1200" err="1"/>
              <a:t>asset_id</a:t>
            </a:r>
            <a:r>
              <a:rPr lang="en-US" sz="1200"/>
              <a:t>, title, description, duration, </a:t>
            </a:r>
            <a:r>
              <a:rPr lang="en-US" sz="1200" err="1"/>
              <a:t>release_date</a:t>
            </a:r>
            <a:r>
              <a:rPr lang="en-US" sz="1200"/>
              <a:t>, </a:t>
            </a:r>
            <a:r>
              <a:rPr lang="en-US" sz="1200" err="1"/>
              <a:t>content_rating</a:t>
            </a:r>
            <a:r>
              <a:rPr lang="en-US" sz="1200"/>
              <a:t>, </a:t>
            </a:r>
            <a:r>
              <a:rPr lang="en-US" sz="1200" err="1"/>
              <a:t>genre_ids</a:t>
            </a:r>
            <a:r>
              <a:rPr lang="en-US" sz="1200"/>
              <a:t>, </a:t>
            </a:r>
            <a:r>
              <a:rPr lang="en-US" sz="1200" err="1"/>
              <a:t>thumbnail_url</a:t>
            </a:r>
            <a:r>
              <a:rPr lang="en-US" sz="1200"/>
              <a:t>, </a:t>
            </a:r>
            <a:r>
              <a:rPr lang="en-US" sz="1200" err="1"/>
              <a:t>content_url</a:t>
            </a:r>
            <a:endParaRPr lang="en-US" sz="1200"/>
          </a:p>
          <a:p>
            <a:r>
              <a:rPr lang="en-US" sz="1200" b="1"/>
              <a:t>Genres:</a:t>
            </a:r>
            <a:r>
              <a:rPr lang="en-US" sz="1200"/>
              <a:t> </a:t>
            </a:r>
            <a:r>
              <a:rPr lang="en-US" sz="1200" err="1"/>
              <a:t>genre_id</a:t>
            </a:r>
            <a:r>
              <a:rPr lang="en-US" sz="1200"/>
              <a:t>, name.</a:t>
            </a:r>
          </a:p>
          <a:p>
            <a:r>
              <a:rPr lang="en-US" sz="1200" b="1" err="1"/>
              <a:t>Asset_Genres</a:t>
            </a:r>
            <a:r>
              <a:rPr lang="en-US" sz="1200"/>
              <a:t>: </a:t>
            </a:r>
            <a:r>
              <a:rPr lang="en-US" sz="1200" err="1"/>
              <a:t>asset_id</a:t>
            </a:r>
            <a:r>
              <a:rPr lang="en-US" sz="1200"/>
              <a:t>, </a:t>
            </a:r>
            <a:r>
              <a:rPr lang="en-US" sz="1200" err="1"/>
              <a:t>genre_id</a:t>
            </a:r>
            <a:endParaRPr lang="en-US" sz="1200"/>
          </a:p>
          <a:p>
            <a:r>
              <a:rPr lang="en-US" sz="1200" b="1" err="1"/>
              <a:t>Content_Metadata</a:t>
            </a:r>
            <a:r>
              <a:rPr lang="en-US" sz="1200"/>
              <a:t>: </a:t>
            </a:r>
            <a:r>
              <a:rPr lang="en-US" sz="1200" err="1"/>
              <a:t>asset_id</a:t>
            </a:r>
            <a:r>
              <a:rPr lang="en-US" sz="1200"/>
              <a:t>, tags, classification, thumbnail</a:t>
            </a:r>
          </a:p>
          <a:p>
            <a:r>
              <a:rPr lang="en-US" sz="1200" b="1" err="1"/>
              <a:t>Streaming_Stats</a:t>
            </a:r>
            <a:r>
              <a:rPr lang="en-US" sz="1200"/>
              <a:t>: </a:t>
            </a:r>
            <a:r>
              <a:rPr lang="en-US" sz="1200" err="1"/>
              <a:t>user_id</a:t>
            </a:r>
            <a:r>
              <a:rPr lang="en-US" sz="1200"/>
              <a:t>, </a:t>
            </a:r>
            <a:r>
              <a:rPr lang="en-US" sz="1200" err="1"/>
              <a:t>asset_id</a:t>
            </a:r>
            <a:r>
              <a:rPr lang="en-US" sz="1200"/>
              <a:t>, </a:t>
            </a:r>
            <a:r>
              <a:rPr lang="en-US" sz="1200" err="1"/>
              <a:t>session_id</a:t>
            </a:r>
            <a:r>
              <a:rPr lang="en-US" sz="1200"/>
              <a:t>, </a:t>
            </a:r>
            <a:r>
              <a:rPr lang="en-US" sz="1200" err="1"/>
              <a:t>start_time</a:t>
            </a:r>
            <a:r>
              <a:rPr lang="en-US" sz="1200"/>
              <a:t>, </a:t>
            </a:r>
            <a:r>
              <a:rPr lang="en-US" sz="1200" err="1"/>
              <a:t>end_time</a:t>
            </a:r>
            <a:r>
              <a:rPr lang="en-US" sz="1200"/>
              <a:t>, quality, interrupts, device</a:t>
            </a:r>
          </a:p>
          <a:p>
            <a:r>
              <a:rPr lang="en-US" sz="1200" b="1"/>
              <a:t>Recommendations</a:t>
            </a:r>
            <a:r>
              <a:rPr lang="en-US" sz="1200"/>
              <a:t>: </a:t>
            </a:r>
            <a:r>
              <a:rPr lang="en-US" sz="1200" err="1"/>
              <a:t>user_id</a:t>
            </a:r>
            <a:r>
              <a:rPr lang="en-US" sz="1200"/>
              <a:t>, </a:t>
            </a:r>
            <a:r>
              <a:rPr lang="en-US" sz="1200" err="1"/>
              <a:t>asset_id</a:t>
            </a:r>
            <a:r>
              <a:rPr lang="en-US" sz="1200"/>
              <a:t>, </a:t>
            </a:r>
            <a:r>
              <a:rPr lang="en-US" sz="1200" err="1"/>
              <a:t>recommendation_score</a:t>
            </a:r>
            <a:r>
              <a:rPr lang="en-US" sz="1200"/>
              <a:t>.</a:t>
            </a:r>
          </a:p>
          <a:p>
            <a:r>
              <a:rPr lang="en-US" sz="1200" b="1" err="1"/>
              <a:t>Traffic_Predictions</a:t>
            </a:r>
            <a:r>
              <a:rPr lang="en-US" sz="1200"/>
              <a:t>: </a:t>
            </a:r>
            <a:r>
              <a:rPr lang="en-US" sz="1200" err="1"/>
              <a:t>asset_id</a:t>
            </a:r>
            <a:r>
              <a:rPr lang="en-US" sz="1200"/>
              <a:t>, </a:t>
            </a:r>
            <a:r>
              <a:rPr lang="en-US" sz="1200" err="1"/>
              <a:t>predicted_views</a:t>
            </a:r>
            <a:r>
              <a:rPr lang="en-US" sz="1200"/>
              <a:t>, </a:t>
            </a:r>
            <a:r>
              <a:rPr lang="en-US" sz="1200" err="1"/>
              <a:t>time_frame</a:t>
            </a:r>
            <a:r>
              <a:rPr lang="en-US" sz="1200"/>
              <a:t>.</a:t>
            </a:r>
          </a:p>
          <a:p>
            <a:r>
              <a:rPr lang="en-US" sz="1200" b="1"/>
              <a:t>Notifications</a:t>
            </a:r>
            <a:r>
              <a:rPr lang="en-US" sz="1200"/>
              <a:t>: </a:t>
            </a:r>
            <a:r>
              <a:rPr lang="en-US" sz="1200" err="1"/>
              <a:t>notification_id</a:t>
            </a:r>
            <a:r>
              <a:rPr lang="en-US" sz="1200"/>
              <a:t>, </a:t>
            </a:r>
            <a:r>
              <a:rPr lang="en-US" sz="1200" err="1"/>
              <a:t>user_id</a:t>
            </a:r>
            <a:r>
              <a:rPr lang="en-US" sz="1200"/>
              <a:t>, message, status, timestamp.</a:t>
            </a:r>
          </a:p>
          <a:p>
            <a:r>
              <a:rPr lang="en-US" sz="1200" b="1" err="1"/>
              <a:t>User_Interactions</a:t>
            </a:r>
            <a:r>
              <a:rPr lang="en-US" sz="1200"/>
              <a:t>: </a:t>
            </a:r>
            <a:r>
              <a:rPr lang="en-US" sz="1200" err="1"/>
              <a:t>user_id</a:t>
            </a:r>
            <a:r>
              <a:rPr lang="en-US" sz="1200"/>
              <a:t>, </a:t>
            </a:r>
            <a:r>
              <a:rPr lang="en-US" sz="1200" err="1"/>
              <a:t>asset_id</a:t>
            </a:r>
            <a:r>
              <a:rPr lang="en-US" sz="1200"/>
              <a:t>, </a:t>
            </a:r>
            <a:r>
              <a:rPr lang="en-US" sz="1200" err="1"/>
              <a:t>interaction_type</a:t>
            </a:r>
            <a:r>
              <a:rPr lang="en-US" sz="1200"/>
              <a:t>, timestamp.</a:t>
            </a:r>
          </a:p>
          <a:p>
            <a:r>
              <a:rPr lang="en-US" sz="1200" b="1" err="1"/>
              <a:t>Realtime_Analytics</a:t>
            </a:r>
            <a:r>
              <a:rPr lang="en-US" sz="1200"/>
              <a:t>: </a:t>
            </a:r>
            <a:r>
              <a:rPr lang="en-US" sz="1200" err="1"/>
              <a:t>event_id</a:t>
            </a:r>
            <a:r>
              <a:rPr lang="en-US" sz="1200"/>
              <a:t>, </a:t>
            </a:r>
            <a:r>
              <a:rPr lang="en-US" sz="1200" err="1"/>
              <a:t>event_type</a:t>
            </a:r>
            <a:r>
              <a:rPr lang="en-US" sz="1200"/>
              <a:t>, payload, timestamp.</a:t>
            </a:r>
          </a:p>
          <a:p>
            <a:r>
              <a:rPr lang="en-US" sz="1200" b="1" i="1" err="1"/>
              <a:t>Assets_Index</a:t>
            </a:r>
            <a:r>
              <a:rPr lang="en-US" sz="1200"/>
              <a:t>: Implement text searches on asset titles, descriptions, tags, and other metadata.</a:t>
            </a:r>
          </a:p>
        </p:txBody>
      </p:sp>
      <p:sp>
        <p:nvSpPr>
          <p:cNvPr id="4" name="Slide Number Placeholder 3"/>
          <p:cNvSpPr>
            <a:spLocks noGrp="1"/>
          </p:cNvSpPr>
          <p:nvPr>
            <p:ph type="sldNum" sz="quarter" idx="5"/>
          </p:nvPr>
        </p:nvSpPr>
        <p:spPr/>
        <p:txBody>
          <a:bodyPr/>
          <a:lstStyle/>
          <a:p>
            <a:fld id="{572DD7D5-A1E7-4E59-B251-136D919D9E0A}" type="slidenum">
              <a:rPr lang="en-US" smtClean="0"/>
              <a:t>57</a:t>
            </a:fld>
            <a:endParaRPr lang="en-US"/>
          </a:p>
        </p:txBody>
      </p:sp>
    </p:spTree>
    <p:extLst>
      <p:ext uri="{BB962C8B-B14F-4D97-AF65-F5344CB8AC3E}">
        <p14:creationId xmlns:p14="http://schemas.microsoft.com/office/powerpoint/2010/main" val="1718245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Users:</a:t>
            </a:r>
            <a:r>
              <a:rPr lang="en-US" sz="1200"/>
              <a:t> </a:t>
            </a:r>
            <a:r>
              <a:rPr lang="en-US" sz="1200" err="1"/>
              <a:t>user_id</a:t>
            </a:r>
            <a:r>
              <a:rPr lang="en-US" sz="1200"/>
              <a:t>, name, email, </a:t>
            </a:r>
            <a:r>
              <a:rPr lang="en-US" sz="1200" err="1"/>
              <a:t>password_hash</a:t>
            </a:r>
            <a:r>
              <a:rPr lang="en-US" sz="1200"/>
              <a:t>, </a:t>
            </a:r>
            <a:r>
              <a:rPr lang="en-US" sz="1200" err="1"/>
              <a:t>phone_number</a:t>
            </a:r>
            <a:r>
              <a:rPr lang="en-US" sz="1200"/>
              <a:t>, </a:t>
            </a:r>
            <a:r>
              <a:rPr lang="en-US" sz="1200" err="1"/>
              <a:t>subscription_details</a:t>
            </a:r>
            <a:r>
              <a:rPr lang="en-US" sz="1200"/>
              <a:t>, preferences, </a:t>
            </a:r>
            <a:r>
              <a:rPr lang="en-US" sz="1200" err="1"/>
              <a:t>watch_history</a:t>
            </a:r>
            <a:r>
              <a:rPr lang="en-US" sz="1200"/>
              <a:t>, </a:t>
            </a:r>
            <a:r>
              <a:rPr lang="en-US" sz="1200" err="1"/>
              <a:t>payment_info</a:t>
            </a:r>
            <a:r>
              <a:rPr lang="en-US" sz="1200"/>
              <a:t>, </a:t>
            </a:r>
            <a:r>
              <a:rPr lang="en-US" sz="1200" err="1"/>
              <a:t>account_status</a:t>
            </a:r>
            <a:endParaRPr lang="en-US" sz="1200"/>
          </a:p>
          <a:p>
            <a:r>
              <a:rPr lang="en-US" sz="1200" b="1"/>
              <a:t>Assets:</a:t>
            </a:r>
            <a:r>
              <a:rPr lang="en-US" sz="1200"/>
              <a:t> </a:t>
            </a:r>
            <a:r>
              <a:rPr lang="en-US" sz="1200" err="1"/>
              <a:t>asset_id</a:t>
            </a:r>
            <a:r>
              <a:rPr lang="en-US" sz="1200"/>
              <a:t>, title, description, duration, </a:t>
            </a:r>
            <a:r>
              <a:rPr lang="en-US" sz="1200" err="1"/>
              <a:t>release_date</a:t>
            </a:r>
            <a:r>
              <a:rPr lang="en-US" sz="1200"/>
              <a:t>, </a:t>
            </a:r>
            <a:r>
              <a:rPr lang="en-US" sz="1200" err="1"/>
              <a:t>content_rating</a:t>
            </a:r>
            <a:r>
              <a:rPr lang="en-US" sz="1200"/>
              <a:t>, </a:t>
            </a:r>
            <a:r>
              <a:rPr lang="en-US" sz="1200" err="1"/>
              <a:t>genre_ids</a:t>
            </a:r>
            <a:r>
              <a:rPr lang="en-US" sz="1200"/>
              <a:t>, </a:t>
            </a:r>
            <a:r>
              <a:rPr lang="en-US" sz="1200" err="1"/>
              <a:t>thumbnail_url</a:t>
            </a:r>
            <a:r>
              <a:rPr lang="en-US" sz="1200"/>
              <a:t>, </a:t>
            </a:r>
            <a:r>
              <a:rPr lang="en-US" sz="1200" err="1"/>
              <a:t>content_url</a:t>
            </a:r>
            <a:endParaRPr lang="en-US" sz="1200"/>
          </a:p>
          <a:p>
            <a:r>
              <a:rPr lang="en-US" sz="1200" b="1"/>
              <a:t>Genres:</a:t>
            </a:r>
            <a:r>
              <a:rPr lang="en-US" sz="1200"/>
              <a:t> </a:t>
            </a:r>
            <a:r>
              <a:rPr lang="en-US" sz="1200" err="1"/>
              <a:t>genre_id</a:t>
            </a:r>
            <a:r>
              <a:rPr lang="en-US" sz="1200"/>
              <a:t>, name.</a:t>
            </a:r>
          </a:p>
          <a:p>
            <a:r>
              <a:rPr lang="en-US" sz="1200" b="1" err="1"/>
              <a:t>Asset_Genres</a:t>
            </a:r>
            <a:r>
              <a:rPr lang="en-US" sz="1200"/>
              <a:t>: </a:t>
            </a:r>
            <a:r>
              <a:rPr lang="en-US" sz="1200" err="1"/>
              <a:t>asset_id</a:t>
            </a:r>
            <a:r>
              <a:rPr lang="en-US" sz="1200"/>
              <a:t>, </a:t>
            </a:r>
            <a:r>
              <a:rPr lang="en-US" sz="1200" err="1"/>
              <a:t>genre_id</a:t>
            </a:r>
            <a:endParaRPr lang="en-US" sz="1200"/>
          </a:p>
          <a:p>
            <a:r>
              <a:rPr lang="en-US" sz="1200" b="1" err="1"/>
              <a:t>Content_Metadata</a:t>
            </a:r>
            <a:r>
              <a:rPr lang="en-US" sz="1200"/>
              <a:t>: </a:t>
            </a:r>
            <a:r>
              <a:rPr lang="en-US" sz="1200" err="1"/>
              <a:t>asset_id</a:t>
            </a:r>
            <a:r>
              <a:rPr lang="en-US" sz="1200"/>
              <a:t>, tags, classification, thumbnail</a:t>
            </a:r>
          </a:p>
          <a:p>
            <a:r>
              <a:rPr lang="en-US" sz="1200" b="1" err="1"/>
              <a:t>Streaming_Stats</a:t>
            </a:r>
            <a:r>
              <a:rPr lang="en-US" sz="1200"/>
              <a:t>: </a:t>
            </a:r>
            <a:r>
              <a:rPr lang="en-US" sz="1200" err="1"/>
              <a:t>user_id</a:t>
            </a:r>
            <a:r>
              <a:rPr lang="en-US" sz="1200"/>
              <a:t>, </a:t>
            </a:r>
            <a:r>
              <a:rPr lang="en-US" sz="1200" err="1"/>
              <a:t>asset_id</a:t>
            </a:r>
            <a:r>
              <a:rPr lang="en-US" sz="1200"/>
              <a:t>, </a:t>
            </a:r>
            <a:r>
              <a:rPr lang="en-US" sz="1200" err="1"/>
              <a:t>session_id</a:t>
            </a:r>
            <a:r>
              <a:rPr lang="en-US" sz="1200"/>
              <a:t>, </a:t>
            </a:r>
            <a:r>
              <a:rPr lang="en-US" sz="1200" err="1"/>
              <a:t>start_time</a:t>
            </a:r>
            <a:r>
              <a:rPr lang="en-US" sz="1200"/>
              <a:t>, </a:t>
            </a:r>
            <a:r>
              <a:rPr lang="en-US" sz="1200" err="1"/>
              <a:t>end_time</a:t>
            </a:r>
            <a:r>
              <a:rPr lang="en-US" sz="1200"/>
              <a:t>, quality, interrupts, device</a:t>
            </a:r>
          </a:p>
          <a:p>
            <a:r>
              <a:rPr lang="en-US" sz="1200" b="1"/>
              <a:t>Recommendations</a:t>
            </a:r>
            <a:r>
              <a:rPr lang="en-US" sz="1200"/>
              <a:t>: </a:t>
            </a:r>
            <a:r>
              <a:rPr lang="en-US" sz="1200" err="1"/>
              <a:t>user_id</a:t>
            </a:r>
            <a:r>
              <a:rPr lang="en-US" sz="1200"/>
              <a:t>, </a:t>
            </a:r>
            <a:r>
              <a:rPr lang="en-US" sz="1200" err="1"/>
              <a:t>asset_id</a:t>
            </a:r>
            <a:r>
              <a:rPr lang="en-US" sz="1200"/>
              <a:t>, </a:t>
            </a:r>
            <a:r>
              <a:rPr lang="en-US" sz="1200" err="1"/>
              <a:t>recommendation_score</a:t>
            </a:r>
            <a:r>
              <a:rPr lang="en-US" sz="1200"/>
              <a:t>.</a:t>
            </a:r>
          </a:p>
          <a:p>
            <a:r>
              <a:rPr lang="en-US" sz="1200" b="1" err="1"/>
              <a:t>Traffic_Predictions</a:t>
            </a:r>
            <a:r>
              <a:rPr lang="en-US" sz="1200"/>
              <a:t>: </a:t>
            </a:r>
            <a:r>
              <a:rPr lang="en-US" sz="1200" err="1"/>
              <a:t>asset_id</a:t>
            </a:r>
            <a:r>
              <a:rPr lang="en-US" sz="1200"/>
              <a:t>, </a:t>
            </a:r>
            <a:r>
              <a:rPr lang="en-US" sz="1200" err="1"/>
              <a:t>predicted_views</a:t>
            </a:r>
            <a:r>
              <a:rPr lang="en-US" sz="1200"/>
              <a:t>, </a:t>
            </a:r>
            <a:r>
              <a:rPr lang="en-US" sz="1200" err="1"/>
              <a:t>time_frame</a:t>
            </a:r>
            <a:r>
              <a:rPr lang="en-US" sz="1200"/>
              <a:t>.</a:t>
            </a:r>
          </a:p>
          <a:p>
            <a:r>
              <a:rPr lang="en-US" sz="1200" b="1"/>
              <a:t>Notifications</a:t>
            </a:r>
            <a:r>
              <a:rPr lang="en-US" sz="1200"/>
              <a:t>: </a:t>
            </a:r>
            <a:r>
              <a:rPr lang="en-US" sz="1200" err="1"/>
              <a:t>notification_id</a:t>
            </a:r>
            <a:r>
              <a:rPr lang="en-US" sz="1200"/>
              <a:t>, </a:t>
            </a:r>
            <a:r>
              <a:rPr lang="en-US" sz="1200" err="1"/>
              <a:t>user_id</a:t>
            </a:r>
            <a:r>
              <a:rPr lang="en-US" sz="1200"/>
              <a:t>, message, status, timestamp.</a:t>
            </a:r>
          </a:p>
          <a:p>
            <a:r>
              <a:rPr lang="en-US" sz="1200" b="1" err="1"/>
              <a:t>User_Interactions</a:t>
            </a:r>
            <a:r>
              <a:rPr lang="en-US" sz="1200"/>
              <a:t>: </a:t>
            </a:r>
            <a:r>
              <a:rPr lang="en-US" sz="1200" err="1"/>
              <a:t>user_id</a:t>
            </a:r>
            <a:r>
              <a:rPr lang="en-US" sz="1200"/>
              <a:t>, </a:t>
            </a:r>
            <a:r>
              <a:rPr lang="en-US" sz="1200" err="1"/>
              <a:t>asset_id</a:t>
            </a:r>
            <a:r>
              <a:rPr lang="en-US" sz="1200"/>
              <a:t>, </a:t>
            </a:r>
            <a:r>
              <a:rPr lang="en-US" sz="1200" err="1"/>
              <a:t>interaction_type</a:t>
            </a:r>
            <a:r>
              <a:rPr lang="en-US" sz="1200"/>
              <a:t>, timestamp.</a:t>
            </a:r>
          </a:p>
          <a:p>
            <a:r>
              <a:rPr lang="en-US" sz="1200" b="1" err="1"/>
              <a:t>Realtime_Analytics</a:t>
            </a:r>
            <a:r>
              <a:rPr lang="en-US" sz="1200"/>
              <a:t>: </a:t>
            </a:r>
            <a:r>
              <a:rPr lang="en-US" sz="1200" err="1"/>
              <a:t>event_id</a:t>
            </a:r>
            <a:r>
              <a:rPr lang="en-US" sz="1200"/>
              <a:t>, </a:t>
            </a:r>
            <a:r>
              <a:rPr lang="en-US" sz="1200" err="1"/>
              <a:t>event_type</a:t>
            </a:r>
            <a:r>
              <a:rPr lang="en-US" sz="1200"/>
              <a:t>, payload, timestamp.</a:t>
            </a:r>
          </a:p>
          <a:p>
            <a:r>
              <a:rPr lang="en-US" sz="1200" b="1" i="1" err="1"/>
              <a:t>Assets_Index</a:t>
            </a:r>
            <a:r>
              <a:rPr lang="en-US" sz="1200"/>
              <a:t>: Implement text searches on asset titles, descriptions, tags, and other metadata.</a:t>
            </a:r>
          </a:p>
        </p:txBody>
      </p:sp>
      <p:sp>
        <p:nvSpPr>
          <p:cNvPr id="4" name="Slide Number Placeholder 3"/>
          <p:cNvSpPr>
            <a:spLocks noGrp="1"/>
          </p:cNvSpPr>
          <p:nvPr>
            <p:ph type="sldNum" sz="quarter" idx="5"/>
          </p:nvPr>
        </p:nvSpPr>
        <p:spPr/>
        <p:txBody>
          <a:bodyPr/>
          <a:lstStyle/>
          <a:p>
            <a:fld id="{572DD7D5-A1E7-4E59-B251-136D919D9E0A}" type="slidenum">
              <a:rPr lang="en-US" smtClean="0"/>
              <a:t>58</a:t>
            </a:fld>
            <a:endParaRPr lang="en-US"/>
          </a:p>
        </p:txBody>
      </p:sp>
    </p:spTree>
    <p:extLst>
      <p:ext uri="{BB962C8B-B14F-4D97-AF65-F5344CB8AC3E}">
        <p14:creationId xmlns:p14="http://schemas.microsoft.com/office/powerpoint/2010/main" val="2971801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err="1"/>
              <a:t>Wishlists</a:t>
            </a:r>
            <a:r>
              <a:rPr lang="en-US" b="1"/>
              <a:t>:</a:t>
            </a:r>
            <a:r>
              <a:rPr lang="en-US"/>
              <a:t> </a:t>
            </a:r>
            <a:r>
              <a:rPr lang="en-US" err="1"/>
              <a:t>wishlist_id</a:t>
            </a:r>
            <a:r>
              <a:rPr lang="en-US"/>
              <a:t>, </a:t>
            </a:r>
            <a:r>
              <a:rPr lang="en-US" err="1"/>
              <a:t>user_id</a:t>
            </a:r>
            <a:r>
              <a:rPr lang="en-US"/>
              <a:t>, </a:t>
            </a:r>
            <a:r>
              <a:rPr lang="en-US" err="1"/>
              <a:t>item_ids</a:t>
            </a:r>
            <a:r>
              <a:rPr lang="en-US"/>
              <a:t>, </a:t>
            </a:r>
            <a:r>
              <a:rPr lang="en-US" err="1"/>
              <a:t>created_at</a:t>
            </a:r>
            <a:r>
              <a:rPr lang="en-US"/>
              <a:t>, </a:t>
            </a:r>
            <a:r>
              <a:rPr lang="en-US" err="1"/>
              <a:t>updated_at</a:t>
            </a:r>
            <a:r>
              <a:rPr lang="en-US"/>
              <a:t>.</a:t>
            </a:r>
          </a:p>
          <a:p>
            <a:r>
              <a:rPr lang="en-US" b="1"/>
              <a:t>Carts:</a:t>
            </a:r>
            <a:r>
              <a:rPr lang="en-US"/>
              <a:t> </a:t>
            </a:r>
            <a:r>
              <a:rPr lang="en-US" err="1"/>
              <a:t>cart_id</a:t>
            </a:r>
            <a:r>
              <a:rPr lang="en-US"/>
              <a:t>, </a:t>
            </a:r>
            <a:r>
              <a:rPr lang="en-US" err="1"/>
              <a:t>user_id</a:t>
            </a:r>
            <a:r>
              <a:rPr lang="en-US"/>
              <a:t>, </a:t>
            </a:r>
            <a:r>
              <a:rPr lang="en-US" err="1"/>
              <a:t>item_ids</a:t>
            </a:r>
            <a:r>
              <a:rPr lang="en-US"/>
              <a:t>, quantities, timestamps.</a:t>
            </a:r>
          </a:p>
          <a:p>
            <a:r>
              <a:rPr lang="en-US" b="1"/>
              <a:t>Items:</a:t>
            </a:r>
            <a:r>
              <a:rPr lang="en-US"/>
              <a:t> </a:t>
            </a:r>
            <a:r>
              <a:rPr lang="en-US" err="1"/>
              <a:t>item_id</a:t>
            </a:r>
            <a:r>
              <a:rPr lang="en-US"/>
              <a:t>, name, description, price, </a:t>
            </a:r>
            <a:r>
              <a:rPr lang="en-US" err="1"/>
              <a:t>category_id</a:t>
            </a:r>
            <a:r>
              <a:rPr lang="en-US"/>
              <a:t>, attributes, </a:t>
            </a:r>
            <a:r>
              <a:rPr lang="en-US" err="1"/>
              <a:t>stock_level</a:t>
            </a:r>
            <a:r>
              <a:rPr lang="en-US"/>
              <a:t>, ratings.</a:t>
            </a:r>
          </a:p>
          <a:p>
            <a:r>
              <a:rPr lang="en-US" b="1"/>
              <a:t>Inventory:</a:t>
            </a:r>
            <a:r>
              <a:rPr lang="en-US"/>
              <a:t> </a:t>
            </a:r>
            <a:r>
              <a:rPr lang="en-US" err="1"/>
              <a:t>inventory_id</a:t>
            </a:r>
            <a:r>
              <a:rPr lang="en-US"/>
              <a:t>, </a:t>
            </a:r>
            <a:r>
              <a:rPr lang="en-US" err="1"/>
              <a:t>item_id</a:t>
            </a:r>
            <a:r>
              <a:rPr lang="en-US"/>
              <a:t>, </a:t>
            </a:r>
            <a:r>
              <a:rPr lang="en-US" err="1"/>
              <a:t>warehouse_id</a:t>
            </a:r>
            <a:r>
              <a:rPr lang="en-US"/>
              <a:t>, </a:t>
            </a:r>
            <a:r>
              <a:rPr lang="en-US" err="1"/>
              <a:t>quantity_available</a:t>
            </a:r>
            <a:r>
              <a:rPr lang="en-US"/>
              <a:t>.</a:t>
            </a:r>
          </a:p>
          <a:p>
            <a:r>
              <a:rPr lang="en-US" b="1"/>
              <a:t>Warehouses:</a:t>
            </a:r>
            <a:r>
              <a:rPr lang="en-US"/>
              <a:t> </a:t>
            </a:r>
            <a:r>
              <a:rPr lang="en-US" err="1"/>
              <a:t>warehouse_id</a:t>
            </a:r>
            <a:r>
              <a:rPr lang="en-US"/>
              <a:t>, location, capacity.</a:t>
            </a:r>
          </a:p>
          <a:p>
            <a:r>
              <a:rPr lang="en-US" b="1"/>
              <a:t>Orders:</a:t>
            </a:r>
            <a:r>
              <a:rPr lang="en-US"/>
              <a:t> </a:t>
            </a:r>
            <a:r>
              <a:rPr lang="en-US" err="1"/>
              <a:t>order_id</a:t>
            </a:r>
            <a:r>
              <a:rPr lang="en-US"/>
              <a:t>, </a:t>
            </a:r>
            <a:r>
              <a:rPr lang="en-US" err="1"/>
              <a:t>user_id</a:t>
            </a:r>
            <a:r>
              <a:rPr lang="en-US"/>
              <a:t>, </a:t>
            </a:r>
            <a:r>
              <a:rPr lang="en-US" err="1"/>
              <a:t>item_ids</a:t>
            </a:r>
            <a:r>
              <a:rPr lang="en-US"/>
              <a:t>, quantities, </a:t>
            </a:r>
            <a:r>
              <a:rPr lang="en-US" err="1"/>
              <a:t>order_status</a:t>
            </a:r>
            <a:r>
              <a:rPr lang="en-US"/>
              <a:t>, </a:t>
            </a:r>
            <a:r>
              <a:rPr lang="en-US" err="1"/>
              <a:t>payment_id</a:t>
            </a:r>
            <a:r>
              <a:rPr lang="en-US"/>
              <a:t>, </a:t>
            </a:r>
            <a:r>
              <a:rPr lang="en-US" err="1"/>
              <a:t>shipment_id</a:t>
            </a:r>
            <a:r>
              <a:rPr lang="en-US"/>
              <a:t>, </a:t>
            </a:r>
            <a:r>
              <a:rPr lang="en-US" err="1"/>
              <a:t>order_date</a:t>
            </a:r>
            <a:r>
              <a:rPr lang="en-US"/>
              <a:t>, </a:t>
            </a:r>
            <a:r>
              <a:rPr lang="en-US" err="1"/>
              <a:t>estimated_delivery</a:t>
            </a:r>
            <a:r>
              <a:rPr lang="en-US"/>
              <a:t>.</a:t>
            </a:r>
          </a:p>
          <a:p>
            <a:r>
              <a:rPr lang="en-US" b="1"/>
              <a:t>Payments:</a:t>
            </a:r>
            <a:r>
              <a:rPr lang="en-US"/>
              <a:t> </a:t>
            </a:r>
            <a:r>
              <a:rPr lang="en-US" err="1"/>
              <a:t>payment_id</a:t>
            </a:r>
            <a:r>
              <a:rPr lang="en-US"/>
              <a:t>, </a:t>
            </a:r>
            <a:r>
              <a:rPr lang="en-US" err="1"/>
              <a:t>order_id</a:t>
            </a:r>
            <a:r>
              <a:rPr lang="en-US"/>
              <a:t>, amount, </a:t>
            </a:r>
            <a:r>
              <a:rPr lang="en-US" err="1"/>
              <a:t>payment_method</a:t>
            </a:r>
            <a:r>
              <a:rPr lang="en-US"/>
              <a:t>, </a:t>
            </a:r>
            <a:r>
              <a:rPr lang="en-US" err="1"/>
              <a:t>payment_status</a:t>
            </a:r>
            <a:r>
              <a:rPr lang="en-US"/>
              <a:t>.</a:t>
            </a:r>
          </a:p>
          <a:p>
            <a:r>
              <a:rPr lang="en-US" b="1"/>
              <a:t>Shipments:</a:t>
            </a:r>
            <a:r>
              <a:rPr lang="en-US"/>
              <a:t> </a:t>
            </a:r>
            <a:r>
              <a:rPr lang="en-US" err="1"/>
              <a:t>shipment_id</a:t>
            </a:r>
            <a:r>
              <a:rPr lang="en-US"/>
              <a:t>, </a:t>
            </a:r>
            <a:r>
              <a:rPr lang="en-US" err="1"/>
              <a:t>order_id</a:t>
            </a:r>
            <a:r>
              <a:rPr lang="en-US"/>
              <a:t>, </a:t>
            </a:r>
            <a:r>
              <a:rPr lang="en-US" err="1"/>
              <a:t>warehouse_id</a:t>
            </a:r>
            <a:r>
              <a:rPr lang="en-US"/>
              <a:t>, </a:t>
            </a:r>
            <a:r>
              <a:rPr lang="en-US" err="1"/>
              <a:t>carrier_id</a:t>
            </a:r>
            <a:r>
              <a:rPr lang="en-US"/>
              <a:t>, </a:t>
            </a:r>
            <a:r>
              <a:rPr lang="en-US" err="1"/>
              <a:t>tracking_number</a:t>
            </a:r>
            <a:r>
              <a:rPr lang="en-US"/>
              <a:t>, status.</a:t>
            </a:r>
          </a:p>
          <a:p>
            <a:r>
              <a:rPr lang="en-US" b="1"/>
              <a:t>Order History:</a:t>
            </a:r>
            <a:r>
              <a:rPr lang="en-US"/>
              <a:t> </a:t>
            </a:r>
            <a:r>
              <a:rPr lang="en-US" err="1"/>
              <a:t>order_id</a:t>
            </a:r>
            <a:r>
              <a:rPr lang="en-US"/>
              <a:t>, </a:t>
            </a:r>
            <a:r>
              <a:rPr lang="en-US" err="1"/>
              <a:t>user_id</a:t>
            </a:r>
            <a:r>
              <a:rPr lang="en-US"/>
              <a:t>, </a:t>
            </a:r>
            <a:r>
              <a:rPr lang="en-US" err="1"/>
              <a:t>order_details</a:t>
            </a:r>
            <a:r>
              <a:rPr lang="en-US"/>
              <a:t>, </a:t>
            </a:r>
            <a:r>
              <a:rPr lang="en-US" err="1"/>
              <a:t>order_date</a:t>
            </a:r>
            <a:r>
              <a:rPr lang="en-US"/>
              <a:t>, </a:t>
            </a:r>
            <a:r>
              <a:rPr lang="en-US" err="1"/>
              <a:t>fulfillment_status</a:t>
            </a:r>
            <a:r>
              <a:rPr lang="en-US"/>
              <a:t>.</a:t>
            </a:r>
          </a:p>
          <a:p>
            <a:r>
              <a:rPr lang="en-US" b="1"/>
              <a:t>Users:</a:t>
            </a:r>
            <a:r>
              <a:rPr lang="en-US"/>
              <a:t> </a:t>
            </a:r>
            <a:r>
              <a:rPr lang="en-US" err="1"/>
              <a:t>user_id</a:t>
            </a:r>
            <a:r>
              <a:rPr lang="en-US"/>
              <a:t>, name, email, </a:t>
            </a:r>
            <a:r>
              <a:rPr lang="en-US" err="1"/>
              <a:t>password_hash</a:t>
            </a:r>
            <a:r>
              <a:rPr lang="en-US"/>
              <a:t>, </a:t>
            </a:r>
            <a:r>
              <a:rPr lang="en-US" err="1"/>
              <a:t>address_id</a:t>
            </a:r>
            <a:r>
              <a:rPr lang="en-US"/>
              <a:t>, </a:t>
            </a:r>
            <a:r>
              <a:rPr lang="en-US" err="1"/>
              <a:t>phone_number</a:t>
            </a:r>
            <a:r>
              <a:rPr lang="en-US"/>
              <a:t>, preferences, </a:t>
            </a:r>
            <a:r>
              <a:rPr lang="en-US" err="1"/>
              <a:t>account_status</a:t>
            </a:r>
            <a:r>
              <a:rPr lang="en-US"/>
              <a:t>.</a:t>
            </a:r>
          </a:p>
          <a:p>
            <a:r>
              <a:rPr lang="en-US" b="1"/>
              <a:t>Addresses:</a:t>
            </a:r>
            <a:r>
              <a:rPr lang="en-US"/>
              <a:t> </a:t>
            </a:r>
            <a:r>
              <a:rPr lang="en-US" err="1"/>
              <a:t>address_id</a:t>
            </a:r>
            <a:r>
              <a:rPr lang="en-US"/>
              <a:t>, </a:t>
            </a:r>
            <a:r>
              <a:rPr lang="en-US" err="1"/>
              <a:t>user_id</a:t>
            </a:r>
            <a:r>
              <a:rPr lang="en-US"/>
              <a:t>, </a:t>
            </a:r>
            <a:r>
              <a:rPr lang="en-US" err="1"/>
              <a:t>address_line</a:t>
            </a:r>
            <a:r>
              <a:rPr lang="en-US"/>
              <a:t>, city, state, </a:t>
            </a:r>
            <a:r>
              <a:rPr lang="en-US" err="1"/>
              <a:t>zip_code</a:t>
            </a:r>
            <a:r>
              <a:rPr lang="en-US"/>
              <a:t>, country.</a:t>
            </a:r>
          </a:p>
          <a:p>
            <a:r>
              <a:rPr lang="en-US" b="1"/>
              <a:t>Pricing:</a:t>
            </a:r>
            <a:r>
              <a:rPr lang="en-US"/>
              <a:t> </a:t>
            </a:r>
            <a:r>
              <a:rPr lang="en-US" err="1"/>
              <a:t>item_id</a:t>
            </a:r>
            <a:r>
              <a:rPr lang="en-US"/>
              <a:t>, </a:t>
            </a:r>
            <a:r>
              <a:rPr lang="en-US" err="1"/>
              <a:t>base_price</a:t>
            </a:r>
            <a:r>
              <a:rPr lang="en-US"/>
              <a:t>, discounts, </a:t>
            </a:r>
            <a:r>
              <a:rPr lang="en-US" err="1"/>
              <a:t>seasonal_adjustments</a:t>
            </a:r>
            <a:r>
              <a:rPr lang="en-US"/>
              <a:t>.</a:t>
            </a:r>
          </a:p>
          <a:p>
            <a:endParaRPr lang="en-US" sz="1200"/>
          </a:p>
        </p:txBody>
      </p:sp>
      <p:sp>
        <p:nvSpPr>
          <p:cNvPr id="4" name="Slide Number Placeholder 3"/>
          <p:cNvSpPr>
            <a:spLocks noGrp="1"/>
          </p:cNvSpPr>
          <p:nvPr>
            <p:ph type="sldNum" sz="quarter" idx="5"/>
          </p:nvPr>
        </p:nvSpPr>
        <p:spPr/>
        <p:txBody>
          <a:bodyPr/>
          <a:lstStyle/>
          <a:p>
            <a:fld id="{572DD7D5-A1E7-4E59-B251-136D919D9E0A}" type="slidenum">
              <a:rPr lang="en-US" smtClean="0"/>
              <a:t>69</a:t>
            </a:fld>
            <a:endParaRPr lang="en-US"/>
          </a:p>
        </p:txBody>
      </p:sp>
    </p:spTree>
    <p:extLst>
      <p:ext uri="{BB962C8B-B14F-4D97-AF65-F5344CB8AC3E}">
        <p14:creationId xmlns:p14="http://schemas.microsoft.com/office/powerpoint/2010/main" val="33149373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err="1"/>
              <a:t>Wishlists</a:t>
            </a:r>
            <a:r>
              <a:rPr lang="en-US" b="1"/>
              <a:t>:</a:t>
            </a:r>
            <a:r>
              <a:rPr lang="en-US"/>
              <a:t> </a:t>
            </a:r>
            <a:r>
              <a:rPr lang="en-US" err="1"/>
              <a:t>wishlist_id</a:t>
            </a:r>
            <a:r>
              <a:rPr lang="en-US"/>
              <a:t>, </a:t>
            </a:r>
            <a:r>
              <a:rPr lang="en-US" err="1"/>
              <a:t>user_id</a:t>
            </a:r>
            <a:r>
              <a:rPr lang="en-US"/>
              <a:t>, </a:t>
            </a:r>
            <a:r>
              <a:rPr lang="en-US" err="1"/>
              <a:t>item_ids</a:t>
            </a:r>
            <a:r>
              <a:rPr lang="en-US"/>
              <a:t>, </a:t>
            </a:r>
            <a:r>
              <a:rPr lang="en-US" err="1"/>
              <a:t>created_at</a:t>
            </a:r>
            <a:r>
              <a:rPr lang="en-US"/>
              <a:t>, </a:t>
            </a:r>
            <a:r>
              <a:rPr lang="en-US" err="1"/>
              <a:t>updated_at</a:t>
            </a:r>
            <a:r>
              <a:rPr lang="en-US"/>
              <a:t>.</a:t>
            </a:r>
          </a:p>
          <a:p>
            <a:r>
              <a:rPr lang="en-US" b="1"/>
              <a:t>Carts:</a:t>
            </a:r>
            <a:r>
              <a:rPr lang="en-US"/>
              <a:t> </a:t>
            </a:r>
            <a:r>
              <a:rPr lang="en-US" err="1"/>
              <a:t>cart_id</a:t>
            </a:r>
            <a:r>
              <a:rPr lang="en-US"/>
              <a:t>, </a:t>
            </a:r>
            <a:r>
              <a:rPr lang="en-US" err="1"/>
              <a:t>user_id</a:t>
            </a:r>
            <a:r>
              <a:rPr lang="en-US"/>
              <a:t>, </a:t>
            </a:r>
            <a:r>
              <a:rPr lang="en-US" err="1"/>
              <a:t>item_ids</a:t>
            </a:r>
            <a:r>
              <a:rPr lang="en-US"/>
              <a:t>, quantities, timestamps.</a:t>
            </a:r>
          </a:p>
          <a:p>
            <a:r>
              <a:rPr lang="en-US" b="1"/>
              <a:t>Items:</a:t>
            </a:r>
            <a:r>
              <a:rPr lang="en-US"/>
              <a:t> </a:t>
            </a:r>
            <a:r>
              <a:rPr lang="en-US" err="1"/>
              <a:t>item_id</a:t>
            </a:r>
            <a:r>
              <a:rPr lang="en-US"/>
              <a:t>, name, description, price, </a:t>
            </a:r>
            <a:r>
              <a:rPr lang="en-US" err="1"/>
              <a:t>category_id</a:t>
            </a:r>
            <a:r>
              <a:rPr lang="en-US"/>
              <a:t>, attributes, </a:t>
            </a:r>
            <a:r>
              <a:rPr lang="en-US" err="1"/>
              <a:t>stock_level</a:t>
            </a:r>
            <a:r>
              <a:rPr lang="en-US"/>
              <a:t>, ratings.</a:t>
            </a:r>
          </a:p>
          <a:p>
            <a:r>
              <a:rPr lang="en-US" b="1"/>
              <a:t>Inventory:</a:t>
            </a:r>
            <a:r>
              <a:rPr lang="en-US"/>
              <a:t> </a:t>
            </a:r>
            <a:r>
              <a:rPr lang="en-US" err="1"/>
              <a:t>inventory_id</a:t>
            </a:r>
            <a:r>
              <a:rPr lang="en-US"/>
              <a:t>, </a:t>
            </a:r>
            <a:r>
              <a:rPr lang="en-US" err="1"/>
              <a:t>item_id</a:t>
            </a:r>
            <a:r>
              <a:rPr lang="en-US"/>
              <a:t>, </a:t>
            </a:r>
            <a:r>
              <a:rPr lang="en-US" err="1"/>
              <a:t>warehouse_id</a:t>
            </a:r>
            <a:r>
              <a:rPr lang="en-US"/>
              <a:t>, </a:t>
            </a:r>
            <a:r>
              <a:rPr lang="en-US" err="1"/>
              <a:t>quantity_available</a:t>
            </a:r>
            <a:r>
              <a:rPr lang="en-US"/>
              <a:t>.</a:t>
            </a:r>
          </a:p>
          <a:p>
            <a:r>
              <a:rPr lang="en-US" b="1"/>
              <a:t>Warehouses:</a:t>
            </a:r>
            <a:r>
              <a:rPr lang="en-US"/>
              <a:t> </a:t>
            </a:r>
            <a:r>
              <a:rPr lang="en-US" err="1"/>
              <a:t>warehouse_id</a:t>
            </a:r>
            <a:r>
              <a:rPr lang="en-US"/>
              <a:t>, location, capacity.</a:t>
            </a:r>
          </a:p>
          <a:p>
            <a:r>
              <a:rPr lang="en-US" b="1"/>
              <a:t>Orders:</a:t>
            </a:r>
            <a:r>
              <a:rPr lang="en-US"/>
              <a:t> </a:t>
            </a:r>
            <a:r>
              <a:rPr lang="en-US" err="1"/>
              <a:t>order_id</a:t>
            </a:r>
            <a:r>
              <a:rPr lang="en-US"/>
              <a:t>, </a:t>
            </a:r>
            <a:r>
              <a:rPr lang="en-US" err="1"/>
              <a:t>user_id</a:t>
            </a:r>
            <a:r>
              <a:rPr lang="en-US"/>
              <a:t>, </a:t>
            </a:r>
            <a:r>
              <a:rPr lang="en-US" err="1"/>
              <a:t>item_ids</a:t>
            </a:r>
            <a:r>
              <a:rPr lang="en-US"/>
              <a:t>, quantities, </a:t>
            </a:r>
            <a:r>
              <a:rPr lang="en-US" err="1"/>
              <a:t>order_status</a:t>
            </a:r>
            <a:r>
              <a:rPr lang="en-US"/>
              <a:t>, </a:t>
            </a:r>
            <a:r>
              <a:rPr lang="en-US" err="1"/>
              <a:t>payment_id</a:t>
            </a:r>
            <a:r>
              <a:rPr lang="en-US"/>
              <a:t>, </a:t>
            </a:r>
            <a:r>
              <a:rPr lang="en-US" err="1"/>
              <a:t>shipment_id</a:t>
            </a:r>
            <a:r>
              <a:rPr lang="en-US"/>
              <a:t>, </a:t>
            </a:r>
            <a:r>
              <a:rPr lang="en-US" err="1"/>
              <a:t>order_date</a:t>
            </a:r>
            <a:r>
              <a:rPr lang="en-US"/>
              <a:t>, </a:t>
            </a:r>
            <a:r>
              <a:rPr lang="en-US" err="1"/>
              <a:t>estimated_delivery</a:t>
            </a:r>
            <a:r>
              <a:rPr lang="en-US"/>
              <a:t>.</a:t>
            </a:r>
          </a:p>
          <a:p>
            <a:r>
              <a:rPr lang="en-US" b="1"/>
              <a:t>Payments:</a:t>
            </a:r>
            <a:r>
              <a:rPr lang="en-US"/>
              <a:t> </a:t>
            </a:r>
            <a:r>
              <a:rPr lang="en-US" err="1"/>
              <a:t>payment_id</a:t>
            </a:r>
            <a:r>
              <a:rPr lang="en-US"/>
              <a:t>, </a:t>
            </a:r>
            <a:r>
              <a:rPr lang="en-US" err="1"/>
              <a:t>order_id</a:t>
            </a:r>
            <a:r>
              <a:rPr lang="en-US"/>
              <a:t>, amount, </a:t>
            </a:r>
            <a:r>
              <a:rPr lang="en-US" err="1"/>
              <a:t>payment_method</a:t>
            </a:r>
            <a:r>
              <a:rPr lang="en-US"/>
              <a:t>, </a:t>
            </a:r>
            <a:r>
              <a:rPr lang="en-US" err="1"/>
              <a:t>payment_status</a:t>
            </a:r>
            <a:r>
              <a:rPr lang="en-US"/>
              <a:t>.</a:t>
            </a:r>
          </a:p>
          <a:p>
            <a:r>
              <a:rPr lang="en-US" b="1"/>
              <a:t>Shipments:</a:t>
            </a:r>
            <a:r>
              <a:rPr lang="en-US"/>
              <a:t> </a:t>
            </a:r>
            <a:r>
              <a:rPr lang="en-US" err="1"/>
              <a:t>shipment_id</a:t>
            </a:r>
            <a:r>
              <a:rPr lang="en-US"/>
              <a:t>, </a:t>
            </a:r>
            <a:r>
              <a:rPr lang="en-US" err="1"/>
              <a:t>order_id</a:t>
            </a:r>
            <a:r>
              <a:rPr lang="en-US"/>
              <a:t>, </a:t>
            </a:r>
            <a:r>
              <a:rPr lang="en-US" err="1"/>
              <a:t>warehouse_id</a:t>
            </a:r>
            <a:r>
              <a:rPr lang="en-US"/>
              <a:t>, </a:t>
            </a:r>
            <a:r>
              <a:rPr lang="en-US" err="1"/>
              <a:t>carrier_id</a:t>
            </a:r>
            <a:r>
              <a:rPr lang="en-US"/>
              <a:t>, </a:t>
            </a:r>
            <a:r>
              <a:rPr lang="en-US" err="1"/>
              <a:t>tracking_number</a:t>
            </a:r>
            <a:r>
              <a:rPr lang="en-US"/>
              <a:t>, status.</a:t>
            </a:r>
          </a:p>
          <a:p>
            <a:r>
              <a:rPr lang="en-US" b="1"/>
              <a:t>Order History:</a:t>
            </a:r>
            <a:r>
              <a:rPr lang="en-US"/>
              <a:t> </a:t>
            </a:r>
            <a:r>
              <a:rPr lang="en-US" err="1"/>
              <a:t>order_id</a:t>
            </a:r>
            <a:r>
              <a:rPr lang="en-US"/>
              <a:t>, </a:t>
            </a:r>
            <a:r>
              <a:rPr lang="en-US" err="1"/>
              <a:t>user_id</a:t>
            </a:r>
            <a:r>
              <a:rPr lang="en-US"/>
              <a:t>, </a:t>
            </a:r>
            <a:r>
              <a:rPr lang="en-US" err="1"/>
              <a:t>order_details</a:t>
            </a:r>
            <a:r>
              <a:rPr lang="en-US"/>
              <a:t>, </a:t>
            </a:r>
            <a:r>
              <a:rPr lang="en-US" err="1"/>
              <a:t>order_date</a:t>
            </a:r>
            <a:r>
              <a:rPr lang="en-US"/>
              <a:t>, </a:t>
            </a:r>
            <a:r>
              <a:rPr lang="en-US" err="1"/>
              <a:t>fulfillment_status</a:t>
            </a:r>
            <a:r>
              <a:rPr lang="en-US"/>
              <a:t>.</a:t>
            </a:r>
          </a:p>
          <a:p>
            <a:r>
              <a:rPr lang="en-US" b="1"/>
              <a:t>Users:</a:t>
            </a:r>
            <a:r>
              <a:rPr lang="en-US"/>
              <a:t> </a:t>
            </a:r>
            <a:r>
              <a:rPr lang="en-US" err="1"/>
              <a:t>user_id</a:t>
            </a:r>
            <a:r>
              <a:rPr lang="en-US"/>
              <a:t>, name, email, </a:t>
            </a:r>
            <a:r>
              <a:rPr lang="en-US" err="1"/>
              <a:t>password_hash</a:t>
            </a:r>
            <a:r>
              <a:rPr lang="en-US"/>
              <a:t>, </a:t>
            </a:r>
            <a:r>
              <a:rPr lang="en-US" err="1"/>
              <a:t>address_id</a:t>
            </a:r>
            <a:r>
              <a:rPr lang="en-US"/>
              <a:t>, </a:t>
            </a:r>
            <a:r>
              <a:rPr lang="en-US" err="1"/>
              <a:t>phone_number</a:t>
            </a:r>
            <a:r>
              <a:rPr lang="en-US"/>
              <a:t>, preferences, </a:t>
            </a:r>
            <a:r>
              <a:rPr lang="en-US" err="1"/>
              <a:t>account_status</a:t>
            </a:r>
            <a:r>
              <a:rPr lang="en-US"/>
              <a:t>.</a:t>
            </a:r>
          </a:p>
          <a:p>
            <a:r>
              <a:rPr lang="en-US" b="1"/>
              <a:t>Addresses:</a:t>
            </a:r>
            <a:r>
              <a:rPr lang="en-US"/>
              <a:t> </a:t>
            </a:r>
            <a:r>
              <a:rPr lang="en-US" err="1"/>
              <a:t>address_id</a:t>
            </a:r>
            <a:r>
              <a:rPr lang="en-US"/>
              <a:t>, </a:t>
            </a:r>
            <a:r>
              <a:rPr lang="en-US" err="1"/>
              <a:t>user_id</a:t>
            </a:r>
            <a:r>
              <a:rPr lang="en-US"/>
              <a:t>, </a:t>
            </a:r>
            <a:r>
              <a:rPr lang="en-US" err="1"/>
              <a:t>address_line</a:t>
            </a:r>
            <a:r>
              <a:rPr lang="en-US"/>
              <a:t>, city, state, </a:t>
            </a:r>
            <a:r>
              <a:rPr lang="en-US" err="1"/>
              <a:t>zip_code</a:t>
            </a:r>
            <a:r>
              <a:rPr lang="en-US"/>
              <a:t>, country.</a:t>
            </a:r>
          </a:p>
          <a:p>
            <a:r>
              <a:rPr lang="en-US" b="1"/>
              <a:t>Pricing:</a:t>
            </a:r>
            <a:r>
              <a:rPr lang="en-US"/>
              <a:t> </a:t>
            </a:r>
            <a:r>
              <a:rPr lang="en-US" err="1"/>
              <a:t>item_id</a:t>
            </a:r>
            <a:r>
              <a:rPr lang="en-US"/>
              <a:t>, </a:t>
            </a:r>
            <a:r>
              <a:rPr lang="en-US" err="1"/>
              <a:t>base_price</a:t>
            </a:r>
            <a:r>
              <a:rPr lang="en-US"/>
              <a:t>, discounts, </a:t>
            </a:r>
            <a:r>
              <a:rPr lang="en-US" err="1"/>
              <a:t>seasonal_adjustments</a:t>
            </a:r>
            <a:r>
              <a:rPr lang="en-US"/>
              <a:t>.</a:t>
            </a:r>
          </a:p>
          <a:p>
            <a:endParaRPr lang="en-US" sz="1200"/>
          </a:p>
        </p:txBody>
      </p:sp>
      <p:sp>
        <p:nvSpPr>
          <p:cNvPr id="4" name="Slide Number Placeholder 3"/>
          <p:cNvSpPr>
            <a:spLocks noGrp="1"/>
          </p:cNvSpPr>
          <p:nvPr>
            <p:ph type="sldNum" sz="quarter" idx="5"/>
          </p:nvPr>
        </p:nvSpPr>
        <p:spPr/>
        <p:txBody>
          <a:bodyPr/>
          <a:lstStyle/>
          <a:p>
            <a:fld id="{572DD7D5-A1E7-4E59-B251-136D919D9E0A}" type="slidenum">
              <a:rPr lang="en-US" smtClean="0"/>
              <a:t>70</a:t>
            </a:fld>
            <a:endParaRPr lang="en-US"/>
          </a:p>
        </p:txBody>
      </p:sp>
    </p:spTree>
    <p:extLst>
      <p:ext uri="{BB962C8B-B14F-4D97-AF65-F5344CB8AC3E}">
        <p14:creationId xmlns:p14="http://schemas.microsoft.com/office/powerpoint/2010/main" val="9724879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Users:</a:t>
            </a:r>
            <a:r>
              <a:rPr lang="en-US"/>
              <a:t> </a:t>
            </a:r>
            <a:r>
              <a:rPr lang="en-US" err="1"/>
              <a:t>user_id</a:t>
            </a:r>
            <a:r>
              <a:rPr lang="en-US"/>
              <a:t>, name, email, </a:t>
            </a:r>
            <a:r>
              <a:rPr lang="en-US" err="1"/>
              <a:t>password_hash</a:t>
            </a:r>
            <a:r>
              <a:rPr lang="en-US"/>
              <a:t>, </a:t>
            </a:r>
            <a:r>
              <a:rPr lang="en-US" err="1"/>
              <a:t>phone_number</a:t>
            </a:r>
            <a:r>
              <a:rPr lang="en-US"/>
              <a:t>, </a:t>
            </a:r>
            <a:r>
              <a:rPr lang="en-US" err="1"/>
              <a:t>payment_information</a:t>
            </a:r>
            <a:r>
              <a:rPr lang="en-US"/>
              <a:t>, rating, preferences</a:t>
            </a:r>
          </a:p>
          <a:p>
            <a:r>
              <a:rPr lang="en-US" b="1"/>
              <a:t>Trips:</a:t>
            </a:r>
            <a:r>
              <a:rPr lang="en-US"/>
              <a:t> </a:t>
            </a:r>
            <a:r>
              <a:rPr lang="en-US" err="1"/>
              <a:t>trip_id</a:t>
            </a:r>
            <a:r>
              <a:rPr lang="en-US"/>
              <a:t>, </a:t>
            </a:r>
            <a:r>
              <a:rPr lang="en-US" err="1"/>
              <a:t>user_id</a:t>
            </a:r>
            <a:r>
              <a:rPr lang="en-US"/>
              <a:t>, </a:t>
            </a:r>
            <a:r>
              <a:rPr lang="en-US" err="1"/>
              <a:t>driver_id</a:t>
            </a:r>
            <a:r>
              <a:rPr lang="en-US"/>
              <a:t>, </a:t>
            </a:r>
            <a:r>
              <a:rPr lang="en-US" err="1"/>
              <a:t>start_location</a:t>
            </a:r>
            <a:r>
              <a:rPr lang="en-US"/>
              <a:t>, </a:t>
            </a:r>
            <a:r>
              <a:rPr lang="en-US" err="1"/>
              <a:t>end_location</a:t>
            </a:r>
            <a:r>
              <a:rPr lang="en-US"/>
              <a:t>, </a:t>
            </a:r>
            <a:r>
              <a:rPr lang="en-US" err="1"/>
              <a:t>start_time</a:t>
            </a:r>
            <a:r>
              <a:rPr lang="en-US"/>
              <a:t>, </a:t>
            </a:r>
            <a:r>
              <a:rPr lang="en-US" err="1"/>
              <a:t>end_time</a:t>
            </a:r>
            <a:r>
              <a:rPr lang="en-US"/>
              <a:t>, status, fare, route</a:t>
            </a:r>
          </a:p>
          <a:p>
            <a:r>
              <a:rPr lang="en-US" b="1"/>
              <a:t>Drivers:</a:t>
            </a:r>
            <a:r>
              <a:rPr lang="en-US"/>
              <a:t> </a:t>
            </a:r>
            <a:r>
              <a:rPr lang="en-US" err="1"/>
              <a:t>driver_id</a:t>
            </a:r>
            <a:r>
              <a:rPr lang="en-US"/>
              <a:t>, name, email, </a:t>
            </a:r>
            <a:r>
              <a:rPr lang="en-US" err="1"/>
              <a:t>phone_number</a:t>
            </a:r>
            <a:r>
              <a:rPr lang="en-US"/>
              <a:t>, </a:t>
            </a:r>
            <a:r>
              <a:rPr lang="en-US" err="1"/>
              <a:t>license_number</a:t>
            </a:r>
            <a:r>
              <a:rPr lang="en-US"/>
              <a:t>, </a:t>
            </a:r>
            <a:r>
              <a:rPr lang="en-US" err="1"/>
              <a:t>car_information</a:t>
            </a:r>
            <a:r>
              <a:rPr lang="en-US"/>
              <a:t>, </a:t>
            </a:r>
            <a:r>
              <a:rPr lang="en-US" err="1"/>
              <a:t>insurance_details</a:t>
            </a:r>
            <a:r>
              <a:rPr lang="en-US"/>
              <a:t>, rating</a:t>
            </a:r>
          </a:p>
          <a:p>
            <a:r>
              <a:rPr lang="en-US" b="1"/>
              <a:t>Transactions:</a:t>
            </a:r>
            <a:r>
              <a:rPr lang="en-US"/>
              <a:t> </a:t>
            </a:r>
            <a:r>
              <a:rPr lang="en-US" err="1"/>
              <a:t>transaction_id</a:t>
            </a:r>
            <a:r>
              <a:rPr lang="en-US"/>
              <a:t>, </a:t>
            </a:r>
            <a:r>
              <a:rPr lang="en-US" err="1"/>
              <a:t>user_id</a:t>
            </a:r>
            <a:r>
              <a:rPr lang="en-US"/>
              <a:t>, </a:t>
            </a:r>
            <a:r>
              <a:rPr lang="en-US" err="1"/>
              <a:t>driver_id</a:t>
            </a:r>
            <a:r>
              <a:rPr lang="en-US"/>
              <a:t>, amount, </a:t>
            </a:r>
            <a:r>
              <a:rPr lang="en-US" err="1"/>
              <a:t>payment_method</a:t>
            </a:r>
            <a:r>
              <a:rPr lang="en-US"/>
              <a:t>, status, timestamp</a:t>
            </a:r>
          </a:p>
          <a:p>
            <a:endParaRPr lang="en-US" sz="1200"/>
          </a:p>
        </p:txBody>
      </p:sp>
      <p:sp>
        <p:nvSpPr>
          <p:cNvPr id="4" name="Slide Number Placeholder 3"/>
          <p:cNvSpPr>
            <a:spLocks noGrp="1"/>
          </p:cNvSpPr>
          <p:nvPr>
            <p:ph type="sldNum" sz="quarter" idx="5"/>
          </p:nvPr>
        </p:nvSpPr>
        <p:spPr/>
        <p:txBody>
          <a:bodyPr/>
          <a:lstStyle/>
          <a:p>
            <a:fld id="{572DD7D5-A1E7-4E59-B251-136D919D9E0A}" type="slidenum">
              <a:rPr lang="en-US" smtClean="0"/>
              <a:t>81</a:t>
            </a:fld>
            <a:endParaRPr lang="en-US"/>
          </a:p>
        </p:txBody>
      </p:sp>
    </p:spTree>
    <p:extLst>
      <p:ext uri="{BB962C8B-B14F-4D97-AF65-F5344CB8AC3E}">
        <p14:creationId xmlns:p14="http://schemas.microsoft.com/office/powerpoint/2010/main" val="2877870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Users:</a:t>
            </a:r>
            <a:r>
              <a:rPr lang="en-US"/>
              <a:t> </a:t>
            </a:r>
            <a:r>
              <a:rPr lang="en-US" err="1"/>
              <a:t>user_id</a:t>
            </a:r>
            <a:r>
              <a:rPr lang="en-US"/>
              <a:t>, name, email, </a:t>
            </a:r>
            <a:r>
              <a:rPr lang="en-US" err="1"/>
              <a:t>password_hash</a:t>
            </a:r>
            <a:r>
              <a:rPr lang="en-US"/>
              <a:t>, </a:t>
            </a:r>
            <a:r>
              <a:rPr lang="en-US" err="1"/>
              <a:t>phone_number</a:t>
            </a:r>
            <a:r>
              <a:rPr lang="en-US"/>
              <a:t>, </a:t>
            </a:r>
            <a:r>
              <a:rPr lang="en-US" err="1"/>
              <a:t>payment_information</a:t>
            </a:r>
            <a:r>
              <a:rPr lang="en-US"/>
              <a:t>, rating, preferences</a:t>
            </a:r>
          </a:p>
          <a:p>
            <a:r>
              <a:rPr lang="en-US" b="1"/>
              <a:t>Trips:</a:t>
            </a:r>
            <a:r>
              <a:rPr lang="en-US"/>
              <a:t> </a:t>
            </a:r>
            <a:r>
              <a:rPr lang="en-US" err="1"/>
              <a:t>trip_id</a:t>
            </a:r>
            <a:r>
              <a:rPr lang="en-US"/>
              <a:t>, </a:t>
            </a:r>
            <a:r>
              <a:rPr lang="en-US" err="1"/>
              <a:t>user_id</a:t>
            </a:r>
            <a:r>
              <a:rPr lang="en-US"/>
              <a:t>, </a:t>
            </a:r>
            <a:r>
              <a:rPr lang="en-US" err="1"/>
              <a:t>driver_id</a:t>
            </a:r>
            <a:r>
              <a:rPr lang="en-US"/>
              <a:t>, </a:t>
            </a:r>
            <a:r>
              <a:rPr lang="en-US" err="1"/>
              <a:t>start_location</a:t>
            </a:r>
            <a:r>
              <a:rPr lang="en-US"/>
              <a:t>, </a:t>
            </a:r>
            <a:r>
              <a:rPr lang="en-US" err="1"/>
              <a:t>end_location</a:t>
            </a:r>
            <a:r>
              <a:rPr lang="en-US"/>
              <a:t>, </a:t>
            </a:r>
            <a:r>
              <a:rPr lang="en-US" err="1"/>
              <a:t>start_time</a:t>
            </a:r>
            <a:r>
              <a:rPr lang="en-US"/>
              <a:t>, </a:t>
            </a:r>
            <a:r>
              <a:rPr lang="en-US" err="1"/>
              <a:t>end_time</a:t>
            </a:r>
            <a:r>
              <a:rPr lang="en-US"/>
              <a:t>, status, fare, route</a:t>
            </a:r>
          </a:p>
          <a:p>
            <a:r>
              <a:rPr lang="en-US" b="1"/>
              <a:t>Drivers:</a:t>
            </a:r>
            <a:r>
              <a:rPr lang="en-US"/>
              <a:t> </a:t>
            </a:r>
            <a:r>
              <a:rPr lang="en-US" err="1"/>
              <a:t>driver_id</a:t>
            </a:r>
            <a:r>
              <a:rPr lang="en-US"/>
              <a:t>, name, email, </a:t>
            </a:r>
            <a:r>
              <a:rPr lang="en-US" err="1"/>
              <a:t>phone_number</a:t>
            </a:r>
            <a:r>
              <a:rPr lang="en-US"/>
              <a:t>, </a:t>
            </a:r>
            <a:r>
              <a:rPr lang="en-US" err="1"/>
              <a:t>license_number</a:t>
            </a:r>
            <a:r>
              <a:rPr lang="en-US"/>
              <a:t>, </a:t>
            </a:r>
            <a:r>
              <a:rPr lang="en-US" err="1"/>
              <a:t>car_information</a:t>
            </a:r>
            <a:r>
              <a:rPr lang="en-US"/>
              <a:t>, </a:t>
            </a:r>
            <a:r>
              <a:rPr lang="en-US" err="1"/>
              <a:t>insurance_details</a:t>
            </a:r>
            <a:r>
              <a:rPr lang="en-US"/>
              <a:t>, rating</a:t>
            </a:r>
          </a:p>
          <a:p>
            <a:r>
              <a:rPr lang="en-US" b="1"/>
              <a:t>Transactions:</a:t>
            </a:r>
            <a:r>
              <a:rPr lang="en-US"/>
              <a:t> </a:t>
            </a:r>
            <a:r>
              <a:rPr lang="en-US" err="1"/>
              <a:t>transaction_id</a:t>
            </a:r>
            <a:r>
              <a:rPr lang="en-US"/>
              <a:t>, </a:t>
            </a:r>
            <a:r>
              <a:rPr lang="en-US" err="1"/>
              <a:t>user_id</a:t>
            </a:r>
            <a:r>
              <a:rPr lang="en-US"/>
              <a:t>, </a:t>
            </a:r>
            <a:r>
              <a:rPr lang="en-US" err="1"/>
              <a:t>driver_id</a:t>
            </a:r>
            <a:r>
              <a:rPr lang="en-US"/>
              <a:t>, amount, </a:t>
            </a:r>
            <a:r>
              <a:rPr lang="en-US" err="1"/>
              <a:t>payment_method</a:t>
            </a:r>
            <a:r>
              <a:rPr lang="en-US"/>
              <a:t>, status, timestamp</a:t>
            </a:r>
          </a:p>
          <a:p>
            <a:endParaRPr lang="en-US" sz="1200"/>
          </a:p>
        </p:txBody>
      </p:sp>
      <p:sp>
        <p:nvSpPr>
          <p:cNvPr id="4" name="Slide Number Placeholder 3"/>
          <p:cNvSpPr>
            <a:spLocks noGrp="1"/>
          </p:cNvSpPr>
          <p:nvPr>
            <p:ph type="sldNum" sz="quarter" idx="5"/>
          </p:nvPr>
        </p:nvSpPr>
        <p:spPr/>
        <p:txBody>
          <a:bodyPr/>
          <a:lstStyle/>
          <a:p>
            <a:fld id="{572DD7D5-A1E7-4E59-B251-136D919D9E0A}" type="slidenum">
              <a:rPr lang="en-US" smtClean="0"/>
              <a:t>82</a:t>
            </a:fld>
            <a:endParaRPr lang="en-US"/>
          </a:p>
        </p:txBody>
      </p:sp>
    </p:spTree>
    <p:extLst>
      <p:ext uri="{BB962C8B-B14F-4D97-AF65-F5344CB8AC3E}">
        <p14:creationId xmlns:p14="http://schemas.microsoft.com/office/powerpoint/2010/main" val="2463816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292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97648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2292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9052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935936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784008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376664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7501941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5040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4216987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851468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1709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8502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7151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359162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8313249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7293015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4128692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3879210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3652645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3478946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866729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761464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910836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3566644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4043431976"/>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 id="2147483739"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4.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8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2E5C18-6CBA-896A-CD99-78160F4D2AF0}"/>
              </a:ext>
            </a:extLst>
          </p:cNvPr>
          <p:cNvSpPr>
            <a:spLocks noGrp="1"/>
          </p:cNvSpPr>
          <p:nvPr>
            <p:ph sz="half" idx="1"/>
          </p:nvPr>
        </p:nvSpPr>
        <p:spPr>
          <a:xfrm>
            <a:off x="5719316" y="1414731"/>
            <a:ext cx="6098862" cy="5018205"/>
          </a:xfrm>
        </p:spPr>
        <p:txBody>
          <a:bodyPr>
            <a:noAutofit/>
          </a:bodyPr>
          <a:lstStyle/>
          <a:p>
            <a:pPr>
              <a:lnSpc>
                <a:spcPct val="100000"/>
              </a:lnSpc>
            </a:pPr>
            <a:r>
              <a:rPr lang="en-US" sz="2200" dirty="0"/>
              <a:t>System Design Consideration Steps</a:t>
            </a:r>
          </a:p>
          <a:p>
            <a:pPr>
              <a:lnSpc>
                <a:spcPct val="100000"/>
              </a:lnSpc>
            </a:pPr>
            <a:r>
              <a:rPr lang="en-US" sz="2200" dirty="0"/>
              <a:t>Tools to Make Diagrams</a:t>
            </a:r>
          </a:p>
          <a:p>
            <a:pPr>
              <a:lnSpc>
                <a:spcPct val="100000"/>
              </a:lnSpc>
            </a:pPr>
            <a:r>
              <a:rPr lang="en-US" sz="2200" dirty="0"/>
              <a:t>Design Scalable System from 0 to Millions of Users</a:t>
            </a:r>
          </a:p>
          <a:p>
            <a:pPr>
              <a:lnSpc>
                <a:spcPct val="100000"/>
              </a:lnSpc>
            </a:pPr>
            <a:r>
              <a:rPr lang="en-US" sz="2200" dirty="0"/>
              <a:t>Design A WhatsApp like Chat System</a:t>
            </a:r>
          </a:p>
          <a:p>
            <a:r>
              <a:rPr lang="en-IN" sz="2200" dirty="0"/>
              <a:t>Design An Instagram like App</a:t>
            </a:r>
            <a:endParaRPr lang="en-US" sz="2200" dirty="0"/>
          </a:p>
          <a:p>
            <a:pPr>
              <a:lnSpc>
                <a:spcPct val="100000"/>
              </a:lnSpc>
            </a:pPr>
            <a:r>
              <a:rPr lang="en-US" sz="2200" dirty="0"/>
              <a:t>Design A Booking.com Hotel Reservation System</a:t>
            </a:r>
          </a:p>
          <a:p>
            <a:r>
              <a:rPr lang="en-US" sz="2200" dirty="0"/>
              <a:t>Design A Netflix Like Video Platform</a:t>
            </a:r>
          </a:p>
          <a:p>
            <a:r>
              <a:rPr lang="en-US" sz="2200" dirty="0"/>
              <a:t>Design A Flipkart like ECommerce Platform</a:t>
            </a:r>
          </a:p>
          <a:p>
            <a:r>
              <a:rPr lang="en-US" sz="2200" dirty="0"/>
              <a:t>Design An OLA Like Taxi System</a:t>
            </a:r>
          </a:p>
        </p:txBody>
      </p:sp>
      <p:sp>
        <p:nvSpPr>
          <p:cNvPr id="4" name="Content Placeholder 3">
            <a:extLst>
              <a:ext uri="{FF2B5EF4-FFF2-40B4-BE49-F238E27FC236}">
                <a16:creationId xmlns:a16="http://schemas.microsoft.com/office/drawing/2014/main" id="{5D5BAAD7-C5EB-DB6B-6CD5-91EAF15D743C}"/>
              </a:ext>
            </a:extLst>
          </p:cNvPr>
          <p:cNvSpPr>
            <a:spLocks noGrp="1"/>
          </p:cNvSpPr>
          <p:nvPr>
            <p:ph sz="half" idx="10"/>
          </p:nvPr>
        </p:nvSpPr>
        <p:spPr/>
        <p:txBody>
          <a:bodyPr>
            <a:normAutofit lnSpcReduction="10000"/>
          </a:bodyPr>
          <a:lstStyle/>
          <a:p>
            <a:pPr>
              <a:lnSpc>
                <a:spcPct val="100000"/>
              </a:lnSpc>
            </a:pPr>
            <a:r>
              <a:rPr lang="en-US" dirty="0"/>
              <a:t>System Design Case Studies</a:t>
            </a:r>
          </a:p>
        </p:txBody>
      </p:sp>
      <p:sp>
        <p:nvSpPr>
          <p:cNvPr id="2" name="Title 1">
            <a:extLst>
              <a:ext uri="{FF2B5EF4-FFF2-40B4-BE49-F238E27FC236}">
                <a16:creationId xmlns:a16="http://schemas.microsoft.com/office/drawing/2014/main" id="{C25C3EB7-8F6C-CFDB-289A-6BB54C526AE7}"/>
              </a:ext>
            </a:extLst>
          </p:cNvPr>
          <p:cNvSpPr>
            <a:spLocks noGrp="1"/>
          </p:cNvSpPr>
          <p:nvPr>
            <p:ph type="title"/>
          </p:nvPr>
        </p:nvSpPr>
        <p:spPr/>
        <p:txBody>
          <a:bodyPr/>
          <a:lstStyle/>
          <a:p>
            <a:r>
              <a:rPr lang="en-IN"/>
              <a:t>Agenda</a:t>
            </a:r>
          </a:p>
        </p:txBody>
      </p:sp>
    </p:spTree>
    <p:extLst>
      <p:ext uri="{BB962C8B-B14F-4D97-AF65-F5344CB8AC3E}">
        <p14:creationId xmlns:p14="http://schemas.microsoft.com/office/powerpoint/2010/main" val="338471678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0DCA9A-7048-211B-6B02-5A76A44D5FDF}"/>
              </a:ext>
            </a:extLst>
          </p:cNvPr>
          <p:cNvSpPr>
            <a:spLocks noGrp="1"/>
          </p:cNvSpPr>
          <p:nvPr>
            <p:ph sz="half" idx="1"/>
          </p:nvPr>
        </p:nvSpPr>
        <p:spPr/>
        <p:txBody>
          <a:bodyPr>
            <a:normAutofit/>
          </a:bodyPr>
          <a:lstStyle/>
          <a:p>
            <a:pPr algn="just"/>
            <a:r>
              <a:rPr lang="en-US" sz="2000" b="1"/>
              <a:t>Understand System Requirements</a:t>
            </a:r>
          </a:p>
          <a:p>
            <a:pPr lvl="1" algn="just"/>
            <a:r>
              <a:rPr lang="en-US" sz="2000"/>
              <a:t>Functional: What the system must do (e.g., process payments).</a:t>
            </a:r>
          </a:p>
          <a:p>
            <a:pPr lvl="1" algn="just"/>
            <a:r>
              <a:rPr lang="en-US" sz="2000"/>
              <a:t>Non-Functional: How the system performs tasks (e.g., response time).</a:t>
            </a:r>
          </a:p>
          <a:p>
            <a:pPr algn="just"/>
            <a:r>
              <a:rPr lang="en-US" sz="2000" b="1"/>
              <a:t>Identify the Scope:</a:t>
            </a:r>
            <a:r>
              <a:rPr lang="en-US" sz="2000"/>
              <a:t> Define the limits of what the system will and won't do.</a:t>
            </a:r>
          </a:p>
          <a:p>
            <a:pPr algn="just"/>
            <a:r>
              <a:rPr lang="en-US" sz="2000" b="1"/>
              <a:t>Capacity Estimation and Constraints</a:t>
            </a:r>
            <a:r>
              <a:rPr lang="en-US" sz="2000"/>
              <a:t>: Predict resource needs and identify any limitations.</a:t>
            </a:r>
          </a:p>
          <a:p>
            <a:pPr algn="just"/>
            <a:r>
              <a:rPr lang="en-US" sz="2000" b="1"/>
              <a:t>System APIs</a:t>
            </a:r>
            <a:r>
              <a:rPr lang="en-US" sz="2000"/>
              <a:t>: Specify how external systems interact with it (e.g., RESTful interfaces).</a:t>
            </a:r>
          </a:p>
          <a:p>
            <a:pPr algn="just"/>
            <a:r>
              <a:rPr lang="en-US" sz="2000" b="1"/>
              <a:t>Database Design and Model:</a:t>
            </a:r>
            <a:r>
              <a:rPr lang="en-US" sz="2000"/>
              <a:t> Structure how data is stored and accessed (e.g., schema design).</a:t>
            </a:r>
          </a:p>
          <a:p>
            <a:pPr algn="just"/>
            <a:r>
              <a:rPr lang="en-US" sz="2000" b="1"/>
              <a:t>High Level Design (HLD):</a:t>
            </a:r>
            <a:r>
              <a:rPr lang="en-US" sz="2000"/>
              <a:t> A broad view of the system components and their interactions.</a:t>
            </a:r>
          </a:p>
          <a:p>
            <a:pPr algn="just"/>
            <a:r>
              <a:rPr lang="en-US" sz="2000" b="1"/>
              <a:t>Detailed Design (LLD):</a:t>
            </a:r>
            <a:r>
              <a:rPr lang="en-US" sz="2000"/>
              <a:t> In-depth specifics of each component’s operation and data flow.</a:t>
            </a:r>
          </a:p>
          <a:p>
            <a:pPr algn="just"/>
            <a:r>
              <a:rPr lang="en-US" sz="2000" b="1"/>
              <a:t>Scalability and Performance:</a:t>
            </a:r>
            <a:r>
              <a:rPr lang="en-US" sz="2000"/>
              <a:t> Plan for growth and ensure the system stays efficient under load.</a:t>
            </a:r>
          </a:p>
          <a:p>
            <a:pPr algn="just"/>
            <a:r>
              <a:rPr lang="en-US" sz="2000" b="1"/>
              <a:t>Security and Compliance:</a:t>
            </a:r>
            <a:r>
              <a:rPr lang="en-US" sz="2000"/>
              <a:t> Protect against threats and ensure regulatory adherence.</a:t>
            </a:r>
            <a:endParaRPr lang="en-IN" sz="2000"/>
          </a:p>
        </p:txBody>
      </p:sp>
      <p:sp>
        <p:nvSpPr>
          <p:cNvPr id="3" name="Content Placeholder 2">
            <a:extLst>
              <a:ext uri="{FF2B5EF4-FFF2-40B4-BE49-F238E27FC236}">
                <a16:creationId xmlns:a16="http://schemas.microsoft.com/office/drawing/2014/main" id="{25E0D566-0120-F5A8-DA77-02128BF20740}"/>
              </a:ext>
            </a:extLst>
          </p:cNvPr>
          <p:cNvSpPr>
            <a:spLocks noGrp="1"/>
          </p:cNvSpPr>
          <p:nvPr>
            <p:ph sz="half" idx="10"/>
          </p:nvPr>
        </p:nvSpPr>
        <p:spPr/>
        <p:txBody>
          <a:bodyPr/>
          <a:lstStyle/>
          <a:p>
            <a:r>
              <a:rPr lang="en-IN"/>
              <a:t>System Design Consideration Steps</a:t>
            </a:r>
            <a:endParaRPr lang="en-US"/>
          </a:p>
        </p:txBody>
      </p:sp>
    </p:spTree>
    <p:extLst>
      <p:ext uri="{BB962C8B-B14F-4D97-AF65-F5344CB8AC3E}">
        <p14:creationId xmlns:p14="http://schemas.microsoft.com/office/powerpoint/2010/main" val="1261249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B05594-56C8-BAF6-0B5F-93ECE56B6D3B}"/>
              </a:ext>
            </a:extLst>
          </p:cNvPr>
          <p:cNvSpPr>
            <a:spLocks noGrp="1"/>
          </p:cNvSpPr>
          <p:nvPr>
            <p:ph sz="half" idx="1"/>
          </p:nvPr>
        </p:nvSpPr>
        <p:spPr/>
        <p:txBody>
          <a:bodyPr/>
          <a:lstStyle/>
          <a:p>
            <a:r>
              <a:rPr lang="en-IN"/>
              <a:t>Draw.io/Diagrams.net</a:t>
            </a:r>
          </a:p>
          <a:p>
            <a:r>
              <a:rPr lang="en-IN"/>
              <a:t>Excalidraw.com</a:t>
            </a:r>
          </a:p>
          <a:p>
            <a:r>
              <a:rPr lang="en-IN"/>
              <a:t>Lucid chart</a:t>
            </a:r>
          </a:p>
          <a:p>
            <a:r>
              <a:rPr lang="en-US"/>
              <a:t>Microsoft Visio</a:t>
            </a:r>
          </a:p>
          <a:p>
            <a:r>
              <a:rPr lang="en-US"/>
              <a:t>Canva</a:t>
            </a:r>
          </a:p>
        </p:txBody>
      </p:sp>
      <p:sp>
        <p:nvSpPr>
          <p:cNvPr id="3" name="Content Placeholder 2">
            <a:extLst>
              <a:ext uri="{FF2B5EF4-FFF2-40B4-BE49-F238E27FC236}">
                <a16:creationId xmlns:a16="http://schemas.microsoft.com/office/drawing/2014/main" id="{B22D7811-D6EF-AA63-C0BD-10B9E370CB87}"/>
              </a:ext>
            </a:extLst>
          </p:cNvPr>
          <p:cNvSpPr>
            <a:spLocks noGrp="1"/>
          </p:cNvSpPr>
          <p:nvPr>
            <p:ph sz="half" idx="10"/>
          </p:nvPr>
        </p:nvSpPr>
        <p:spPr/>
        <p:txBody>
          <a:bodyPr/>
          <a:lstStyle/>
          <a:p>
            <a:r>
              <a:rPr lang="en-IN"/>
              <a:t>Tools to Make Diagrams</a:t>
            </a:r>
            <a:endParaRPr lang="en-US"/>
          </a:p>
        </p:txBody>
      </p:sp>
    </p:spTree>
    <p:extLst>
      <p:ext uri="{BB962C8B-B14F-4D97-AF65-F5344CB8AC3E}">
        <p14:creationId xmlns:p14="http://schemas.microsoft.com/office/powerpoint/2010/main" val="1257088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BF359F-6690-2E55-DF3E-9456B97A07AE}"/>
              </a:ext>
            </a:extLst>
          </p:cNvPr>
          <p:cNvSpPr>
            <a:spLocks noGrp="1"/>
          </p:cNvSpPr>
          <p:nvPr>
            <p:ph type="title"/>
          </p:nvPr>
        </p:nvSpPr>
        <p:spPr>
          <a:xfrm>
            <a:off x="539374" y="2690336"/>
            <a:ext cx="11113251" cy="1292662"/>
          </a:xfrm>
        </p:spPr>
        <p:txBody>
          <a:bodyPr/>
          <a:lstStyle/>
          <a:p>
            <a:r>
              <a:rPr lang="en-IN" dirty="0"/>
              <a:t>A Scalable System </a:t>
            </a:r>
            <a:r>
              <a:rPr lang="en-US" sz="4000" dirty="0"/>
              <a:t>from 0 to Millions of Users</a:t>
            </a:r>
            <a:br>
              <a:rPr lang="en-US" sz="4000" dirty="0"/>
            </a:br>
            <a:endParaRPr lang="en-US" dirty="0"/>
          </a:p>
        </p:txBody>
      </p:sp>
    </p:spTree>
    <p:extLst>
      <p:ext uri="{BB962C8B-B14F-4D97-AF65-F5344CB8AC3E}">
        <p14:creationId xmlns:p14="http://schemas.microsoft.com/office/powerpoint/2010/main" val="1806811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16A47B-7B0C-7298-5C4D-B33E3B0059AD}"/>
              </a:ext>
            </a:extLst>
          </p:cNvPr>
          <p:cNvSpPr>
            <a:spLocks noGrp="1"/>
          </p:cNvSpPr>
          <p:nvPr>
            <p:ph sz="half" idx="1"/>
          </p:nvPr>
        </p:nvSpPr>
        <p:spPr/>
        <p:txBody>
          <a:bodyPr>
            <a:normAutofit fontScale="92500"/>
          </a:bodyPr>
          <a:lstStyle/>
          <a:p>
            <a:pPr marL="0" indent="0" algn="just">
              <a:buNone/>
            </a:pPr>
            <a:r>
              <a:rPr lang="en-US" sz="2400" b="1"/>
              <a:t>Problem Statement: </a:t>
            </a:r>
            <a:r>
              <a:rPr lang="en-US" sz="2400"/>
              <a:t>Develop a scalable and high-performance application designed to efficiently manage and serve a large user base, potentially exceeding 500 million users globally, while ensuring low latency and a seamless user experience.</a:t>
            </a:r>
          </a:p>
          <a:p>
            <a:pPr marL="0" indent="0" algn="just">
              <a:buNone/>
            </a:pPr>
            <a:r>
              <a:rPr lang="en-US" sz="2400" b="1" u="sng"/>
              <a:t>Key Requirements</a:t>
            </a:r>
          </a:p>
          <a:p>
            <a:pPr algn="just"/>
            <a:r>
              <a:rPr lang="en-US" sz="2200" b="1"/>
              <a:t>Scalability</a:t>
            </a:r>
            <a:r>
              <a:rPr lang="en-US" sz="2200"/>
              <a:t>: The architecture must support horizontal scaling to accommodate a rapidly expanding user base while maintaining performance.</a:t>
            </a:r>
          </a:p>
          <a:p>
            <a:pPr algn="just"/>
            <a:r>
              <a:rPr lang="en-US" sz="2200" b="1"/>
              <a:t>Low Latency</a:t>
            </a:r>
            <a:r>
              <a:rPr lang="en-US" sz="2200"/>
              <a:t>: Implement optimization strategies to achieve low response times, regardless of user location.</a:t>
            </a:r>
          </a:p>
          <a:p>
            <a:pPr algn="just"/>
            <a:r>
              <a:rPr lang="en-US" sz="2200" b="1"/>
              <a:t>Geographical Distribution</a:t>
            </a:r>
            <a:r>
              <a:rPr lang="en-US" sz="2200"/>
              <a:t>: Incorporate a geo-distributed infrastructure to serve users with data centers positioned in strategic global locations to minimize latency.</a:t>
            </a:r>
          </a:p>
          <a:p>
            <a:pPr algn="just"/>
            <a:r>
              <a:rPr lang="en-US" sz="2200" b="1"/>
              <a:t>Components</a:t>
            </a:r>
            <a:r>
              <a:rPr lang="en-US" sz="2200"/>
              <a:t>: Design a robust ecosystem consisting of a web application, a native mobile application, a scalable database, and an intelligent caching mechanism for data retrieval.</a:t>
            </a:r>
            <a:endParaRPr lang="en-US" sz="2600"/>
          </a:p>
        </p:txBody>
      </p:sp>
      <p:sp>
        <p:nvSpPr>
          <p:cNvPr id="3" name="Content Placeholder 2">
            <a:extLst>
              <a:ext uri="{FF2B5EF4-FFF2-40B4-BE49-F238E27FC236}">
                <a16:creationId xmlns:a16="http://schemas.microsoft.com/office/drawing/2014/main" id="{103ED9E4-AD20-490C-DC04-7FCCA5ADA557}"/>
              </a:ext>
            </a:extLst>
          </p:cNvPr>
          <p:cNvSpPr>
            <a:spLocks noGrp="1"/>
          </p:cNvSpPr>
          <p:nvPr>
            <p:ph sz="half" idx="10"/>
          </p:nvPr>
        </p:nvSpPr>
        <p:spPr/>
        <p:txBody>
          <a:bodyPr>
            <a:normAutofit fontScale="92500" lnSpcReduction="10000"/>
          </a:bodyPr>
          <a:lstStyle/>
          <a:p>
            <a:r>
              <a:rPr lang="en-IN" dirty="0"/>
              <a:t>#1. Design a Scalable System </a:t>
            </a:r>
            <a:r>
              <a:rPr lang="en-US" sz="3600" dirty="0"/>
              <a:t>from 0 to Millions of Users</a:t>
            </a:r>
          </a:p>
        </p:txBody>
      </p:sp>
    </p:spTree>
    <p:extLst>
      <p:ext uri="{BB962C8B-B14F-4D97-AF65-F5344CB8AC3E}">
        <p14:creationId xmlns:p14="http://schemas.microsoft.com/office/powerpoint/2010/main" val="1086415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591A50-22DE-B1BE-E094-B3FDC0525090}"/>
              </a:ext>
            </a:extLst>
          </p:cNvPr>
          <p:cNvSpPr>
            <a:spLocks noGrp="1"/>
          </p:cNvSpPr>
          <p:nvPr>
            <p:ph sz="half" idx="1"/>
          </p:nvPr>
        </p:nvSpPr>
        <p:spPr/>
        <p:txBody>
          <a:bodyPr>
            <a:normAutofit/>
          </a:bodyPr>
          <a:lstStyle/>
          <a:p>
            <a:r>
              <a:rPr lang="en-US" b="1"/>
              <a:t>Functional Requirements</a:t>
            </a:r>
          </a:p>
          <a:p>
            <a:pPr lvl="1"/>
            <a:r>
              <a:rPr lang="en-US"/>
              <a:t>A functionality for user's management.</a:t>
            </a:r>
          </a:p>
          <a:p>
            <a:pPr lvl="1"/>
            <a:r>
              <a:rPr lang="en-US"/>
              <a:t>The system should deliver content to users based on their geography.</a:t>
            </a:r>
          </a:p>
          <a:p>
            <a:pPr lvl="1"/>
            <a:r>
              <a:rPr lang="en-US"/>
              <a:t>The system should provide users with the ability to submit, retrieve, and manipulate data in real-time and support data synchronization across the web and mobile.</a:t>
            </a:r>
          </a:p>
          <a:p>
            <a:pPr lvl="1"/>
            <a:r>
              <a:rPr lang="en-US"/>
              <a:t>The application must send real-time notifications to users’ devices.</a:t>
            </a:r>
          </a:p>
          <a:p>
            <a:r>
              <a:rPr lang="en-US" b="1"/>
              <a:t>Non-functional Requirements</a:t>
            </a:r>
          </a:p>
          <a:p>
            <a:pPr lvl="1"/>
            <a:r>
              <a:rPr lang="en-US"/>
              <a:t>The application should have a response time of less than 200 milliseconds.</a:t>
            </a:r>
          </a:p>
          <a:p>
            <a:pPr lvl="1"/>
            <a:r>
              <a:rPr lang="en-US"/>
              <a:t>The system must guarantee an uptime of 99%.</a:t>
            </a:r>
          </a:p>
          <a:p>
            <a:pPr lvl="1"/>
            <a:r>
              <a:rPr lang="en-US"/>
              <a:t>The system should  handle spikes in the user traffic. It must allow for horizontal and vertical scaling.</a:t>
            </a:r>
          </a:p>
        </p:txBody>
      </p:sp>
      <p:sp>
        <p:nvSpPr>
          <p:cNvPr id="3" name="Content Placeholder 2">
            <a:extLst>
              <a:ext uri="{FF2B5EF4-FFF2-40B4-BE49-F238E27FC236}">
                <a16:creationId xmlns:a16="http://schemas.microsoft.com/office/drawing/2014/main" id="{B5F36776-6DE5-80C2-A390-58AD25F56937}"/>
              </a:ext>
            </a:extLst>
          </p:cNvPr>
          <p:cNvSpPr>
            <a:spLocks noGrp="1"/>
          </p:cNvSpPr>
          <p:nvPr>
            <p:ph sz="half" idx="10"/>
          </p:nvPr>
        </p:nvSpPr>
        <p:spPr/>
        <p:txBody>
          <a:bodyPr/>
          <a:lstStyle/>
          <a:p>
            <a:r>
              <a:rPr lang="en-US"/>
              <a:t>System Requirements and Goals</a:t>
            </a:r>
          </a:p>
        </p:txBody>
      </p:sp>
    </p:spTree>
    <p:extLst>
      <p:ext uri="{BB962C8B-B14F-4D97-AF65-F5344CB8AC3E}">
        <p14:creationId xmlns:p14="http://schemas.microsoft.com/office/powerpoint/2010/main" val="2160728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AEDC74-6050-E049-5CE6-CA7FFBE09AF8}"/>
              </a:ext>
            </a:extLst>
          </p:cNvPr>
          <p:cNvSpPr>
            <a:spLocks noGrp="1"/>
          </p:cNvSpPr>
          <p:nvPr>
            <p:ph sz="half" idx="1"/>
          </p:nvPr>
        </p:nvSpPr>
        <p:spPr/>
        <p:txBody>
          <a:bodyPr>
            <a:normAutofit/>
          </a:bodyPr>
          <a:lstStyle/>
          <a:p>
            <a:pPr algn="just"/>
            <a:r>
              <a:rPr lang="en-US"/>
              <a:t>Considering a user base 500 million, with 2 million active daily users</a:t>
            </a:r>
          </a:p>
          <a:p>
            <a:pPr algn="just"/>
            <a:r>
              <a:rPr lang="en-US"/>
              <a:t>Consider each user on average generate data of size 200 KB. </a:t>
            </a:r>
          </a:p>
          <a:p>
            <a:pPr algn="just"/>
            <a:r>
              <a:rPr lang="en-US"/>
              <a:t>Total space required for 1 day of data</a:t>
            </a:r>
          </a:p>
          <a:p>
            <a:pPr lvl="1" algn="just"/>
            <a:r>
              <a:rPr lang="en-US"/>
              <a:t>2M * 200KB ≅ 381 GB</a:t>
            </a:r>
          </a:p>
          <a:p>
            <a:pPr algn="just"/>
            <a:r>
              <a:rPr lang="en-US"/>
              <a:t>Total space required for 5 years:</a:t>
            </a:r>
          </a:p>
          <a:p>
            <a:pPr lvl="1" algn="just"/>
            <a:r>
              <a:rPr lang="en-US"/>
              <a:t>381 GB * 365 * 5 ≅ 679 TB</a:t>
            </a:r>
          </a:p>
        </p:txBody>
      </p:sp>
      <p:sp>
        <p:nvSpPr>
          <p:cNvPr id="3" name="Content Placeholder 2">
            <a:extLst>
              <a:ext uri="{FF2B5EF4-FFF2-40B4-BE49-F238E27FC236}">
                <a16:creationId xmlns:a16="http://schemas.microsoft.com/office/drawing/2014/main" id="{3DB6DFE7-E4F4-E49B-236D-9BEAC0A5902F}"/>
              </a:ext>
            </a:extLst>
          </p:cNvPr>
          <p:cNvSpPr>
            <a:spLocks noGrp="1"/>
          </p:cNvSpPr>
          <p:nvPr>
            <p:ph sz="half" idx="10"/>
          </p:nvPr>
        </p:nvSpPr>
        <p:spPr/>
        <p:txBody>
          <a:bodyPr/>
          <a:lstStyle/>
          <a:p>
            <a:r>
              <a:rPr lang="en-US"/>
              <a:t>Capacity Estimation</a:t>
            </a:r>
          </a:p>
        </p:txBody>
      </p:sp>
    </p:spTree>
    <p:extLst>
      <p:ext uri="{BB962C8B-B14F-4D97-AF65-F5344CB8AC3E}">
        <p14:creationId xmlns:p14="http://schemas.microsoft.com/office/powerpoint/2010/main" val="2390963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B25CE3-CAA2-62AA-CE35-826D9A1C9E52}"/>
              </a:ext>
            </a:extLst>
          </p:cNvPr>
          <p:cNvSpPr>
            <a:spLocks noGrp="1"/>
          </p:cNvSpPr>
          <p:nvPr>
            <p:ph sz="half" idx="10"/>
          </p:nvPr>
        </p:nvSpPr>
        <p:spPr/>
        <p:txBody>
          <a:bodyPr/>
          <a:lstStyle/>
          <a:p>
            <a:r>
              <a:rPr lang="en-US" dirty="0"/>
              <a:t>Step1: High Level System Design</a:t>
            </a:r>
          </a:p>
        </p:txBody>
      </p:sp>
      <p:pic>
        <p:nvPicPr>
          <p:cNvPr id="3" name="Picture 2">
            <a:extLst>
              <a:ext uri="{FF2B5EF4-FFF2-40B4-BE49-F238E27FC236}">
                <a16:creationId xmlns:a16="http://schemas.microsoft.com/office/drawing/2014/main" id="{5B56F19D-21B0-ACAE-E7F1-E4E0A1706C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0207" y="2034252"/>
            <a:ext cx="9871586" cy="3258014"/>
          </a:xfrm>
          <a:prstGeom prst="rect">
            <a:avLst/>
          </a:prstGeom>
        </p:spPr>
      </p:pic>
    </p:spTree>
    <p:extLst>
      <p:ext uri="{BB962C8B-B14F-4D97-AF65-F5344CB8AC3E}">
        <p14:creationId xmlns:p14="http://schemas.microsoft.com/office/powerpoint/2010/main" val="3598829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91E7CC-BECE-365E-192D-546A39AAF0F7}"/>
              </a:ext>
            </a:extLst>
          </p:cNvPr>
          <p:cNvSpPr>
            <a:spLocks noGrp="1"/>
          </p:cNvSpPr>
          <p:nvPr>
            <p:ph sz="half" idx="10"/>
          </p:nvPr>
        </p:nvSpPr>
        <p:spPr/>
        <p:txBody>
          <a:bodyPr/>
          <a:lstStyle/>
          <a:p>
            <a:r>
              <a:rPr lang="en-IN" dirty="0"/>
              <a:t>Step2: Load Balancing</a:t>
            </a:r>
            <a:endParaRPr lang="en-US" dirty="0"/>
          </a:p>
        </p:txBody>
      </p:sp>
      <p:pic>
        <p:nvPicPr>
          <p:cNvPr id="4" name="Picture 3">
            <a:extLst>
              <a:ext uri="{FF2B5EF4-FFF2-40B4-BE49-F238E27FC236}">
                <a16:creationId xmlns:a16="http://schemas.microsoft.com/office/drawing/2014/main" id="{A82FFA93-27D9-1097-C819-EDDD9A34FA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9807" y="1885523"/>
            <a:ext cx="8652386" cy="3438769"/>
          </a:xfrm>
          <a:prstGeom prst="rect">
            <a:avLst/>
          </a:prstGeom>
        </p:spPr>
      </p:pic>
    </p:spTree>
    <p:extLst>
      <p:ext uri="{BB962C8B-B14F-4D97-AF65-F5344CB8AC3E}">
        <p14:creationId xmlns:p14="http://schemas.microsoft.com/office/powerpoint/2010/main" val="3492494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91E7CC-BECE-365E-192D-546A39AAF0F7}"/>
              </a:ext>
            </a:extLst>
          </p:cNvPr>
          <p:cNvSpPr>
            <a:spLocks noGrp="1"/>
          </p:cNvSpPr>
          <p:nvPr>
            <p:ph sz="half" idx="10"/>
          </p:nvPr>
        </p:nvSpPr>
        <p:spPr/>
        <p:txBody>
          <a:bodyPr/>
          <a:lstStyle/>
          <a:p>
            <a:r>
              <a:rPr lang="en-IN" dirty="0"/>
              <a:t>Step3: Database Replication</a:t>
            </a:r>
            <a:endParaRPr lang="en-US" dirty="0"/>
          </a:p>
        </p:txBody>
      </p:sp>
      <p:pic>
        <p:nvPicPr>
          <p:cNvPr id="2" name="Content Placeholder 5">
            <a:extLst>
              <a:ext uri="{FF2B5EF4-FFF2-40B4-BE49-F238E27FC236}">
                <a16:creationId xmlns:a16="http://schemas.microsoft.com/office/drawing/2014/main" id="{172C8331-CA6C-3207-6189-4EF1FAFC0D74}"/>
              </a:ext>
            </a:extLst>
          </p:cNvPr>
          <p:cNvPicPr>
            <a:picLocks noChangeAspect="1"/>
          </p:cNvPicPr>
          <p:nvPr/>
        </p:nvPicPr>
        <p:blipFill>
          <a:blip r:embed="rId2"/>
          <a:stretch>
            <a:fillRect/>
          </a:stretch>
        </p:blipFill>
        <p:spPr>
          <a:xfrm>
            <a:off x="621545" y="1988169"/>
            <a:ext cx="10653888" cy="3458932"/>
          </a:xfrm>
          <a:prstGeom prst="rect">
            <a:avLst/>
          </a:prstGeom>
        </p:spPr>
      </p:pic>
    </p:spTree>
    <p:extLst>
      <p:ext uri="{BB962C8B-B14F-4D97-AF65-F5344CB8AC3E}">
        <p14:creationId xmlns:p14="http://schemas.microsoft.com/office/powerpoint/2010/main" val="3513310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2F5ACF-151C-F295-725F-0D852BAA683B}"/>
              </a:ext>
            </a:extLst>
          </p:cNvPr>
          <p:cNvSpPr>
            <a:spLocks noGrp="1"/>
          </p:cNvSpPr>
          <p:nvPr>
            <p:ph sz="half" idx="10"/>
          </p:nvPr>
        </p:nvSpPr>
        <p:spPr/>
        <p:txBody>
          <a:bodyPr/>
          <a:lstStyle/>
          <a:p>
            <a:r>
              <a:rPr lang="en-IN"/>
              <a:t>Step4: Cache and CDN</a:t>
            </a:r>
            <a:endParaRPr lang="en-US"/>
          </a:p>
        </p:txBody>
      </p:sp>
      <p:pic>
        <p:nvPicPr>
          <p:cNvPr id="4" name="Picture 3">
            <a:extLst>
              <a:ext uri="{FF2B5EF4-FFF2-40B4-BE49-F238E27FC236}">
                <a16:creationId xmlns:a16="http://schemas.microsoft.com/office/drawing/2014/main" id="{35DA3D39-26D6-562E-0721-01A3079602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4233" y="1414593"/>
            <a:ext cx="10075441" cy="4566286"/>
          </a:xfrm>
          <a:prstGeom prst="rect">
            <a:avLst/>
          </a:prstGeom>
        </p:spPr>
      </p:pic>
    </p:spTree>
    <p:extLst>
      <p:ext uri="{BB962C8B-B14F-4D97-AF65-F5344CB8AC3E}">
        <p14:creationId xmlns:p14="http://schemas.microsoft.com/office/powerpoint/2010/main" val="2463012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C33BF9-346E-B343-C2A5-B3A66B776D25}"/>
              </a:ext>
            </a:extLst>
          </p:cNvPr>
          <p:cNvSpPr>
            <a:spLocks noGrp="1"/>
          </p:cNvSpPr>
          <p:nvPr>
            <p:ph sz="half" idx="10"/>
          </p:nvPr>
        </p:nvSpPr>
        <p:spPr/>
        <p:txBody>
          <a:bodyPr/>
          <a:lstStyle/>
          <a:p>
            <a:r>
              <a:rPr lang="en-IN"/>
              <a:t>Step5: Stateless architecture</a:t>
            </a:r>
            <a:endParaRPr lang="en-US"/>
          </a:p>
        </p:txBody>
      </p:sp>
      <p:pic>
        <p:nvPicPr>
          <p:cNvPr id="4" name="Picture 3">
            <a:extLst>
              <a:ext uri="{FF2B5EF4-FFF2-40B4-BE49-F238E27FC236}">
                <a16:creationId xmlns:a16="http://schemas.microsoft.com/office/drawing/2014/main" id="{C7AF7AD1-C370-BACE-32F3-CAFB74C51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8849" y="1198284"/>
            <a:ext cx="9536654" cy="5015625"/>
          </a:xfrm>
          <a:prstGeom prst="rect">
            <a:avLst/>
          </a:prstGeom>
        </p:spPr>
      </p:pic>
    </p:spTree>
    <p:extLst>
      <p:ext uri="{BB962C8B-B14F-4D97-AF65-F5344CB8AC3E}">
        <p14:creationId xmlns:p14="http://schemas.microsoft.com/office/powerpoint/2010/main" val="103645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8D2CA3-200E-A522-D769-F6D885770D69}"/>
              </a:ext>
            </a:extLst>
          </p:cNvPr>
          <p:cNvSpPr>
            <a:spLocks noGrp="1"/>
          </p:cNvSpPr>
          <p:nvPr>
            <p:ph sz="half" idx="10"/>
          </p:nvPr>
        </p:nvSpPr>
        <p:spPr/>
        <p:txBody>
          <a:bodyPr/>
          <a:lstStyle/>
          <a:p>
            <a:r>
              <a:rPr lang="en-IN"/>
              <a:t>Step6: Traffic Manager</a:t>
            </a:r>
            <a:endParaRPr lang="en-US"/>
          </a:p>
        </p:txBody>
      </p:sp>
      <p:pic>
        <p:nvPicPr>
          <p:cNvPr id="7" name="Picture 6">
            <a:extLst>
              <a:ext uri="{FF2B5EF4-FFF2-40B4-BE49-F238E27FC236}">
                <a16:creationId xmlns:a16="http://schemas.microsoft.com/office/drawing/2014/main" id="{DBD0EC4F-AE0D-2183-95C9-AE959F0010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4231" y="1148490"/>
            <a:ext cx="8592155" cy="5085006"/>
          </a:xfrm>
          <a:prstGeom prst="rect">
            <a:avLst/>
          </a:prstGeom>
        </p:spPr>
      </p:pic>
    </p:spTree>
    <p:extLst>
      <p:ext uri="{BB962C8B-B14F-4D97-AF65-F5344CB8AC3E}">
        <p14:creationId xmlns:p14="http://schemas.microsoft.com/office/powerpoint/2010/main" val="1549443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4B75ED-CC35-E053-E01E-724725B8B8A0}"/>
              </a:ext>
            </a:extLst>
          </p:cNvPr>
          <p:cNvSpPr>
            <a:spLocks noGrp="1"/>
          </p:cNvSpPr>
          <p:nvPr>
            <p:ph sz="half" idx="10"/>
          </p:nvPr>
        </p:nvSpPr>
        <p:spPr/>
        <p:txBody>
          <a:bodyPr/>
          <a:lstStyle/>
          <a:p>
            <a:r>
              <a:rPr lang="en-US"/>
              <a:t>Step7: Messaging, Logging, Metrics and Automation</a:t>
            </a:r>
          </a:p>
        </p:txBody>
      </p:sp>
      <p:pic>
        <p:nvPicPr>
          <p:cNvPr id="4" name="Picture 3">
            <a:extLst>
              <a:ext uri="{FF2B5EF4-FFF2-40B4-BE49-F238E27FC236}">
                <a16:creationId xmlns:a16="http://schemas.microsoft.com/office/drawing/2014/main" id="{CB7B32C9-8219-DD0F-791B-D6CADADCCC76}"/>
              </a:ext>
            </a:extLst>
          </p:cNvPr>
          <p:cNvPicPr>
            <a:picLocks noChangeAspect="1"/>
          </p:cNvPicPr>
          <p:nvPr/>
        </p:nvPicPr>
        <p:blipFill>
          <a:blip r:embed="rId2"/>
          <a:stretch>
            <a:fillRect/>
          </a:stretch>
        </p:blipFill>
        <p:spPr>
          <a:xfrm>
            <a:off x="1287192" y="1522659"/>
            <a:ext cx="9233325" cy="4720175"/>
          </a:xfrm>
          <a:prstGeom prst="rect">
            <a:avLst/>
          </a:prstGeom>
        </p:spPr>
      </p:pic>
    </p:spTree>
    <p:extLst>
      <p:ext uri="{BB962C8B-B14F-4D97-AF65-F5344CB8AC3E}">
        <p14:creationId xmlns:p14="http://schemas.microsoft.com/office/powerpoint/2010/main" val="1176817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FB3DC9-2FD5-AC7C-C168-23590190A2EB}"/>
              </a:ext>
            </a:extLst>
          </p:cNvPr>
          <p:cNvSpPr>
            <a:spLocks noGrp="1"/>
          </p:cNvSpPr>
          <p:nvPr>
            <p:ph type="title"/>
          </p:nvPr>
        </p:nvSpPr>
        <p:spPr>
          <a:xfrm>
            <a:off x="539374" y="2690336"/>
            <a:ext cx="11113251" cy="738664"/>
          </a:xfrm>
        </p:spPr>
        <p:txBody>
          <a:bodyPr/>
          <a:lstStyle/>
          <a:p>
            <a:r>
              <a:rPr lang="en-US" sz="4000" dirty="0"/>
              <a:t>WhatsApp lik</a:t>
            </a:r>
            <a:r>
              <a:rPr lang="en-US" dirty="0"/>
              <a:t>e </a:t>
            </a:r>
            <a:r>
              <a:rPr lang="en-US" sz="4000" dirty="0"/>
              <a:t>Chat System Design</a:t>
            </a:r>
            <a:endParaRPr lang="en-US" dirty="0"/>
          </a:p>
        </p:txBody>
      </p:sp>
    </p:spTree>
    <p:extLst>
      <p:ext uri="{BB962C8B-B14F-4D97-AF65-F5344CB8AC3E}">
        <p14:creationId xmlns:p14="http://schemas.microsoft.com/office/powerpoint/2010/main" val="1703270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16A47B-7B0C-7298-5C4D-B33E3B0059AD}"/>
              </a:ext>
            </a:extLst>
          </p:cNvPr>
          <p:cNvSpPr>
            <a:spLocks noGrp="1"/>
          </p:cNvSpPr>
          <p:nvPr>
            <p:ph sz="half" idx="1"/>
          </p:nvPr>
        </p:nvSpPr>
        <p:spPr/>
        <p:txBody>
          <a:bodyPr>
            <a:normAutofit/>
          </a:bodyPr>
          <a:lstStyle/>
          <a:p>
            <a:pPr algn="just"/>
            <a:r>
              <a:rPr lang="en-US" sz="2400" b="1"/>
              <a:t>Problem Statement: </a:t>
            </a:r>
            <a:r>
              <a:rPr lang="en-US" sz="2400"/>
              <a:t>Design a robust and scalable chat system that facilitates real-time messaging between users through web and mobile interfaces. The system will support one-on-one conversations, group chats, and the ability to share multimedia messages. Users should be able to see message read-receipts, online statuses. The chat interface will be intuitive and user-friendly, ensuring a seamless communication experience.</a:t>
            </a:r>
          </a:p>
          <a:p>
            <a:pPr algn="just"/>
            <a:r>
              <a:rPr lang="en-US" sz="2400" b="1"/>
              <a:t>Out of the Scope: </a:t>
            </a:r>
            <a:r>
              <a:rPr lang="en-US" sz="2400"/>
              <a:t>Video and voice calling features, integration with social media platforms, chatbot functionalities, and encrypted secret chats will not be included in this version of the system.</a:t>
            </a:r>
          </a:p>
        </p:txBody>
      </p:sp>
      <p:sp>
        <p:nvSpPr>
          <p:cNvPr id="3" name="Content Placeholder 2">
            <a:extLst>
              <a:ext uri="{FF2B5EF4-FFF2-40B4-BE49-F238E27FC236}">
                <a16:creationId xmlns:a16="http://schemas.microsoft.com/office/drawing/2014/main" id="{103ED9E4-AD20-490C-DC04-7FCCA5ADA557}"/>
              </a:ext>
            </a:extLst>
          </p:cNvPr>
          <p:cNvSpPr>
            <a:spLocks noGrp="1"/>
          </p:cNvSpPr>
          <p:nvPr>
            <p:ph sz="half" idx="10"/>
          </p:nvPr>
        </p:nvSpPr>
        <p:spPr/>
        <p:txBody>
          <a:bodyPr>
            <a:normAutofit fontScale="92500" lnSpcReduction="10000"/>
          </a:bodyPr>
          <a:lstStyle/>
          <a:p>
            <a:r>
              <a:rPr lang="en-IN" dirty="0"/>
              <a:t>#2. </a:t>
            </a:r>
            <a:r>
              <a:rPr lang="en-US" sz="3600" dirty="0"/>
              <a:t>Design A WhatsApp lik</a:t>
            </a:r>
            <a:r>
              <a:rPr lang="en-US" dirty="0"/>
              <a:t>e </a:t>
            </a:r>
            <a:r>
              <a:rPr lang="en-US" sz="3600" dirty="0"/>
              <a:t>Chat System</a:t>
            </a:r>
          </a:p>
        </p:txBody>
      </p:sp>
    </p:spTree>
    <p:extLst>
      <p:ext uri="{BB962C8B-B14F-4D97-AF65-F5344CB8AC3E}">
        <p14:creationId xmlns:p14="http://schemas.microsoft.com/office/powerpoint/2010/main" val="1137608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591A50-22DE-B1BE-E094-B3FDC0525090}"/>
              </a:ext>
            </a:extLst>
          </p:cNvPr>
          <p:cNvSpPr>
            <a:spLocks noGrp="1"/>
          </p:cNvSpPr>
          <p:nvPr>
            <p:ph sz="half" idx="1"/>
          </p:nvPr>
        </p:nvSpPr>
        <p:spPr/>
        <p:txBody>
          <a:bodyPr>
            <a:normAutofit/>
          </a:bodyPr>
          <a:lstStyle/>
          <a:p>
            <a:r>
              <a:rPr lang="en-US" b="1"/>
              <a:t>Functional Requirements</a:t>
            </a:r>
          </a:p>
          <a:p>
            <a:pPr lvl="1"/>
            <a:r>
              <a:rPr lang="en-US"/>
              <a:t>The system should support one-to-one and group chat among users.</a:t>
            </a:r>
          </a:p>
          <a:p>
            <a:pPr lvl="1"/>
            <a:r>
              <a:rPr lang="en-US"/>
              <a:t>The system should monitor and display whether users are online or offline.</a:t>
            </a:r>
          </a:p>
          <a:p>
            <a:pPr lvl="1"/>
            <a:r>
              <a:rPr lang="en-US"/>
              <a:t>The system should keep track of chat history.</a:t>
            </a:r>
          </a:p>
          <a:p>
            <a:r>
              <a:rPr lang="en-US" b="1"/>
              <a:t>Non-functional Requirements</a:t>
            </a:r>
          </a:p>
          <a:p>
            <a:pPr lvl="1"/>
            <a:r>
              <a:rPr lang="en-US"/>
              <a:t>The system should offer a real-time chatting experience.</a:t>
            </a:r>
          </a:p>
          <a:p>
            <a:pPr lvl="1"/>
            <a:r>
              <a:rPr lang="en-US"/>
              <a:t>The system should support strong consistency, ensuring that users have access to the chat history across all their devices.</a:t>
            </a:r>
          </a:p>
          <a:p>
            <a:pPr lvl="1"/>
            <a:r>
              <a:rPr lang="en-US"/>
              <a:t>The system should be highly available and consistent.</a:t>
            </a:r>
          </a:p>
        </p:txBody>
      </p:sp>
      <p:sp>
        <p:nvSpPr>
          <p:cNvPr id="3" name="Content Placeholder 2">
            <a:extLst>
              <a:ext uri="{FF2B5EF4-FFF2-40B4-BE49-F238E27FC236}">
                <a16:creationId xmlns:a16="http://schemas.microsoft.com/office/drawing/2014/main" id="{B5F36776-6DE5-80C2-A390-58AD25F56937}"/>
              </a:ext>
            </a:extLst>
          </p:cNvPr>
          <p:cNvSpPr>
            <a:spLocks noGrp="1"/>
          </p:cNvSpPr>
          <p:nvPr>
            <p:ph sz="half" idx="10"/>
          </p:nvPr>
        </p:nvSpPr>
        <p:spPr/>
        <p:txBody>
          <a:bodyPr/>
          <a:lstStyle/>
          <a:p>
            <a:r>
              <a:rPr lang="en-US"/>
              <a:t>System Requirements and Goals</a:t>
            </a:r>
          </a:p>
        </p:txBody>
      </p:sp>
    </p:spTree>
    <p:extLst>
      <p:ext uri="{BB962C8B-B14F-4D97-AF65-F5344CB8AC3E}">
        <p14:creationId xmlns:p14="http://schemas.microsoft.com/office/powerpoint/2010/main" val="1632363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0287C5-B75D-72CA-5550-FD0A37F192E7}"/>
              </a:ext>
            </a:extLst>
          </p:cNvPr>
          <p:cNvSpPr>
            <a:spLocks noGrp="1"/>
          </p:cNvSpPr>
          <p:nvPr>
            <p:ph sz="half" idx="1"/>
          </p:nvPr>
        </p:nvSpPr>
        <p:spPr/>
        <p:txBody>
          <a:bodyPr>
            <a:normAutofit/>
          </a:bodyPr>
          <a:lstStyle/>
          <a:p>
            <a:pPr algn="just"/>
            <a:r>
              <a:rPr lang="en-US" sz="2400" b="0" i="0" u="none" strike="noStrike" baseline="0"/>
              <a:t>The system is expected to be highly available and support low latency; emphasis will be placed on constructing an architecture optimized for real-time chat. </a:t>
            </a:r>
          </a:p>
          <a:p>
            <a:pPr algn="just"/>
            <a:r>
              <a:rPr lang="en-US" sz="2400" b="0" i="0" u="none" strike="noStrike" baseline="0"/>
              <a:t>Users will have the capability to send message to unlimited numbers of users. </a:t>
            </a:r>
          </a:p>
          <a:p>
            <a:pPr algn="just"/>
            <a:r>
              <a:rPr lang="en-US" sz="2400" b="0" i="0" u="none" strike="noStrike" baseline="0"/>
              <a:t>Users can create unlimited numbers of groups for chat.</a:t>
            </a:r>
          </a:p>
          <a:p>
            <a:pPr algn="just"/>
            <a:r>
              <a:rPr lang="en-US" sz="2400" b="0" i="0" u="none" strike="noStrike" baseline="0"/>
              <a:t>The system will be engineered to deliver messages in real-time. </a:t>
            </a:r>
          </a:p>
          <a:p>
            <a:pPr algn="just"/>
            <a:r>
              <a:rPr lang="en-US" sz="2400" b="0" i="0" u="none" strike="noStrike" baseline="0"/>
              <a:t>Ensure complete data integrity, providing a guarantee that no message will ever be misplaced or lost.</a:t>
            </a:r>
            <a:endParaRPr lang="en-US" sz="3600"/>
          </a:p>
        </p:txBody>
      </p:sp>
      <p:sp>
        <p:nvSpPr>
          <p:cNvPr id="3" name="Content Placeholder 2">
            <a:extLst>
              <a:ext uri="{FF2B5EF4-FFF2-40B4-BE49-F238E27FC236}">
                <a16:creationId xmlns:a16="http://schemas.microsoft.com/office/drawing/2014/main" id="{36752DCD-6BF8-89C8-108A-1F221D3A51EE}"/>
              </a:ext>
            </a:extLst>
          </p:cNvPr>
          <p:cNvSpPr>
            <a:spLocks noGrp="1"/>
          </p:cNvSpPr>
          <p:nvPr>
            <p:ph sz="half" idx="10"/>
          </p:nvPr>
        </p:nvSpPr>
        <p:spPr/>
        <p:txBody>
          <a:bodyPr/>
          <a:lstStyle/>
          <a:p>
            <a:r>
              <a:rPr lang="en-US"/>
              <a:t>System Design Considerations</a:t>
            </a:r>
          </a:p>
        </p:txBody>
      </p:sp>
    </p:spTree>
    <p:extLst>
      <p:ext uri="{BB962C8B-B14F-4D97-AF65-F5344CB8AC3E}">
        <p14:creationId xmlns:p14="http://schemas.microsoft.com/office/powerpoint/2010/main" val="3542176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D43745-26FB-BE91-C62E-B0AAEF0279A4}"/>
              </a:ext>
            </a:extLst>
          </p:cNvPr>
          <p:cNvSpPr>
            <a:spLocks noGrp="1"/>
          </p:cNvSpPr>
          <p:nvPr>
            <p:ph sz="half" idx="10"/>
          </p:nvPr>
        </p:nvSpPr>
        <p:spPr>
          <a:prstGeom prst="rect">
            <a:avLst/>
          </a:prstGeom>
        </p:spPr>
        <p:txBody>
          <a:bodyPr/>
          <a:lstStyle/>
          <a:p>
            <a:r>
              <a:rPr lang="en-IN" dirty="0"/>
              <a:t>Capacity Estimation</a:t>
            </a:r>
            <a:endParaRPr lang="en-US" dirty="0"/>
          </a:p>
        </p:txBody>
      </p:sp>
      <p:graphicFrame>
        <p:nvGraphicFramePr>
          <p:cNvPr id="4" name="Content Placeholder 1">
            <a:extLst>
              <a:ext uri="{FF2B5EF4-FFF2-40B4-BE49-F238E27FC236}">
                <a16:creationId xmlns:a16="http://schemas.microsoft.com/office/drawing/2014/main" id="{EDAB3BB7-7DC8-1466-F85A-8FA506F7B62C}"/>
              </a:ext>
            </a:extLst>
          </p:cNvPr>
          <p:cNvGraphicFramePr>
            <a:graphicFrameLocks/>
          </p:cNvGraphicFramePr>
          <p:nvPr>
            <p:extLst>
              <p:ext uri="{D42A27DB-BD31-4B8C-83A1-F6EECF244321}">
                <p14:modId xmlns:p14="http://schemas.microsoft.com/office/powerpoint/2010/main" val="2560554185"/>
              </p:ext>
            </p:extLst>
          </p:nvPr>
        </p:nvGraphicFramePr>
        <p:xfrm>
          <a:off x="493295" y="2216944"/>
          <a:ext cx="11122025" cy="2424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35380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F47D22-47F5-0FE8-FEE4-DECF8D38F7C8}"/>
              </a:ext>
            </a:extLst>
          </p:cNvPr>
          <p:cNvSpPr>
            <a:spLocks noGrp="1"/>
          </p:cNvSpPr>
          <p:nvPr>
            <p:ph sz="half" idx="1"/>
          </p:nvPr>
        </p:nvSpPr>
        <p:spPr/>
        <p:txBody>
          <a:bodyPr>
            <a:normAutofit/>
          </a:bodyPr>
          <a:lstStyle/>
          <a:p>
            <a:r>
              <a:rPr lang="en-US" sz="2400"/>
              <a:t>Considering a user base 10 million, 1 million active users</a:t>
            </a:r>
          </a:p>
          <a:p>
            <a:r>
              <a:rPr lang="en-US" sz="2400"/>
              <a:t>Average message size: 100 bytes</a:t>
            </a:r>
          </a:p>
          <a:p>
            <a:r>
              <a:rPr lang="en-US" sz="2400"/>
              <a:t>Each user sends 40 messages per day</a:t>
            </a:r>
          </a:p>
          <a:p>
            <a:r>
              <a:rPr lang="en-US" sz="2400"/>
              <a:t>Each user participates in 5 groups, with 100 messages per group per day</a:t>
            </a:r>
          </a:p>
          <a:p>
            <a:r>
              <a:rPr lang="en-US" sz="2400"/>
              <a:t>10% of messages contain media files, with an average size of 2 MB</a:t>
            </a:r>
          </a:p>
          <a:p>
            <a:r>
              <a:rPr lang="en-US" sz="2400"/>
              <a:t>New user growth rate: 5% per month</a:t>
            </a:r>
          </a:p>
          <a:p>
            <a:r>
              <a:rPr lang="en-US" sz="2400"/>
              <a:t>Data retention: 1 year</a:t>
            </a:r>
          </a:p>
          <a:p>
            <a:r>
              <a:rPr lang="en-US" sz="2400"/>
              <a:t>Data replication factor: 3 (for redundancy)</a:t>
            </a:r>
          </a:p>
          <a:p>
            <a:r>
              <a:rPr lang="en-US" sz="2400"/>
              <a:t>Daily logs and backups are 10% of the daily message volume</a:t>
            </a:r>
          </a:p>
        </p:txBody>
      </p:sp>
      <p:sp>
        <p:nvSpPr>
          <p:cNvPr id="3" name="Content Placeholder 2">
            <a:extLst>
              <a:ext uri="{FF2B5EF4-FFF2-40B4-BE49-F238E27FC236}">
                <a16:creationId xmlns:a16="http://schemas.microsoft.com/office/drawing/2014/main" id="{9E40FAF1-302F-34D8-B9E1-2FDDDB3D2EF9}"/>
              </a:ext>
            </a:extLst>
          </p:cNvPr>
          <p:cNvSpPr>
            <a:spLocks noGrp="1"/>
          </p:cNvSpPr>
          <p:nvPr>
            <p:ph sz="half" idx="10"/>
          </p:nvPr>
        </p:nvSpPr>
        <p:spPr/>
        <p:txBody>
          <a:bodyPr/>
          <a:lstStyle/>
          <a:p>
            <a:r>
              <a:rPr lang="en-IN"/>
              <a:t>Capacity Estimation: Assumption</a:t>
            </a:r>
            <a:endParaRPr lang="en-US"/>
          </a:p>
        </p:txBody>
      </p:sp>
    </p:spTree>
    <p:extLst>
      <p:ext uri="{BB962C8B-B14F-4D97-AF65-F5344CB8AC3E}">
        <p14:creationId xmlns:p14="http://schemas.microsoft.com/office/powerpoint/2010/main" val="41684386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640FC6-0B29-1DB9-2267-0571203B7062}"/>
              </a:ext>
            </a:extLst>
          </p:cNvPr>
          <p:cNvSpPr>
            <a:spLocks noGrp="1"/>
          </p:cNvSpPr>
          <p:nvPr>
            <p:ph sz="half" idx="1"/>
          </p:nvPr>
        </p:nvSpPr>
        <p:spPr/>
        <p:txBody>
          <a:bodyPr>
            <a:normAutofit fontScale="70000" lnSpcReduction="20000"/>
          </a:bodyPr>
          <a:lstStyle/>
          <a:p>
            <a:pPr marL="0" indent="0">
              <a:buNone/>
            </a:pPr>
            <a:r>
              <a:rPr lang="en-US" b="1" dirty="0"/>
              <a:t>Storage for messages:</a:t>
            </a:r>
          </a:p>
          <a:p>
            <a:r>
              <a:rPr lang="en-US" dirty="0"/>
              <a:t>Text messages per user per day: 40 messages * 100 bytes = 4 KB</a:t>
            </a:r>
          </a:p>
          <a:p>
            <a:r>
              <a:rPr lang="en-US" dirty="0"/>
              <a:t>Text messages for all users per day: 4 KB * 1 million = 4 GB</a:t>
            </a:r>
          </a:p>
          <a:p>
            <a:r>
              <a:rPr lang="en-US" dirty="0"/>
              <a:t>Group messages per user per day: 5 groups * 100 messages * 100 bytes = 50 KB</a:t>
            </a:r>
          </a:p>
          <a:p>
            <a:r>
              <a:rPr lang="en-US" dirty="0"/>
              <a:t>Group messages for all users per day: 50 KB * 1 million = 50 GB</a:t>
            </a:r>
          </a:p>
          <a:p>
            <a:r>
              <a:rPr lang="en-US" dirty="0"/>
              <a:t>Total text messages per day: 4 GB + 50 GB = 54 GB</a:t>
            </a:r>
          </a:p>
          <a:p>
            <a:r>
              <a:rPr lang="en-US" dirty="0"/>
              <a:t>With 10% growth </a:t>
            </a:r>
            <a:r>
              <a:rPr lang="en-US"/>
              <a:t>for messages</a:t>
            </a:r>
            <a:r>
              <a:rPr lang="en-US" dirty="0"/>
              <a:t>: 54 GB * 1.1 = 59.4 GB</a:t>
            </a:r>
          </a:p>
          <a:p>
            <a:r>
              <a:rPr lang="en-US" dirty="0"/>
              <a:t>Annual storage for text messages: 59.4 GB * 365 days = 21.681 TB</a:t>
            </a:r>
          </a:p>
          <a:p>
            <a:pPr marL="0" indent="0">
              <a:buNone/>
            </a:pPr>
            <a:r>
              <a:rPr lang="en-US" b="1" dirty="0"/>
              <a:t>Storage for media files:</a:t>
            </a:r>
          </a:p>
          <a:p>
            <a:r>
              <a:rPr lang="en-US" dirty="0"/>
              <a:t>Media messages per day: 1 million users * 40 messages * 10% = 4 million media messages</a:t>
            </a:r>
          </a:p>
          <a:p>
            <a:r>
              <a:rPr lang="en-US" dirty="0"/>
              <a:t>Total size of media messages per day: 4 million * 2 MB = 8 TB</a:t>
            </a:r>
          </a:p>
          <a:p>
            <a:r>
              <a:rPr lang="en-US" dirty="0"/>
              <a:t>Annual storage for media messages: 8 TB * 365 days = 2,920 TB</a:t>
            </a:r>
          </a:p>
        </p:txBody>
      </p:sp>
      <p:sp>
        <p:nvSpPr>
          <p:cNvPr id="3" name="Content Placeholder 2">
            <a:extLst>
              <a:ext uri="{FF2B5EF4-FFF2-40B4-BE49-F238E27FC236}">
                <a16:creationId xmlns:a16="http://schemas.microsoft.com/office/drawing/2014/main" id="{674CB9DB-5D19-2A92-43E8-C65DC44E8817}"/>
              </a:ext>
            </a:extLst>
          </p:cNvPr>
          <p:cNvSpPr>
            <a:spLocks noGrp="1"/>
          </p:cNvSpPr>
          <p:nvPr>
            <p:ph sz="half" idx="10"/>
          </p:nvPr>
        </p:nvSpPr>
        <p:spPr/>
        <p:txBody>
          <a:bodyPr/>
          <a:lstStyle/>
          <a:p>
            <a:r>
              <a:rPr lang="en-IN"/>
              <a:t>Capacity Estimation</a:t>
            </a:r>
            <a:r>
              <a:rPr lang="en-US"/>
              <a:t>: Calculation</a:t>
            </a:r>
          </a:p>
        </p:txBody>
      </p:sp>
    </p:spTree>
    <p:extLst>
      <p:ext uri="{BB962C8B-B14F-4D97-AF65-F5344CB8AC3E}">
        <p14:creationId xmlns:p14="http://schemas.microsoft.com/office/powerpoint/2010/main" val="1884692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73DE15-5452-9088-4C26-4ED9243A1C84}"/>
              </a:ext>
            </a:extLst>
          </p:cNvPr>
          <p:cNvSpPr>
            <a:spLocks noGrp="1"/>
          </p:cNvSpPr>
          <p:nvPr>
            <p:ph sz="half" idx="1"/>
          </p:nvPr>
        </p:nvSpPr>
        <p:spPr/>
        <p:txBody>
          <a:bodyPr>
            <a:normAutofit fontScale="85000" lnSpcReduction="20000"/>
          </a:bodyPr>
          <a:lstStyle/>
          <a:p>
            <a:pPr marL="0" indent="0">
              <a:buNone/>
            </a:pPr>
            <a:r>
              <a:rPr lang="en-US" b="1"/>
              <a:t>Redundancy and backups:</a:t>
            </a:r>
          </a:p>
          <a:p>
            <a:r>
              <a:rPr lang="en-US"/>
              <a:t>Annual storage with redundancy: (21.681 TB + 2,920 TB) * 3 = 8,825.043 TB</a:t>
            </a:r>
          </a:p>
          <a:p>
            <a:r>
              <a:rPr lang="en-US"/>
              <a:t>Daily logs and backups: 59.4 GB * 10% = ~6 GB</a:t>
            </a:r>
          </a:p>
          <a:p>
            <a:r>
              <a:rPr lang="en-US"/>
              <a:t>Annual logs and backups: 6 GB * 365 days * 3 = 6.57 TB</a:t>
            </a:r>
          </a:p>
          <a:p>
            <a:r>
              <a:rPr lang="en-US"/>
              <a:t>Total annual storage requirement:</a:t>
            </a:r>
          </a:p>
          <a:p>
            <a:r>
              <a:rPr lang="en-US"/>
              <a:t>Total storage: 8,825.043 TB + 6.57 TB = 8,831.613 TB</a:t>
            </a:r>
          </a:p>
          <a:p>
            <a:pPr marL="0" indent="0">
              <a:buNone/>
            </a:pPr>
            <a:r>
              <a:rPr lang="en-US" b="1"/>
              <a:t>Bandwidth:</a:t>
            </a:r>
          </a:p>
          <a:p>
            <a:r>
              <a:rPr lang="en-US"/>
              <a:t>If each message operation involves two writes (to sender and receiver), the bandwidth for text messages would need to support at least:</a:t>
            </a:r>
          </a:p>
          <a:p>
            <a:r>
              <a:rPr lang="en-US"/>
              <a:t>80 messages * 100 bytes * 1 million users = 8 GB per day for text alone</a:t>
            </a:r>
          </a:p>
          <a:p>
            <a:r>
              <a:rPr lang="en-US"/>
              <a:t>For media (uploads and downloads), we'd need to support:</a:t>
            </a:r>
          </a:p>
          <a:p>
            <a:r>
              <a:rPr lang="en-US"/>
              <a:t>8 TB per day in bandwidth for media operations</a:t>
            </a:r>
          </a:p>
        </p:txBody>
      </p:sp>
      <p:sp>
        <p:nvSpPr>
          <p:cNvPr id="3" name="Content Placeholder 2">
            <a:extLst>
              <a:ext uri="{FF2B5EF4-FFF2-40B4-BE49-F238E27FC236}">
                <a16:creationId xmlns:a16="http://schemas.microsoft.com/office/drawing/2014/main" id="{F0CFA9D4-726E-4066-49CA-E5777A85B657}"/>
              </a:ext>
            </a:extLst>
          </p:cNvPr>
          <p:cNvSpPr>
            <a:spLocks noGrp="1"/>
          </p:cNvSpPr>
          <p:nvPr>
            <p:ph sz="half" idx="10"/>
          </p:nvPr>
        </p:nvSpPr>
        <p:spPr/>
        <p:txBody>
          <a:bodyPr/>
          <a:lstStyle/>
          <a:p>
            <a:r>
              <a:rPr lang="en-IN"/>
              <a:t>Capacity Estimation</a:t>
            </a:r>
            <a:r>
              <a:rPr lang="en-US"/>
              <a:t>: Calculation</a:t>
            </a:r>
          </a:p>
        </p:txBody>
      </p:sp>
    </p:spTree>
    <p:extLst>
      <p:ext uri="{BB962C8B-B14F-4D97-AF65-F5344CB8AC3E}">
        <p14:creationId xmlns:p14="http://schemas.microsoft.com/office/powerpoint/2010/main" val="959467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36F16B-62C2-E228-9ED2-85F666E939D6}"/>
              </a:ext>
            </a:extLst>
          </p:cNvPr>
          <p:cNvSpPr>
            <a:spLocks noGrp="1"/>
          </p:cNvSpPr>
          <p:nvPr>
            <p:ph sz="half" idx="10"/>
          </p:nvPr>
        </p:nvSpPr>
        <p:spPr/>
        <p:txBody>
          <a:bodyPr/>
          <a:lstStyle/>
          <a:p>
            <a:r>
              <a:rPr lang="en-US"/>
              <a:t>System Design</a:t>
            </a:r>
          </a:p>
        </p:txBody>
      </p:sp>
      <p:pic>
        <p:nvPicPr>
          <p:cNvPr id="2" name="Picture 1">
            <a:extLst>
              <a:ext uri="{FF2B5EF4-FFF2-40B4-BE49-F238E27FC236}">
                <a16:creationId xmlns:a16="http://schemas.microsoft.com/office/drawing/2014/main" id="{D2B2F316-F904-92E3-FAEF-327EE6F940C3}"/>
              </a:ext>
            </a:extLst>
          </p:cNvPr>
          <p:cNvPicPr>
            <a:picLocks noChangeAspect="1"/>
          </p:cNvPicPr>
          <p:nvPr/>
        </p:nvPicPr>
        <p:blipFill>
          <a:blip r:embed="rId3"/>
          <a:stretch>
            <a:fillRect/>
          </a:stretch>
        </p:blipFill>
        <p:spPr>
          <a:xfrm>
            <a:off x="738252" y="1836306"/>
            <a:ext cx="5223967" cy="3177398"/>
          </a:xfrm>
          <a:prstGeom prst="rect">
            <a:avLst/>
          </a:prstGeom>
        </p:spPr>
      </p:pic>
      <p:pic>
        <p:nvPicPr>
          <p:cNvPr id="5" name="Picture 4">
            <a:extLst>
              <a:ext uri="{FF2B5EF4-FFF2-40B4-BE49-F238E27FC236}">
                <a16:creationId xmlns:a16="http://schemas.microsoft.com/office/drawing/2014/main" id="{3048A58C-3298-31EB-7B1D-0A8C7EEFF3FF}"/>
              </a:ext>
            </a:extLst>
          </p:cNvPr>
          <p:cNvPicPr>
            <a:picLocks noChangeAspect="1"/>
          </p:cNvPicPr>
          <p:nvPr/>
        </p:nvPicPr>
        <p:blipFill>
          <a:blip r:embed="rId4"/>
          <a:stretch>
            <a:fillRect/>
          </a:stretch>
        </p:blipFill>
        <p:spPr>
          <a:xfrm>
            <a:off x="6764691" y="1895123"/>
            <a:ext cx="3933415" cy="2937664"/>
          </a:xfrm>
          <a:prstGeom prst="rect">
            <a:avLst/>
          </a:prstGeom>
        </p:spPr>
      </p:pic>
      <p:pic>
        <p:nvPicPr>
          <p:cNvPr id="6" name="Picture 5">
            <a:extLst>
              <a:ext uri="{FF2B5EF4-FFF2-40B4-BE49-F238E27FC236}">
                <a16:creationId xmlns:a16="http://schemas.microsoft.com/office/drawing/2014/main" id="{9B1BEB79-201E-0327-FFB6-AD72A24F5ED8}"/>
              </a:ext>
            </a:extLst>
          </p:cNvPr>
          <p:cNvPicPr>
            <a:picLocks noChangeAspect="1"/>
          </p:cNvPicPr>
          <p:nvPr/>
        </p:nvPicPr>
        <p:blipFill>
          <a:blip r:embed="rId5"/>
          <a:stretch>
            <a:fillRect/>
          </a:stretch>
        </p:blipFill>
        <p:spPr>
          <a:xfrm>
            <a:off x="9510711" y="4673600"/>
            <a:ext cx="1789189" cy="1406769"/>
          </a:xfrm>
          <a:prstGeom prst="rect">
            <a:avLst/>
          </a:prstGeom>
        </p:spPr>
      </p:pic>
    </p:spTree>
    <p:extLst>
      <p:ext uri="{BB962C8B-B14F-4D97-AF65-F5344CB8AC3E}">
        <p14:creationId xmlns:p14="http://schemas.microsoft.com/office/powerpoint/2010/main" val="300847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7F4B5F-4A4F-405C-36C0-BD3FF5848743}"/>
              </a:ext>
            </a:extLst>
          </p:cNvPr>
          <p:cNvSpPr>
            <a:spLocks noGrp="1"/>
          </p:cNvSpPr>
          <p:nvPr>
            <p:ph type="title"/>
          </p:nvPr>
        </p:nvSpPr>
        <p:spPr>
          <a:prstGeom prst="rect">
            <a:avLst/>
          </a:prstGeom>
        </p:spPr>
        <p:txBody>
          <a:bodyPr/>
          <a:lstStyle/>
          <a:p>
            <a:r>
              <a:rPr lang="en-IN" sz="4000" dirty="0"/>
              <a:t>Database Design</a:t>
            </a:r>
            <a:endParaRPr lang="en-US" sz="4000" dirty="0"/>
          </a:p>
        </p:txBody>
      </p:sp>
      <p:pic>
        <p:nvPicPr>
          <p:cNvPr id="5" name="Content Placeholder 4" descr="A group of black and white boxes&#10;&#10;Description automatically generated">
            <a:extLst>
              <a:ext uri="{FF2B5EF4-FFF2-40B4-BE49-F238E27FC236}">
                <a16:creationId xmlns:a16="http://schemas.microsoft.com/office/drawing/2014/main" id="{5D95486C-7062-0837-E769-EC81C48602CD}"/>
              </a:ext>
            </a:extLst>
          </p:cNvPr>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4287879" y="915800"/>
            <a:ext cx="7407446" cy="4530843"/>
          </a:xfrm>
          <a:prstGeom prst="rect">
            <a:avLst/>
          </a:prstGeom>
        </p:spPr>
      </p:pic>
    </p:spTree>
    <p:extLst>
      <p:ext uri="{BB962C8B-B14F-4D97-AF65-F5344CB8AC3E}">
        <p14:creationId xmlns:p14="http://schemas.microsoft.com/office/powerpoint/2010/main" val="2278520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F43FAC-8AD4-4E09-AF05-566566659C4D}"/>
              </a:ext>
            </a:extLst>
          </p:cNvPr>
          <p:cNvSpPr/>
          <p:nvPr/>
        </p:nvSpPr>
        <p:spPr>
          <a:xfrm>
            <a:off x="9620739" y="5753416"/>
            <a:ext cx="961292" cy="5820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DBE61BF-5847-A256-B10C-EE98AA73BC57}"/>
              </a:ext>
            </a:extLst>
          </p:cNvPr>
          <p:cNvSpPr/>
          <p:nvPr/>
        </p:nvSpPr>
        <p:spPr>
          <a:xfrm>
            <a:off x="7612185" y="5406503"/>
            <a:ext cx="414215" cy="14324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ADB85818-593C-B8DF-570D-161CE31F9B83}"/>
              </a:ext>
            </a:extLst>
          </p:cNvPr>
          <p:cNvPicPr>
            <a:picLocks noChangeAspect="1"/>
          </p:cNvPicPr>
          <p:nvPr/>
        </p:nvPicPr>
        <p:blipFill>
          <a:blip r:embed="rId2"/>
          <a:stretch>
            <a:fillRect/>
          </a:stretch>
        </p:blipFill>
        <p:spPr>
          <a:xfrm>
            <a:off x="2904212" y="380429"/>
            <a:ext cx="8907945" cy="5894962"/>
          </a:xfrm>
          <a:prstGeom prst="rect">
            <a:avLst/>
          </a:prstGeom>
        </p:spPr>
      </p:pic>
      <p:sp>
        <p:nvSpPr>
          <p:cNvPr id="13" name="Title 12">
            <a:extLst>
              <a:ext uri="{FF2B5EF4-FFF2-40B4-BE49-F238E27FC236}">
                <a16:creationId xmlns:a16="http://schemas.microsoft.com/office/drawing/2014/main" id="{D0042690-546F-9957-513D-BF37B661F7B8}"/>
              </a:ext>
            </a:extLst>
          </p:cNvPr>
          <p:cNvSpPr>
            <a:spLocks noGrp="1"/>
          </p:cNvSpPr>
          <p:nvPr>
            <p:ph type="title"/>
          </p:nvPr>
        </p:nvSpPr>
        <p:spPr>
          <a:prstGeom prst="rect">
            <a:avLst/>
          </a:prstGeom>
        </p:spPr>
        <p:txBody>
          <a:bodyPr/>
          <a:lstStyle/>
          <a:p>
            <a:r>
              <a:rPr lang="en-IN"/>
              <a:t>System Design</a:t>
            </a:r>
            <a:endParaRPr lang="en-US"/>
          </a:p>
        </p:txBody>
      </p:sp>
    </p:spTree>
    <p:extLst>
      <p:ext uri="{BB962C8B-B14F-4D97-AF65-F5344CB8AC3E}">
        <p14:creationId xmlns:p14="http://schemas.microsoft.com/office/powerpoint/2010/main" val="16186068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ACEDB8-905D-11CE-B8AB-1B4AB244BB0E}"/>
              </a:ext>
            </a:extLst>
          </p:cNvPr>
          <p:cNvSpPr>
            <a:spLocks noGrp="1"/>
          </p:cNvSpPr>
          <p:nvPr>
            <p:ph type="title"/>
          </p:nvPr>
        </p:nvSpPr>
        <p:spPr>
          <a:xfrm>
            <a:off x="539374" y="2690336"/>
            <a:ext cx="11113251" cy="738664"/>
          </a:xfrm>
        </p:spPr>
        <p:txBody>
          <a:bodyPr/>
          <a:lstStyle/>
          <a:p>
            <a:r>
              <a:rPr lang="en-IN" dirty="0"/>
              <a:t>Instagram App like System Design</a:t>
            </a:r>
            <a:endParaRPr lang="en-US" dirty="0"/>
          </a:p>
        </p:txBody>
      </p:sp>
    </p:spTree>
    <p:extLst>
      <p:ext uri="{BB962C8B-B14F-4D97-AF65-F5344CB8AC3E}">
        <p14:creationId xmlns:p14="http://schemas.microsoft.com/office/powerpoint/2010/main" val="34809096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16A47B-7B0C-7298-5C4D-B33E3B0059AD}"/>
              </a:ext>
            </a:extLst>
          </p:cNvPr>
          <p:cNvSpPr>
            <a:spLocks noGrp="1"/>
          </p:cNvSpPr>
          <p:nvPr>
            <p:ph sz="half" idx="1"/>
          </p:nvPr>
        </p:nvSpPr>
        <p:spPr/>
        <p:txBody>
          <a:bodyPr>
            <a:normAutofit/>
          </a:bodyPr>
          <a:lstStyle/>
          <a:p>
            <a:pPr algn="just"/>
            <a:r>
              <a:rPr lang="en-US" b="1"/>
              <a:t>Problem Statement: </a:t>
            </a:r>
            <a:r>
              <a:rPr lang="en-US"/>
              <a:t>Create a photo-sharing application like Instagram where users can post images and follow other users. The main feed will display a curated selection of the best images from followed users. </a:t>
            </a:r>
          </a:p>
          <a:p>
            <a:pPr algn="just"/>
            <a:r>
              <a:rPr lang="en-US" b="1"/>
              <a:t>Out of the Scope: </a:t>
            </a:r>
            <a:r>
              <a:rPr lang="en-US"/>
              <a:t>Features such as photo tagging, search by tags, user mentions in photos, commenting, and follow suggestions will not be included.</a:t>
            </a:r>
          </a:p>
        </p:txBody>
      </p:sp>
      <p:sp>
        <p:nvSpPr>
          <p:cNvPr id="3" name="Content Placeholder 2">
            <a:extLst>
              <a:ext uri="{FF2B5EF4-FFF2-40B4-BE49-F238E27FC236}">
                <a16:creationId xmlns:a16="http://schemas.microsoft.com/office/drawing/2014/main" id="{103ED9E4-AD20-490C-DC04-7FCCA5ADA557}"/>
              </a:ext>
            </a:extLst>
          </p:cNvPr>
          <p:cNvSpPr>
            <a:spLocks noGrp="1"/>
          </p:cNvSpPr>
          <p:nvPr>
            <p:ph sz="half" idx="10"/>
          </p:nvPr>
        </p:nvSpPr>
        <p:spPr/>
        <p:txBody>
          <a:bodyPr/>
          <a:lstStyle/>
          <a:p>
            <a:r>
              <a:rPr lang="en-IN" dirty="0"/>
              <a:t>#3. Design Instagram like App</a:t>
            </a:r>
            <a:endParaRPr lang="en-US" sz="3600" dirty="0"/>
          </a:p>
        </p:txBody>
      </p:sp>
    </p:spTree>
    <p:extLst>
      <p:ext uri="{BB962C8B-B14F-4D97-AF65-F5344CB8AC3E}">
        <p14:creationId xmlns:p14="http://schemas.microsoft.com/office/powerpoint/2010/main" val="1293669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591A50-22DE-B1BE-E094-B3FDC0525090}"/>
              </a:ext>
            </a:extLst>
          </p:cNvPr>
          <p:cNvSpPr>
            <a:spLocks noGrp="1"/>
          </p:cNvSpPr>
          <p:nvPr>
            <p:ph sz="half" idx="1"/>
          </p:nvPr>
        </p:nvSpPr>
        <p:spPr/>
        <p:txBody>
          <a:bodyPr>
            <a:normAutofit lnSpcReduction="10000"/>
          </a:bodyPr>
          <a:lstStyle/>
          <a:p>
            <a:r>
              <a:rPr lang="en-US" b="1"/>
              <a:t>Functional Requirements</a:t>
            </a:r>
          </a:p>
          <a:p>
            <a:pPr lvl="1"/>
            <a:r>
              <a:rPr lang="en-US"/>
              <a:t>A functionality for users to upload, download, and view photographs.</a:t>
            </a:r>
          </a:p>
          <a:p>
            <a:pPr lvl="1"/>
            <a:r>
              <a:rPr lang="en-US"/>
              <a:t>A search feature that allows users to find photographs and videos by their titles.</a:t>
            </a:r>
          </a:p>
          <a:p>
            <a:pPr lvl="1"/>
            <a:r>
              <a:rPr lang="en-US"/>
              <a:t>A following system where users can follow other user accounts.</a:t>
            </a:r>
          </a:p>
          <a:p>
            <a:pPr lvl="1"/>
            <a:r>
              <a:rPr lang="en-US"/>
              <a:t>Curate and display a News Feed for each user, showing the most engaging photographs from accounts they follow.</a:t>
            </a:r>
          </a:p>
          <a:p>
            <a:r>
              <a:rPr lang="en-US" b="1"/>
              <a:t>Non-functional Requirements</a:t>
            </a:r>
          </a:p>
          <a:p>
            <a:pPr lvl="1"/>
            <a:r>
              <a:rPr lang="en-US"/>
              <a:t>Our service must be high available to ensure users can access it at any time.</a:t>
            </a:r>
          </a:p>
          <a:p>
            <a:pPr lvl="1"/>
            <a:r>
              <a:rPr lang="en-US"/>
              <a:t>The acceptable latency of the system should be 200ms for News Feed generation.</a:t>
            </a:r>
          </a:p>
          <a:p>
            <a:pPr lvl="1"/>
            <a:r>
              <a:rPr lang="en-US"/>
              <a:t>The system should be highly reliable means any uploaded photo should not be lost.</a:t>
            </a:r>
          </a:p>
        </p:txBody>
      </p:sp>
      <p:sp>
        <p:nvSpPr>
          <p:cNvPr id="3" name="Content Placeholder 2">
            <a:extLst>
              <a:ext uri="{FF2B5EF4-FFF2-40B4-BE49-F238E27FC236}">
                <a16:creationId xmlns:a16="http://schemas.microsoft.com/office/drawing/2014/main" id="{B5F36776-6DE5-80C2-A390-58AD25F56937}"/>
              </a:ext>
            </a:extLst>
          </p:cNvPr>
          <p:cNvSpPr>
            <a:spLocks noGrp="1"/>
          </p:cNvSpPr>
          <p:nvPr>
            <p:ph sz="half" idx="10"/>
          </p:nvPr>
        </p:nvSpPr>
        <p:spPr/>
        <p:txBody>
          <a:bodyPr/>
          <a:lstStyle/>
          <a:p>
            <a:r>
              <a:rPr lang="en-US"/>
              <a:t>System Requirements and Goals</a:t>
            </a:r>
          </a:p>
        </p:txBody>
      </p:sp>
    </p:spTree>
    <p:extLst>
      <p:ext uri="{BB962C8B-B14F-4D97-AF65-F5344CB8AC3E}">
        <p14:creationId xmlns:p14="http://schemas.microsoft.com/office/powerpoint/2010/main" val="22097640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0287C5-B75D-72CA-5550-FD0A37F192E7}"/>
              </a:ext>
            </a:extLst>
          </p:cNvPr>
          <p:cNvSpPr>
            <a:spLocks noGrp="1"/>
          </p:cNvSpPr>
          <p:nvPr>
            <p:ph sz="half" idx="1"/>
          </p:nvPr>
        </p:nvSpPr>
        <p:spPr/>
        <p:txBody>
          <a:bodyPr>
            <a:normAutofit/>
          </a:bodyPr>
          <a:lstStyle/>
          <a:p>
            <a:pPr algn="just"/>
            <a:r>
              <a:rPr lang="en-US" sz="2400" b="0" i="0" u="none" strike="noStrike" baseline="0"/>
              <a:t>The system is expected to be read-intensive; emphasis will be placed on constructing an architecture optimized for rapid photo retrieval. </a:t>
            </a:r>
          </a:p>
          <a:p>
            <a:pPr algn="just"/>
            <a:r>
              <a:rPr lang="en-US" sz="2400" b="0" i="0" u="none" strike="noStrike" baseline="0"/>
              <a:t>Users will have the capability to upload an unlimited number of photos, necessitating a system design that prioritizes efficient storage management. </a:t>
            </a:r>
          </a:p>
          <a:p>
            <a:pPr algn="just"/>
            <a:r>
              <a:rPr lang="en-US" sz="2400" b="0" i="0" u="none" strike="noStrike" baseline="0"/>
              <a:t>The system will be engineered to deliver photos with minimal delay. </a:t>
            </a:r>
          </a:p>
          <a:p>
            <a:pPr algn="just"/>
            <a:r>
              <a:rPr lang="en-US" sz="2400" b="0" i="0" u="none" strike="noStrike" baseline="0"/>
              <a:t>Ensure complete data integrity, providing a guarantee that no uploaded photo will ever be misplaced or lost.</a:t>
            </a:r>
            <a:endParaRPr lang="en-US" sz="3600"/>
          </a:p>
        </p:txBody>
      </p:sp>
      <p:sp>
        <p:nvSpPr>
          <p:cNvPr id="3" name="Content Placeholder 2">
            <a:extLst>
              <a:ext uri="{FF2B5EF4-FFF2-40B4-BE49-F238E27FC236}">
                <a16:creationId xmlns:a16="http://schemas.microsoft.com/office/drawing/2014/main" id="{36752DCD-6BF8-89C8-108A-1F221D3A51EE}"/>
              </a:ext>
            </a:extLst>
          </p:cNvPr>
          <p:cNvSpPr>
            <a:spLocks noGrp="1"/>
          </p:cNvSpPr>
          <p:nvPr>
            <p:ph sz="half" idx="10"/>
          </p:nvPr>
        </p:nvSpPr>
        <p:spPr/>
        <p:txBody>
          <a:bodyPr/>
          <a:lstStyle/>
          <a:p>
            <a:r>
              <a:rPr lang="en-US"/>
              <a:t>System Design Considerations</a:t>
            </a:r>
          </a:p>
        </p:txBody>
      </p:sp>
    </p:spTree>
    <p:extLst>
      <p:ext uri="{BB962C8B-B14F-4D97-AF65-F5344CB8AC3E}">
        <p14:creationId xmlns:p14="http://schemas.microsoft.com/office/powerpoint/2010/main" val="42764208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AEDC74-6050-E049-5CE6-CA7FFBE09AF8}"/>
              </a:ext>
            </a:extLst>
          </p:cNvPr>
          <p:cNvSpPr>
            <a:spLocks noGrp="1"/>
          </p:cNvSpPr>
          <p:nvPr>
            <p:ph sz="half" idx="1"/>
          </p:nvPr>
        </p:nvSpPr>
        <p:spPr/>
        <p:txBody>
          <a:bodyPr>
            <a:normAutofit/>
          </a:bodyPr>
          <a:lstStyle/>
          <a:p>
            <a:pPr algn="just"/>
            <a:r>
              <a:rPr lang="en-US"/>
              <a:t>Considering a user base 500 million, with 2 million active daily users</a:t>
            </a:r>
          </a:p>
          <a:p>
            <a:pPr algn="just"/>
            <a:r>
              <a:rPr lang="en-US"/>
              <a:t>Consider each user on average share two photo every day and average image size is 200 KB. </a:t>
            </a:r>
          </a:p>
          <a:p>
            <a:pPr algn="just"/>
            <a:r>
              <a:rPr lang="en-US"/>
              <a:t>Total photo shared for 1 day</a:t>
            </a:r>
          </a:p>
          <a:p>
            <a:pPr lvl="1" algn="just"/>
            <a:r>
              <a:rPr lang="en-US"/>
              <a:t>2M * 2 = 4 Million</a:t>
            </a:r>
          </a:p>
          <a:p>
            <a:pPr algn="just"/>
            <a:r>
              <a:rPr lang="en-US"/>
              <a:t>Total space required for 1 day of photos</a:t>
            </a:r>
          </a:p>
          <a:p>
            <a:pPr lvl="1" algn="just"/>
            <a:r>
              <a:rPr lang="en-US"/>
              <a:t>4M * 200KB ≅ 762 GB</a:t>
            </a:r>
          </a:p>
          <a:p>
            <a:pPr algn="just"/>
            <a:r>
              <a:rPr lang="en-US"/>
              <a:t>Total space required for 5 years:</a:t>
            </a:r>
          </a:p>
          <a:p>
            <a:pPr lvl="1" algn="just"/>
            <a:r>
              <a:rPr lang="en-US"/>
              <a:t>762 GB * 365 * 5 ≅ 1359 TB</a:t>
            </a:r>
          </a:p>
        </p:txBody>
      </p:sp>
      <p:sp>
        <p:nvSpPr>
          <p:cNvPr id="3" name="Content Placeholder 2">
            <a:extLst>
              <a:ext uri="{FF2B5EF4-FFF2-40B4-BE49-F238E27FC236}">
                <a16:creationId xmlns:a16="http://schemas.microsoft.com/office/drawing/2014/main" id="{3DB6DFE7-E4F4-E49B-236D-9BEAC0A5902F}"/>
              </a:ext>
            </a:extLst>
          </p:cNvPr>
          <p:cNvSpPr>
            <a:spLocks noGrp="1"/>
          </p:cNvSpPr>
          <p:nvPr>
            <p:ph sz="half" idx="10"/>
          </p:nvPr>
        </p:nvSpPr>
        <p:spPr/>
        <p:txBody>
          <a:bodyPr/>
          <a:lstStyle/>
          <a:p>
            <a:r>
              <a:rPr lang="en-US"/>
              <a:t>Capacity Estimation</a:t>
            </a:r>
          </a:p>
        </p:txBody>
      </p:sp>
    </p:spTree>
    <p:extLst>
      <p:ext uri="{BB962C8B-B14F-4D97-AF65-F5344CB8AC3E}">
        <p14:creationId xmlns:p14="http://schemas.microsoft.com/office/powerpoint/2010/main" val="2984372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791BA2-CB7D-0822-83C9-6AFAE527C9A2}"/>
              </a:ext>
            </a:extLst>
          </p:cNvPr>
          <p:cNvSpPr>
            <a:spLocks noGrp="1"/>
          </p:cNvSpPr>
          <p:nvPr>
            <p:ph sz="half" idx="1"/>
          </p:nvPr>
        </p:nvSpPr>
        <p:spPr/>
        <p:txBody>
          <a:bodyPr>
            <a:normAutofit lnSpcReduction="10000"/>
          </a:bodyPr>
          <a:lstStyle/>
          <a:p>
            <a:pPr algn="just">
              <a:lnSpc>
                <a:spcPct val="110000"/>
              </a:lnSpc>
            </a:pPr>
            <a:r>
              <a:rPr lang="en-US" sz="2400" b="1"/>
              <a:t>Number of Active Users</a:t>
            </a:r>
            <a:r>
              <a:rPr lang="en-US" sz="2400"/>
              <a:t>: The user base size greatly affects all calculations. Let's assume there are 100 million active users.</a:t>
            </a:r>
          </a:p>
          <a:p>
            <a:pPr algn="just">
              <a:lnSpc>
                <a:spcPct val="110000"/>
              </a:lnSpc>
            </a:pPr>
            <a:r>
              <a:rPr lang="en-US" sz="2400" b="1"/>
              <a:t>Daily Active Users (DAU)</a:t>
            </a:r>
            <a:r>
              <a:rPr lang="en-US" sz="2400"/>
              <a:t>: Let's assume 50% of total users are active daily, giving us 50 million DAU.</a:t>
            </a:r>
          </a:p>
          <a:p>
            <a:pPr algn="just">
              <a:lnSpc>
                <a:spcPct val="110000"/>
              </a:lnSpc>
            </a:pPr>
            <a:r>
              <a:rPr lang="en-US" sz="2400" b="1"/>
              <a:t>Post Creation Rate</a:t>
            </a:r>
            <a:r>
              <a:rPr lang="en-US" sz="2400"/>
              <a:t>: Assume an average user posts twice per week. This results in 50M×2/7≈14.29M posts per day.</a:t>
            </a:r>
          </a:p>
          <a:p>
            <a:pPr algn="just">
              <a:lnSpc>
                <a:spcPct val="110000"/>
              </a:lnSpc>
            </a:pPr>
            <a:r>
              <a:rPr lang="en-US" sz="2400" b="1"/>
              <a:t>Post Size</a:t>
            </a:r>
            <a:r>
              <a:rPr lang="en-US" sz="2400"/>
              <a:t>: Average text post size is 500 bytes, an image is 2MB, and 5% of posts are videos averaging 5MB.</a:t>
            </a:r>
          </a:p>
          <a:p>
            <a:pPr algn="just">
              <a:lnSpc>
                <a:spcPct val="110000"/>
              </a:lnSpc>
            </a:pPr>
            <a:r>
              <a:rPr lang="en-US" sz="2400" b="1"/>
              <a:t>Storage Growth Rate</a:t>
            </a:r>
            <a:r>
              <a:rPr lang="en-US" sz="2400"/>
              <a:t>: Assume a 20% increase in posts year over year.</a:t>
            </a:r>
          </a:p>
          <a:p>
            <a:pPr algn="just">
              <a:lnSpc>
                <a:spcPct val="110000"/>
              </a:lnSpc>
            </a:pPr>
            <a:r>
              <a:rPr lang="en-US" sz="2400" b="1"/>
              <a:t>Engagement</a:t>
            </a:r>
            <a:r>
              <a:rPr lang="en-US" sz="2400"/>
              <a:t>: Each post gets 100 new likes and 10 comments on average. A like is 1 byte to signify the event, and a comment is 140 bytes on average.</a:t>
            </a:r>
          </a:p>
        </p:txBody>
      </p:sp>
      <p:sp>
        <p:nvSpPr>
          <p:cNvPr id="3" name="Content Placeholder 2">
            <a:extLst>
              <a:ext uri="{FF2B5EF4-FFF2-40B4-BE49-F238E27FC236}">
                <a16:creationId xmlns:a16="http://schemas.microsoft.com/office/drawing/2014/main" id="{7B17C9E1-836D-C25A-FCC2-6771AF13F3D1}"/>
              </a:ext>
            </a:extLst>
          </p:cNvPr>
          <p:cNvSpPr>
            <a:spLocks noGrp="1"/>
          </p:cNvSpPr>
          <p:nvPr>
            <p:ph sz="half" idx="10"/>
          </p:nvPr>
        </p:nvSpPr>
        <p:spPr/>
        <p:txBody>
          <a:bodyPr/>
          <a:lstStyle/>
          <a:p>
            <a:r>
              <a:rPr lang="en-US"/>
              <a:t>Capacity Estimation: Assumption</a:t>
            </a:r>
          </a:p>
        </p:txBody>
      </p:sp>
    </p:spTree>
    <p:extLst>
      <p:ext uri="{BB962C8B-B14F-4D97-AF65-F5344CB8AC3E}">
        <p14:creationId xmlns:p14="http://schemas.microsoft.com/office/powerpoint/2010/main" val="40099630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97FDC9-4DEF-7E86-2C37-5327705DC660}"/>
              </a:ext>
            </a:extLst>
          </p:cNvPr>
          <p:cNvSpPr>
            <a:spLocks noGrp="1"/>
          </p:cNvSpPr>
          <p:nvPr>
            <p:ph sz="half" idx="1"/>
          </p:nvPr>
        </p:nvSpPr>
        <p:spPr/>
        <p:txBody>
          <a:bodyPr>
            <a:normAutofit fontScale="70000" lnSpcReduction="20000"/>
          </a:bodyPr>
          <a:lstStyle/>
          <a:p>
            <a:pPr marL="0" indent="0">
              <a:buNone/>
            </a:pPr>
            <a:r>
              <a:rPr lang="en-US" b="1"/>
              <a:t>User Data Storage:</a:t>
            </a:r>
          </a:p>
          <a:p>
            <a:r>
              <a:rPr lang="en-US" sz="2600"/>
              <a:t>Assume 1KB per user profile: 100M x 1KB = 100GB</a:t>
            </a:r>
          </a:p>
          <a:p>
            <a:pPr marL="0" indent="0">
              <a:buNone/>
            </a:pPr>
            <a:r>
              <a:rPr lang="en-US" b="1"/>
              <a:t>Post Data Storage:</a:t>
            </a:r>
          </a:p>
          <a:p>
            <a:r>
              <a:rPr lang="en-US" sz="2600"/>
              <a:t>Daily text posts: 14.29M x 500B = 7.145GB</a:t>
            </a:r>
          </a:p>
          <a:p>
            <a:r>
              <a:rPr lang="en-US" sz="2600"/>
              <a:t>Daily image posts: 14.29M x 2MB = 28,580GB</a:t>
            </a:r>
          </a:p>
          <a:p>
            <a:r>
              <a:rPr lang="en-US" sz="2600"/>
              <a:t>Daily video posts: 14.29M x 5% x 5MB = 3,572.5GB</a:t>
            </a:r>
          </a:p>
          <a:p>
            <a:r>
              <a:rPr lang="en-US" sz="2600"/>
              <a:t>Total daily post data: 7.145GB + 28,580GB + 3,572.5GB = 32,159.645GB</a:t>
            </a:r>
          </a:p>
          <a:p>
            <a:r>
              <a:rPr lang="en-US" sz="2600"/>
              <a:t>Annual post data: 32,159.645GB x 365 ≈ 11,738,270.425GB</a:t>
            </a:r>
            <a:endParaRPr lang="en-US"/>
          </a:p>
          <a:p>
            <a:pPr marL="0" indent="0">
              <a:buNone/>
            </a:pPr>
            <a:r>
              <a:rPr lang="en-US" b="1"/>
              <a:t>Timeline Service:</a:t>
            </a:r>
          </a:p>
          <a:p>
            <a:r>
              <a:rPr lang="en-US" sz="2600"/>
              <a:t>If each user follows 500 others, the daily timeline updates: 50M x 500 x 2MB ≈ 50TB (not stored but streamed through the system)</a:t>
            </a:r>
          </a:p>
          <a:p>
            <a:pPr marL="0" indent="0">
              <a:buNone/>
            </a:pPr>
            <a:r>
              <a:rPr lang="en-US" sz="2400" b="1"/>
              <a:t>CDN and Asset Storage:</a:t>
            </a:r>
          </a:p>
          <a:p>
            <a:r>
              <a:rPr lang="en-US" sz="2400"/>
              <a:t>Assuming each user views 200 images and 10 videos daily: </a:t>
            </a:r>
          </a:p>
          <a:p>
            <a:r>
              <a:rPr lang="en-US" sz="2400"/>
              <a:t>50M x 200 x 2MB ≈ 20PB for images and 50M x 10 x 5MB = 2.5PB for videos streamed per day.</a:t>
            </a:r>
          </a:p>
        </p:txBody>
      </p:sp>
      <p:sp>
        <p:nvSpPr>
          <p:cNvPr id="3" name="Content Placeholder 2">
            <a:extLst>
              <a:ext uri="{FF2B5EF4-FFF2-40B4-BE49-F238E27FC236}">
                <a16:creationId xmlns:a16="http://schemas.microsoft.com/office/drawing/2014/main" id="{4D4D1C8F-82DC-B1DD-3A64-30DB2E205CEF}"/>
              </a:ext>
            </a:extLst>
          </p:cNvPr>
          <p:cNvSpPr>
            <a:spLocks noGrp="1"/>
          </p:cNvSpPr>
          <p:nvPr>
            <p:ph sz="half" idx="10"/>
          </p:nvPr>
        </p:nvSpPr>
        <p:spPr/>
        <p:txBody>
          <a:bodyPr/>
          <a:lstStyle/>
          <a:p>
            <a:r>
              <a:rPr lang="en-US"/>
              <a:t>Capacity Estimation: Calculation</a:t>
            </a:r>
          </a:p>
        </p:txBody>
      </p:sp>
    </p:spTree>
    <p:extLst>
      <p:ext uri="{BB962C8B-B14F-4D97-AF65-F5344CB8AC3E}">
        <p14:creationId xmlns:p14="http://schemas.microsoft.com/office/powerpoint/2010/main" val="22844877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FA1C57-BF4A-9987-1D74-4DE8887E4F24}"/>
              </a:ext>
            </a:extLst>
          </p:cNvPr>
          <p:cNvSpPr>
            <a:spLocks noGrp="1"/>
          </p:cNvSpPr>
          <p:nvPr>
            <p:ph sz="half" idx="1"/>
          </p:nvPr>
        </p:nvSpPr>
        <p:spPr/>
        <p:txBody>
          <a:bodyPr>
            <a:normAutofit lnSpcReduction="10000"/>
          </a:bodyPr>
          <a:lstStyle/>
          <a:p>
            <a:pPr marL="0" indent="0">
              <a:buNone/>
            </a:pPr>
            <a:r>
              <a:rPr lang="en-US" sz="2000" b="1"/>
              <a:t>Short URL Service:</a:t>
            </a:r>
          </a:p>
          <a:p>
            <a:r>
              <a:rPr lang="en-US" sz="2000"/>
              <a:t>If each post generates one short URL of 10 bytes, daily: 14.29M x 10B ≈ 0.143GB</a:t>
            </a:r>
          </a:p>
          <a:p>
            <a:r>
              <a:rPr lang="en-US" sz="2000"/>
              <a:t>This data is transient and can be purged frequently.</a:t>
            </a:r>
          </a:p>
          <a:p>
            <a:pPr marL="0" indent="0">
              <a:buNone/>
            </a:pPr>
            <a:r>
              <a:rPr lang="en-US" sz="2000" b="1"/>
              <a:t>Engagement Data Storage:</a:t>
            </a:r>
          </a:p>
          <a:p>
            <a:r>
              <a:rPr lang="en-US" sz="2000"/>
              <a:t>Daily likes: 14.29M x 100 = 1.429GB</a:t>
            </a:r>
          </a:p>
          <a:p>
            <a:r>
              <a:rPr lang="en-US" sz="2000"/>
              <a:t>Daily comments: 14.29M x 10 x 140B ≈ 20GB</a:t>
            </a:r>
          </a:p>
          <a:p>
            <a:r>
              <a:rPr lang="en-US" sz="2000"/>
              <a:t>Total daily engagement data: 1.429GB + 20GB = 21.429GB</a:t>
            </a:r>
          </a:p>
          <a:p>
            <a:pPr marL="0" indent="0">
              <a:buNone/>
            </a:pPr>
            <a:r>
              <a:rPr lang="en-US" sz="2000" b="1"/>
              <a:t>Redundancy and Backups:</a:t>
            </a:r>
          </a:p>
          <a:p>
            <a:r>
              <a:rPr lang="en-US" sz="2000"/>
              <a:t>Let’s add 50% more space for redundancy and backups: (11,738,270.425GB + 21.429GB) x 1.5</a:t>
            </a:r>
          </a:p>
          <a:p>
            <a:pPr marL="0" indent="0">
              <a:buNone/>
            </a:pPr>
            <a:r>
              <a:rPr lang="en-US" sz="2000" b="1"/>
              <a:t>Bandwidth:</a:t>
            </a:r>
          </a:p>
          <a:p>
            <a:r>
              <a:rPr lang="en-US" sz="2000"/>
              <a:t>Assuming each user uses about 50MB/day: 50M x 50MB = 2.5PB inbound (for uploads) and 50M x (200 x 2MB + 10 x 5MB) = 22.5PB outbound per day.</a:t>
            </a:r>
          </a:p>
        </p:txBody>
      </p:sp>
      <p:sp>
        <p:nvSpPr>
          <p:cNvPr id="3" name="Content Placeholder 2">
            <a:extLst>
              <a:ext uri="{FF2B5EF4-FFF2-40B4-BE49-F238E27FC236}">
                <a16:creationId xmlns:a16="http://schemas.microsoft.com/office/drawing/2014/main" id="{3CAB44C9-19E1-B132-4DAC-FBEE1F3392F8}"/>
              </a:ext>
            </a:extLst>
          </p:cNvPr>
          <p:cNvSpPr>
            <a:spLocks noGrp="1"/>
          </p:cNvSpPr>
          <p:nvPr>
            <p:ph sz="half" idx="10"/>
          </p:nvPr>
        </p:nvSpPr>
        <p:spPr/>
        <p:txBody>
          <a:bodyPr/>
          <a:lstStyle/>
          <a:p>
            <a:r>
              <a:rPr lang="en-US"/>
              <a:t>Capacity Estimation: Calculation</a:t>
            </a:r>
          </a:p>
        </p:txBody>
      </p:sp>
    </p:spTree>
    <p:extLst>
      <p:ext uri="{BB962C8B-B14F-4D97-AF65-F5344CB8AC3E}">
        <p14:creationId xmlns:p14="http://schemas.microsoft.com/office/powerpoint/2010/main" val="9791724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83A448-F8FE-80AB-8A29-33B794DD4122}"/>
              </a:ext>
            </a:extLst>
          </p:cNvPr>
          <p:cNvSpPr>
            <a:spLocks noGrp="1"/>
          </p:cNvSpPr>
          <p:nvPr>
            <p:ph sz="half" idx="1"/>
          </p:nvPr>
        </p:nvSpPr>
        <p:spPr/>
        <p:txBody>
          <a:bodyPr>
            <a:normAutofit/>
          </a:bodyPr>
          <a:lstStyle/>
          <a:p>
            <a:pPr marL="0" indent="0">
              <a:lnSpc>
                <a:spcPct val="107000"/>
              </a:lnSpc>
              <a:spcAft>
                <a:spcPts val="800"/>
              </a:spcAft>
              <a:buNone/>
            </a:pPr>
            <a:r>
              <a:rPr lang="en-US" sz="2400" b="1" kern="100">
                <a:effectLst/>
                <a:ea typeface="Aptos" panose="020B0004020202020204" pitchFamily="34" charset="0"/>
                <a:cs typeface="Times New Roman" panose="02020603050405020304" pitchFamily="18" charset="0"/>
              </a:rPr>
              <a:t>Total Annual Storage Requirement (without redundancy and backups):</a:t>
            </a:r>
          </a:p>
          <a:p>
            <a:pPr>
              <a:lnSpc>
                <a:spcPct val="107000"/>
              </a:lnSpc>
              <a:spcAft>
                <a:spcPts val="800"/>
              </a:spcAft>
            </a:pPr>
            <a:r>
              <a:rPr lang="en-US" sz="2400" kern="100">
                <a:effectLst/>
                <a:ea typeface="Aptos" panose="020B0004020202020204" pitchFamily="34" charset="0"/>
                <a:cs typeface="Times New Roman" panose="02020603050405020304" pitchFamily="18" charset="0"/>
              </a:rPr>
              <a:t>User Data + Post Data + Engagement Data = 100GB + 11,738,270.425GB + 21.429GB</a:t>
            </a:r>
          </a:p>
          <a:p>
            <a:pPr marL="0" indent="0">
              <a:lnSpc>
                <a:spcPct val="107000"/>
              </a:lnSpc>
              <a:spcAft>
                <a:spcPts val="800"/>
              </a:spcAft>
              <a:buNone/>
            </a:pPr>
            <a:r>
              <a:rPr lang="en-US" sz="2400" b="1" kern="100">
                <a:effectLst/>
                <a:ea typeface="Aptos" panose="020B0004020202020204" pitchFamily="34" charset="0"/>
                <a:cs typeface="Times New Roman" panose="02020603050405020304" pitchFamily="18" charset="0"/>
              </a:rPr>
              <a:t>With redundancy and daily usage:</a:t>
            </a:r>
          </a:p>
          <a:p>
            <a:pPr>
              <a:lnSpc>
                <a:spcPct val="107000"/>
              </a:lnSpc>
              <a:spcAft>
                <a:spcPts val="800"/>
              </a:spcAft>
            </a:pPr>
            <a:r>
              <a:rPr lang="en-US" sz="2400" kern="100">
                <a:effectLst/>
                <a:latin typeface="Calibri Light "/>
                <a:ea typeface="Aptos" panose="020B0004020202020204" pitchFamily="34" charset="0"/>
                <a:cs typeface="Times New Roman" panose="02020603050405020304" pitchFamily="18" charset="0"/>
              </a:rPr>
              <a:t>Total Storage + CDN Assets streamed per day = [11,738,391.854GB x 1.5] + 22.5PB</a:t>
            </a:r>
          </a:p>
        </p:txBody>
      </p:sp>
      <p:sp>
        <p:nvSpPr>
          <p:cNvPr id="3" name="Content Placeholder 2">
            <a:extLst>
              <a:ext uri="{FF2B5EF4-FFF2-40B4-BE49-F238E27FC236}">
                <a16:creationId xmlns:a16="http://schemas.microsoft.com/office/drawing/2014/main" id="{C8B31FC2-3922-5466-A327-F5D23F2D82F5}"/>
              </a:ext>
            </a:extLst>
          </p:cNvPr>
          <p:cNvSpPr>
            <a:spLocks noGrp="1"/>
          </p:cNvSpPr>
          <p:nvPr>
            <p:ph sz="half" idx="10"/>
          </p:nvPr>
        </p:nvSpPr>
        <p:spPr/>
        <p:txBody>
          <a:bodyPr/>
          <a:lstStyle/>
          <a:p>
            <a:r>
              <a:rPr lang="en-US"/>
              <a:t>Capacity Estimation: Summary</a:t>
            </a:r>
          </a:p>
        </p:txBody>
      </p:sp>
    </p:spTree>
    <p:extLst>
      <p:ext uri="{BB962C8B-B14F-4D97-AF65-F5344CB8AC3E}">
        <p14:creationId xmlns:p14="http://schemas.microsoft.com/office/powerpoint/2010/main" val="31811213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7F4B5F-4A4F-405C-36C0-BD3FF5848743}"/>
              </a:ext>
            </a:extLst>
          </p:cNvPr>
          <p:cNvSpPr>
            <a:spLocks noGrp="1"/>
          </p:cNvSpPr>
          <p:nvPr>
            <p:ph type="title"/>
          </p:nvPr>
        </p:nvSpPr>
        <p:spPr>
          <a:xfrm>
            <a:off x="302520" y="2357938"/>
            <a:ext cx="1907827" cy="1071062"/>
          </a:xfrm>
          <a:prstGeom prst="rect">
            <a:avLst/>
          </a:prstGeom>
        </p:spPr>
        <p:txBody>
          <a:bodyPr/>
          <a:lstStyle/>
          <a:p>
            <a:pPr algn="ctr"/>
            <a:r>
              <a:rPr lang="en-IN" dirty="0"/>
              <a:t>Database Design</a:t>
            </a:r>
            <a:endParaRPr lang="en-US" dirty="0"/>
          </a:p>
        </p:txBody>
      </p:sp>
      <p:pic>
        <p:nvPicPr>
          <p:cNvPr id="7" name="Picture 6" descr="A group of black and white papers&#10;&#10;Description automatically generated">
            <a:extLst>
              <a:ext uri="{FF2B5EF4-FFF2-40B4-BE49-F238E27FC236}">
                <a16:creationId xmlns:a16="http://schemas.microsoft.com/office/drawing/2014/main" id="{98CB8625-7829-4447-E001-2320F61C9F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6298" y="285750"/>
            <a:ext cx="7951737" cy="6049736"/>
          </a:xfrm>
          <a:prstGeom prst="rect">
            <a:avLst/>
          </a:prstGeom>
        </p:spPr>
      </p:pic>
    </p:spTree>
    <p:extLst>
      <p:ext uri="{BB962C8B-B14F-4D97-AF65-F5344CB8AC3E}">
        <p14:creationId xmlns:p14="http://schemas.microsoft.com/office/powerpoint/2010/main" val="7867429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58CE8-3D51-219C-C613-80F62E24E4AF}"/>
              </a:ext>
            </a:extLst>
          </p:cNvPr>
          <p:cNvSpPr>
            <a:spLocks noGrp="1"/>
          </p:cNvSpPr>
          <p:nvPr>
            <p:ph type="title"/>
          </p:nvPr>
        </p:nvSpPr>
        <p:spPr>
          <a:prstGeom prst="rect">
            <a:avLst/>
          </a:prstGeom>
        </p:spPr>
        <p:txBody>
          <a:bodyPr/>
          <a:lstStyle/>
          <a:p>
            <a:pPr algn="ctr"/>
            <a:r>
              <a:rPr lang="en-US" dirty="0"/>
              <a:t>System Design</a:t>
            </a:r>
          </a:p>
        </p:txBody>
      </p:sp>
      <p:sp>
        <p:nvSpPr>
          <p:cNvPr id="6" name="AutoShape 2" descr="Facebook System Design Add post view timeline">
            <a:extLst>
              <a:ext uri="{FF2B5EF4-FFF2-40B4-BE49-F238E27FC236}">
                <a16:creationId xmlns:a16="http://schemas.microsoft.com/office/drawing/2014/main" id="{5209E99D-D80A-D92E-02EF-30360EE8C0D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1E7E21F5-FEBD-1736-AA79-E8296CEA8962}"/>
              </a:ext>
            </a:extLst>
          </p:cNvPr>
          <p:cNvPicPr>
            <a:picLocks noChangeAspect="1"/>
          </p:cNvPicPr>
          <p:nvPr/>
        </p:nvPicPr>
        <p:blipFill>
          <a:blip r:embed="rId2"/>
          <a:stretch>
            <a:fillRect/>
          </a:stretch>
        </p:blipFill>
        <p:spPr>
          <a:xfrm>
            <a:off x="2794253" y="271643"/>
            <a:ext cx="9186079" cy="5950380"/>
          </a:xfrm>
          <a:prstGeom prst="rect">
            <a:avLst/>
          </a:prstGeom>
        </p:spPr>
      </p:pic>
    </p:spTree>
    <p:extLst>
      <p:ext uri="{BB962C8B-B14F-4D97-AF65-F5344CB8AC3E}">
        <p14:creationId xmlns:p14="http://schemas.microsoft.com/office/powerpoint/2010/main" val="39559417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0AD365-B88D-70B7-FB47-D3958923FD99}"/>
              </a:ext>
            </a:extLst>
          </p:cNvPr>
          <p:cNvSpPr>
            <a:spLocks noGrp="1"/>
          </p:cNvSpPr>
          <p:nvPr>
            <p:ph type="title"/>
          </p:nvPr>
        </p:nvSpPr>
        <p:spPr/>
        <p:txBody>
          <a:bodyPr/>
          <a:lstStyle/>
          <a:p>
            <a:r>
              <a:rPr lang="en-US" sz="4000" dirty="0"/>
              <a:t>Booking.com like Hotel Reservation System Design</a:t>
            </a:r>
            <a:endParaRPr lang="en-US" dirty="0"/>
          </a:p>
        </p:txBody>
      </p:sp>
    </p:spTree>
    <p:extLst>
      <p:ext uri="{BB962C8B-B14F-4D97-AF65-F5344CB8AC3E}">
        <p14:creationId xmlns:p14="http://schemas.microsoft.com/office/powerpoint/2010/main" val="22861140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16A47B-7B0C-7298-5C4D-B33E3B0059AD}"/>
              </a:ext>
            </a:extLst>
          </p:cNvPr>
          <p:cNvSpPr>
            <a:spLocks noGrp="1"/>
          </p:cNvSpPr>
          <p:nvPr>
            <p:ph sz="half" idx="1"/>
          </p:nvPr>
        </p:nvSpPr>
        <p:spPr/>
        <p:txBody>
          <a:bodyPr>
            <a:normAutofit/>
          </a:bodyPr>
          <a:lstStyle/>
          <a:p>
            <a:pPr algn="just"/>
            <a:r>
              <a:rPr lang="en-US" sz="2400" b="1"/>
              <a:t>Problem Statement: </a:t>
            </a:r>
            <a:r>
              <a:rPr lang="en-US" sz="2400"/>
              <a:t>Develop a reliable and scalable hotel reservation system that provides seamless and real-time booking capabilities through both web and mobile interfaces. The system will allow users to search for hotels, compare prices, read reviews, view hotel amenities, and make reservations. The system must handle a high volume of simultaneous users and transactions without compromising performance.</a:t>
            </a:r>
          </a:p>
          <a:p>
            <a:pPr algn="just"/>
            <a:r>
              <a:rPr lang="en-US" sz="2400" b="1"/>
              <a:t>Out of the Scope: </a:t>
            </a:r>
            <a:r>
              <a:rPr lang="en-US" sz="2400"/>
              <a:t>The system will not support airline ticket booking, car rentals, or travel insurance services. Features like virtual reality tours of accommodations, personal travel assistant services, and integration with external entertainment booking systems will not be included in this version of the system.</a:t>
            </a:r>
          </a:p>
        </p:txBody>
      </p:sp>
      <p:sp>
        <p:nvSpPr>
          <p:cNvPr id="3" name="Content Placeholder 2">
            <a:extLst>
              <a:ext uri="{FF2B5EF4-FFF2-40B4-BE49-F238E27FC236}">
                <a16:creationId xmlns:a16="http://schemas.microsoft.com/office/drawing/2014/main" id="{103ED9E4-AD20-490C-DC04-7FCCA5ADA557}"/>
              </a:ext>
            </a:extLst>
          </p:cNvPr>
          <p:cNvSpPr>
            <a:spLocks noGrp="1"/>
          </p:cNvSpPr>
          <p:nvPr>
            <p:ph sz="half" idx="10"/>
          </p:nvPr>
        </p:nvSpPr>
        <p:spPr/>
        <p:txBody>
          <a:bodyPr>
            <a:normAutofit fontScale="92500" lnSpcReduction="10000"/>
          </a:bodyPr>
          <a:lstStyle/>
          <a:p>
            <a:r>
              <a:rPr lang="en-IN" dirty="0"/>
              <a:t>#4. </a:t>
            </a:r>
            <a:r>
              <a:rPr lang="en-US" sz="3600" dirty="0"/>
              <a:t>Design A Booking.com Hotel Reservation System</a:t>
            </a:r>
          </a:p>
        </p:txBody>
      </p:sp>
    </p:spTree>
    <p:extLst>
      <p:ext uri="{BB962C8B-B14F-4D97-AF65-F5344CB8AC3E}">
        <p14:creationId xmlns:p14="http://schemas.microsoft.com/office/powerpoint/2010/main" val="1430419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591A50-22DE-B1BE-E094-B3FDC0525090}"/>
              </a:ext>
            </a:extLst>
          </p:cNvPr>
          <p:cNvSpPr>
            <a:spLocks noGrp="1"/>
          </p:cNvSpPr>
          <p:nvPr>
            <p:ph sz="half" idx="1"/>
          </p:nvPr>
        </p:nvSpPr>
        <p:spPr/>
        <p:txBody>
          <a:bodyPr>
            <a:normAutofit fontScale="92500" lnSpcReduction="10000"/>
          </a:bodyPr>
          <a:lstStyle/>
          <a:p>
            <a:r>
              <a:rPr lang="en-US" b="1"/>
              <a:t>Functional Requirements:</a:t>
            </a:r>
          </a:p>
          <a:p>
            <a:pPr lvl="1"/>
            <a:r>
              <a:rPr lang="en-US"/>
              <a:t>Allow users to search for hotels based on various criteria such as location, dates etc.</a:t>
            </a:r>
          </a:p>
          <a:p>
            <a:pPr lvl="1"/>
            <a:r>
              <a:rPr lang="en-US"/>
              <a:t>Provide detailed information about hotel, reviews, available rooms, pricing.</a:t>
            </a:r>
          </a:p>
          <a:p>
            <a:pPr lvl="1"/>
            <a:r>
              <a:rPr lang="en-US"/>
              <a:t>Enable users to book and modify reservations, and the addition of special requests.</a:t>
            </a:r>
          </a:p>
          <a:p>
            <a:pPr lvl="1"/>
            <a:r>
              <a:rPr lang="en-US"/>
              <a:t>Manage user profiles and booking history for ease of future bookings.</a:t>
            </a:r>
          </a:p>
          <a:p>
            <a:pPr lvl="1"/>
            <a:r>
              <a:rPr lang="en-US"/>
              <a:t>Send confirmation details to users via email or SMS after a successful booking.</a:t>
            </a:r>
          </a:p>
          <a:p>
            <a:r>
              <a:rPr lang="en-US" b="1"/>
              <a:t>Non-functional Requirements:</a:t>
            </a:r>
          </a:p>
          <a:p>
            <a:pPr lvl="1"/>
            <a:r>
              <a:rPr lang="en-US"/>
              <a:t>Ensure data accuracy and integrity, with real-time updates of room availability and prices.</a:t>
            </a:r>
          </a:p>
          <a:p>
            <a:pPr lvl="1"/>
            <a:r>
              <a:rPr lang="en-US"/>
              <a:t>Able to handle high traffic volumes without performance degradation.</a:t>
            </a:r>
          </a:p>
          <a:p>
            <a:pPr lvl="1"/>
            <a:r>
              <a:rPr lang="en-US"/>
              <a:t>Ensure the security of user data with industry-standard and compliance.</a:t>
            </a:r>
          </a:p>
          <a:p>
            <a:pPr lvl="1"/>
            <a:r>
              <a:rPr lang="en-US"/>
              <a:t>A user-friendly interface that is responsive across various devices and screen sizes.</a:t>
            </a:r>
          </a:p>
          <a:p>
            <a:pPr lvl="1"/>
            <a:r>
              <a:rPr lang="en-US"/>
              <a:t>Designed for high availability.</a:t>
            </a:r>
          </a:p>
        </p:txBody>
      </p:sp>
      <p:sp>
        <p:nvSpPr>
          <p:cNvPr id="3" name="Content Placeholder 2">
            <a:extLst>
              <a:ext uri="{FF2B5EF4-FFF2-40B4-BE49-F238E27FC236}">
                <a16:creationId xmlns:a16="http://schemas.microsoft.com/office/drawing/2014/main" id="{B5F36776-6DE5-80C2-A390-58AD25F56937}"/>
              </a:ext>
            </a:extLst>
          </p:cNvPr>
          <p:cNvSpPr>
            <a:spLocks noGrp="1"/>
          </p:cNvSpPr>
          <p:nvPr>
            <p:ph sz="half" idx="10"/>
          </p:nvPr>
        </p:nvSpPr>
        <p:spPr/>
        <p:txBody>
          <a:bodyPr/>
          <a:lstStyle/>
          <a:p>
            <a:r>
              <a:rPr lang="en-US"/>
              <a:t>System Requirements and Goals</a:t>
            </a:r>
          </a:p>
        </p:txBody>
      </p:sp>
    </p:spTree>
    <p:extLst>
      <p:ext uri="{BB962C8B-B14F-4D97-AF65-F5344CB8AC3E}">
        <p14:creationId xmlns:p14="http://schemas.microsoft.com/office/powerpoint/2010/main" val="8453587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0287C5-B75D-72CA-5550-FD0A37F192E7}"/>
              </a:ext>
            </a:extLst>
          </p:cNvPr>
          <p:cNvSpPr>
            <a:spLocks noGrp="1"/>
          </p:cNvSpPr>
          <p:nvPr>
            <p:ph sz="half" idx="1"/>
          </p:nvPr>
        </p:nvSpPr>
        <p:spPr/>
        <p:txBody>
          <a:bodyPr>
            <a:normAutofit/>
          </a:bodyPr>
          <a:lstStyle/>
          <a:p>
            <a:pPr algn="just"/>
            <a:r>
              <a:rPr lang="en-US" sz="2400" b="0" i="0" u="none" strike="noStrike" baseline="0"/>
              <a:t>Ensure high availability and low latency to provide a smooth booking experience.</a:t>
            </a:r>
          </a:p>
          <a:p>
            <a:pPr algn="just"/>
            <a:r>
              <a:rPr lang="en-US" sz="2400" b="0" i="0" u="none" strike="noStrike" baseline="0"/>
              <a:t>Design to handle a vast number of simultaneous search queries and booking transactions without degradation in performance.</a:t>
            </a:r>
          </a:p>
          <a:p>
            <a:pPr algn="just"/>
            <a:r>
              <a:rPr lang="en-US" sz="2400" b="0" i="0" u="none" strike="noStrike" baseline="0"/>
              <a:t>Provide robust data consistency to ensure that the information on room availability and pricing is always accurate and up-to-date.</a:t>
            </a:r>
          </a:p>
          <a:p>
            <a:pPr algn="just"/>
            <a:r>
              <a:rPr lang="en-US" sz="2400" b="0" i="0" u="none" strike="noStrike" baseline="0"/>
              <a:t>Data integrity is critical; all booking transactions must be reliably processed and stored to prevent any loss of reservation data.</a:t>
            </a:r>
          </a:p>
          <a:p>
            <a:pPr algn="just"/>
            <a:r>
              <a:rPr lang="en-US" sz="2400" b="0" i="0" u="none" strike="noStrike" baseline="0"/>
              <a:t>The system should employ redundancy and failover mechanisms to maintain service continuity in case of any component failure.</a:t>
            </a:r>
          </a:p>
          <a:p>
            <a:pPr algn="just"/>
            <a:r>
              <a:rPr lang="en-US" sz="2400" b="0" i="0" u="none" strike="noStrike" baseline="0"/>
              <a:t>Ensure that the system adheres to security best practices to protect user data.</a:t>
            </a:r>
            <a:endParaRPr lang="en-US" sz="3600"/>
          </a:p>
        </p:txBody>
      </p:sp>
      <p:sp>
        <p:nvSpPr>
          <p:cNvPr id="3" name="Content Placeholder 2">
            <a:extLst>
              <a:ext uri="{FF2B5EF4-FFF2-40B4-BE49-F238E27FC236}">
                <a16:creationId xmlns:a16="http://schemas.microsoft.com/office/drawing/2014/main" id="{36752DCD-6BF8-89C8-108A-1F221D3A51EE}"/>
              </a:ext>
            </a:extLst>
          </p:cNvPr>
          <p:cNvSpPr>
            <a:spLocks noGrp="1"/>
          </p:cNvSpPr>
          <p:nvPr>
            <p:ph sz="half" idx="10"/>
          </p:nvPr>
        </p:nvSpPr>
        <p:spPr/>
        <p:txBody>
          <a:bodyPr/>
          <a:lstStyle/>
          <a:p>
            <a:r>
              <a:rPr lang="en-US"/>
              <a:t>System Design Considerations</a:t>
            </a:r>
          </a:p>
        </p:txBody>
      </p:sp>
    </p:spTree>
    <p:extLst>
      <p:ext uri="{BB962C8B-B14F-4D97-AF65-F5344CB8AC3E}">
        <p14:creationId xmlns:p14="http://schemas.microsoft.com/office/powerpoint/2010/main" val="40806358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AEDC74-6050-E049-5CE6-CA7FFBE09AF8}"/>
              </a:ext>
            </a:extLst>
          </p:cNvPr>
          <p:cNvSpPr>
            <a:spLocks noGrp="1"/>
          </p:cNvSpPr>
          <p:nvPr>
            <p:ph sz="half" idx="1"/>
          </p:nvPr>
        </p:nvSpPr>
        <p:spPr/>
        <p:txBody>
          <a:bodyPr>
            <a:normAutofit/>
          </a:bodyPr>
          <a:lstStyle/>
          <a:p>
            <a:pPr algn="just"/>
            <a:r>
              <a:rPr lang="en-US"/>
              <a:t>Considering a user base 500 million, with 2 million active daily users</a:t>
            </a:r>
          </a:p>
          <a:p>
            <a:pPr algn="just"/>
            <a:r>
              <a:rPr lang="en-US"/>
              <a:t>Consider each user on average generate data of size 200 KB. </a:t>
            </a:r>
          </a:p>
          <a:p>
            <a:pPr algn="just"/>
            <a:r>
              <a:rPr lang="en-US"/>
              <a:t>Total space required for 1 day of data</a:t>
            </a:r>
          </a:p>
          <a:p>
            <a:pPr lvl="1" algn="just"/>
            <a:r>
              <a:rPr lang="en-US"/>
              <a:t>2M * 200KB ≅ 381 GB</a:t>
            </a:r>
          </a:p>
          <a:p>
            <a:pPr algn="just"/>
            <a:r>
              <a:rPr lang="en-US"/>
              <a:t>Total space required for 5 years:</a:t>
            </a:r>
          </a:p>
          <a:p>
            <a:pPr lvl="1" algn="just"/>
            <a:r>
              <a:rPr lang="en-US"/>
              <a:t>381 GB * 365 * 5 ≅ 679 TB</a:t>
            </a:r>
          </a:p>
        </p:txBody>
      </p:sp>
      <p:sp>
        <p:nvSpPr>
          <p:cNvPr id="3" name="Content Placeholder 2">
            <a:extLst>
              <a:ext uri="{FF2B5EF4-FFF2-40B4-BE49-F238E27FC236}">
                <a16:creationId xmlns:a16="http://schemas.microsoft.com/office/drawing/2014/main" id="{3DB6DFE7-E4F4-E49B-236D-9BEAC0A5902F}"/>
              </a:ext>
            </a:extLst>
          </p:cNvPr>
          <p:cNvSpPr>
            <a:spLocks noGrp="1"/>
          </p:cNvSpPr>
          <p:nvPr>
            <p:ph sz="half" idx="10"/>
          </p:nvPr>
        </p:nvSpPr>
        <p:spPr/>
        <p:txBody>
          <a:bodyPr/>
          <a:lstStyle/>
          <a:p>
            <a:r>
              <a:rPr lang="en-US"/>
              <a:t>Capacity Estimation</a:t>
            </a:r>
          </a:p>
        </p:txBody>
      </p:sp>
    </p:spTree>
    <p:extLst>
      <p:ext uri="{BB962C8B-B14F-4D97-AF65-F5344CB8AC3E}">
        <p14:creationId xmlns:p14="http://schemas.microsoft.com/office/powerpoint/2010/main" val="21534373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9D884F-8F95-1A7D-B200-23BC83135C4A}"/>
              </a:ext>
            </a:extLst>
          </p:cNvPr>
          <p:cNvSpPr>
            <a:spLocks noGrp="1"/>
          </p:cNvSpPr>
          <p:nvPr>
            <p:ph sz="half" idx="1"/>
          </p:nvPr>
        </p:nvSpPr>
        <p:spPr/>
        <p:txBody>
          <a:bodyPr/>
          <a:lstStyle/>
          <a:p>
            <a:r>
              <a:rPr lang="en-US" dirty="0"/>
              <a:t>Assume 10 million listings</a:t>
            </a:r>
          </a:p>
          <a:p>
            <a:r>
              <a:rPr lang="en-US" dirty="0"/>
              <a:t>Average of 10 photos per listing, with each photo averaging 5MB</a:t>
            </a:r>
          </a:p>
          <a:p>
            <a:r>
              <a:rPr lang="en-US" dirty="0"/>
              <a:t>Each hotel has 300 bookings per year on average</a:t>
            </a:r>
          </a:p>
          <a:p>
            <a:r>
              <a:rPr lang="en-US" dirty="0"/>
              <a:t>Each booking record is approximately 1KB in size</a:t>
            </a:r>
          </a:p>
          <a:p>
            <a:r>
              <a:rPr lang="en-US" dirty="0"/>
              <a:t>Daily searches per user: 10</a:t>
            </a:r>
          </a:p>
          <a:p>
            <a:r>
              <a:rPr lang="en-US" dirty="0"/>
              <a:t>Average search size: 1KB</a:t>
            </a:r>
          </a:p>
          <a:p>
            <a:r>
              <a:rPr lang="en-US" dirty="0"/>
              <a:t>1 million active users daily</a:t>
            </a:r>
          </a:p>
          <a:p>
            <a:r>
              <a:rPr lang="en-US" dirty="0"/>
              <a:t>User activity data is 0.5KB per user per day</a:t>
            </a:r>
          </a:p>
        </p:txBody>
      </p:sp>
      <p:sp>
        <p:nvSpPr>
          <p:cNvPr id="3" name="Content Placeholder 2">
            <a:extLst>
              <a:ext uri="{FF2B5EF4-FFF2-40B4-BE49-F238E27FC236}">
                <a16:creationId xmlns:a16="http://schemas.microsoft.com/office/drawing/2014/main" id="{F719ED02-4119-0D16-3649-793724E98371}"/>
              </a:ext>
            </a:extLst>
          </p:cNvPr>
          <p:cNvSpPr>
            <a:spLocks noGrp="1"/>
          </p:cNvSpPr>
          <p:nvPr>
            <p:ph sz="half" idx="10"/>
          </p:nvPr>
        </p:nvSpPr>
        <p:spPr/>
        <p:txBody>
          <a:bodyPr/>
          <a:lstStyle/>
          <a:p>
            <a:r>
              <a:rPr lang="en-IN"/>
              <a:t>Capacity Estimation: Assumption</a:t>
            </a:r>
            <a:endParaRPr lang="en-US"/>
          </a:p>
        </p:txBody>
      </p:sp>
    </p:spTree>
    <p:extLst>
      <p:ext uri="{BB962C8B-B14F-4D97-AF65-F5344CB8AC3E}">
        <p14:creationId xmlns:p14="http://schemas.microsoft.com/office/powerpoint/2010/main" val="27591270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40FD96-36B9-557A-C276-034F65F122DC}"/>
              </a:ext>
            </a:extLst>
          </p:cNvPr>
          <p:cNvSpPr>
            <a:spLocks noGrp="1"/>
          </p:cNvSpPr>
          <p:nvPr>
            <p:ph sz="half" idx="1"/>
          </p:nvPr>
        </p:nvSpPr>
        <p:spPr/>
        <p:txBody>
          <a:bodyPr>
            <a:normAutofit fontScale="77500" lnSpcReduction="20000"/>
          </a:bodyPr>
          <a:lstStyle/>
          <a:p>
            <a:pPr marL="0" indent="0" algn="just">
              <a:buNone/>
            </a:pPr>
            <a:r>
              <a:rPr lang="en-US" b="1" dirty="0"/>
              <a:t>Storage for Listings:</a:t>
            </a:r>
          </a:p>
          <a:p>
            <a:pPr algn="just"/>
            <a:r>
              <a:rPr lang="en-US" dirty="0"/>
              <a:t>Photos: 10 million listings * 10 photos/listing * 5MB/photo = 500TB</a:t>
            </a:r>
          </a:p>
          <a:p>
            <a:pPr algn="just"/>
            <a:r>
              <a:rPr lang="en-US" dirty="0"/>
              <a:t>Listing Data: Since the data per listing (excluding photos) might include text and other metadata, let’s assume it’s 10KB per listing. So, 10 million listings * 10KB = 100GB</a:t>
            </a:r>
          </a:p>
          <a:p>
            <a:pPr marL="0" indent="0" algn="just">
              <a:buNone/>
            </a:pPr>
            <a:r>
              <a:rPr lang="en-US" b="1" dirty="0"/>
              <a:t>Storage for Bookings:</a:t>
            </a:r>
          </a:p>
          <a:p>
            <a:pPr algn="just"/>
            <a:r>
              <a:rPr lang="en-US" dirty="0"/>
              <a:t>Bookings: 10 million listings * 300 bookings/listing/year * 1KB/booking = 3TB per year</a:t>
            </a:r>
          </a:p>
          <a:p>
            <a:pPr marL="0" indent="0" algn="just">
              <a:buNone/>
            </a:pPr>
            <a:r>
              <a:rPr lang="en-US" b="1" dirty="0"/>
              <a:t>Elasticsearch Cluster for Search Indexes:</a:t>
            </a:r>
          </a:p>
          <a:p>
            <a:pPr algn="just"/>
            <a:r>
              <a:rPr lang="en-US" dirty="0"/>
              <a:t>Assuming we store copies of the listing data for search indexing, along with some additional metadata for faster searches.</a:t>
            </a:r>
          </a:p>
          <a:p>
            <a:pPr algn="just"/>
            <a:r>
              <a:rPr lang="en-US" dirty="0"/>
              <a:t>Index Data: 10 million listings * 20KB (listing data + metadata) = 200GB</a:t>
            </a:r>
          </a:p>
          <a:p>
            <a:pPr marL="0" indent="0" algn="just">
              <a:buNone/>
            </a:pPr>
            <a:r>
              <a:rPr lang="en-US" b="1" dirty="0"/>
              <a:t>Daily Search Volume:</a:t>
            </a:r>
          </a:p>
          <a:p>
            <a:pPr algn="just"/>
            <a:r>
              <a:rPr lang="en-US" dirty="0"/>
              <a:t>1 million users * 10 searches/user/day * 1KB/search = 10GB/day</a:t>
            </a:r>
          </a:p>
        </p:txBody>
      </p:sp>
      <p:sp>
        <p:nvSpPr>
          <p:cNvPr id="3" name="Content Placeholder 2">
            <a:extLst>
              <a:ext uri="{FF2B5EF4-FFF2-40B4-BE49-F238E27FC236}">
                <a16:creationId xmlns:a16="http://schemas.microsoft.com/office/drawing/2014/main" id="{272204CC-E33D-11DC-F3BC-FDA6B8ECCF24}"/>
              </a:ext>
            </a:extLst>
          </p:cNvPr>
          <p:cNvSpPr>
            <a:spLocks noGrp="1"/>
          </p:cNvSpPr>
          <p:nvPr>
            <p:ph sz="half" idx="10"/>
          </p:nvPr>
        </p:nvSpPr>
        <p:spPr/>
        <p:txBody>
          <a:bodyPr/>
          <a:lstStyle/>
          <a:p>
            <a:r>
              <a:rPr lang="en-IN"/>
              <a:t>Capacity Estimation: Calculation</a:t>
            </a:r>
            <a:endParaRPr lang="en-US"/>
          </a:p>
        </p:txBody>
      </p:sp>
    </p:spTree>
    <p:extLst>
      <p:ext uri="{BB962C8B-B14F-4D97-AF65-F5344CB8AC3E}">
        <p14:creationId xmlns:p14="http://schemas.microsoft.com/office/powerpoint/2010/main" val="16815659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0CEFCB-EC8A-4B8C-63CE-0672B43AAD0E}"/>
              </a:ext>
            </a:extLst>
          </p:cNvPr>
          <p:cNvSpPr>
            <a:spLocks noGrp="1"/>
          </p:cNvSpPr>
          <p:nvPr>
            <p:ph sz="half" idx="1"/>
          </p:nvPr>
        </p:nvSpPr>
        <p:spPr/>
        <p:txBody>
          <a:bodyPr>
            <a:normAutofit/>
          </a:bodyPr>
          <a:lstStyle/>
          <a:p>
            <a:pPr marL="0" indent="0" algn="just">
              <a:buNone/>
            </a:pPr>
            <a:r>
              <a:rPr lang="en-US" b="1"/>
              <a:t>Daily User Activity Data:</a:t>
            </a:r>
          </a:p>
          <a:p>
            <a:pPr algn="just"/>
            <a:r>
              <a:rPr lang="en-US"/>
              <a:t>1 million users * 0.5KB/user/day = 0.5GB/day</a:t>
            </a:r>
          </a:p>
          <a:p>
            <a:pPr marL="0" indent="0" algn="just">
              <a:buNone/>
            </a:pPr>
            <a:r>
              <a:rPr lang="en-US" b="1"/>
              <a:t>Redundancy and Replication:</a:t>
            </a:r>
          </a:p>
          <a:p>
            <a:pPr algn="just"/>
            <a:r>
              <a:rPr lang="en-US"/>
              <a:t>The data can replicate at least 3 times for high availability. So, the storage for listings, bookings, and search indexes needs to be tripled.</a:t>
            </a:r>
          </a:p>
          <a:p>
            <a:pPr marL="0" indent="0" algn="just">
              <a:buNone/>
            </a:pPr>
            <a:r>
              <a:rPr lang="en-US" b="1"/>
              <a:t>Backups:</a:t>
            </a:r>
          </a:p>
          <a:p>
            <a:pPr algn="just"/>
            <a:r>
              <a:rPr lang="en-US"/>
              <a:t>Daily backups might add up to the equivalent of the daily change rate. If we assume that 0.1% of the listings are updated daily, then backups would be around 0.1% of the listings and photos per day.</a:t>
            </a:r>
          </a:p>
        </p:txBody>
      </p:sp>
      <p:sp>
        <p:nvSpPr>
          <p:cNvPr id="3" name="Content Placeholder 2">
            <a:extLst>
              <a:ext uri="{FF2B5EF4-FFF2-40B4-BE49-F238E27FC236}">
                <a16:creationId xmlns:a16="http://schemas.microsoft.com/office/drawing/2014/main" id="{39AD2DF9-4D20-7980-8284-FEF5CD7A0442}"/>
              </a:ext>
            </a:extLst>
          </p:cNvPr>
          <p:cNvSpPr>
            <a:spLocks noGrp="1"/>
          </p:cNvSpPr>
          <p:nvPr>
            <p:ph sz="half" idx="10"/>
          </p:nvPr>
        </p:nvSpPr>
        <p:spPr/>
        <p:txBody>
          <a:bodyPr/>
          <a:lstStyle/>
          <a:p>
            <a:r>
              <a:rPr lang="en-IN"/>
              <a:t>Capacity Estimation: Calculation</a:t>
            </a:r>
            <a:endParaRPr lang="en-US"/>
          </a:p>
        </p:txBody>
      </p:sp>
    </p:spTree>
    <p:extLst>
      <p:ext uri="{BB962C8B-B14F-4D97-AF65-F5344CB8AC3E}">
        <p14:creationId xmlns:p14="http://schemas.microsoft.com/office/powerpoint/2010/main" val="16546180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216EA5-4F43-3C20-0406-6625E3285757}"/>
              </a:ext>
            </a:extLst>
          </p:cNvPr>
          <p:cNvSpPr>
            <a:spLocks noGrp="1"/>
          </p:cNvSpPr>
          <p:nvPr>
            <p:ph sz="half" idx="1"/>
          </p:nvPr>
        </p:nvSpPr>
        <p:spPr/>
        <p:txBody>
          <a:bodyPr>
            <a:normAutofit fontScale="92500" lnSpcReduction="20000"/>
          </a:bodyPr>
          <a:lstStyle/>
          <a:p>
            <a:pPr marL="0" indent="0" algn="just">
              <a:buNone/>
            </a:pPr>
            <a:r>
              <a:rPr lang="en-US" b="1" dirty="0"/>
              <a:t>Total Storage Requirement (first year without considering growth rates):</a:t>
            </a:r>
          </a:p>
          <a:p>
            <a:pPr algn="just"/>
            <a:r>
              <a:rPr lang="en-US" b="1" dirty="0"/>
              <a:t>Listings (excluding photos)</a:t>
            </a:r>
            <a:r>
              <a:rPr lang="en-US" dirty="0"/>
              <a:t>: 100GB * 3 (replication) = 300GB</a:t>
            </a:r>
          </a:p>
          <a:p>
            <a:pPr algn="just"/>
            <a:r>
              <a:rPr lang="en-US" b="1" dirty="0"/>
              <a:t>Photos</a:t>
            </a:r>
            <a:r>
              <a:rPr lang="en-US" dirty="0"/>
              <a:t>: 500TB * 3 (replication) = 1500TB</a:t>
            </a:r>
          </a:p>
          <a:p>
            <a:pPr algn="just"/>
            <a:r>
              <a:rPr lang="en-US" b="1" dirty="0"/>
              <a:t>Bookings</a:t>
            </a:r>
            <a:r>
              <a:rPr lang="en-US" dirty="0"/>
              <a:t>: 3TB/year * 3 (replication) = 9TB/year</a:t>
            </a:r>
          </a:p>
          <a:p>
            <a:pPr algn="just"/>
            <a:r>
              <a:rPr lang="en-US" b="1" dirty="0"/>
              <a:t>Search Indexes</a:t>
            </a:r>
            <a:r>
              <a:rPr lang="en-US" dirty="0"/>
              <a:t>: 200GB * 3 (replication) = 600GB</a:t>
            </a:r>
          </a:p>
          <a:p>
            <a:pPr algn="just"/>
            <a:r>
              <a:rPr lang="en-US" b="1" dirty="0"/>
              <a:t>Backups</a:t>
            </a:r>
            <a:r>
              <a:rPr lang="en-US" dirty="0"/>
              <a:t>: ~500GB/day * 365 = 182.5TB/year (for photos and listings)</a:t>
            </a:r>
          </a:p>
          <a:p>
            <a:pPr algn="just"/>
            <a:r>
              <a:rPr lang="en-US" b="1" dirty="0"/>
              <a:t>Total = 1500TB + 9TB + 0.6TB + 182.5TB ≈ 1692.1TB in the first year</a:t>
            </a:r>
          </a:p>
          <a:p>
            <a:pPr marL="0" indent="0" algn="just">
              <a:buNone/>
            </a:pPr>
            <a:r>
              <a:rPr lang="en-US" b="1" dirty="0"/>
              <a:t>Bandwidth:</a:t>
            </a:r>
          </a:p>
          <a:p>
            <a:pPr algn="just"/>
            <a:r>
              <a:rPr lang="en-US" dirty="0"/>
              <a:t>Assume that each listing’s photos are viewed 100 times per month, then we need to support: 10 million listings * 10 photos * 5MB * 100 views = 50PB of data transfer per month.</a:t>
            </a:r>
          </a:p>
        </p:txBody>
      </p:sp>
      <p:sp>
        <p:nvSpPr>
          <p:cNvPr id="3" name="Content Placeholder 2">
            <a:extLst>
              <a:ext uri="{FF2B5EF4-FFF2-40B4-BE49-F238E27FC236}">
                <a16:creationId xmlns:a16="http://schemas.microsoft.com/office/drawing/2014/main" id="{E7D504C4-A290-FB6D-1CE3-2E73157FD469}"/>
              </a:ext>
            </a:extLst>
          </p:cNvPr>
          <p:cNvSpPr>
            <a:spLocks noGrp="1"/>
          </p:cNvSpPr>
          <p:nvPr>
            <p:ph sz="half" idx="10"/>
          </p:nvPr>
        </p:nvSpPr>
        <p:spPr/>
        <p:txBody>
          <a:bodyPr/>
          <a:lstStyle/>
          <a:p>
            <a:r>
              <a:rPr lang="en-IN"/>
              <a:t>Capacity Estimation: Summary</a:t>
            </a:r>
            <a:endParaRPr lang="en-US"/>
          </a:p>
        </p:txBody>
      </p:sp>
    </p:spTree>
    <p:extLst>
      <p:ext uri="{BB962C8B-B14F-4D97-AF65-F5344CB8AC3E}">
        <p14:creationId xmlns:p14="http://schemas.microsoft.com/office/powerpoint/2010/main" val="18707104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7F4B5F-4A4F-405C-36C0-BD3FF5848743}"/>
              </a:ext>
            </a:extLst>
          </p:cNvPr>
          <p:cNvSpPr>
            <a:spLocks noGrp="1"/>
          </p:cNvSpPr>
          <p:nvPr>
            <p:ph type="title"/>
          </p:nvPr>
        </p:nvSpPr>
        <p:spPr>
          <a:xfrm>
            <a:off x="302520" y="2357938"/>
            <a:ext cx="1907827" cy="1071062"/>
          </a:xfrm>
          <a:prstGeom prst="rect">
            <a:avLst/>
          </a:prstGeom>
        </p:spPr>
        <p:txBody>
          <a:bodyPr/>
          <a:lstStyle/>
          <a:p>
            <a:r>
              <a:rPr lang="en-IN" dirty="0"/>
              <a:t>Database Design</a:t>
            </a:r>
            <a:endParaRPr lang="en-US" dirty="0"/>
          </a:p>
        </p:txBody>
      </p:sp>
      <p:pic>
        <p:nvPicPr>
          <p:cNvPr id="5" name="Picture 4" descr="A group of white boxes with black text&#10;&#10;Description automatically generated">
            <a:extLst>
              <a:ext uri="{FF2B5EF4-FFF2-40B4-BE49-F238E27FC236}">
                <a16:creationId xmlns:a16="http://schemas.microsoft.com/office/drawing/2014/main" id="{F137063D-A767-41FC-6F73-E4B98B5F99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7845" y="177528"/>
            <a:ext cx="7486349" cy="6192010"/>
          </a:xfrm>
          <a:prstGeom prst="rect">
            <a:avLst/>
          </a:prstGeom>
        </p:spPr>
      </p:pic>
    </p:spTree>
    <p:extLst>
      <p:ext uri="{BB962C8B-B14F-4D97-AF65-F5344CB8AC3E}">
        <p14:creationId xmlns:p14="http://schemas.microsoft.com/office/powerpoint/2010/main" val="40663746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55A0AEB-ECF5-F3DC-2268-A3467894BD1D}"/>
              </a:ext>
            </a:extLst>
          </p:cNvPr>
          <p:cNvSpPr>
            <a:spLocks noGrp="1"/>
          </p:cNvSpPr>
          <p:nvPr>
            <p:ph type="title"/>
          </p:nvPr>
        </p:nvSpPr>
        <p:spPr>
          <a:prstGeom prst="rect">
            <a:avLst/>
          </a:prstGeom>
        </p:spPr>
        <p:txBody>
          <a:bodyPr/>
          <a:lstStyle/>
          <a:p>
            <a:r>
              <a:rPr lang="en-US">
                <a:cs typeface="Calibri Light"/>
              </a:rPr>
              <a:t>System Design</a:t>
            </a:r>
            <a:endParaRPr lang="en-US"/>
          </a:p>
        </p:txBody>
      </p:sp>
      <p:pic>
        <p:nvPicPr>
          <p:cNvPr id="4" name="Picture 3">
            <a:extLst>
              <a:ext uri="{FF2B5EF4-FFF2-40B4-BE49-F238E27FC236}">
                <a16:creationId xmlns:a16="http://schemas.microsoft.com/office/drawing/2014/main" id="{7FB924F7-9217-1E37-8D6D-C54D10FBAF27}"/>
              </a:ext>
            </a:extLst>
          </p:cNvPr>
          <p:cNvPicPr>
            <a:picLocks noChangeAspect="1"/>
          </p:cNvPicPr>
          <p:nvPr/>
        </p:nvPicPr>
        <p:blipFill rotWithShape="1">
          <a:blip r:embed="rId3"/>
          <a:srcRect r="20093" b="-527"/>
          <a:stretch/>
        </p:blipFill>
        <p:spPr>
          <a:xfrm>
            <a:off x="2652889" y="673315"/>
            <a:ext cx="9437499" cy="5313838"/>
          </a:xfrm>
          <a:prstGeom prst="rect">
            <a:avLst/>
          </a:prstGeom>
        </p:spPr>
      </p:pic>
    </p:spTree>
    <p:extLst>
      <p:ext uri="{BB962C8B-B14F-4D97-AF65-F5344CB8AC3E}">
        <p14:creationId xmlns:p14="http://schemas.microsoft.com/office/powerpoint/2010/main" val="34209910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7F3102-2C7D-0D38-4811-CF9E6E23CAED}"/>
              </a:ext>
            </a:extLst>
          </p:cNvPr>
          <p:cNvSpPr>
            <a:spLocks noGrp="1"/>
          </p:cNvSpPr>
          <p:nvPr>
            <p:ph type="title"/>
          </p:nvPr>
        </p:nvSpPr>
        <p:spPr/>
        <p:txBody>
          <a:bodyPr/>
          <a:lstStyle/>
          <a:p>
            <a:r>
              <a:rPr lang="en-US" sz="4000" dirty="0"/>
              <a:t>OTT Platform System Design</a:t>
            </a:r>
            <a:endParaRPr lang="en-US" dirty="0"/>
          </a:p>
        </p:txBody>
      </p:sp>
    </p:spTree>
    <p:extLst>
      <p:ext uri="{BB962C8B-B14F-4D97-AF65-F5344CB8AC3E}">
        <p14:creationId xmlns:p14="http://schemas.microsoft.com/office/powerpoint/2010/main" val="3070245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16A47B-7B0C-7298-5C4D-B33E3B0059AD}"/>
              </a:ext>
            </a:extLst>
          </p:cNvPr>
          <p:cNvSpPr>
            <a:spLocks noGrp="1"/>
          </p:cNvSpPr>
          <p:nvPr>
            <p:ph sz="half" idx="1"/>
          </p:nvPr>
        </p:nvSpPr>
        <p:spPr/>
        <p:txBody>
          <a:bodyPr>
            <a:normAutofit/>
          </a:bodyPr>
          <a:lstStyle/>
          <a:p>
            <a:pPr algn="just"/>
            <a:r>
              <a:rPr lang="en-US" sz="2400" b="1"/>
              <a:t>Problem Statement: </a:t>
            </a:r>
            <a:r>
              <a:rPr lang="en-US" sz="2400"/>
              <a:t>Design a robust and scalable video streaming platform like to Netflix to provides on-demand video streaming through web and mobile applications. The platform must offer features such as personalized recommendations, multiple profile support, and the ability to browse extensive libraries of movies, TV shows, and documentaries. It should support various video qualities, including standard definition (SD), high definition (HD), and 4K Ultra HD. The system needs to accommodate a substantial number of concurrent streams and user interactions while ensuring a high-quality viewing experience without buffering or interruptions.</a:t>
            </a:r>
          </a:p>
          <a:p>
            <a:pPr algn="just"/>
            <a:r>
              <a:rPr lang="en-US" sz="2400" b="1"/>
              <a:t>Out of the Scope: </a:t>
            </a:r>
            <a:r>
              <a:rPr lang="en-US" sz="2400"/>
              <a:t>The platform will not include live TV streaming, user-generated content uploads, or an integrated social media platform for sharing content and E-commerce functionalities.</a:t>
            </a:r>
          </a:p>
        </p:txBody>
      </p:sp>
      <p:sp>
        <p:nvSpPr>
          <p:cNvPr id="3" name="Content Placeholder 2">
            <a:extLst>
              <a:ext uri="{FF2B5EF4-FFF2-40B4-BE49-F238E27FC236}">
                <a16:creationId xmlns:a16="http://schemas.microsoft.com/office/drawing/2014/main" id="{103ED9E4-AD20-490C-DC04-7FCCA5ADA557}"/>
              </a:ext>
            </a:extLst>
          </p:cNvPr>
          <p:cNvSpPr>
            <a:spLocks noGrp="1"/>
          </p:cNvSpPr>
          <p:nvPr>
            <p:ph sz="half" idx="10"/>
          </p:nvPr>
        </p:nvSpPr>
        <p:spPr/>
        <p:txBody>
          <a:bodyPr>
            <a:normAutofit fontScale="92500" lnSpcReduction="10000"/>
          </a:bodyPr>
          <a:lstStyle/>
          <a:p>
            <a:r>
              <a:rPr lang="en-IN"/>
              <a:t>#5. </a:t>
            </a:r>
            <a:r>
              <a:rPr lang="en-US" sz="3600"/>
              <a:t>Design A Netflix Like Video Platform</a:t>
            </a:r>
          </a:p>
        </p:txBody>
      </p:sp>
    </p:spTree>
    <p:extLst>
      <p:ext uri="{BB962C8B-B14F-4D97-AF65-F5344CB8AC3E}">
        <p14:creationId xmlns:p14="http://schemas.microsoft.com/office/powerpoint/2010/main" val="8579553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591A50-22DE-B1BE-E094-B3FDC0525090}"/>
              </a:ext>
            </a:extLst>
          </p:cNvPr>
          <p:cNvSpPr>
            <a:spLocks noGrp="1"/>
          </p:cNvSpPr>
          <p:nvPr>
            <p:ph sz="half" idx="1"/>
          </p:nvPr>
        </p:nvSpPr>
        <p:spPr/>
        <p:txBody>
          <a:bodyPr>
            <a:normAutofit fontScale="85000" lnSpcReduction="20000"/>
          </a:bodyPr>
          <a:lstStyle/>
          <a:p>
            <a:pPr algn="just"/>
            <a:r>
              <a:rPr lang="en-US" b="1"/>
              <a:t>Functional Requirements:</a:t>
            </a:r>
          </a:p>
          <a:p>
            <a:pPr lvl="1" algn="just"/>
            <a:r>
              <a:rPr lang="en-US"/>
              <a:t>Allow search for video content based on various criteria such as genre, release date, popularity, etc.</a:t>
            </a:r>
          </a:p>
          <a:p>
            <a:pPr lvl="1" algn="just"/>
            <a:r>
              <a:rPr lang="en-US"/>
              <a:t>Provide detailed information about video content, cast lists, reviews, and ratings.</a:t>
            </a:r>
          </a:p>
          <a:p>
            <a:pPr lvl="1" algn="just"/>
            <a:r>
              <a:rPr lang="en-US"/>
              <a:t>Enable users to stream video content.</a:t>
            </a:r>
          </a:p>
          <a:p>
            <a:pPr lvl="1" algn="just"/>
            <a:r>
              <a:rPr lang="en-US"/>
              <a:t>Support user profile management, personalized recommendations and watch history tracking.</a:t>
            </a:r>
          </a:p>
          <a:p>
            <a:pPr lvl="1" algn="just"/>
            <a:r>
              <a:rPr lang="en-US"/>
              <a:t>Send notifications to users about new content, subscription renewals etc.</a:t>
            </a:r>
          </a:p>
          <a:p>
            <a:pPr algn="just"/>
            <a:r>
              <a:rPr lang="en-US" b="1"/>
              <a:t>Non-functional Requirements:</a:t>
            </a:r>
          </a:p>
          <a:p>
            <a:pPr lvl="1" algn="just"/>
            <a:r>
              <a:rPr lang="en-US"/>
              <a:t>Ensure the accuracy and integrity of data, with real-time updates to content availability and new releases.</a:t>
            </a:r>
          </a:p>
          <a:p>
            <a:pPr lvl="1" algn="just"/>
            <a:r>
              <a:rPr lang="en-US"/>
              <a:t>Capable of handling a high number of simultaneous streams and user interactions.</a:t>
            </a:r>
          </a:p>
          <a:p>
            <a:pPr lvl="1" algn="just"/>
            <a:r>
              <a:rPr lang="en-US"/>
              <a:t>Ensure the security of user data, including watch history and payment information, adhering to industry standards and regulatory compliance.</a:t>
            </a:r>
          </a:p>
          <a:p>
            <a:pPr lvl="1" algn="just"/>
            <a:r>
              <a:rPr lang="en-US"/>
              <a:t>A user interface accessible across various devices, including smart TVs, mobile, tablets, and web.</a:t>
            </a:r>
          </a:p>
          <a:p>
            <a:pPr lvl="1" algn="just"/>
            <a:r>
              <a:rPr lang="en-US"/>
              <a:t>Designed for high availability.</a:t>
            </a:r>
          </a:p>
        </p:txBody>
      </p:sp>
      <p:sp>
        <p:nvSpPr>
          <p:cNvPr id="3" name="Content Placeholder 2">
            <a:extLst>
              <a:ext uri="{FF2B5EF4-FFF2-40B4-BE49-F238E27FC236}">
                <a16:creationId xmlns:a16="http://schemas.microsoft.com/office/drawing/2014/main" id="{B5F36776-6DE5-80C2-A390-58AD25F56937}"/>
              </a:ext>
            </a:extLst>
          </p:cNvPr>
          <p:cNvSpPr>
            <a:spLocks noGrp="1"/>
          </p:cNvSpPr>
          <p:nvPr>
            <p:ph sz="half" idx="10"/>
          </p:nvPr>
        </p:nvSpPr>
        <p:spPr/>
        <p:txBody>
          <a:bodyPr/>
          <a:lstStyle/>
          <a:p>
            <a:r>
              <a:rPr lang="en-US"/>
              <a:t>System Requirements and Goals</a:t>
            </a:r>
          </a:p>
        </p:txBody>
      </p:sp>
    </p:spTree>
    <p:extLst>
      <p:ext uri="{BB962C8B-B14F-4D97-AF65-F5344CB8AC3E}">
        <p14:creationId xmlns:p14="http://schemas.microsoft.com/office/powerpoint/2010/main" val="4169974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0287C5-B75D-72CA-5550-FD0A37F192E7}"/>
              </a:ext>
            </a:extLst>
          </p:cNvPr>
          <p:cNvSpPr>
            <a:spLocks noGrp="1"/>
          </p:cNvSpPr>
          <p:nvPr>
            <p:ph sz="half" idx="1"/>
          </p:nvPr>
        </p:nvSpPr>
        <p:spPr/>
        <p:txBody>
          <a:bodyPr>
            <a:normAutofit fontScale="92500"/>
          </a:bodyPr>
          <a:lstStyle/>
          <a:p>
            <a:pPr algn="just"/>
            <a:r>
              <a:rPr lang="en-US" sz="2400" b="0" i="0" u="none" strike="noStrike" baseline="0"/>
              <a:t>High Availability and Low Latency: Essential for uninterrupted streaming.</a:t>
            </a:r>
          </a:p>
          <a:p>
            <a:pPr algn="just"/>
            <a:r>
              <a:rPr lang="en-US" sz="2400" b="0" i="0" u="none" strike="noStrike" baseline="0"/>
              <a:t>Scalability: To support numerous users and interactions without performance drops.</a:t>
            </a:r>
          </a:p>
          <a:p>
            <a:pPr algn="just"/>
            <a:r>
              <a:rPr lang="en-US" sz="2400" b="0" i="0" u="none" strike="noStrike" baseline="0"/>
              <a:t>Data Consistency and Integrity: Accurate video metadata and secure user information are crucial.</a:t>
            </a:r>
          </a:p>
          <a:p>
            <a:pPr algn="just"/>
            <a:r>
              <a:rPr lang="en-US" sz="2400" b="0" i="0" u="none" strike="noStrike" baseline="0"/>
              <a:t>Redundancy and Failover: To keep the service running smoothly even when parts fail.</a:t>
            </a:r>
          </a:p>
          <a:p>
            <a:pPr algn="just"/>
            <a:r>
              <a:rPr lang="en-US" sz="2400" b="0" i="0" u="none" strike="noStrike" baseline="0"/>
              <a:t>Security: Use best practices to ensure data protection and privacy.</a:t>
            </a:r>
          </a:p>
          <a:p>
            <a:pPr algn="just"/>
            <a:r>
              <a:rPr lang="en-US" sz="2400" b="0" i="0" u="none" strike="noStrike" baseline="0"/>
              <a:t>Content Delivery Network (CDN): For fast content delivery close to users.</a:t>
            </a:r>
          </a:p>
          <a:p>
            <a:pPr algn="just"/>
            <a:r>
              <a:rPr lang="en-US" sz="2400" b="0" i="0" u="none" strike="noStrike" baseline="0"/>
              <a:t>Efficient Storage: To handle the vast size and variety of video content.</a:t>
            </a:r>
          </a:p>
          <a:p>
            <a:pPr algn="just"/>
            <a:r>
              <a:rPr lang="en-US" sz="2400" b="0" i="0" u="none" strike="noStrike" baseline="0"/>
              <a:t>Content Protection: DRM systems to secure video content against piracy.</a:t>
            </a:r>
          </a:p>
          <a:p>
            <a:pPr algn="just"/>
            <a:r>
              <a:rPr lang="en-US" sz="2400" b="0" i="0" u="none" strike="noStrike" baseline="0"/>
              <a:t>System Monitoring: For ongoing performance and security checks.</a:t>
            </a:r>
            <a:endParaRPr lang="en-US" sz="3600"/>
          </a:p>
        </p:txBody>
      </p:sp>
      <p:sp>
        <p:nvSpPr>
          <p:cNvPr id="3" name="Content Placeholder 2">
            <a:extLst>
              <a:ext uri="{FF2B5EF4-FFF2-40B4-BE49-F238E27FC236}">
                <a16:creationId xmlns:a16="http://schemas.microsoft.com/office/drawing/2014/main" id="{36752DCD-6BF8-89C8-108A-1F221D3A51EE}"/>
              </a:ext>
            </a:extLst>
          </p:cNvPr>
          <p:cNvSpPr>
            <a:spLocks noGrp="1"/>
          </p:cNvSpPr>
          <p:nvPr>
            <p:ph sz="half" idx="10"/>
          </p:nvPr>
        </p:nvSpPr>
        <p:spPr/>
        <p:txBody>
          <a:bodyPr/>
          <a:lstStyle/>
          <a:p>
            <a:r>
              <a:rPr lang="en-US"/>
              <a:t>System Design Considerations</a:t>
            </a:r>
          </a:p>
        </p:txBody>
      </p:sp>
    </p:spTree>
    <p:extLst>
      <p:ext uri="{BB962C8B-B14F-4D97-AF65-F5344CB8AC3E}">
        <p14:creationId xmlns:p14="http://schemas.microsoft.com/office/powerpoint/2010/main" val="20216616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AEDC74-6050-E049-5CE6-CA7FFBE09AF8}"/>
              </a:ext>
            </a:extLst>
          </p:cNvPr>
          <p:cNvSpPr>
            <a:spLocks noGrp="1"/>
          </p:cNvSpPr>
          <p:nvPr>
            <p:ph sz="half" idx="1"/>
          </p:nvPr>
        </p:nvSpPr>
        <p:spPr/>
        <p:txBody>
          <a:bodyPr>
            <a:normAutofit/>
          </a:bodyPr>
          <a:lstStyle/>
          <a:p>
            <a:pPr algn="just"/>
            <a:r>
              <a:rPr lang="en-US"/>
              <a:t>Considering a user base 500 million, with 2 million active daily users</a:t>
            </a:r>
          </a:p>
          <a:p>
            <a:pPr algn="just"/>
            <a:r>
              <a:rPr lang="en-US"/>
              <a:t>Consider each user on average generate data of size 400 MB. </a:t>
            </a:r>
          </a:p>
          <a:p>
            <a:pPr algn="just"/>
            <a:r>
              <a:rPr lang="en-US"/>
              <a:t>Total space required for 1 day of data</a:t>
            </a:r>
          </a:p>
          <a:p>
            <a:pPr lvl="1" algn="just"/>
            <a:r>
              <a:rPr lang="en-US"/>
              <a:t>2M * 400MB ≅ 800 TB</a:t>
            </a:r>
          </a:p>
          <a:p>
            <a:pPr algn="just"/>
            <a:r>
              <a:rPr lang="en-US"/>
              <a:t>Total space required for 5 years:</a:t>
            </a:r>
          </a:p>
          <a:p>
            <a:pPr lvl="1" algn="just"/>
            <a:r>
              <a:rPr lang="en-US"/>
              <a:t>800 TB * 365 * 5 ≅ 1460 PB</a:t>
            </a:r>
          </a:p>
        </p:txBody>
      </p:sp>
      <p:sp>
        <p:nvSpPr>
          <p:cNvPr id="3" name="Content Placeholder 2">
            <a:extLst>
              <a:ext uri="{FF2B5EF4-FFF2-40B4-BE49-F238E27FC236}">
                <a16:creationId xmlns:a16="http://schemas.microsoft.com/office/drawing/2014/main" id="{3DB6DFE7-E4F4-E49B-236D-9BEAC0A5902F}"/>
              </a:ext>
            </a:extLst>
          </p:cNvPr>
          <p:cNvSpPr>
            <a:spLocks noGrp="1"/>
          </p:cNvSpPr>
          <p:nvPr>
            <p:ph sz="half" idx="10"/>
          </p:nvPr>
        </p:nvSpPr>
        <p:spPr/>
        <p:txBody>
          <a:bodyPr/>
          <a:lstStyle/>
          <a:p>
            <a:r>
              <a:rPr lang="en-US"/>
              <a:t>Capacity Estimation</a:t>
            </a:r>
          </a:p>
        </p:txBody>
      </p:sp>
    </p:spTree>
    <p:extLst>
      <p:ext uri="{BB962C8B-B14F-4D97-AF65-F5344CB8AC3E}">
        <p14:creationId xmlns:p14="http://schemas.microsoft.com/office/powerpoint/2010/main" val="16382435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9DEEEF-E61F-783F-C6F2-78D463D908F8}"/>
              </a:ext>
            </a:extLst>
          </p:cNvPr>
          <p:cNvSpPr>
            <a:spLocks noGrp="1"/>
          </p:cNvSpPr>
          <p:nvPr>
            <p:ph sz="half" idx="1"/>
          </p:nvPr>
        </p:nvSpPr>
        <p:spPr/>
        <p:txBody>
          <a:bodyPr>
            <a:normAutofit fontScale="92500" lnSpcReduction="20000"/>
          </a:bodyPr>
          <a:lstStyle/>
          <a:p>
            <a:pPr algn="just"/>
            <a:r>
              <a:rPr lang="en-US"/>
              <a:t>Number of subscribers: 200 million.</a:t>
            </a:r>
          </a:p>
          <a:p>
            <a:pPr algn="just"/>
            <a:r>
              <a:rPr lang="en-US"/>
              <a:t>Average number of videos watched per subscriber per day: 2.</a:t>
            </a:r>
          </a:p>
          <a:p>
            <a:pPr algn="just"/>
            <a:r>
              <a:rPr lang="en-US"/>
              <a:t>Average video file size: SD (480p) at 700MB, HD (1080p) at 3GB, and 4K (2160p) at 15GB.</a:t>
            </a:r>
          </a:p>
          <a:p>
            <a:pPr algn="just"/>
            <a:r>
              <a:rPr lang="en-US"/>
              <a:t>Content library size: 100,000 titles (Movies &amp; TV shows).</a:t>
            </a:r>
          </a:p>
          <a:p>
            <a:pPr algn="just"/>
            <a:r>
              <a:rPr lang="en-US"/>
              <a:t>Average video length: 90 minutes.</a:t>
            </a:r>
          </a:p>
          <a:p>
            <a:pPr algn="just"/>
            <a:r>
              <a:rPr lang="en-US"/>
              <a:t>Number of video formats per title: 3 (SD, HD, 4K).</a:t>
            </a:r>
          </a:p>
          <a:p>
            <a:pPr algn="just"/>
            <a:r>
              <a:rPr lang="en-US"/>
              <a:t>Video retention time: Indefinite (as long as it is licensed).</a:t>
            </a:r>
          </a:p>
          <a:p>
            <a:pPr algn="just"/>
            <a:r>
              <a:rPr lang="en-US"/>
              <a:t>Daily growth rate of videos: 50 titles per day.</a:t>
            </a:r>
          </a:p>
          <a:p>
            <a:pPr algn="just"/>
            <a:r>
              <a:rPr lang="en-US"/>
              <a:t>Database record per video: 2KB.</a:t>
            </a:r>
          </a:p>
          <a:p>
            <a:pPr algn="just"/>
            <a:r>
              <a:rPr lang="en-US"/>
              <a:t>User activity data per user per day: 20KB.</a:t>
            </a:r>
          </a:p>
        </p:txBody>
      </p:sp>
      <p:sp>
        <p:nvSpPr>
          <p:cNvPr id="3" name="Content Placeholder 2">
            <a:extLst>
              <a:ext uri="{FF2B5EF4-FFF2-40B4-BE49-F238E27FC236}">
                <a16:creationId xmlns:a16="http://schemas.microsoft.com/office/drawing/2014/main" id="{0E5DFA9D-36E9-73B5-1031-94281622509C}"/>
              </a:ext>
            </a:extLst>
          </p:cNvPr>
          <p:cNvSpPr>
            <a:spLocks noGrp="1"/>
          </p:cNvSpPr>
          <p:nvPr>
            <p:ph sz="half" idx="10"/>
          </p:nvPr>
        </p:nvSpPr>
        <p:spPr/>
        <p:txBody>
          <a:bodyPr/>
          <a:lstStyle/>
          <a:p>
            <a:r>
              <a:rPr lang="en-US"/>
              <a:t>Capacity Estimation: Assumption</a:t>
            </a:r>
          </a:p>
        </p:txBody>
      </p:sp>
    </p:spTree>
    <p:extLst>
      <p:ext uri="{BB962C8B-B14F-4D97-AF65-F5344CB8AC3E}">
        <p14:creationId xmlns:p14="http://schemas.microsoft.com/office/powerpoint/2010/main" val="31787960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839BDD-0C27-4720-9F30-FAB69E88CD0F}"/>
              </a:ext>
            </a:extLst>
          </p:cNvPr>
          <p:cNvSpPr>
            <a:spLocks noGrp="1"/>
          </p:cNvSpPr>
          <p:nvPr>
            <p:ph sz="half" idx="1"/>
          </p:nvPr>
        </p:nvSpPr>
        <p:spPr/>
        <p:txBody>
          <a:bodyPr>
            <a:normAutofit fontScale="77500" lnSpcReduction="20000"/>
          </a:bodyPr>
          <a:lstStyle/>
          <a:p>
            <a:pPr marL="0" indent="0">
              <a:buNone/>
            </a:pPr>
            <a:r>
              <a:rPr lang="en-US" b="1"/>
              <a:t>Video Content Storage:</a:t>
            </a:r>
          </a:p>
          <a:p>
            <a:r>
              <a:rPr lang="en-US"/>
              <a:t>Each title in SD: 700MB, HD: 3GB, 4K: 15GB.</a:t>
            </a:r>
          </a:p>
          <a:p>
            <a:r>
              <a:rPr lang="en-US"/>
              <a:t>Total for one title: 700MB + 3GB + 15GB = 18.7GB.</a:t>
            </a:r>
          </a:p>
          <a:p>
            <a:r>
              <a:rPr lang="en-US"/>
              <a:t>Content library storage: 100,000 titles * 18.7GB = 1,870,000GB or 1.87PB.</a:t>
            </a:r>
          </a:p>
          <a:p>
            <a:r>
              <a:rPr lang="en-US"/>
              <a:t>Daily new titles: 50 titles * 18.7GB = 935GB.</a:t>
            </a:r>
          </a:p>
          <a:p>
            <a:r>
              <a:rPr lang="en-US"/>
              <a:t>Annual growth: 935GB/day * 365 days = 341.275TB/year.</a:t>
            </a:r>
          </a:p>
          <a:p>
            <a:pPr marL="0" indent="0">
              <a:buNone/>
            </a:pPr>
            <a:r>
              <a:rPr lang="en-US" b="1"/>
              <a:t>Database Storage:</a:t>
            </a:r>
          </a:p>
          <a:p>
            <a:r>
              <a:rPr lang="en-US"/>
              <a:t>Database record per video: 100,000 titles * 2KB = 200MB.</a:t>
            </a:r>
          </a:p>
          <a:p>
            <a:r>
              <a:rPr lang="en-US"/>
              <a:t>Daily growth: 50 titles * 2KB = 0.1MB.</a:t>
            </a:r>
          </a:p>
          <a:p>
            <a:r>
              <a:rPr lang="en-US"/>
              <a:t>Annual growth: 0.1MB/day * 365 days = 36.5MB/year.</a:t>
            </a:r>
          </a:p>
          <a:p>
            <a:r>
              <a:rPr lang="en-US"/>
              <a:t>Users DB and User Activity Data: 200 million users * 20KB = 4TB/day.</a:t>
            </a:r>
          </a:p>
          <a:p>
            <a:r>
              <a:rPr lang="en-US"/>
              <a:t>With a redundancy factor (e.g., replication factor of 3): 4TB * 3 = 12TB/day.</a:t>
            </a:r>
          </a:p>
        </p:txBody>
      </p:sp>
      <p:sp>
        <p:nvSpPr>
          <p:cNvPr id="3" name="Content Placeholder 2">
            <a:extLst>
              <a:ext uri="{FF2B5EF4-FFF2-40B4-BE49-F238E27FC236}">
                <a16:creationId xmlns:a16="http://schemas.microsoft.com/office/drawing/2014/main" id="{5A679234-9CAF-A0B8-B6B6-A6C9DE9D4D79}"/>
              </a:ext>
            </a:extLst>
          </p:cNvPr>
          <p:cNvSpPr>
            <a:spLocks noGrp="1"/>
          </p:cNvSpPr>
          <p:nvPr>
            <p:ph sz="half" idx="10"/>
          </p:nvPr>
        </p:nvSpPr>
        <p:spPr/>
        <p:txBody>
          <a:bodyPr/>
          <a:lstStyle/>
          <a:p>
            <a:r>
              <a:rPr lang="en-US"/>
              <a:t>Capacity Estimation: Calculation</a:t>
            </a:r>
          </a:p>
        </p:txBody>
      </p:sp>
    </p:spTree>
    <p:extLst>
      <p:ext uri="{BB962C8B-B14F-4D97-AF65-F5344CB8AC3E}">
        <p14:creationId xmlns:p14="http://schemas.microsoft.com/office/powerpoint/2010/main" val="7662416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F71148-15E7-656C-3EC8-FFBA1128DCCA}"/>
              </a:ext>
            </a:extLst>
          </p:cNvPr>
          <p:cNvSpPr>
            <a:spLocks noGrp="1"/>
          </p:cNvSpPr>
          <p:nvPr>
            <p:ph sz="half" idx="1"/>
          </p:nvPr>
        </p:nvSpPr>
        <p:spPr/>
        <p:txBody>
          <a:bodyPr>
            <a:normAutofit lnSpcReduction="10000"/>
          </a:bodyPr>
          <a:lstStyle/>
          <a:p>
            <a:pPr marL="0" indent="0">
              <a:buNone/>
            </a:pPr>
            <a:r>
              <a:rPr lang="en-US" sz="2400" b="1"/>
              <a:t>Bandwidth Estimation:</a:t>
            </a:r>
          </a:p>
          <a:p>
            <a:r>
              <a:rPr lang="en-US" sz="2400"/>
              <a:t>Two videos watched per subscriber per day: 200 million * 2 = 400 million streams/day.</a:t>
            </a:r>
          </a:p>
          <a:p>
            <a:r>
              <a:rPr lang="en-US" sz="2400"/>
              <a:t>Assuming an even distribution of quality preferences: 1/3rd SD, 1/3rd HD, 1/3rd 4K.</a:t>
            </a:r>
          </a:p>
          <a:p>
            <a:r>
              <a:rPr lang="en-US" sz="2400"/>
              <a:t>Daily bandwidth: (400 million / 3) * (700MB + 3GB + 15GB) ≈ 2,266,666 * 18.7GB = 42,386TB/day.</a:t>
            </a:r>
          </a:p>
          <a:p>
            <a:pPr marL="0" indent="0">
              <a:buNone/>
            </a:pPr>
            <a:r>
              <a:rPr lang="en-US" sz="2400" b="1"/>
              <a:t>Compute Resources:</a:t>
            </a:r>
          </a:p>
          <a:p>
            <a:r>
              <a:rPr lang="en-US" sz="2400"/>
              <a:t>Assume an average of 10% of users are active concurrently during peak hours: 20 million users.</a:t>
            </a:r>
          </a:p>
          <a:p>
            <a:r>
              <a:rPr lang="en-US" sz="2400"/>
              <a:t>If one compute unit can handle 1,000 concurrent streams, then total compute units: 20 million / 1,000 = 20,000 compute units.</a:t>
            </a:r>
          </a:p>
        </p:txBody>
      </p:sp>
      <p:sp>
        <p:nvSpPr>
          <p:cNvPr id="3" name="Content Placeholder 2">
            <a:extLst>
              <a:ext uri="{FF2B5EF4-FFF2-40B4-BE49-F238E27FC236}">
                <a16:creationId xmlns:a16="http://schemas.microsoft.com/office/drawing/2014/main" id="{9247384B-B8D3-A582-853A-13FF1C05FAAA}"/>
              </a:ext>
            </a:extLst>
          </p:cNvPr>
          <p:cNvSpPr>
            <a:spLocks noGrp="1"/>
          </p:cNvSpPr>
          <p:nvPr>
            <p:ph sz="half" idx="10"/>
          </p:nvPr>
        </p:nvSpPr>
        <p:spPr/>
        <p:txBody>
          <a:bodyPr/>
          <a:lstStyle/>
          <a:p>
            <a:r>
              <a:rPr lang="en-US"/>
              <a:t>Capacity Estimation: Calculation</a:t>
            </a:r>
          </a:p>
        </p:txBody>
      </p:sp>
    </p:spTree>
    <p:extLst>
      <p:ext uri="{BB962C8B-B14F-4D97-AF65-F5344CB8AC3E}">
        <p14:creationId xmlns:p14="http://schemas.microsoft.com/office/powerpoint/2010/main" val="462992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392BCC-4152-F465-CF7F-A94C992CCD7E}"/>
              </a:ext>
            </a:extLst>
          </p:cNvPr>
          <p:cNvSpPr>
            <a:spLocks noGrp="1"/>
          </p:cNvSpPr>
          <p:nvPr>
            <p:ph sz="half" idx="1"/>
          </p:nvPr>
        </p:nvSpPr>
        <p:spPr/>
        <p:txBody>
          <a:bodyPr>
            <a:normAutofit/>
          </a:bodyPr>
          <a:lstStyle/>
          <a:p>
            <a:r>
              <a:rPr lang="en-US" sz="2400"/>
              <a:t>Initial storage: 1.87PB for existing library.</a:t>
            </a:r>
          </a:p>
          <a:p>
            <a:r>
              <a:rPr lang="en-US" sz="2400"/>
              <a:t>Annual storage growth: 341.275TB for new titles.</a:t>
            </a:r>
          </a:p>
          <a:p>
            <a:r>
              <a:rPr lang="en-US" sz="2400"/>
              <a:t>Database storage: 4TB daily activity data, increasing by 12TB with redundancy.</a:t>
            </a:r>
          </a:p>
          <a:p>
            <a:r>
              <a:rPr lang="en-US" sz="2400"/>
              <a:t>Daily bandwidth required for streaming: 42,386TB.</a:t>
            </a:r>
          </a:p>
          <a:p>
            <a:r>
              <a:rPr lang="en-US" sz="2400"/>
              <a:t>Compute units required for peak concurrency: 20,000.</a:t>
            </a:r>
          </a:p>
        </p:txBody>
      </p:sp>
      <p:sp>
        <p:nvSpPr>
          <p:cNvPr id="3" name="Content Placeholder 2">
            <a:extLst>
              <a:ext uri="{FF2B5EF4-FFF2-40B4-BE49-F238E27FC236}">
                <a16:creationId xmlns:a16="http://schemas.microsoft.com/office/drawing/2014/main" id="{1AEED819-37BC-D31E-C186-BD4884C99CED}"/>
              </a:ext>
            </a:extLst>
          </p:cNvPr>
          <p:cNvSpPr>
            <a:spLocks noGrp="1"/>
          </p:cNvSpPr>
          <p:nvPr>
            <p:ph sz="half" idx="10"/>
          </p:nvPr>
        </p:nvSpPr>
        <p:spPr/>
        <p:txBody>
          <a:bodyPr/>
          <a:lstStyle/>
          <a:p>
            <a:r>
              <a:rPr lang="en-US"/>
              <a:t>Capacity Estimation: Summary</a:t>
            </a:r>
          </a:p>
        </p:txBody>
      </p:sp>
    </p:spTree>
    <p:extLst>
      <p:ext uri="{BB962C8B-B14F-4D97-AF65-F5344CB8AC3E}">
        <p14:creationId xmlns:p14="http://schemas.microsoft.com/office/powerpoint/2010/main" val="32650749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7F4B5F-4A4F-405C-36C0-BD3FF5848743}"/>
              </a:ext>
            </a:extLst>
          </p:cNvPr>
          <p:cNvSpPr>
            <a:spLocks noGrp="1"/>
          </p:cNvSpPr>
          <p:nvPr>
            <p:ph type="title"/>
          </p:nvPr>
        </p:nvSpPr>
        <p:spPr>
          <a:xfrm>
            <a:off x="302520" y="2357938"/>
            <a:ext cx="1907827" cy="1071062"/>
          </a:xfrm>
          <a:prstGeom prst="rect">
            <a:avLst/>
          </a:prstGeom>
        </p:spPr>
        <p:txBody>
          <a:bodyPr/>
          <a:lstStyle/>
          <a:p>
            <a:r>
              <a:rPr lang="en-IN" dirty="0"/>
              <a:t>Database Design</a:t>
            </a:r>
            <a:endParaRPr lang="en-US" dirty="0"/>
          </a:p>
        </p:txBody>
      </p:sp>
      <p:pic>
        <p:nvPicPr>
          <p:cNvPr id="7" name="Picture 6" descr="A group of papers with text&#10;&#10;Description automatically generated">
            <a:extLst>
              <a:ext uri="{FF2B5EF4-FFF2-40B4-BE49-F238E27FC236}">
                <a16:creationId xmlns:a16="http://schemas.microsoft.com/office/drawing/2014/main" id="{F87AAFD1-0396-F255-7781-C117E98F30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0343" y="253092"/>
            <a:ext cx="7660050" cy="6000751"/>
          </a:xfrm>
          <a:prstGeom prst="rect">
            <a:avLst/>
          </a:prstGeom>
        </p:spPr>
      </p:pic>
    </p:spTree>
    <p:extLst>
      <p:ext uri="{BB962C8B-B14F-4D97-AF65-F5344CB8AC3E}">
        <p14:creationId xmlns:p14="http://schemas.microsoft.com/office/powerpoint/2010/main" val="1971103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66A4B5-9B30-7C7B-AB8D-904DA9D5EFA6}"/>
              </a:ext>
            </a:extLst>
          </p:cNvPr>
          <p:cNvSpPr>
            <a:spLocks noGrp="1"/>
          </p:cNvSpPr>
          <p:nvPr>
            <p:ph type="title"/>
          </p:nvPr>
        </p:nvSpPr>
        <p:spPr>
          <a:prstGeom prst="rect">
            <a:avLst/>
          </a:prstGeom>
        </p:spPr>
        <p:txBody>
          <a:bodyPr/>
          <a:lstStyle/>
          <a:p>
            <a:r>
              <a:rPr lang="en-US">
                <a:cs typeface="Calibri Light"/>
              </a:rPr>
              <a:t>System Design</a:t>
            </a:r>
            <a:endParaRPr lang="en-US"/>
          </a:p>
        </p:txBody>
      </p:sp>
      <p:pic>
        <p:nvPicPr>
          <p:cNvPr id="3" name="Picture 2">
            <a:extLst>
              <a:ext uri="{FF2B5EF4-FFF2-40B4-BE49-F238E27FC236}">
                <a16:creationId xmlns:a16="http://schemas.microsoft.com/office/drawing/2014/main" id="{A8478FB4-1BBF-0A5A-5DCE-0F30D5732A66}"/>
              </a:ext>
            </a:extLst>
          </p:cNvPr>
          <p:cNvPicPr>
            <a:picLocks noChangeAspect="1"/>
          </p:cNvPicPr>
          <p:nvPr/>
        </p:nvPicPr>
        <p:blipFill>
          <a:blip r:embed="rId3"/>
          <a:stretch>
            <a:fillRect/>
          </a:stretch>
        </p:blipFill>
        <p:spPr>
          <a:xfrm>
            <a:off x="2590800" y="925338"/>
            <a:ext cx="9474200" cy="4905192"/>
          </a:xfrm>
          <a:prstGeom prst="rect">
            <a:avLst/>
          </a:prstGeom>
        </p:spPr>
      </p:pic>
    </p:spTree>
    <p:extLst>
      <p:ext uri="{BB962C8B-B14F-4D97-AF65-F5344CB8AC3E}">
        <p14:creationId xmlns:p14="http://schemas.microsoft.com/office/powerpoint/2010/main" val="12759930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B2CF5F-B8B1-71BD-F301-D69A906E0C9B}"/>
              </a:ext>
            </a:extLst>
          </p:cNvPr>
          <p:cNvSpPr>
            <a:spLocks noGrp="1"/>
          </p:cNvSpPr>
          <p:nvPr>
            <p:ph type="title"/>
          </p:nvPr>
        </p:nvSpPr>
        <p:spPr/>
        <p:txBody>
          <a:bodyPr/>
          <a:lstStyle/>
          <a:p>
            <a:r>
              <a:rPr lang="en-US" dirty="0"/>
              <a:t>Flipkart like Ecommerce System Design</a:t>
            </a:r>
          </a:p>
        </p:txBody>
      </p:sp>
    </p:spTree>
    <p:extLst>
      <p:ext uri="{BB962C8B-B14F-4D97-AF65-F5344CB8AC3E}">
        <p14:creationId xmlns:p14="http://schemas.microsoft.com/office/powerpoint/2010/main" val="40170636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16A47B-7B0C-7298-5C4D-B33E3B0059AD}"/>
              </a:ext>
            </a:extLst>
          </p:cNvPr>
          <p:cNvSpPr>
            <a:spLocks noGrp="1"/>
          </p:cNvSpPr>
          <p:nvPr>
            <p:ph sz="half" idx="1"/>
          </p:nvPr>
        </p:nvSpPr>
        <p:spPr/>
        <p:txBody>
          <a:bodyPr>
            <a:normAutofit/>
          </a:bodyPr>
          <a:lstStyle/>
          <a:p>
            <a:pPr algn="just"/>
            <a:r>
              <a:rPr lang="en-US" sz="2400" b="1"/>
              <a:t>Problem Statement: </a:t>
            </a:r>
            <a:r>
              <a:rPr lang="en-US" sz="2400"/>
              <a:t>Design a robust and scalable e-commerce platform akin to Flipkart that provides an online marketplace through web and mobile applications. The platform must offer features such as personalized product recommendations, multiple user account management, and the ability to browse extensive catalogs of products across various categories such as electronics, fashion, home essentials, and more. The system needs to handle a high volume of concurrent users and transactions while ensuring a smooth shopping experience without lag or interruptions during browsing, cart management, and checkout processes.</a:t>
            </a:r>
          </a:p>
          <a:p>
            <a:pPr algn="just"/>
            <a:r>
              <a:rPr lang="en-US" sz="2400" b="1"/>
              <a:t>Out of Scope: </a:t>
            </a:r>
            <a:r>
              <a:rPr lang="en-US" sz="2400"/>
              <a:t>The platform will not include auction-based selling, cryptocurrency transactions, or an integrated blogging platform for community interactions and content marketing functionalities.</a:t>
            </a:r>
          </a:p>
        </p:txBody>
      </p:sp>
      <p:sp>
        <p:nvSpPr>
          <p:cNvPr id="3" name="Content Placeholder 2">
            <a:extLst>
              <a:ext uri="{FF2B5EF4-FFF2-40B4-BE49-F238E27FC236}">
                <a16:creationId xmlns:a16="http://schemas.microsoft.com/office/drawing/2014/main" id="{103ED9E4-AD20-490C-DC04-7FCCA5ADA557}"/>
              </a:ext>
            </a:extLst>
          </p:cNvPr>
          <p:cNvSpPr>
            <a:spLocks noGrp="1"/>
          </p:cNvSpPr>
          <p:nvPr>
            <p:ph sz="half" idx="10"/>
          </p:nvPr>
        </p:nvSpPr>
        <p:spPr/>
        <p:txBody>
          <a:bodyPr>
            <a:normAutofit fontScale="92500" lnSpcReduction="10000"/>
          </a:bodyPr>
          <a:lstStyle/>
          <a:p>
            <a:r>
              <a:rPr lang="en-IN"/>
              <a:t>#6. </a:t>
            </a:r>
            <a:r>
              <a:rPr lang="en-US" sz="3600"/>
              <a:t>Design A Flipkart Like ECommerce Platform</a:t>
            </a:r>
          </a:p>
        </p:txBody>
      </p:sp>
    </p:spTree>
    <p:extLst>
      <p:ext uri="{BB962C8B-B14F-4D97-AF65-F5344CB8AC3E}">
        <p14:creationId xmlns:p14="http://schemas.microsoft.com/office/powerpoint/2010/main" val="17077660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591A50-22DE-B1BE-E094-B3FDC0525090}"/>
              </a:ext>
            </a:extLst>
          </p:cNvPr>
          <p:cNvSpPr>
            <a:spLocks noGrp="1"/>
          </p:cNvSpPr>
          <p:nvPr>
            <p:ph sz="half" idx="1"/>
          </p:nvPr>
        </p:nvSpPr>
        <p:spPr/>
        <p:txBody>
          <a:bodyPr>
            <a:normAutofit/>
          </a:bodyPr>
          <a:lstStyle/>
          <a:p>
            <a:pPr algn="just"/>
            <a:r>
              <a:rPr lang="en-US" b="1"/>
              <a:t>Functional Requirements:</a:t>
            </a:r>
          </a:p>
          <a:p>
            <a:pPr lvl="1" algn="just"/>
            <a:r>
              <a:rPr lang="en-US"/>
              <a:t>Search for products using filters like category, price, and brand.</a:t>
            </a:r>
          </a:p>
          <a:p>
            <a:pPr lvl="1" algn="just"/>
            <a:r>
              <a:rPr lang="en-US"/>
              <a:t>Display detailed product descriptions, reviews, and ratings.</a:t>
            </a:r>
          </a:p>
          <a:p>
            <a:pPr lvl="1" algn="just"/>
            <a:r>
              <a:rPr lang="en-US"/>
              <a:t>Manage shopping cart and user profiles.</a:t>
            </a:r>
          </a:p>
          <a:p>
            <a:pPr lvl="1" algn="just"/>
            <a:r>
              <a:rPr lang="en-US"/>
              <a:t>Process transactions and send order notifications.</a:t>
            </a:r>
          </a:p>
          <a:p>
            <a:pPr algn="just"/>
            <a:r>
              <a:rPr lang="en-US" b="1"/>
              <a:t>Non-functional Requirements:</a:t>
            </a:r>
          </a:p>
          <a:p>
            <a:pPr lvl="1" algn="just"/>
            <a:r>
              <a:rPr lang="en-US"/>
              <a:t>Maintain data accuracy with real-time inventory and pricing updates.</a:t>
            </a:r>
          </a:p>
          <a:p>
            <a:pPr lvl="1" algn="just"/>
            <a:r>
              <a:rPr lang="en-US"/>
              <a:t>Scalable to support numerous users and transactions.</a:t>
            </a:r>
          </a:p>
          <a:p>
            <a:pPr lvl="1" algn="just"/>
            <a:r>
              <a:rPr lang="en-US"/>
              <a:t>Secure user data and comply with privacy standards.</a:t>
            </a:r>
          </a:p>
          <a:p>
            <a:pPr lvl="1" algn="just"/>
            <a:r>
              <a:rPr lang="en-US"/>
              <a:t>Ensure the platform works seamlessly across various devices.</a:t>
            </a:r>
          </a:p>
          <a:p>
            <a:pPr lvl="1" algn="just"/>
            <a:r>
              <a:rPr lang="en-US"/>
              <a:t>Designed for continuous operation with minimal downtime.</a:t>
            </a:r>
          </a:p>
        </p:txBody>
      </p:sp>
      <p:sp>
        <p:nvSpPr>
          <p:cNvPr id="3" name="Content Placeholder 2">
            <a:extLst>
              <a:ext uri="{FF2B5EF4-FFF2-40B4-BE49-F238E27FC236}">
                <a16:creationId xmlns:a16="http://schemas.microsoft.com/office/drawing/2014/main" id="{B5F36776-6DE5-80C2-A390-58AD25F56937}"/>
              </a:ext>
            </a:extLst>
          </p:cNvPr>
          <p:cNvSpPr>
            <a:spLocks noGrp="1"/>
          </p:cNvSpPr>
          <p:nvPr>
            <p:ph sz="half" idx="10"/>
          </p:nvPr>
        </p:nvSpPr>
        <p:spPr/>
        <p:txBody>
          <a:bodyPr/>
          <a:lstStyle/>
          <a:p>
            <a:r>
              <a:rPr lang="en-US"/>
              <a:t>System Requirements and Goals</a:t>
            </a:r>
          </a:p>
        </p:txBody>
      </p:sp>
    </p:spTree>
    <p:extLst>
      <p:ext uri="{BB962C8B-B14F-4D97-AF65-F5344CB8AC3E}">
        <p14:creationId xmlns:p14="http://schemas.microsoft.com/office/powerpoint/2010/main" val="27724685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0287C5-B75D-72CA-5550-FD0A37F192E7}"/>
              </a:ext>
            </a:extLst>
          </p:cNvPr>
          <p:cNvSpPr>
            <a:spLocks noGrp="1"/>
          </p:cNvSpPr>
          <p:nvPr>
            <p:ph sz="half" idx="1"/>
          </p:nvPr>
        </p:nvSpPr>
        <p:spPr/>
        <p:txBody>
          <a:bodyPr>
            <a:normAutofit fontScale="92500"/>
          </a:bodyPr>
          <a:lstStyle/>
          <a:p>
            <a:pPr algn="just"/>
            <a:r>
              <a:rPr lang="en-US" sz="2400" b="1" i="0" u="none" strike="noStrike" baseline="0" dirty="0"/>
              <a:t>High Availability and Low Latency</a:t>
            </a:r>
            <a:r>
              <a:rPr lang="en-US" sz="2400" b="0" i="0" u="none" strike="noStrike" baseline="0" dirty="0"/>
              <a:t>: Essential for uninterrupted streaming.</a:t>
            </a:r>
          </a:p>
          <a:p>
            <a:pPr algn="just"/>
            <a:r>
              <a:rPr lang="en-US" sz="2400" b="1" i="0" u="none" strike="noStrike" baseline="0" dirty="0"/>
              <a:t>Scalability</a:t>
            </a:r>
            <a:r>
              <a:rPr lang="en-US" sz="2400" b="0" i="0" u="none" strike="noStrike" baseline="0" dirty="0"/>
              <a:t>: To support numerous users and interactions without performance drops.</a:t>
            </a:r>
          </a:p>
          <a:p>
            <a:pPr algn="just"/>
            <a:r>
              <a:rPr lang="en-US" sz="2400" b="1" i="0" u="none" strike="noStrike" baseline="0" dirty="0"/>
              <a:t>Data Consistency and Integrity</a:t>
            </a:r>
            <a:r>
              <a:rPr lang="en-US" sz="2400" b="0" i="0" u="none" strike="noStrike" baseline="0" dirty="0"/>
              <a:t>: </a:t>
            </a:r>
            <a:r>
              <a:rPr lang="en-US" sz="2400" b="0" i="0" u="none" strike="noStrike" baseline="0"/>
              <a:t>Accurate product </a:t>
            </a:r>
            <a:r>
              <a:rPr lang="en-US" sz="2400" b="0" i="0" u="none" strike="noStrike" baseline="0" dirty="0"/>
              <a:t>metadata and secure user information are crucial.</a:t>
            </a:r>
          </a:p>
          <a:p>
            <a:pPr algn="just"/>
            <a:r>
              <a:rPr lang="en-US" sz="2400" b="1" i="0" u="none" strike="noStrike" baseline="0" dirty="0"/>
              <a:t>Redundancy and Failover</a:t>
            </a:r>
            <a:r>
              <a:rPr lang="en-US" sz="2400" b="0" i="0" u="none" strike="noStrike" baseline="0" dirty="0"/>
              <a:t>: To keep the service running smoothly even when parts fail.</a:t>
            </a:r>
          </a:p>
          <a:p>
            <a:pPr algn="just"/>
            <a:r>
              <a:rPr lang="en-US" sz="2400" b="1" i="0" u="none" strike="noStrike" baseline="0" dirty="0"/>
              <a:t>Security</a:t>
            </a:r>
            <a:r>
              <a:rPr lang="en-US" sz="2400" b="0" i="0" u="none" strike="noStrike" baseline="0" dirty="0"/>
              <a:t>: Use best practices to ensure data protection and privacy.</a:t>
            </a:r>
          </a:p>
          <a:p>
            <a:pPr algn="just"/>
            <a:r>
              <a:rPr lang="en-US" sz="2400" b="1" i="0" u="none" strike="noStrike" baseline="0" dirty="0"/>
              <a:t>Content Delivery Network (CDN)</a:t>
            </a:r>
            <a:r>
              <a:rPr lang="en-US" sz="2400" b="0" i="0" u="none" strike="noStrike" baseline="0" dirty="0"/>
              <a:t>: For fast content delivery close to users.</a:t>
            </a:r>
          </a:p>
          <a:p>
            <a:pPr algn="just"/>
            <a:r>
              <a:rPr lang="en-US" sz="2400" b="1" i="0" u="none" strike="noStrike" baseline="0" dirty="0"/>
              <a:t>Efficient Storage</a:t>
            </a:r>
            <a:r>
              <a:rPr lang="en-US" sz="2400" b="0" i="0" u="none" strike="noStrike" baseline="0" dirty="0"/>
              <a:t>: For managing extensive product catalogs and user data efficiently.</a:t>
            </a:r>
          </a:p>
          <a:p>
            <a:pPr algn="just"/>
            <a:r>
              <a:rPr lang="en-US" sz="2400" b="1" i="0" u="none" strike="noStrike" baseline="0" dirty="0"/>
              <a:t>System Monitoring</a:t>
            </a:r>
            <a:r>
              <a:rPr lang="en-US" sz="2400" b="0" i="0" u="none" strike="noStrike" baseline="0" dirty="0"/>
              <a:t>: For ongoing performance and security checks.</a:t>
            </a:r>
            <a:endParaRPr lang="en-US" sz="3600" dirty="0"/>
          </a:p>
        </p:txBody>
      </p:sp>
      <p:sp>
        <p:nvSpPr>
          <p:cNvPr id="3" name="Content Placeholder 2">
            <a:extLst>
              <a:ext uri="{FF2B5EF4-FFF2-40B4-BE49-F238E27FC236}">
                <a16:creationId xmlns:a16="http://schemas.microsoft.com/office/drawing/2014/main" id="{36752DCD-6BF8-89C8-108A-1F221D3A51EE}"/>
              </a:ext>
            </a:extLst>
          </p:cNvPr>
          <p:cNvSpPr>
            <a:spLocks noGrp="1"/>
          </p:cNvSpPr>
          <p:nvPr>
            <p:ph sz="half" idx="10"/>
          </p:nvPr>
        </p:nvSpPr>
        <p:spPr/>
        <p:txBody>
          <a:bodyPr/>
          <a:lstStyle/>
          <a:p>
            <a:r>
              <a:rPr lang="en-US"/>
              <a:t>System Design Considerations</a:t>
            </a:r>
          </a:p>
        </p:txBody>
      </p:sp>
    </p:spTree>
    <p:extLst>
      <p:ext uri="{BB962C8B-B14F-4D97-AF65-F5344CB8AC3E}">
        <p14:creationId xmlns:p14="http://schemas.microsoft.com/office/powerpoint/2010/main" val="25280856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AEDC74-6050-E049-5CE6-CA7FFBE09AF8}"/>
              </a:ext>
            </a:extLst>
          </p:cNvPr>
          <p:cNvSpPr>
            <a:spLocks noGrp="1"/>
          </p:cNvSpPr>
          <p:nvPr>
            <p:ph sz="half" idx="1"/>
          </p:nvPr>
        </p:nvSpPr>
        <p:spPr/>
        <p:txBody>
          <a:bodyPr>
            <a:normAutofit/>
          </a:bodyPr>
          <a:lstStyle/>
          <a:p>
            <a:pPr algn="just"/>
            <a:r>
              <a:rPr lang="en-US"/>
              <a:t>Considering a user base 500 million, with 2 million active daily users</a:t>
            </a:r>
          </a:p>
          <a:p>
            <a:pPr algn="just"/>
            <a:r>
              <a:rPr lang="en-US"/>
              <a:t>Consider each user on average generate data of size 200 KB. </a:t>
            </a:r>
          </a:p>
          <a:p>
            <a:pPr algn="just"/>
            <a:r>
              <a:rPr lang="en-US"/>
              <a:t>Total space required for 1 day of data</a:t>
            </a:r>
          </a:p>
          <a:p>
            <a:pPr lvl="1" algn="just"/>
            <a:r>
              <a:rPr lang="en-US"/>
              <a:t>2M * 200KB ≅ 381 GB</a:t>
            </a:r>
          </a:p>
          <a:p>
            <a:pPr algn="just"/>
            <a:r>
              <a:rPr lang="en-US"/>
              <a:t>Total space required for 5 years:</a:t>
            </a:r>
          </a:p>
          <a:p>
            <a:pPr lvl="1" algn="just"/>
            <a:r>
              <a:rPr lang="en-US"/>
              <a:t>381 GB * 365 * 5 ≅ 679 TB</a:t>
            </a:r>
          </a:p>
        </p:txBody>
      </p:sp>
      <p:sp>
        <p:nvSpPr>
          <p:cNvPr id="3" name="Content Placeholder 2">
            <a:extLst>
              <a:ext uri="{FF2B5EF4-FFF2-40B4-BE49-F238E27FC236}">
                <a16:creationId xmlns:a16="http://schemas.microsoft.com/office/drawing/2014/main" id="{3DB6DFE7-E4F4-E49B-236D-9BEAC0A5902F}"/>
              </a:ext>
            </a:extLst>
          </p:cNvPr>
          <p:cNvSpPr>
            <a:spLocks noGrp="1"/>
          </p:cNvSpPr>
          <p:nvPr>
            <p:ph sz="half" idx="10"/>
          </p:nvPr>
        </p:nvSpPr>
        <p:spPr/>
        <p:txBody>
          <a:bodyPr/>
          <a:lstStyle/>
          <a:p>
            <a:r>
              <a:rPr lang="en-US"/>
              <a:t>Capacity Estimation</a:t>
            </a:r>
          </a:p>
        </p:txBody>
      </p:sp>
    </p:spTree>
    <p:extLst>
      <p:ext uri="{BB962C8B-B14F-4D97-AF65-F5344CB8AC3E}">
        <p14:creationId xmlns:p14="http://schemas.microsoft.com/office/powerpoint/2010/main" val="39937081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CF727C-6B07-9197-DC72-F9616466AAD6}"/>
              </a:ext>
            </a:extLst>
          </p:cNvPr>
          <p:cNvSpPr>
            <a:spLocks noGrp="1"/>
          </p:cNvSpPr>
          <p:nvPr>
            <p:ph sz="half" idx="1"/>
          </p:nvPr>
        </p:nvSpPr>
        <p:spPr/>
        <p:txBody>
          <a:bodyPr>
            <a:normAutofit fontScale="85000" lnSpcReduction="20000"/>
          </a:bodyPr>
          <a:lstStyle/>
          <a:p>
            <a:r>
              <a:rPr lang="en-US"/>
              <a:t>10 million products listed.</a:t>
            </a:r>
          </a:p>
          <a:p>
            <a:r>
              <a:rPr lang="en-US"/>
              <a:t>Each product has 5 high-resolution images, each around 500KB.</a:t>
            </a:r>
          </a:p>
          <a:p>
            <a:r>
              <a:rPr lang="en-US"/>
              <a:t>Each product has a description and metadata that takes up about 10KB.</a:t>
            </a:r>
          </a:p>
          <a:p>
            <a:r>
              <a:rPr lang="en-US"/>
              <a:t>Daily page views per product: 100.</a:t>
            </a:r>
          </a:p>
          <a:p>
            <a:r>
              <a:rPr lang="en-US"/>
              <a:t>Each page view is approximately 1MB (including images and content).</a:t>
            </a:r>
          </a:p>
          <a:p>
            <a:r>
              <a:rPr lang="en-US"/>
              <a:t>10 million daily active users.</a:t>
            </a:r>
          </a:p>
          <a:p>
            <a:r>
              <a:rPr lang="en-US"/>
              <a:t>On average, each user views 10 product pages per day.</a:t>
            </a:r>
          </a:p>
          <a:p>
            <a:r>
              <a:rPr lang="en-US"/>
              <a:t>Each user makes 2 searches per day, each search requiring about 5KB.</a:t>
            </a:r>
          </a:p>
          <a:p>
            <a:r>
              <a:rPr lang="en-US"/>
              <a:t>Each user has a 100KB user profile size.</a:t>
            </a:r>
          </a:p>
          <a:p>
            <a:r>
              <a:rPr lang="en-US"/>
              <a:t>1 million new items are added to the catalog per month.</a:t>
            </a:r>
          </a:p>
          <a:p>
            <a:r>
              <a:rPr lang="en-US"/>
              <a:t>5 million orders are processed each day, with each order record occupying about 1KB.</a:t>
            </a:r>
          </a:p>
        </p:txBody>
      </p:sp>
      <p:sp>
        <p:nvSpPr>
          <p:cNvPr id="3" name="Content Placeholder 2">
            <a:extLst>
              <a:ext uri="{FF2B5EF4-FFF2-40B4-BE49-F238E27FC236}">
                <a16:creationId xmlns:a16="http://schemas.microsoft.com/office/drawing/2014/main" id="{FF0AC990-F640-FE63-19E3-266AFED29CFC}"/>
              </a:ext>
            </a:extLst>
          </p:cNvPr>
          <p:cNvSpPr>
            <a:spLocks noGrp="1"/>
          </p:cNvSpPr>
          <p:nvPr>
            <p:ph sz="half" idx="10"/>
          </p:nvPr>
        </p:nvSpPr>
        <p:spPr/>
        <p:txBody>
          <a:bodyPr/>
          <a:lstStyle/>
          <a:p>
            <a:r>
              <a:rPr lang="en-US"/>
              <a:t>Capacity Estimation: Assumption</a:t>
            </a:r>
          </a:p>
        </p:txBody>
      </p:sp>
    </p:spTree>
    <p:extLst>
      <p:ext uri="{BB962C8B-B14F-4D97-AF65-F5344CB8AC3E}">
        <p14:creationId xmlns:p14="http://schemas.microsoft.com/office/powerpoint/2010/main" val="30482917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33C84F-855F-CBB3-1F5C-DEFD25D18D55}"/>
              </a:ext>
            </a:extLst>
          </p:cNvPr>
          <p:cNvSpPr>
            <a:spLocks noGrp="1"/>
          </p:cNvSpPr>
          <p:nvPr>
            <p:ph sz="half" idx="1"/>
          </p:nvPr>
        </p:nvSpPr>
        <p:spPr/>
        <p:txBody>
          <a:bodyPr>
            <a:normAutofit fontScale="77500" lnSpcReduction="20000"/>
          </a:bodyPr>
          <a:lstStyle/>
          <a:p>
            <a:pPr marL="0" indent="0">
              <a:buNone/>
            </a:pPr>
            <a:r>
              <a:rPr lang="en-US" b="1"/>
              <a:t>Storage for Products:</a:t>
            </a:r>
          </a:p>
          <a:p>
            <a:r>
              <a:rPr lang="en-US"/>
              <a:t>Image Storage: 10 million products * 5 images/product * 500KB/image = 25TB</a:t>
            </a:r>
          </a:p>
          <a:p>
            <a:r>
              <a:rPr lang="en-US"/>
              <a:t>Product Metadata: 10 million products * 10KB = 100GB</a:t>
            </a:r>
          </a:p>
          <a:p>
            <a:pPr marL="0" indent="0">
              <a:buNone/>
            </a:pPr>
            <a:r>
              <a:rPr lang="en-US" b="1"/>
              <a:t>Daily User Traffic:</a:t>
            </a:r>
          </a:p>
          <a:p>
            <a:r>
              <a:rPr lang="en-US"/>
              <a:t>Page Views: 10 million users * 10 page views/user/day * 1MB/page view = 100TB/day</a:t>
            </a:r>
          </a:p>
          <a:p>
            <a:r>
              <a:rPr lang="en-US"/>
              <a:t>Searches: 10 million users * 2 searches/user/day * 5KB/search = 100GB/day</a:t>
            </a:r>
          </a:p>
          <a:p>
            <a:pPr marL="0" indent="0">
              <a:buNone/>
            </a:pPr>
            <a:r>
              <a:rPr lang="en-US" b="1"/>
              <a:t>User Profile Storage:</a:t>
            </a:r>
          </a:p>
          <a:p>
            <a:r>
              <a:rPr lang="en-US"/>
              <a:t>User Profiles: 10 million users * 100KB/user = 1TB</a:t>
            </a:r>
          </a:p>
          <a:p>
            <a:pPr marL="0" indent="0">
              <a:buNone/>
            </a:pPr>
            <a:r>
              <a:rPr lang="en-US" b="1"/>
              <a:t>Monthly Growth of New Products:</a:t>
            </a:r>
          </a:p>
          <a:p>
            <a:r>
              <a:rPr lang="en-US"/>
              <a:t>New Product Images: 1 million products/month * 5 images/product * 500KB/image = 2.5TB/month</a:t>
            </a:r>
          </a:p>
          <a:p>
            <a:r>
              <a:rPr lang="en-US"/>
              <a:t>New Product Metadata: 1 million products/month * 10KB = 10GB/month</a:t>
            </a:r>
          </a:p>
        </p:txBody>
      </p:sp>
      <p:sp>
        <p:nvSpPr>
          <p:cNvPr id="3" name="Content Placeholder 2">
            <a:extLst>
              <a:ext uri="{FF2B5EF4-FFF2-40B4-BE49-F238E27FC236}">
                <a16:creationId xmlns:a16="http://schemas.microsoft.com/office/drawing/2014/main" id="{AB595E02-276C-7047-1909-616E4EBAA09F}"/>
              </a:ext>
            </a:extLst>
          </p:cNvPr>
          <p:cNvSpPr>
            <a:spLocks noGrp="1"/>
          </p:cNvSpPr>
          <p:nvPr>
            <p:ph sz="half" idx="10"/>
          </p:nvPr>
        </p:nvSpPr>
        <p:spPr/>
        <p:txBody>
          <a:bodyPr/>
          <a:lstStyle/>
          <a:p>
            <a:r>
              <a:rPr lang="en-US"/>
              <a:t>Capacity Estimation: Calculation</a:t>
            </a:r>
          </a:p>
        </p:txBody>
      </p:sp>
    </p:spTree>
    <p:extLst>
      <p:ext uri="{BB962C8B-B14F-4D97-AF65-F5344CB8AC3E}">
        <p14:creationId xmlns:p14="http://schemas.microsoft.com/office/powerpoint/2010/main" val="8512141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EC4068-625A-29CC-7083-06A7A4769ADE}"/>
              </a:ext>
            </a:extLst>
          </p:cNvPr>
          <p:cNvSpPr>
            <a:spLocks noGrp="1"/>
          </p:cNvSpPr>
          <p:nvPr>
            <p:ph sz="half" idx="1"/>
          </p:nvPr>
        </p:nvSpPr>
        <p:spPr/>
        <p:txBody>
          <a:bodyPr>
            <a:normAutofit/>
          </a:bodyPr>
          <a:lstStyle/>
          <a:p>
            <a:pPr marL="0" indent="0">
              <a:buNone/>
            </a:pPr>
            <a:r>
              <a:rPr lang="en-US" sz="2400" b="1"/>
              <a:t>Order Processing:</a:t>
            </a:r>
          </a:p>
          <a:p>
            <a:r>
              <a:rPr lang="en-US" sz="2400"/>
              <a:t>Orders: 5 million orders/day * 1KB/order = 5GB/day</a:t>
            </a:r>
          </a:p>
          <a:p>
            <a:pPr marL="0" indent="0">
              <a:buNone/>
            </a:pPr>
            <a:r>
              <a:rPr lang="en-US" sz="2400" b="1"/>
              <a:t>Redundancy and Replication:</a:t>
            </a:r>
          </a:p>
          <a:p>
            <a:r>
              <a:rPr lang="en-US" sz="2400"/>
              <a:t>Data is typically replicated across multiple systems for high availability and disaster recovery. </a:t>
            </a:r>
          </a:p>
          <a:p>
            <a:r>
              <a:rPr lang="en-US" sz="2400"/>
              <a:t>Assuming a replication factor of 3, we triple the storage numbers.</a:t>
            </a:r>
          </a:p>
          <a:p>
            <a:pPr marL="0" indent="0">
              <a:buNone/>
            </a:pPr>
            <a:r>
              <a:rPr lang="en-US" sz="2400" b="1"/>
              <a:t>Bandwidth:</a:t>
            </a:r>
          </a:p>
          <a:p>
            <a:r>
              <a:rPr lang="en-US" sz="2400"/>
              <a:t>For the images in product page views (assuming cached by CDN and not all coming from origin servers): 25TB * 3 (replication) * 100 views/product/day = 7.5PB/day.</a:t>
            </a:r>
          </a:p>
        </p:txBody>
      </p:sp>
      <p:sp>
        <p:nvSpPr>
          <p:cNvPr id="3" name="Content Placeholder 2">
            <a:extLst>
              <a:ext uri="{FF2B5EF4-FFF2-40B4-BE49-F238E27FC236}">
                <a16:creationId xmlns:a16="http://schemas.microsoft.com/office/drawing/2014/main" id="{A297542F-0BF9-B53E-DD6D-D31AA1075DFF}"/>
              </a:ext>
            </a:extLst>
          </p:cNvPr>
          <p:cNvSpPr>
            <a:spLocks noGrp="1"/>
          </p:cNvSpPr>
          <p:nvPr>
            <p:ph sz="half" idx="10"/>
          </p:nvPr>
        </p:nvSpPr>
        <p:spPr/>
        <p:txBody>
          <a:bodyPr/>
          <a:lstStyle/>
          <a:p>
            <a:r>
              <a:rPr lang="en-US"/>
              <a:t>Capacity Estimation: Calculation</a:t>
            </a:r>
          </a:p>
        </p:txBody>
      </p:sp>
    </p:spTree>
    <p:extLst>
      <p:ext uri="{BB962C8B-B14F-4D97-AF65-F5344CB8AC3E}">
        <p14:creationId xmlns:p14="http://schemas.microsoft.com/office/powerpoint/2010/main" val="12579183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D511ED-AB78-E1AF-86DC-BE10A9C69CF3}"/>
              </a:ext>
            </a:extLst>
          </p:cNvPr>
          <p:cNvSpPr>
            <a:spLocks noGrp="1"/>
          </p:cNvSpPr>
          <p:nvPr>
            <p:ph sz="half" idx="1"/>
          </p:nvPr>
        </p:nvSpPr>
        <p:spPr/>
        <p:txBody>
          <a:bodyPr>
            <a:normAutofit/>
          </a:bodyPr>
          <a:lstStyle/>
          <a:p>
            <a:pPr algn="just"/>
            <a:r>
              <a:rPr lang="en-US" sz="2400"/>
              <a:t>Initial Storage Requirement: ~26.1TB for product images and metadata, 1TB for user profiles.</a:t>
            </a:r>
          </a:p>
          <a:p>
            <a:pPr algn="just"/>
            <a:r>
              <a:rPr lang="en-US" sz="2400"/>
              <a:t>Monthly Growth: ~2.51TB for new products, not including replication.</a:t>
            </a:r>
          </a:p>
          <a:p>
            <a:pPr algn="just"/>
            <a:r>
              <a:rPr lang="en-US" sz="2400"/>
              <a:t>Total Storage with Replication: At least 78.3TB initially, growing monthly.</a:t>
            </a:r>
          </a:p>
          <a:p>
            <a:pPr algn="just"/>
            <a:r>
              <a:rPr lang="en-US" sz="2400"/>
              <a:t>Daily Bandwidth: A significant portion of the 7.5PB/day would be handled by the CDN, but the origin bandwidth is still substantial and needs to be estimated based on cache hit/miss ratios.</a:t>
            </a:r>
          </a:p>
          <a:p>
            <a:pPr algn="just"/>
            <a:r>
              <a:rPr lang="en-US" sz="2400"/>
              <a:t>Compute Resources: Need to be assessed based on the actual computational demand for user queries, order processing, and other services.</a:t>
            </a:r>
          </a:p>
        </p:txBody>
      </p:sp>
      <p:sp>
        <p:nvSpPr>
          <p:cNvPr id="3" name="Content Placeholder 2">
            <a:extLst>
              <a:ext uri="{FF2B5EF4-FFF2-40B4-BE49-F238E27FC236}">
                <a16:creationId xmlns:a16="http://schemas.microsoft.com/office/drawing/2014/main" id="{4AE1A968-7235-57E8-3D89-FD45DEF20DF6}"/>
              </a:ext>
            </a:extLst>
          </p:cNvPr>
          <p:cNvSpPr>
            <a:spLocks noGrp="1"/>
          </p:cNvSpPr>
          <p:nvPr>
            <p:ph sz="half" idx="10"/>
          </p:nvPr>
        </p:nvSpPr>
        <p:spPr/>
        <p:txBody>
          <a:bodyPr/>
          <a:lstStyle/>
          <a:p>
            <a:r>
              <a:rPr lang="en-US"/>
              <a:t>Capacity Estimation: Summary</a:t>
            </a:r>
          </a:p>
        </p:txBody>
      </p:sp>
    </p:spTree>
    <p:extLst>
      <p:ext uri="{BB962C8B-B14F-4D97-AF65-F5344CB8AC3E}">
        <p14:creationId xmlns:p14="http://schemas.microsoft.com/office/powerpoint/2010/main" val="38096352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96A802-7632-0297-1374-B383E988C43F}"/>
              </a:ext>
            </a:extLst>
          </p:cNvPr>
          <p:cNvSpPr>
            <a:spLocks noGrp="1"/>
          </p:cNvSpPr>
          <p:nvPr>
            <p:ph sz="half" idx="1"/>
          </p:nvPr>
        </p:nvSpPr>
        <p:spPr/>
        <p:txBody>
          <a:bodyPr>
            <a:normAutofit fontScale="62500" lnSpcReduction="20000"/>
          </a:bodyPr>
          <a:lstStyle/>
          <a:p>
            <a:r>
              <a:rPr lang="en-US" b="1" err="1"/>
              <a:t>Wishlists</a:t>
            </a:r>
            <a:r>
              <a:rPr lang="en-US" b="1"/>
              <a:t>:</a:t>
            </a:r>
            <a:r>
              <a:rPr lang="en-US"/>
              <a:t> </a:t>
            </a:r>
            <a:r>
              <a:rPr lang="en-US" err="1"/>
              <a:t>wishlist_id</a:t>
            </a:r>
            <a:r>
              <a:rPr lang="en-US"/>
              <a:t>, </a:t>
            </a:r>
            <a:r>
              <a:rPr lang="en-US" err="1"/>
              <a:t>user_id</a:t>
            </a:r>
            <a:r>
              <a:rPr lang="en-US"/>
              <a:t>, </a:t>
            </a:r>
            <a:r>
              <a:rPr lang="en-US" err="1"/>
              <a:t>item_ids</a:t>
            </a:r>
            <a:r>
              <a:rPr lang="en-US"/>
              <a:t>, </a:t>
            </a:r>
            <a:r>
              <a:rPr lang="en-US" err="1"/>
              <a:t>created_at</a:t>
            </a:r>
            <a:r>
              <a:rPr lang="en-US"/>
              <a:t>, </a:t>
            </a:r>
            <a:r>
              <a:rPr lang="en-US" err="1"/>
              <a:t>updated_at</a:t>
            </a:r>
            <a:r>
              <a:rPr lang="en-US"/>
              <a:t>.</a:t>
            </a:r>
          </a:p>
          <a:p>
            <a:r>
              <a:rPr lang="en-US" b="1"/>
              <a:t>Carts:</a:t>
            </a:r>
            <a:r>
              <a:rPr lang="en-US"/>
              <a:t> </a:t>
            </a:r>
            <a:r>
              <a:rPr lang="en-US" err="1"/>
              <a:t>cart_id</a:t>
            </a:r>
            <a:r>
              <a:rPr lang="en-US"/>
              <a:t>, </a:t>
            </a:r>
            <a:r>
              <a:rPr lang="en-US" err="1"/>
              <a:t>user_id</a:t>
            </a:r>
            <a:r>
              <a:rPr lang="en-US"/>
              <a:t>, </a:t>
            </a:r>
            <a:r>
              <a:rPr lang="en-US" err="1"/>
              <a:t>item_ids</a:t>
            </a:r>
            <a:r>
              <a:rPr lang="en-US"/>
              <a:t>, quantities, timestamps.</a:t>
            </a:r>
          </a:p>
          <a:p>
            <a:r>
              <a:rPr lang="en-US" b="1"/>
              <a:t>Items:</a:t>
            </a:r>
            <a:r>
              <a:rPr lang="en-US"/>
              <a:t> </a:t>
            </a:r>
            <a:r>
              <a:rPr lang="en-US" err="1"/>
              <a:t>item_id</a:t>
            </a:r>
            <a:r>
              <a:rPr lang="en-US"/>
              <a:t>, name, description, price, </a:t>
            </a:r>
            <a:r>
              <a:rPr lang="en-US" err="1"/>
              <a:t>category_id</a:t>
            </a:r>
            <a:r>
              <a:rPr lang="en-US"/>
              <a:t>, attributes, </a:t>
            </a:r>
            <a:r>
              <a:rPr lang="en-US" err="1"/>
              <a:t>stock_level</a:t>
            </a:r>
            <a:r>
              <a:rPr lang="en-US"/>
              <a:t>, ratings.</a:t>
            </a:r>
          </a:p>
          <a:p>
            <a:r>
              <a:rPr lang="en-US" b="1"/>
              <a:t>Inventory:</a:t>
            </a:r>
            <a:r>
              <a:rPr lang="en-US"/>
              <a:t> </a:t>
            </a:r>
            <a:r>
              <a:rPr lang="en-US" err="1"/>
              <a:t>inventory_id</a:t>
            </a:r>
            <a:r>
              <a:rPr lang="en-US"/>
              <a:t>, </a:t>
            </a:r>
            <a:r>
              <a:rPr lang="en-US" err="1"/>
              <a:t>item_id</a:t>
            </a:r>
            <a:r>
              <a:rPr lang="en-US"/>
              <a:t>, </a:t>
            </a:r>
            <a:r>
              <a:rPr lang="en-US" err="1"/>
              <a:t>warehouse_id</a:t>
            </a:r>
            <a:r>
              <a:rPr lang="en-US"/>
              <a:t>, </a:t>
            </a:r>
            <a:r>
              <a:rPr lang="en-US" err="1"/>
              <a:t>quantity_available</a:t>
            </a:r>
            <a:r>
              <a:rPr lang="en-US"/>
              <a:t>.</a:t>
            </a:r>
          </a:p>
          <a:p>
            <a:r>
              <a:rPr lang="en-US" b="1"/>
              <a:t>Warehouses:</a:t>
            </a:r>
            <a:r>
              <a:rPr lang="en-US"/>
              <a:t> </a:t>
            </a:r>
            <a:r>
              <a:rPr lang="en-US" err="1"/>
              <a:t>warehouse_id</a:t>
            </a:r>
            <a:r>
              <a:rPr lang="en-US"/>
              <a:t>, location, capacity.</a:t>
            </a:r>
          </a:p>
          <a:p>
            <a:r>
              <a:rPr lang="en-US" b="1"/>
              <a:t>Orders:</a:t>
            </a:r>
            <a:r>
              <a:rPr lang="en-US"/>
              <a:t> </a:t>
            </a:r>
            <a:r>
              <a:rPr lang="en-US" err="1"/>
              <a:t>order_id</a:t>
            </a:r>
            <a:r>
              <a:rPr lang="en-US"/>
              <a:t>, </a:t>
            </a:r>
            <a:r>
              <a:rPr lang="en-US" err="1"/>
              <a:t>user_id</a:t>
            </a:r>
            <a:r>
              <a:rPr lang="en-US"/>
              <a:t>, </a:t>
            </a:r>
            <a:r>
              <a:rPr lang="en-US" err="1"/>
              <a:t>item_ids</a:t>
            </a:r>
            <a:r>
              <a:rPr lang="en-US"/>
              <a:t>, quantities, </a:t>
            </a:r>
            <a:r>
              <a:rPr lang="en-US" err="1"/>
              <a:t>order_status</a:t>
            </a:r>
            <a:r>
              <a:rPr lang="en-US"/>
              <a:t>, </a:t>
            </a:r>
            <a:r>
              <a:rPr lang="en-US" err="1"/>
              <a:t>payment_id</a:t>
            </a:r>
            <a:r>
              <a:rPr lang="en-US"/>
              <a:t>, </a:t>
            </a:r>
            <a:r>
              <a:rPr lang="en-US" err="1"/>
              <a:t>shipment_id</a:t>
            </a:r>
            <a:r>
              <a:rPr lang="en-US"/>
              <a:t>, </a:t>
            </a:r>
            <a:r>
              <a:rPr lang="en-US" err="1"/>
              <a:t>order_date</a:t>
            </a:r>
            <a:r>
              <a:rPr lang="en-US"/>
              <a:t>, </a:t>
            </a:r>
            <a:r>
              <a:rPr lang="en-US" err="1"/>
              <a:t>estimated_delivery</a:t>
            </a:r>
            <a:r>
              <a:rPr lang="en-US"/>
              <a:t>.</a:t>
            </a:r>
          </a:p>
          <a:p>
            <a:r>
              <a:rPr lang="en-US" b="1"/>
              <a:t>Payments:</a:t>
            </a:r>
            <a:r>
              <a:rPr lang="en-US"/>
              <a:t> </a:t>
            </a:r>
            <a:r>
              <a:rPr lang="en-US" err="1"/>
              <a:t>payment_id</a:t>
            </a:r>
            <a:r>
              <a:rPr lang="en-US"/>
              <a:t>, </a:t>
            </a:r>
            <a:r>
              <a:rPr lang="en-US" err="1"/>
              <a:t>order_id</a:t>
            </a:r>
            <a:r>
              <a:rPr lang="en-US"/>
              <a:t>, amount, </a:t>
            </a:r>
            <a:r>
              <a:rPr lang="en-US" err="1"/>
              <a:t>payment_method</a:t>
            </a:r>
            <a:r>
              <a:rPr lang="en-US"/>
              <a:t>, </a:t>
            </a:r>
            <a:r>
              <a:rPr lang="en-US" err="1"/>
              <a:t>payment_status</a:t>
            </a:r>
            <a:r>
              <a:rPr lang="en-US"/>
              <a:t>.</a:t>
            </a:r>
          </a:p>
          <a:p>
            <a:r>
              <a:rPr lang="en-US" b="1"/>
              <a:t>Shipments:</a:t>
            </a:r>
            <a:r>
              <a:rPr lang="en-US"/>
              <a:t> </a:t>
            </a:r>
            <a:r>
              <a:rPr lang="en-US" err="1"/>
              <a:t>shipment_id</a:t>
            </a:r>
            <a:r>
              <a:rPr lang="en-US"/>
              <a:t>, </a:t>
            </a:r>
            <a:r>
              <a:rPr lang="en-US" err="1"/>
              <a:t>order_id</a:t>
            </a:r>
            <a:r>
              <a:rPr lang="en-US"/>
              <a:t>, </a:t>
            </a:r>
            <a:r>
              <a:rPr lang="en-US" err="1"/>
              <a:t>warehouse_id</a:t>
            </a:r>
            <a:r>
              <a:rPr lang="en-US"/>
              <a:t>, </a:t>
            </a:r>
            <a:r>
              <a:rPr lang="en-US" err="1"/>
              <a:t>carrier_id</a:t>
            </a:r>
            <a:r>
              <a:rPr lang="en-US"/>
              <a:t>, </a:t>
            </a:r>
            <a:r>
              <a:rPr lang="en-US" err="1"/>
              <a:t>tracking_number</a:t>
            </a:r>
            <a:r>
              <a:rPr lang="en-US"/>
              <a:t>, status.</a:t>
            </a:r>
          </a:p>
          <a:p>
            <a:r>
              <a:rPr lang="en-US" b="1"/>
              <a:t>Order History:</a:t>
            </a:r>
            <a:r>
              <a:rPr lang="en-US"/>
              <a:t> </a:t>
            </a:r>
            <a:r>
              <a:rPr lang="en-US" err="1"/>
              <a:t>order_id</a:t>
            </a:r>
            <a:r>
              <a:rPr lang="en-US"/>
              <a:t>, </a:t>
            </a:r>
            <a:r>
              <a:rPr lang="en-US" err="1"/>
              <a:t>user_id</a:t>
            </a:r>
            <a:r>
              <a:rPr lang="en-US"/>
              <a:t>, </a:t>
            </a:r>
            <a:r>
              <a:rPr lang="en-US" err="1"/>
              <a:t>order_details</a:t>
            </a:r>
            <a:r>
              <a:rPr lang="en-US"/>
              <a:t>, </a:t>
            </a:r>
            <a:r>
              <a:rPr lang="en-US" err="1"/>
              <a:t>order_date</a:t>
            </a:r>
            <a:r>
              <a:rPr lang="en-US"/>
              <a:t>, </a:t>
            </a:r>
            <a:r>
              <a:rPr lang="en-US" err="1"/>
              <a:t>fulfillment_status</a:t>
            </a:r>
            <a:r>
              <a:rPr lang="en-US"/>
              <a:t>.</a:t>
            </a:r>
          </a:p>
          <a:p>
            <a:r>
              <a:rPr lang="en-US" b="1"/>
              <a:t>Users:</a:t>
            </a:r>
            <a:r>
              <a:rPr lang="en-US"/>
              <a:t> </a:t>
            </a:r>
            <a:r>
              <a:rPr lang="en-US" err="1"/>
              <a:t>user_id</a:t>
            </a:r>
            <a:r>
              <a:rPr lang="en-US"/>
              <a:t>, name, email, </a:t>
            </a:r>
            <a:r>
              <a:rPr lang="en-US" err="1"/>
              <a:t>password_hash</a:t>
            </a:r>
            <a:r>
              <a:rPr lang="en-US"/>
              <a:t>, </a:t>
            </a:r>
            <a:r>
              <a:rPr lang="en-US" err="1"/>
              <a:t>address_id</a:t>
            </a:r>
            <a:r>
              <a:rPr lang="en-US"/>
              <a:t>, </a:t>
            </a:r>
            <a:r>
              <a:rPr lang="en-US" err="1"/>
              <a:t>phone_number</a:t>
            </a:r>
            <a:r>
              <a:rPr lang="en-US"/>
              <a:t>, preferences, </a:t>
            </a:r>
            <a:r>
              <a:rPr lang="en-US" err="1"/>
              <a:t>account_status</a:t>
            </a:r>
            <a:r>
              <a:rPr lang="en-US"/>
              <a:t>.</a:t>
            </a:r>
          </a:p>
          <a:p>
            <a:r>
              <a:rPr lang="en-US" b="1"/>
              <a:t>Addresses:</a:t>
            </a:r>
            <a:r>
              <a:rPr lang="en-US"/>
              <a:t> </a:t>
            </a:r>
            <a:r>
              <a:rPr lang="en-US" err="1"/>
              <a:t>address_id</a:t>
            </a:r>
            <a:r>
              <a:rPr lang="en-US"/>
              <a:t>, </a:t>
            </a:r>
            <a:r>
              <a:rPr lang="en-US" err="1"/>
              <a:t>user_id</a:t>
            </a:r>
            <a:r>
              <a:rPr lang="en-US"/>
              <a:t>, </a:t>
            </a:r>
            <a:r>
              <a:rPr lang="en-US" err="1"/>
              <a:t>address_line</a:t>
            </a:r>
            <a:r>
              <a:rPr lang="en-US"/>
              <a:t>, city, state, </a:t>
            </a:r>
            <a:r>
              <a:rPr lang="en-US" err="1"/>
              <a:t>zip_code</a:t>
            </a:r>
            <a:r>
              <a:rPr lang="en-US"/>
              <a:t>, country.</a:t>
            </a:r>
          </a:p>
          <a:p>
            <a:r>
              <a:rPr lang="en-US" b="1"/>
              <a:t>Pricing:</a:t>
            </a:r>
            <a:r>
              <a:rPr lang="en-US"/>
              <a:t> </a:t>
            </a:r>
            <a:r>
              <a:rPr lang="en-US" err="1"/>
              <a:t>item_id</a:t>
            </a:r>
            <a:r>
              <a:rPr lang="en-US"/>
              <a:t>, </a:t>
            </a:r>
            <a:r>
              <a:rPr lang="en-US" err="1"/>
              <a:t>base_price</a:t>
            </a:r>
            <a:r>
              <a:rPr lang="en-US"/>
              <a:t>, discounts, </a:t>
            </a:r>
            <a:r>
              <a:rPr lang="en-US" err="1"/>
              <a:t>seasonal_adjustments</a:t>
            </a:r>
            <a:r>
              <a:rPr lang="en-US"/>
              <a:t>.</a:t>
            </a:r>
          </a:p>
        </p:txBody>
      </p:sp>
      <p:sp>
        <p:nvSpPr>
          <p:cNvPr id="3" name="Content Placeholder 2">
            <a:extLst>
              <a:ext uri="{FF2B5EF4-FFF2-40B4-BE49-F238E27FC236}">
                <a16:creationId xmlns:a16="http://schemas.microsoft.com/office/drawing/2014/main" id="{61160E6A-9A1C-C4A3-A16E-015242356874}"/>
              </a:ext>
            </a:extLst>
          </p:cNvPr>
          <p:cNvSpPr>
            <a:spLocks noGrp="1"/>
          </p:cNvSpPr>
          <p:nvPr>
            <p:ph sz="half" idx="10"/>
          </p:nvPr>
        </p:nvSpPr>
        <p:spPr/>
        <p:txBody>
          <a:bodyPr/>
          <a:lstStyle/>
          <a:p>
            <a:r>
              <a:rPr lang="en-IN"/>
              <a:t>Database Design</a:t>
            </a:r>
            <a:endParaRPr lang="en-US"/>
          </a:p>
        </p:txBody>
      </p:sp>
    </p:spTree>
    <p:extLst>
      <p:ext uri="{BB962C8B-B14F-4D97-AF65-F5344CB8AC3E}">
        <p14:creationId xmlns:p14="http://schemas.microsoft.com/office/powerpoint/2010/main" val="13136420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7F4B5F-4A4F-405C-36C0-BD3FF5848743}"/>
              </a:ext>
            </a:extLst>
          </p:cNvPr>
          <p:cNvSpPr>
            <a:spLocks noGrp="1"/>
          </p:cNvSpPr>
          <p:nvPr>
            <p:ph type="title"/>
          </p:nvPr>
        </p:nvSpPr>
        <p:spPr>
          <a:xfrm>
            <a:off x="302520" y="2357938"/>
            <a:ext cx="1907827" cy="1071062"/>
          </a:xfrm>
          <a:prstGeom prst="rect">
            <a:avLst/>
          </a:prstGeom>
        </p:spPr>
        <p:txBody>
          <a:bodyPr/>
          <a:lstStyle/>
          <a:p>
            <a:r>
              <a:rPr lang="en-IN" dirty="0"/>
              <a:t>Database Design</a:t>
            </a:r>
            <a:endParaRPr lang="en-US" dirty="0"/>
          </a:p>
        </p:txBody>
      </p:sp>
      <p:pic>
        <p:nvPicPr>
          <p:cNvPr id="3" name="Picture 2" descr="A group of white boxes with black text&#10;&#10;Description automatically generated">
            <a:extLst>
              <a:ext uri="{FF2B5EF4-FFF2-40B4-BE49-F238E27FC236}">
                <a16:creationId xmlns:a16="http://schemas.microsoft.com/office/drawing/2014/main" id="{64C7B05E-E4A8-BFEF-CBCC-1BB9179ACD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1560" y="226646"/>
            <a:ext cx="7020403" cy="6072554"/>
          </a:xfrm>
          <a:prstGeom prst="rect">
            <a:avLst/>
          </a:prstGeom>
        </p:spPr>
      </p:pic>
    </p:spTree>
    <p:extLst>
      <p:ext uri="{BB962C8B-B14F-4D97-AF65-F5344CB8AC3E}">
        <p14:creationId xmlns:p14="http://schemas.microsoft.com/office/powerpoint/2010/main" val="4325257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7F4B5F-4A4F-405C-36C0-BD3FF5848743}"/>
              </a:ext>
            </a:extLst>
          </p:cNvPr>
          <p:cNvSpPr>
            <a:spLocks noGrp="1"/>
          </p:cNvSpPr>
          <p:nvPr>
            <p:ph type="title"/>
          </p:nvPr>
        </p:nvSpPr>
        <p:spPr>
          <a:prstGeom prst="rect">
            <a:avLst/>
          </a:prstGeom>
        </p:spPr>
        <p:txBody>
          <a:bodyPr/>
          <a:lstStyle/>
          <a:p>
            <a:r>
              <a:rPr lang="en-IN" sz="4000" dirty="0"/>
              <a:t>System</a:t>
            </a:r>
            <a:br>
              <a:rPr lang="en-IN" sz="4000" dirty="0">
                <a:cs typeface="Calibri Light"/>
              </a:rPr>
            </a:br>
            <a:r>
              <a:rPr lang="en-IN" sz="4000" dirty="0"/>
              <a:t>Design</a:t>
            </a:r>
            <a:endParaRPr lang="en-US" sz="4000" dirty="0"/>
          </a:p>
        </p:txBody>
      </p:sp>
      <p:pic>
        <p:nvPicPr>
          <p:cNvPr id="4" name="Picture 3">
            <a:extLst>
              <a:ext uri="{FF2B5EF4-FFF2-40B4-BE49-F238E27FC236}">
                <a16:creationId xmlns:a16="http://schemas.microsoft.com/office/drawing/2014/main" id="{BB5682C9-75DC-0FE4-3A3A-296428719EED}"/>
              </a:ext>
            </a:extLst>
          </p:cNvPr>
          <p:cNvPicPr>
            <a:picLocks noChangeAspect="1"/>
          </p:cNvPicPr>
          <p:nvPr/>
        </p:nvPicPr>
        <p:blipFill>
          <a:blip r:embed="rId3"/>
          <a:stretch>
            <a:fillRect/>
          </a:stretch>
        </p:blipFill>
        <p:spPr>
          <a:xfrm>
            <a:off x="2557693" y="778126"/>
            <a:ext cx="9553220" cy="5358189"/>
          </a:xfrm>
          <a:prstGeom prst="rect">
            <a:avLst/>
          </a:prstGeom>
        </p:spPr>
      </p:pic>
    </p:spTree>
    <p:extLst>
      <p:ext uri="{BB962C8B-B14F-4D97-AF65-F5344CB8AC3E}">
        <p14:creationId xmlns:p14="http://schemas.microsoft.com/office/powerpoint/2010/main" val="18005781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989859-8646-C127-F013-9BB0506B9140}"/>
              </a:ext>
            </a:extLst>
          </p:cNvPr>
          <p:cNvSpPr>
            <a:spLocks noGrp="1"/>
          </p:cNvSpPr>
          <p:nvPr>
            <p:ph type="title"/>
          </p:nvPr>
        </p:nvSpPr>
        <p:spPr/>
        <p:txBody>
          <a:bodyPr/>
          <a:lstStyle/>
          <a:p>
            <a:r>
              <a:rPr lang="en-US" sz="4000" dirty="0"/>
              <a:t>OLA Like Taxi </a:t>
            </a:r>
            <a:r>
              <a:rPr lang="en-US" sz="4000"/>
              <a:t>System Design</a:t>
            </a:r>
            <a:endParaRPr lang="en-US" dirty="0"/>
          </a:p>
        </p:txBody>
      </p:sp>
    </p:spTree>
    <p:extLst>
      <p:ext uri="{BB962C8B-B14F-4D97-AF65-F5344CB8AC3E}">
        <p14:creationId xmlns:p14="http://schemas.microsoft.com/office/powerpoint/2010/main" val="36365634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16A47B-7B0C-7298-5C4D-B33E3B0059AD}"/>
              </a:ext>
            </a:extLst>
          </p:cNvPr>
          <p:cNvSpPr>
            <a:spLocks noGrp="1"/>
          </p:cNvSpPr>
          <p:nvPr>
            <p:ph sz="half" idx="1"/>
          </p:nvPr>
        </p:nvSpPr>
        <p:spPr/>
        <p:txBody>
          <a:bodyPr>
            <a:normAutofit/>
          </a:bodyPr>
          <a:lstStyle/>
          <a:p>
            <a:pPr algn="just"/>
            <a:r>
              <a:rPr lang="en-US" sz="2400" b="1"/>
              <a:t>Problem Statement: </a:t>
            </a:r>
            <a:r>
              <a:rPr lang="en-US" sz="2400"/>
              <a:t>Design a robust and scalable taxi platform like to OLA that provides on-demand taxi services through web and mobile applications. The platform must offer features such as real-time GPS tracking of rides, personalized ride suggestions, multiple user account management, and the ability to browse various types of vehicles ranging from economical to luxury. The system should be capable of handling a high volume of concurrent ride requests and driver interactions while ensuring a seamless booking experience without delays or disruptions during ride matching, in-ride navigation, and payment processing.</a:t>
            </a:r>
          </a:p>
          <a:p>
            <a:pPr algn="just"/>
            <a:r>
              <a:rPr lang="en-US" sz="2400" b="1"/>
              <a:t>Out of Scope: </a:t>
            </a:r>
            <a:r>
              <a:rPr lang="en-US" sz="2400"/>
              <a:t>The platform will not include ride-sharing with strangers, transactions with cryptocurrencies, or an integrated social media platform for driver and rider interactions beyond the scope of ride services.</a:t>
            </a:r>
          </a:p>
        </p:txBody>
      </p:sp>
      <p:sp>
        <p:nvSpPr>
          <p:cNvPr id="3" name="Content Placeholder 2">
            <a:extLst>
              <a:ext uri="{FF2B5EF4-FFF2-40B4-BE49-F238E27FC236}">
                <a16:creationId xmlns:a16="http://schemas.microsoft.com/office/drawing/2014/main" id="{103ED9E4-AD20-490C-DC04-7FCCA5ADA557}"/>
              </a:ext>
            </a:extLst>
          </p:cNvPr>
          <p:cNvSpPr>
            <a:spLocks noGrp="1"/>
          </p:cNvSpPr>
          <p:nvPr>
            <p:ph sz="half" idx="10"/>
          </p:nvPr>
        </p:nvSpPr>
        <p:spPr/>
        <p:txBody>
          <a:bodyPr>
            <a:normAutofit fontScale="92500" lnSpcReduction="10000"/>
          </a:bodyPr>
          <a:lstStyle/>
          <a:p>
            <a:r>
              <a:rPr lang="en-IN" dirty="0"/>
              <a:t>#7. </a:t>
            </a:r>
            <a:r>
              <a:rPr lang="en-US" sz="3600" dirty="0"/>
              <a:t>Design An OLA Like Taxi System</a:t>
            </a:r>
          </a:p>
        </p:txBody>
      </p:sp>
    </p:spTree>
    <p:extLst>
      <p:ext uri="{BB962C8B-B14F-4D97-AF65-F5344CB8AC3E}">
        <p14:creationId xmlns:p14="http://schemas.microsoft.com/office/powerpoint/2010/main" val="30962865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591A50-22DE-B1BE-E094-B3FDC0525090}"/>
              </a:ext>
            </a:extLst>
          </p:cNvPr>
          <p:cNvSpPr>
            <a:spLocks noGrp="1"/>
          </p:cNvSpPr>
          <p:nvPr>
            <p:ph sz="half" idx="1"/>
          </p:nvPr>
        </p:nvSpPr>
        <p:spPr/>
        <p:txBody>
          <a:bodyPr>
            <a:normAutofit fontScale="92500" lnSpcReduction="10000"/>
          </a:bodyPr>
          <a:lstStyle/>
          <a:p>
            <a:pPr algn="just"/>
            <a:r>
              <a:rPr lang="en-US" b="1"/>
              <a:t>Functional Requirements:</a:t>
            </a:r>
          </a:p>
          <a:p>
            <a:pPr lvl="1" algn="just"/>
            <a:r>
              <a:rPr lang="en-US"/>
              <a:t>Search for available rides using filters like location, car type, and fare rates.</a:t>
            </a:r>
          </a:p>
          <a:p>
            <a:pPr lvl="1" algn="just"/>
            <a:r>
              <a:rPr lang="en-US"/>
              <a:t>Display detailed ride information like driver and vehicle details, and estimated arrival time.</a:t>
            </a:r>
          </a:p>
          <a:p>
            <a:pPr lvl="1" algn="just"/>
            <a:r>
              <a:rPr lang="en-US"/>
              <a:t>Manage user profiles and ride history.</a:t>
            </a:r>
          </a:p>
          <a:p>
            <a:pPr lvl="1" algn="just"/>
            <a:r>
              <a:rPr lang="en-US"/>
              <a:t>Process ride transactions and send ride notifications.</a:t>
            </a:r>
          </a:p>
          <a:p>
            <a:pPr algn="just"/>
            <a:r>
              <a:rPr lang="en-US" b="1"/>
              <a:t>Non-functional Requirements:</a:t>
            </a:r>
          </a:p>
          <a:p>
            <a:pPr lvl="1" algn="just"/>
            <a:r>
              <a:rPr lang="en-US"/>
              <a:t>Maintain data accuracy with real-time location tracking and fare calculations.</a:t>
            </a:r>
          </a:p>
          <a:p>
            <a:pPr lvl="1" algn="just"/>
            <a:r>
              <a:rPr lang="en-US"/>
              <a:t>Scalable to support a high volume of concurrent ride requests and driver availability.</a:t>
            </a:r>
          </a:p>
          <a:p>
            <a:pPr lvl="1" algn="just"/>
            <a:r>
              <a:rPr lang="en-US"/>
              <a:t>Secure user data, and payment information, in compliance with privacy standards.</a:t>
            </a:r>
          </a:p>
          <a:p>
            <a:pPr lvl="1" algn="just"/>
            <a:r>
              <a:rPr lang="en-US"/>
              <a:t>Ensure the app works seamlessly across various devices, such as smartphones and tablets.</a:t>
            </a:r>
          </a:p>
          <a:p>
            <a:pPr lvl="1" algn="just"/>
            <a:r>
              <a:rPr lang="en-US"/>
              <a:t>Designed for continuous operation with minimal downtime, even during peak traffic hours.</a:t>
            </a:r>
          </a:p>
        </p:txBody>
      </p:sp>
      <p:sp>
        <p:nvSpPr>
          <p:cNvPr id="3" name="Content Placeholder 2">
            <a:extLst>
              <a:ext uri="{FF2B5EF4-FFF2-40B4-BE49-F238E27FC236}">
                <a16:creationId xmlns:a16="http://schemas.microsoft.com/office/drawing/2014/main" id="{B5F36776-6DE5-80C2-A390-58AD25F56937}"/>
              </a:ext>
            </a:extLst>
          </p:cNvPr>
          <p:cNvSpPr>
            <a:spLocks noGrp="1"/>
          </p:cNvSpPr>
          <p:nvPr>
            <p:ph sz="half" idx="10"/>
          </p:nvPr>
        </p:nvSpPr>
        <p:spPr/>
        <p:txBody>
          <a:bodyPr/>
          <a:lstStyle/>
          <a:p>
            <a:r>
              <a:rPr lang="en-US"/>
              <a:t>System Requirements and Goals</a:t>
            </a:r>
          </a:p>
        </p:txBody>
      </p:sp>
    </p:spTree>
    <p:extLst>
      <p:ext uri="{BB962C8B-B14F-4D97-AF65-F5344CB8AC3E}">
        <p14:creationId xmlns:p14="http://schemas.microsoft.com/office/powerpoint/2010/main" val="26884177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0287C5-B75D-72CA-5550-FD0A37F192E7}"/>
              </a:ext>
            </a:extLst>
          </p:cNvPr>
          <p:cNvSpPr>
            <a:spLocks noGrp="1"/>
          </p:cNvSpPr>
          <p:nvPr>
            <p:ph sz="half" idx="1"/>
          </p:nvPr>
        </p:nvSpPr>
        <p:spPr/>
        <p:txBody>
          <a:bodyPr>
            <a:normAutofit fontScale="92500"/>
          </a:bodyPr>
          <a:lstStyle/>
          <a:p>
            <a:pPr algn="just"/>
            <a:r>
              <a:rPr lang="en-US" sz="2400" b="1" i="0" u="none" strike="noStrike" baseline="0"/>
              <a:t>High Availability and Low Latency</a:t>
            </a:r>
            <a:r>
              <a:rPr lang="en-US" sz="2400" b="0" i="0" u="none" strike="noStrike" baseline="0"/>
              <a:t>: Essential for uninterrupted streaming.</a:t>
            </a:r>
          </a:p>
          <a:p>
            <a:pPr algn="just"/>
            <a:r>
              <a:rPr lang="en-US" sz="2400" b="1" i="0" u="none" strike="noStrike" baseline="0"/>
              <a:t>Scalability</a:t>
            </a:r>
            <a:r>
              <a:rPr lang="en-US" sz="2400" b="0" i="0" u="none" strike="noStrike" baseline="0"/>
              <a:t>: To support numerous users and interactions without performance drops.</a:t>
            </a:r>
          </a:p>
          <a:p>
            <a:pPr algn="just"/>
            <a:r>
              <a:rPr lang="en-US" sz="2400" b="1" i="0" u="none" strike="noStrike" baseline="0"/>
              <a:t>Data Consistency and Integrity</a:t>
            </a:r>
            <a:r>
              <a:rPr lang="en-US" sz="2400" b="0" i="0" u="none" strike="noStrike" baseline="0"/>
              <a:t>: Accurate video metadata and secure user information are crucial.</a:t>
            </a:r>
          </a:p>
          <a:p>
            <a:pPr algn="just"/>
            <a:r>
              <a:rPr lang="en-US" sz="2400" b="1" i="0" u="none" strike="noStrike" baseline="0"/>
              <a:t>Redundancy and Failover</a:t>
            </a:r>
            <a:r>
              <a:rPr lang="en-US" sz="2400" b="0" i="0" u="none" strike="noStrike" baseline="0"/>
              <a:t>: To keep the service running smoothly even when parts fail.</a:t>
            </a:r>
          </a:p>
          <a:p>
            <a:pPr algn="just"/>
            <a:r>
              <a:rPr lang="en-US" sz="2400" b="1" i="0" u="none" strike="noStrike" baseline="0"/>
              <a:t>Security</a:t>
            </a:r>
            <a:r>
              <a:rPr lang="en-US" sz="2400" b="0" i="0" u="none" strike="noStrike" baseline="0"/>
              <a:t>: Use best practices to ensure data protection and privacy for user and driver information.</a:t>
            </a:r>
          </a:p>
          <a:p>
            <a:pPr algn="just"/>
            <a:r>
              <a:rPr lang="en-US" sz="2400" b="1" i="0" u="none" strike="noStrike" baseline="0"/>
              <a:t>Content Delivery Network (CDN)</a:t>
            </a:r>
            <a:r>
              <a:rPr lang="en-US" sz="2400" b="0" i="0" u="none" strike="noStrike" baseline="0"/>
              <a:t>: For fast content delivery close to users.</a:t>
            </a:r>
          </a:p>
          <a:p>
            <a:pPr algn="just"/>
            <a:r>
              <a:rPr lang="en-US" sz="2400" b="1" i="0" u="none" strike="noStrike" baseline="0"/>
              <a:t>Efficient Storage</a:t>
            </a:r>
            <a:r>
              <a:rPr lang="en-US" sz="2400" b="0" i="0" u="none" strike="noStrike" baseline="0"/>
              <a:t>: For managing extensive product catalogs and user data efficiently.</a:t>
            </a:r>
          </a:p>
          <a:p>
            <a:pPr algn="just"/>
            <a:r>
              <a:rPr lang="en-US" sz="2400" b="1" i="0" u="none" strike="noStrike" baseline="0"/>
              <a:t>System Monitoring</a:t>
            </a:r>
            <a:r>
              <a:rPr lang="en-US" sz="2400" b="0" i="0" u="none" strike="noStrike" baseline="0"/>
              <a:t>: For ongoing performance and security checks.</a:t>
            </a:r>
            <a:endParaRPr lang="en-US" sz="3600"/>
          </a:p>
        </p:txBody>
      </p:sp>
      <p:sp>
        <p:nvSpPr>
          <p:cNvPr id="3" name="Content Placeholder 2">
            <a:extLst>
              <a:ext uri="{FF2B5EF4-FFF2-40B4-BE49-F238E27FC236}">
                <a16:creationId xmlns:a16="http://schemas.microsoft.com/office/drawing/2014/main" id="{36752DCD-6BF8-89C8-108A-1F221D3A51EE}"/>
              </a:ext>
            </a:extLst>
          </p:cNvPr>
          <p:cNvSpPr>
            <a:spLocks noGrp="1"/>
          </p:cNvSpPr>
          <p:nvPr>
            <p:ph sz="half" idx="10"/>
          </p:nvPr>
        </p:nvSpPr>
        <p:spPr/>
        <p:txBody>
          <a:bodyPr/>
          <a:lstStyle/>
          <a:p>
            <a:r>
              <a:rPr lang="en-US"/>
              <a:t>System Design Considerations</a:t>
            </a:r>
          </a:p>
        </p:txBody>
      </p:sp>
    </p:spTree>
    <p:extLst>
      <p:ext uri="{BB962C8B-B14F-4D97-AF65-F5344CB8AC3E}">
        <p14:creationId xmlns:p14="http://schemas.microsoft.com/office/powerpoint/2010/main" val="6214909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AEDC74-6050-E049-5CE6-CA7FFBE09AF8}"/>
              </a:ext>
            </a:extLst>
          </p:cNvPr>
          <p:cNvSpPr>
            <a:spLocks noGrp="1"/>
          </p:cNvSpPr>
          <p:nvPr>
            <p:ph sz="half" idx="1"/>
          </p:nvPr>
        </p:nvSpPr>
        <p:spPr/>
        <p:txBody>
          <a:bodyPr>
            <a:normAutofit/>
          </a:bodyPr>
          <a:lstStyle/>
          <a:p>
            <a:pPr algn="just"/>
            <a:r>
              <a:rPr lang="en-US"/>
              <a:t>Considering a user base 500 million, with 2 million active daily users</a:t>
            </a:r>
          </a:p>
          <a:p>
            <a:pPr algn="just"/>
            <a:r>
              <a:rPr lang="en-US"/>
              <a:t>Consider each user on average generate data of size 100 KB. </a:t>
            </a:r>
          </a:p>
          <a:p>
            <a:pPr algn="just"/>
            <a:r>
              <a:rPr lang="en-US"/>
              <a:t>Total space required for 1 day of data</a:t>
            </a:r>
          </a:p>
          <a:p>
            <a:pPr lvl="1" algn="just"/>
            <a:r>
              <a:rPr lang="en-US"/>
              <a:t>2M * 100KB ≅ 190 GB</a:t>
            </a:r>
          </a:p>
          <a:p>
            <a:pPr algn="just"/>
            <a:r>
              <a:rPr lang="en-US"/>
              <a:t>Total space required for 5 years:</a:t>
            </a:r>
          </a:p>
          <a:p>
            <a:pPr lvl="1" algn="just"/>
            <a:r>
              <a:rPr lang="en-US"/>
              <a:t>190 GB * 365 * 5 ≅ 340 TB</a:t>
            </a:r>
          </a:p>
        </p:txBody>
      </p:sp>
      <p:sp>
        <p:nvSpPr>
          <p:cNvPr id="3" name="Content Placeholder 2">
            <a:extLst>
              <a:ext uri="{FF2B5EF4-FFF2-40B4-BE49-F238E27FC236}">
                <a16:creationId xmlns:a16="http://schemas.microsoft.com/office/drawing/2014/main" id="{3DB6DFE7-E4F4-E49B-236D-9BEAC0A5902F}"/>
              </a:ext>
            </a:extLst>
          </p:cNvPr>
          <p:cNvSpPr>
            <a:spLocks noGrp="1"/>
          </p:cNvSpPr>
          <p:nvPr>
            <p:ph sz="half" idx="10"/>
          </p:nvPr>
        </p:nvSpPr>
        <p:spPr/>
        <p:txBody>
          <a:bodyPr/>
          <a:lstStyle/>
          <a:p>
            <a:r>
              <a:rPr lang="en-US"/>
              <a:t>Capacity Estimation</a:t>
            </a:r>
          </a:p>
        </p:txBody>
      </p:sp>
    </p:spTree>
    <p:extLst>
      <p:ext uri="{BB962C8B-B14F-4D97-AF65-F5344CB8AC3E}">
        <p14:creationId xmlns:p14="http://schemas.microsoft.com/office/powerpoint/2010/main" val="15764135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EB2603-A7F9-A480-548F-A3F8FF840A1A}"/>
              </a:ext>
            </a:extLst>
          </p:cNvPr>
          <p:cNvSpPr>
            <a:spLocks noGrp="1"/>
          </p:cNvSpPr>
          <p:nvPr>
            <p:ph sz="half" idx="1"/>
          </p:nvPr>
        </p:nvSpPr>
        <p:spPr/>
        <p:txBody>
          <a:bodyPr>
            <a:normAutofit fontScale="92500" lnSpcReduction="20000"/>
          </a:bodyPr>
          <a:lstStyle/>
          <a:p>
            <a:r>
              <a:rPr lang="en-US"/>
              <a:t>Assume 1 million active drivers and 10 million active users.</a:t>
            </a:r>
          </a:p>
          <a:p>
            <a:r>
              <a:rPr lang="en-US"/>
              <a:t>Each driver completes an average of 10 trips per day.</a:t>
            </a:r>
          </a:p>
          <a:p>
            <a:r>
              <a:rPr lang="en-US"/>
              <a:t>Each trip record is approximately 1KB.</a:t>
            </a:r>
          </a:p>
          <a:p>
            <a:r>
              <a:rPr lang="en-US"/>
              <a:t>Location updates are sent every 30 seconds by each active driver.</a:t>
            </a:r>
          </a:p>
          <a:p>
            <a:r>
              <a:rPr lang="en-US"/>
              <a:t>Each location update is around 50 bytes.</a:t>
            </a:r>
          </a:p>
          <a:p>
            <a:r>
              <a:rPr lang="en-US"/>
              <a:t>User profiles average 1KB in size.</a:t>
            </a:r>
          </a:p>
          <a:p>
            <a:r>
              <a:rPr lang="en-US"/>
              <a:t>Each user searches for 3 trips per day, with each search request being around 1KB.</a:t>
            </a:r>
          </a:p>
          <a:p>
            <a:r>
              <a:rPr lang="en-US"/>
              <a:t>95% of trips result in payment transactions, each transaction record being 500 bytes.</a:t>
            </a:r>
          </a:p>
          <a:p>
            <a:r>
              <a:rPr lang="en-US"/>
              <a:t>Retention policy for trip data is 5 years.</a:t>
            </a:r>
          </a:p>
        </p:txBody>
      </p:sp>
      <p:sp>
        <p:nvSpPr>
          <p:cNvPr id="3" name="Content Placeholder 2">
            <a:extLst>
              <a:ext uri="{FF2B5EF4-FFF2-40B4-BE49-F238E27FC236}">
                <a16:creationId xmlns:a16="http://schemas.microsoft.com/office/drawing/2014/main" id="{23C2737C-B890-2D73-4DEE-1FB167C4B123}"/>
              </a:ext>
            </a:extLst>
          </p:cNvPr>
          <p:cNvSpPr>
            <a:spLocks noGrp="1"/>
          </p:cNvSpPr>
          <p:nvPr>
            <p:ph sz="half" idx="10"/>
          </p:nvPr>
        </p:nvSpPr>
        <p:spPr/>
        <p:txBody>
          <a:bodyPr/>
          <a:lstStyle/>
          <a:p>
            <a:r>
              <a:rPr lang="en-US"/>
              <a:t>Capacity Estimation: Assumption</a:t>
            </a:r>
          </a:p>
        </p:txBody>
      </p:sp>
    </p:spTree>
    <p:extLst>
      <p:ext uri="{BB962C8B-B14F-4D97-AF65-F5344CB8AC3E}">
        <p14:creationId xmlns:p14="http://schemas.microsoft.com/office/powerpoint/2010/main" val="14917596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C9C276-557F-F122-1DAE-C9119D98289B}"/>
              </a:ext>
            </a:extLst>
          </p:cNvPr>
          <p:cNvSpPr>
            <a:spLocks noGrp="1"/>
          </p:cNvSpPr>
          <p:nvPr>
            <p:ph sz="half" idx="1"/>
          </p:nvPr>
        </p:nvSpPr>
        <p:spPr/>
        <p:txBody>
          <a:bodyPr>
            <a:normAutofit fontScale="77500" lnSpcReduction="20000"/>
          </a:bodyPr>
          <a:lstStyle/>
          <a:p>
            <a:pPr marL="0" indent="0">
              <a:buNone/>
            </a:pPr>
            <a:r>
              <a:rPr lang="en-US" b="1"/>
              <a:t>Storage for Trips:</a:t>
            </a:r>
          </a:p>
          <a:p>
            <a:r>
              <a:rPr lang="en-US"/>
              <a:t>Trips per day: 1 million drivers * 10 trips/driver/day = 10 million trips/day.</a:t>
            </a:r>
          </a:p>
          <a:p>
            <a:r>
              <a:rPr lang="en-US"/>
              <a:t>Trip data per day: 10 million trips/day * 1KB/trip = 10GB/day.</a:t>
            </a:r>
          </a:p>
          <a:p>
            <a:r>
              <a:rPr lang="en-US"/>
              <a:t>Annual trip data: 10GB/day * 365 days/year = 3,650GB/year or 3.65TB/year.</a:t>
            </a:r>
          </a:p>
          <a:p>
            <a:r>
              <a:rPr lang="en-US"/>
              <a:t>5-year trip data: 3.65TB/year * 5 years = 18.25TB.</a:t>
            </a:r>
          </a:p>
          <a:p>
            <a:pPr marL="0" indent="0">
              <a:buNone/>
            </a:pPr>
            <a:r>
              <a:rPr lang="en-US" b="1"/>
              <a:t>Storage for Location Updates:</a:t>
            </a:r>
          </a:p>
          <a:p>
            <a:r>
              <a:rPr lang="en-US"/>
              <a:t>Location updates per day: 1 million drivers * (24 hours * 60 minutes * 2 updates/minute) = 2,880 million updates/day.</a:t>
            </a:r>
          </a:p>
          <a:p>
            <a:r>
              <a:rPr lang="en-US"/>
              <a:t>Location data per day: 2,880 million updates/day * 50 bytes/update ≈ 144GB/day.</a:t>
            </a:r>
          </a:p>
          <a:p>
            <a:r>
              <a:rPr lang="en-US"/>
              <a:t>Annual location data: 144GB/day * 365 days/year ≈ 52.56TB/year.</a:t>
            </a:r>
          </a:p>
          <a:p>
            <a:pPr marL="0" indent="0">
              <a:buNone/>
            </a:pPr>
            <a:r>
              <a:rPr lang="en-US" b="1"/>
              <a:t>Storage for User Profiles:</a:t>
            </a:r>
          </a:p>
          <a:p>
            <a:r>
              <a:rPr lang="en-US"/>
              <a:t>Total user profile data: 10 million users * 1KB/user = 10GB.</a:t>
            </a:r>
          </a:p>
        </p:txBody>
      </p:sp>
      <p:sp>
        <p:nvSpPr>
          <p:cNvPr id="3" name="Content Placeholder 2">
            <a:extLst>
              <a:ext uri="{FF2B5EF4-FFF2-40B4-BE49-F238E27FC236}">
                <a16:creationId xmlns:a16="http://schemas.microsoft.com/office/drawing/2014/main" id="{BD81B29C-88FD-53E1-3905-66C2AEA55BD8}"/>
              </a:ext>
            </a:extLst>
          </p:cNvPr>
          <p:cNvSpPr>
            <a:spLocks noGrp="1"/>
          </p:cNvSpPr>
          <p:nvPr>
            <p:ph sz="half" idx="10"/>
          </p:nvPr>
        </p:nvSpPr>
        <p:spPr/>
        <p:txBody>
          <a:bodyPr/>
          <a:lstStyle/>
          <a:p>
            <a:r>
              <a:rPr lang="en-US"/>
              <a:t>Capacity Estimation: Calculation</a:t>
            </a:r>
          </a:p>
        </p:txBody>
      </p:sp>
    </p:spTree>
    <p:extLst>
      <p:ext uri="{BB962C8B-B14F-4D97-AF65-F5344CB8AC3E}">
        <p14:creationId xmlns:p14="http://schemas.microsoft.com/office/powerpoint/2010/main" val="4682791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9CF94F-5775-ED03-EBA1-F838C369DAB1}"/>
              </a:ext>
            </a:extLst>
          </p:cNvPr>
          <p:cNvSpPr>
            <a:spLocks noGrp="1"/>
          </p:cNvSpPr>
          <p:nvPr>
            <p:ph sz="half" idx="1"/>
          </p:nvPr>
        </p:nvSpPr>
        <p:spPr/>
        <p:txBody>
          <a:bodyPr>
            <a:normAutofit fontScale="77500" lnSpcReduction="20000"/>
          </a:bodyPr>
          <a:lstStyle/>
          <a:p>
            <a:pPr marL="0" indent="0">
              <a:buNone/>
            </a:pPr>
            <a:r>
              <a:rPr lang="en-US" b="1"/>
              <a:t>Storage for Payments:</a:t>
            </a:r>
          </a:p>
          <a:p>
            <a:r>
              <a:rPr lang="en-US"/>
              <a:t>Payment transactions per day: 10 million trips/day * 95% = 9.5 million transactions/day.</a:t>
            </a:r>
          </a:p>
          <a:p>
            <a:r>
              <a:rPr lang="en-US"/>
              <a:t>Payment data per day: 9.5 million transactions/day * 500 bytes/transaction ≈ 4.75GB/day.</a:t>
            </a:r>
          </a:p>
          <a:p>
            <a:r>
              <a:rPr lang="en-US"/>
              <a:t>Annual payment data: 4.75GB/day * 365 days/year ≈ 1.73TB/year.</a:t>
            </a:r>
          </a:p>
          <a:p>
            <a:pPr marL="0" indent="0">
              <a:buNone/>
            </a:pPr>
            <a:r>
              <a:rPr lang="en-US" b="1"/>
              <a:t>Storage for Search Requests:</a:t>
            </a:r>
          </a:p>
          <a:p>
            <a:r>
              <a:rPr lang="en-US"/>
              <a:t>Search requests per day: 10 million users * 3 searches/user/day * 1KB/search = 30GB/day.</a:t>
            </a:r>
          </a:p>
          <a:p>
            <a:r>
              <a:rPr lang="en-US"/>
              <a:t>Annual search data: 30GB/day * 365 days/year = 10.95TB/year.</a:t>
            </a:r>
          </a:p>
          <a:p>
            <a:pPr marL="0" indent="0">
              <a:buNone/>
            </a:pPr>
            <a:r>
              <a:rPr lang="en-US" b="1"/>
              <a:t>Redundancy and Replication:</a:t>
            </a:r>
          </a:p>
          <a:p>
            <a:r>
              <a:rPr lang="en-US"/>
              <a:t>Assuming trip data, location updates, payments, and search requests are replicated thrice for high availability, multiply the storage needs by three.</a:t>
            </a:r>
          </a:p>
        </p:txBody>
      </p:sp>
      <p:sp>
        <p:nvSpPr>
          <p:cNvPr id="3" name="Content Placeholder 2">
            <a:extLst>
              <a:ext uri="{FF2B5EF4-FFF2-40B4-BE49-F238E27FC236}">
                <a16:creationId xmlns:a16="http://schemas.microsoft.com/office/drawing/2014/main" id="{B6626CDB-A294-0274-1505-28E3B1C68DE2}"/>
              </a:ext>
            </a:extLst>
          </p:cNvPr>
          <p:cNvSpPr>
            <a:spLocks noGrp="1"/>
          </p:cNvSpPr>
          <p:nvPr>
            <p:ph sz="half" idx="10"/>
          </p:nvPr>
        </p:nvSpPr>
        <p:spPr/>
        <p:txBody>
          <a:bodyPr/>
          <a:lstStyle/>
          <a:p>
            <a:r>
              <a:rPr lang="en-US"/>
              <a:t>Capacity Estimation: Calculation</a:t>
            </a:r>
          </a:p>
        </p:txBody>
      </p:sp>
    </p:spTree>
    <p:extLst>
      <p:ext uri="{BB962C8B-B14F-4D97-AF65-F5344CB8AC3E}">
        <p14:creationId xmlns:p14="http://schemas.microsoft.com/office/powerpoint/2010/main" val="7423153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56ACF4-31C7-6F1E-5B13-2A178D2B57C1}"/>
              </a:ext>
            </a:extLst>
          </p:cNvPr>
          <p:cNvSpPr>
            <a:spLocks noGrp="1"/>
          </p:cNvSpPr>
          <p:nvPr>
            <p:ph sz="half" idx="1"/>
          </p:nvPr>
        </p:nvSpPr>
        <p:spPr/>
        <p:txBody>
          <a:bodyPr>
            <a:normAutofit/>
          </a:bodyPr>
          <a:lstStyle/>
          <a:p>
            <a:pPr marL="0" indent="0">
              <a:buNone/>
            </a:pPr>
            <a:r>
              <a:rPr lang="en-US" sz="2400" b="1"/>
              <a:t>Bandwidth:</a:t>
            </a:r>
          </a:p>
          <a:p>
            <a:r>
              <a:rPr lang="en-US" sz="2400"/>
              <a:t>Assume average bandwidth consumption per trip is similar to search requests.</a:t>
            </a:r>
          </a:p>
          <a:p>
            <a:r>
              <a:rPr lang="en-US" sz="2400"/>
              <a:t>Daily bandwidth for trip requests: 30GB (as with search requests).</a:t>
            </a:r>
          </a:p>
          <a:p>
            <a:r>
              <a:rPr lang="en-US" sz="2400"/>
              <a:t>Daily bandwidth for location updates: 144GB (from location updates).</a:t>
            </a:r>
          </a:p>
          <a:p>
            <a:pPr marL="0" indent="0">
              <a:buNone/>
            </a:pPr>
            <a:r>
              <a:rPr lang="en-US" sz="2400" b="1"/>
              <a:t>Compute Resources:</a:t>
            </a:r>
          </a:p>
          <a:p>
            <a:r>
              <a:rPr lang="en-US" sz="2400"/>
              <a:t>Based on the number of transactions (searches, trips, location updates), sufficient servers are required to handle the peak loads. If each server can handle 1,000 concurrent connections, then at least several hundred servers might be required.</a:t>
            </a:r>
          </a:p>
        </p:txBody>
      </p:sp>
      <p:sp>
        <p:nvSpPr>
          <p:cNvPr id="3" name="Content Placeholder 2">
            <a:extLst>
              <a:ext uri="{FF2B5EF4-FFF2-40B4-BE49-F238E27FC236}">
                <a16:creationId xmlns:a16="http://schemas.microsoft.com/office/drawing/2014/main" id="{19C4542E-421E-C6EE-51C0-EB97619B2982}"/>
              </a:ext>
            </a:extLst>
          </p:cNvPr>
          <p:cNvSpPr>
            <a:spLocks noGrp="1"/>
          </p:cNvSpPr>
          <p:nvPr>
            <p:ph sz="half" idx="10"/>
          </p:nvPr>
        </p:nvSpPr>
        <p:spPr/>
        <p:txBody>
          <a:bodyPr/>
          <a:lstStyle/>
          <a:p>
            <a:r>
              <a:rPr lang="en-US"/>
              <a:t>Capacity Estimation: Calculation</a:t>
            </a:r>
          </a:p>
        </p:txBody>
      </p:sp>
    </p:spTree>
    <p:extLst>
      <p:ext uri="{BB962C8B-B14F-4D97-AF65-F5344CB8AC3E}">
        <p14:creationId xmlns:p14="http://schemas.microsoft.com/office/powerpoint/2010/main" val="328907443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16B654-756E-9D38-0BC4-FA18EB10DCEF}"/>
              </a:ext>
            </a:extLst>
          </p:cNvPr>
          <p:cNvSpPr>
            <a:spLocks noGrp="1"/>
          </p:cNvSpPr>
          <p:nvPr>
            <p:ph sz="half" idx="1"/>
          </p:nvPr>
        </p:nvSpPr>
        <p:spPr/>
        <p:txBody>
          <a:bodyPr>
            <a:normAutofit/>
          </a:bodyPr>
          <a:lstStyle/>
          <a:p>
            <a:pPr algn="just"/>
            <a:r>
              <a:rPr lang="en-US" sz="2400"/>
              <a:t>Storage required for trip records over 5 years: approximately 18.25TB, not including redundancy.</a:t>
            </a:r>
          </a:p>
          <a:p>
            <a:pPr algn="just"/>
            <a:r>
              <a:rPr lang="en-US" sz="2400"/>
              <a:t>Annual storage required for location updates: approximately 52.56TB.</a:t>
            </a:r>
          </a:p>
          <a:p>
            <a:pPr algn="just"/>
            <a:r>
              <a:rPr lang="en-US" sz="2400"/>
              <a:t>Total user profile data: approximately 10GB.</a:t>
            </a:r>
          </a:p>
          <a:p>
            <a:pPr algn="just"/>
            <a:r>
              <a:rPr lang="en-US" sz="2400"/>
              <a:t>Annual storage required for payment records: approximately 1.73TB.</a:t>
            </a:r>
          </a:p>
          <a:p>
            <a:pPr algn="just"/>
            <a:r>
              <a:rPr lang="en-US" sz="2400"/>
              <a:t>Annual storage required for search data: approximately 10.95TB.</a:t>
            </a:r>
          </a:p>
          <a:p>
            <a:pPr algn="just"/>
            <a:r>
              <a:rPr lang="en-US" sz="2400"/>
              <a:t>Bandwidth: At least 174GB/day required to handle location updates and trip requests, not including user app traffic.</a:t>
            </a:r>
          </a:p>
          <a:p>
            <a:pPr algn="just"/>
            <a:r>
              <a:rPr lang="en-US" sz="2400"/>
              <a:t>Compute resources: Several hundred servers to handle the peak loads, with precise numbers depending on actual performance tests.</a:t>
            </a:r>
          </a:p>
        </p:txBody>
      </p:sp>
      <p:sp>
        <p:nvSpPr>
          <p:cNvPr id="3" name="Content Placeholder 2">
            <a:extLst>
              <a:ext uri="{FF2B5EF4-FFF2-40B4-BE49-F238E27FC236}">
                <a16:creationId xmlns:a16="http://schemas.microsoft.com/office/drawing/2014/main" id="{7B383B5B-48D9-343E-5892-44331F5BDE89}"/>
              </a:ext>
            </a:extLst>
          </p:cNvPr>
          <p:cNvSpPr>
            <a:spLocks noGrp="1"/>
          </p:cNvSpPr>
          <p:nvPr>
            <p:ph sz="half" idx="10"/>
          </p:nvPr>
        </p:nvSpPr>
        <p:spPr/>
        <p:txBody>
          <a:bodyPr/>
          <a:lstStyle/>
          <a:p>
            <a:r>
              <a:rPr lang="en-US"/>
              <a:t>Capacity Estimation: Summary</a:t>
            </a:r>
          </a:p>
        </p:txBody>
      </p:sp>
    </p:spTree>
    <p:extLst>
      <p:ext uri="{BB962C8B-B14F-4D97-AF65-F5344CB8AC3E}">
        <p14:creationId xmlns:p14="http://schemas.microsoft.com/office/powerpoint/2010/main" val="20949441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7F4B5F-4A4F-405C-36C0-BD3FF5848743}"/>
              </a:ext>
            </a:extLst>
          </p:cNvPr>
          <p:cNvSpPr>
            <a:spLocks noGrp="1"/>
          </p:cNvSpPr>
          <p:nvPr>
            <p:ph type="title"/>
          </p:nvPr>
        </p:nvSpPr>
        <p:spPr>
          <a:xfrm>
            <a:off x="302520" y="2357938"/>
            <a:ext cx="1907827" cy="1071062"/>
          </a:xfrm>
          <a:prstGeom prst="rect">
            <a:avLst/>
          </a:prstGeom>
        </p:spPr>
        <p:txBody>
          <a:bodyPr/>
          <a:lstStyle/>
          <a:p>
            <a:r>
              <a:rPr lang="en-IN" dirty="0"/>
              <a:t>Database Design</a:t>
            </a:r>
            <a:endParaRPr lang="en-US" dirty="0"/>
          </a:p>
        </p:txBody>
      </p:sp>
      <p:pic>
        <p:nvPicPr>
          <p:cNvPr id="3" name="Picture 2" descr="A screenshot of a computer&#10;&#10;Description automatically generated">
            <a:extLst>
              <a:ext uri="{FF2B5EF4-FFF2-40B4-BE49-F238E27FC236}">
                <a16:creationId xmlns:a16="http://schemas.microsoft.com/office/drawing/2014/main" id="{83FF8A12-E8CA-7F15-2E8A-F5C2690D3C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1260" y="383321"/>
            <a:ext cx="5959587" cy="5697050"/>
          </a:xfrm>
          <a:prstGeom prst="rect">
            <a:avLst/>
          </a:prstGeom>
        </p:spPr>
      </p:pic>
    </p:spTree>
    <p:extLst>
      <p:ext uri="{BB962C8B-B14F-4D97-AF65-F5344CB8AC3E}">
        <p14:creationId xmlns:p14="http://schemas.microsoft.com/office/powerpoint/2010/main" val="84233699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7F4B5F-4A4F-405C-36C0-BD3FF5848743}"/>
              </a:ext>
            </a:extLst>
          </p:cNvPr>
          <p:cNvSpPr>
            <a:spLocks noGrp="1"/>
          </p:cNvSpPr>
          <p:nvPr>
            <p:ph type="title"/>
          </p:nvPr>
        </p:nvSpPr>
        <p:spPr>
          <a:prstGeom prst="rect">
            <a:avLst/>
          </a:prstGeom>
        </p:spPr>
        <p:txBody>
          <a:bodyPr/>
          <a:lstStyle/>
          <a:p>
            <a:r>
              <a:rPr lang="en-IN" sz="4000"/>
              <a:t>System Design</a:t>
            </a:r>
            <a:endParaRPr lang="en-US" sz="4000"/>
          </a:p>
        </p:txBody>
      </p:sp>
      <p:pic>
        <p:nvPicPr>
          <p:cNvPr id="2" name="Picture 1">
            <a:extLst>
              <a:ext uri="{FF2B5EF4-FFF2-40B4-BE49-F238E27FC236}">
                <a16:creationId xmlns:a16="http://schemas.microsoft.com/office/drawing/2014/main" id="{4252A870-DAA9-ECC9-C15D-2FCFA48F2909}"/>
              </a:ext>
            </a:extLst>
          </p:cNvPr>
          <p:cNvPicPr>
            <a:picLocks noChangeAspect="1"/>
          </p:cNvPicPr>
          <p:nvPr/>
        </p:nvPicPr>
        <p:blipFill>
          <a:blip r:embed="rId3"/>
          <a:stretch>
            <a:fillRect/>
          </a:stretch>
        </p:blipFill>
        <p:spPr>
          <a:xfrm>
            <a:off x="2704475" y="516341"/>
            <a:ext cx="9319304" cy="5663661"/>
          </a:xfrm>
          <a:prstGeom prst="rect">
            <a:avLst/>
          </a:prstGeom>
        </p:spPr>
      </p:pic>
    </p:spTree>
    <p:extLst>
      <p:ext uri="{BB962C8B-B14F-4D97-AF65-F5344CB8AC3E}">
        <p14:creationId xmlns:p14="http://schemas.microsoft.com/office/powerpoint/2010/main" val="898091090"/>
      </p:ext>
    </p:extLst>
  </p:cSld>
  <p:clrMapOvr>
    <a:masterClrMapping/>
  </p:clrMapOvr>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ScholarHat Theme</Template>
  <TotalTime>502</TotalTime>
  <Words>8545</Words>
  <Application>Microsoft Office PowerPoint</Application>
  <PresentationFormat>Widescreen</PresentationFormat>
  <Paragraphs>626</Paragraphs>
  <Slides>82</Slides>
  <Notes>12</Notes>
  <HiddenSlides>7</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82</vt:i4>
      </vt:variant>
    </vt:vector>
  </HeadingPairs>
  <TitlesOfParts>
    <vt:vector size="92" baseType="lpstr">
      <vt:lpstr>-apple-system</vt:lpstr>
      <vt:lpstr>Aptos</vt:lpstr>
      <vt:lpstr>Arial</vt:lpstr>
      <vt:lpstr>Calibri</vt:lpstr>
      <vt:lpstr>Calibri Light</vt:lpstr>
      <vt:lpstr>Calibri Light </vt:lpstr>
      <vt:lpstr>Roboto</vt:lpstr>
      <vt:lpstr>Roboto Light</vt:lpstr>
      <vt:lpstr>Segoe UI</vt:lpstr>
      <vt:lpstr>ScholarHat Layout</vt:lpstr>
      <vt:lpstr>Agenda</vt:lpstr>
      <vt:lpstr>PowerPoint Presentation</vt:lpstr>
      <vt:lpstr>PowerPoint Presentation</vt:lpstr>
      <vt:lpstr>A Scalable System from 0 to Millions of Users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WhatsApp like Chat System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Database Design</vt:lpstr>
      <vt:lpstr>System Design</vt:lpstr>
      <vt:lpstr>Instagram App like System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Database Design</vt:lpstr>
      <vt:lpstr>System Design</vt:lpstr>
      <vt:lpstr>Booking.com like Hotel Reservation System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Database Design</vt:lpstr>
      <vt:lpstr>System Design</vt:lpstr>
      <vt:lpstr>OTT Platform System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Database Design</vt:lpstr>
      <vt:lpstr>System Design</vt:lpstr>
      <vt:lpstr>Flipkart like Ecommerce System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Database Design</vt:lpstr>
      <vt:lpstr>System Design</vt:lpstr>
      <vt:lpstr>OLA Like Taxi System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Database Design</vt:lpstr>
      <vt:lpstr>System Design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Mobile Apps with Angular, Ionic, Web API and NgCordova</dc:title>
  <dc:creator>Shailendra Chauhan</dc:creator>
  <cp:lastModifiedBy>Shailendra Chauhan</cp:lastModifiedBy>
  <cp:revision>24</cp:revision>
  <dcterms:created xsi:type="dcterms:W3CDTF">2015-04-26T09:42:00Z</dcterms:created>
  <dcterms:modified xsi:type="dcterms:W3CDTF">2024-10-07T07:46:25Z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1033-11.2.0.8942</vt:lpwstr>
  </property>
</Properties>
</file>