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4" r:id="rId1"/>
  </p:sldMasterIdLst>
  <p:notesMasterIdLst>
    <p:notesMasterId r:id="rId28"/>
  </p:notesMasterIdLst>
  <p:handoutMasterIdLst>
    <p:handoutMasterId r:id="rId29"/>
  </p:handoutMasterIdLst>
  <p:sldIdLst>
    <p:sldId id="522" r:id="rId2"/>
    <p:sldId id="572" r:id="rId3"/>
    <p:sldId id="605" r:id="rId4"/>
    <p:sldId id="583" r:id="rId5"/>
    <p:sldId id="584" r:id="rId6"/>
    <p:sldId id="602" r:id="rId7"/>
    <p:sldId id="607" r:id="rId8"/>
    <p:sldId id="585" r:id="rId9"/>
    <p:sldId id="587" r:id="rId10"/>
    <p:sldId id="597" r:id="rId11"/>
    <p:sldId id="586" r:id="rId12"/>
    <p:sldId id="601" r:id="rId13"/>
    <p:sldId id="588" r:id="rId14"/>
    <p:sldId id="603" r:id="rId15"/>
    <p:sldId id="600" r:id="rId16"/>
    <p:sldId id="606" r:id="rId17"/>
    <p:sldId id="596" r:id="rId18"/>
    <p:sldId id="590" r:id="rId19"/>
    <p:sldId id="604" r:id="rId20"/>
    <p:sldId id="591" r:id="rId21"/>
    <p:sldId id="592" r:id="rId22"/>
    <p:sldId id="598" r:id="rId23"/>
    <p:sldId id="599" r:id="rId24"/>
    <p:sldId id="593" r:id="rId25"/>
    <p:sldId id="594" r:id="rId26"/>
    <p:sldId id="59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AED"/>
    <a:srgbClr val="0D3B4F"/>
    <a:srgbClr val="146BD8"/>
    <a:srgbClr val="F4814E"/>
    <a:srgbClr val="F58F61"/>
    <a:srgbClr val="FF9933"/>
    <a:srgbClr val="FF9900"/>
    <a:srgbClr val="BA8BDD"/>
    <a:srgbClr val="A365D1"/>
    <a:srgbClr val="FFC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50989" autoAdjust="0"/>
  </p:normalViewPr>
  <p:slideViewPr>
    <p:cSldViewPr snapToGrid="0">
      <p:cViewPr varScale="1">
        <p:scale>
          <a:sx n="85" d="100"/>
          <a:sy n="85" d="100"/>
        </p:scale>
        <p:origin x="77" y="1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B8F17C7F-871B-450A-B2AF-CEB17689A485}"/>
    <pc:docChg chg="undo redo custSel addSld delSld modSld sldOrd">
      <pc:chgData name="Shailendra Chauhan" userId="a7d3133f-e197-4b90-bf63-99a63a264234" providerId="ADAL" clId="{B8F17C7F-871B-450A-B2AF-CEB17689A485}" dt="2025-01-25T08:06:16.741" v="1195" actId="403"/>
      <pc:docMkLst>
        <pc:docMk/>
      </pc:docMkLst>
      <pc:sldChg chg="modSp mod">
        <pc:chgData name="Shailendra Chauhan" userId="a7d3133f-e197-4b90-bf63-99a63a264234" providerId="ADAL" clId="{B8F17C7F-871B-450A-B2AF-CEB17689A485}" dt="2025-01-25T07:14:59.180" v="1128" actId="20577"/>
        <pc:sldMkLst>
          <pc:docMk/>
          <pc:sldMk cId="3384716785" sldId="522"/>
        </pc:sldMkLst>
      </pc:sldChg>
      <pc:sldChg chg="modSp add del mod">
        <pc:chgData name="Shailendra Chauhan" userId="a7d3133f-e197-4b90-bf63-99a63a264234" providerId="ADAL" clId="{B8F17C7F-871B-450A-B2AF-CEB17689A485}" dt="2025-01-25T07:26:21.997" v="1194" actId="6549"/>
        <pc:sldMkLst>
          <pc:docMk/>
          <pc:sldMk cId="956077848" sldId="572"/>
        </pc:sldMkLst>
      </pc:sldChg>
      <pc:sldChg chg="modSp mod modNotesTx">
        <pc:chgData name="Shailendra Chauhan" userId="a7d3133f-e197-4b90-bf63-99a63a264234" providerId="ADAL" clId="{B8F17C7F-871B-450A-B2AF-CEB17689A485}" dt="2025-01-25T07:16:58.655" v="1156" actId="20577"/>
        <pc:sldMkLst>
          <pc:docMk/>
          <pc:sldMk cId="1709117556" sldId="583"/>
        </pc:sldMkLst>
      </pc:sldChg>
      <pc:sldChg chg="modSp mod">
        <pc:chgData name="Shailendra Chauhan" userId="a7d3133f-e197-4b90-bf63-99a63a264234" providerId="ADAL" clId="{B8F17C7F-871B-450A-B2AF-CEB17689A485}" dt="2025-01-25T07:17:27.872" v="1158" actId="113"/>
        <pc:sldMkLst>
          <pc:docMk/>
          <pc:sldMk cId="3498905732" sldId="585"/>
        </pc:sldMkLst>
      </pc:sldChg>
      <pc:sldChg chg="modSp mod">
        <pc:chgData name="Shailendra Chauhan" userId="a7d3133f-e197-4b90-bf63-99a63a264234" providerId="ADAL" clId="{B8F17C7F-871B-450A-B2AF-CEB17689A485}" dt="2025-01-25T05:10:41.623" v="152" actId="27636"/>
        <pc:sldMkLst>
          <pc:docMk/>
          <pc:sldMk cId="2055114333" sldId="586"/>
        </pc:sldMkLst>
      </pc:sldChg>
      <pc:sldChg chg="addSp delSp modSp mod">
        <pc:chgData name="Shailendra Chauhan" userId="a7d3133f-e197-4b90-bf63-99a63a264234" providerId="ADAL" clId="{B8F17C7F-871B-450A-B2AF-CEB17689A485}" dt="2025-01-25T07:19:18.175" v="1174" actId="1076"/>
        <pc:sldMkLst>
          <pc:docMk/>
          <pc:sldMk cId="3410350061" sldId="587"/>
        </pc:sldMkLst>
      </pc:sldChg>
      <pc:sldChg chg="addSp modSp mod modNotesTx">
        <pc:chgData name="Shailendra Chauhan" userId="a7d3133f-e197-4b90-bf63-99a63a264234" providerId="ADAL" clId="{B8F17C7F-871B-450A-B2AF-CEB17689A485}" dt="2025-01-25T05:46:05.519" v="364" actId="20577"/>
        <pc:sldMkLst>
          <pc:docMk/>
          <pc:sldMk cId="473048902" sldId="590"/>
        </pc:sldMkLst>
      </pc:sldChg>
      <pc:sldChg chg="modSp mod modNotesTx">
        <pc:chgData name="Shailendra Chauhan" userId="a7d3133f-e197-4b90-bf63-99a63a264234" providerId="ADAL" clId="{B8F17C7F-871B-450A-B2AF-CEB17689A485}" dt="2025-01-25T06:32:28.559" v="621" actId="14100"/>
        <pc:sldMkLst>
          <pc:docMk/>
          <pc:sldMk cId="3475111807" sldId="591"/>
        </pc:sldMkLst>
      </pc:sldChg>
      <pc:sldChg chg="addSp modSp mod">
        <pc:chgData name="Shailendra Chauhan" userId="a7d3133f-e197-4b90-bf63-99a63a264234" providerId="ADAL" clId="{B8F17C7F-871B-450A-B2AF-CEB17689A485}" dt="2025-01-25T06:31:58.970" v="565" actId="20577"/>
        <pc:sldMkLst>
          <pc:docMk/>
          <pc:sldMk cId="2073588271" sldId="592"/>
        </pc:sldMkLst>
      </pc:sldChg>
      <pc:sldChg chg="modSp mod">
        <pc:chgData name="Shailendra Chauhan" userId="a7d3133f-e197-4b90-bf63-99a63a264234" providerId="ADAL" clId="{B8F17C7F-871B-450A-B2AF-CEB17689A485}" dt="2025-01-25T07:04:41.176" v="995" actId="20577"/>
        <pc:sldMkLst>
          <pc:docMk/>
          <pc:sldMk cId="3215237770" sldId="596"/>
        </pc:sldMkLst>
      </pc:sldChg>
      <pc:sldChg chg="delSp modSp mod">
        <pc:chgData name="Shailendra Chauhan" userId="a7d3133f-e197-4b90-bf63-99a63a264234" providerId="ADAL" clId="{B8F17C7F-871B-450A-B2AF-CEB17689A485}" dt="2025-01-25T07:20:06.353" v="1176" actId="1076"/>
        <pc:sldMkLst>
          <pc:docMk/>
          <pc:sldMk cId="1687401671" sldId="597"/>
        </pc:sldMkLst>
      </pc:sldChg>
      <pc:sldChg chg="addSp modSp mod ord modNotesTx">
        <pc:chgData name="Shailendra Chauhan" userId="a7d3133f-e197-4b90-bf63-99a63a264234" providerId="ADAL" clId="{B8F17C7F-871B-450A-B2AF-CEB17689A485}" dt="2025-01-25T07:07:08.839" v="1027"/>
        <pc:sldMkLst>
          <pc:docMk/>
          <pc:sldMk cId="4277332066" sldId="598"/>
        </pc:sldMkLst>
      </pc:sldChg>
      <pc:sldChg chg="addSp modSp mod">
        <pc:chgData name="Shailendra Chauhan" userId="a7d3133f-e197-4b90-bf63-99a63a264234" providerId="ADAL" clId="{B8F17C7F-871B-450A-B2AF-CEB17689A485}" dt="2025-01-25T06:37:50.706" v="656" actId="2710"/>
        <pc:sldMkLst>
          <pc:docMk/>
          <pc:sldMk cId="2647249286" sldId="599"/>
        </pc:sldMkLst>
      </pc:sldChg>
      <pc:sldChg chg="addSp modSp mod ord modNotesTx">
        <pc:chgData name="Shailendra Chauhan" userId="a7d3133f-e197-4b90-bf63-99a63a264234" providerId="ADAL" clId="{B8F17C7F-871B-450A-B2AF-CEB17689A485}" dt="2025-01-25T08:06:16.741" v="1195" actId="403"/>
        <pc:sldMkLst>
          <pc:docMk/>
          <pc:sldMk cId="178398985" sldId="600"/>
        </pc:sldMkLst>
      </pc:sldChg>
      <pc:sldChg chg="modSp new mod ord">
        <pc:chgData name="Shailendra Chauhan" userId="a7d3133f-e197-4b90-bf63-99a63a264234" providerId="ADAL" clId="{B8F17C7F-871B-450A-B2AF-CEB17689A485}" dt="2025-01-25T06:57:44.079" v="877"/>
        <pc:sldMkLst>
          <pc:docMk/>
          <pc:sldMk cId="4089510079" sldId="604"/>
        </pc:sldMkLst>
      </pc:sldChg>
      <pc:sldChg chg="addSp delSp modSp new mod ord modClrScheme chgLayout">
        <pc:chgData name="Shailendra Chauhan" userId="a7d3133f-e197-4b90-bf63-99a63a264234" providerId="ADAL" clId="{B8F17C7F-871B-450A-B2AF-CEB17689A485}" dt="2025-01-25T07:25:57.790" v="1192" actId="21"/>
        <pc:sldMkLst>
          <pc:docMk/>
          <pc:sldMk cId="56776985" sldId="605"/>
        </pc:sldMkLst>
      </pc:sldChg>
      <pc:sldChg chg="modSp add mod">
        <pc:chgData name="Shailendra Chauhan" userId="a7d3133f-e197-4b90-bf63-99a63a264234" providerId="ADAL" clId="{B8F17C7F-871B-450A-B2AF-CEB17689A485}" dt="2025-01-25T07:10:23.838" v="1086" actId="20577"/>
        <pc:sldMkLst>
          <pc:docMk/>
          <pc:sldMk cId="4204949781" sldId="606"/>
        </pc:sldMkLst>
      </pc:sldChg>
    </pc:docChg>
  </pc:docChgLst>
  <pc:docChgLst>
    <pc:chgData name="Sakshi Dhameja" userId="S::sakshi@dotnettricks.com::ea00e08a-f285-43f8-b684-36364e247324" providerId="AD" clId="Web-{4F6B3666-6552-B066-664C-0AE98ED59C66}"/>
    <pc:docChg chg="addSld delSld modSld sldOrd">
      <pc:chgData name="Sakshi Dhameja" userId="S::sakshi@dotnettricks.com::ea00e08a-f285-43f8-b684-36364e247324" providerId="AD" clId="Web-{4F6B3666-6552-B066-664C-0AE98ED59C66}" dt="2024-03-23T13:21:40.442" v="162" actId="1076"/>
      <pc:docMkLst>
        <pc:docMk/>
      </pc:docMkLst>
      <pc:sldChg chg="addSp delSp modSp">
        <pc:chgData name="Sakshi Dhameja" userId="S::sakshi@dotnettricks.com::ea00e08a-f285-43f8-b684-36364e247324" providerId="AD" clId="Web-{4F6B3666-6552-B066-664C-0AE98ED59C66}" dt="2024-03-22T18:58:58.830" v="39" actId="1076"/>
        <pc:sldMkLst>
          <pc:docMk/>
          <pc:sldMk cId="300847703" sldId="540"/>
        </pc:sldMkLst>
      </pc:sldChg>
      <pc:sldChg chg="ord">
        <pc:chgData name="Sakshi Dhameja" userId="S::sakshi@dotnettricks.com::ea00e08a-f285-43f8-b684-36364e247324" providerId="AD" clId="Web-{4F6B3666-6552-B066-664C-0AE98ED59C66}" dt="2024-03-22T18:58:39.470" v="33"/>
        <pc:sldMkLst>
          <pc:docMk/>
          <pc:sldMk cId="234544814" sldId="543"/>
        </pc:sldMkLst>
      </pc:sldChg>
      <pc:sldChg chg="addSp delSp modSp">
        <pc:chgData name="Sakshi Dhameja" userId="S::sakshi@dotnettricks.com::ea00e08a-f285-43f8-b684-36364e247324" providerId="AD" clId="Web-{4F6B3666-6552-B066-664C-0AE98ED59C66}" dt="2024-03-23T13:19:40.002" v="160" actId="1076"/>
        <pc:sldMkLst>
          <pc:docMk/>
          <pc:sldMk cId="2944910126" sldId="573"/>
        </pc:sldMkLst>
      </pc:sldChg>
      <pc:sldChg chg="modSp del">
        <pc:chgData name="Sakshi Dhameja" userId="S::sakshi@dotnettricks.com::ea00e08a-f285-43f8-b684-36364e247324" providerId="AD" clId="Web-{4F6B3666-6552-B066-664C-0AE98ED59C66}" dt="2024-03-23T11:56:27.539" v="149"/>
        <pc:sldMkLst>
          <pc:docMk/>
          <pc:sldMk cId="3163328458" sldId="574"/>
        </pc:sldMkLst>
      </pc:sldChg>
      <pc:sldChg chg="del">
        <pc:chgData name="Sakshi Dhameja" userId="S::sakshi@dotnettricks.com::ea00e08a-f285-43f8-b684-36364e247324" providerId="AD" clId="Web-{4F6B3666-6552-B066-664C-0AE98ED59C66}" dt="2024-03-23T06:01:22.090" v="57"/>
        <pc:sldMkLst>
          <pc:docMk/>
          <pc:sldMk cId="1961755782" sldId="578"/>
        </pc:sldMkLst>
      </pc:sldChg>
      <pc:sldChg chg="addSp delSp modSp">
        <pc:chgData name="Sakshi Dhameja" userId="S::sakshi@dotnettricks.com::ea00e08a-f285-43f8-b684-36364e247324" providerId="AD" clId="Web-{4F6B3666-6552-B066-664C-0AE98ED59C66}" dt="2024-03-23T07:27:17.899" v="103" actId="1076"/>
        <pc:sldMkLst>
          <pc:docMk/>
          <pc:sldMk cId="3498905732" sldId="585"/>
        </pc:sldMkLst>
      </pc:sldChg>
      <pc:sldChg chg="modSp">
        <pc:chgData name="Sakshi Dhameja" userId="S::sakshi@dotnettricks.com::ea00e08a-f285-43f8-b684-36364e247324" providerId="AD" clId="Web-{4F6B3666-6552-B066-664C-0AE98ED59C66}" dt="2024-03-23T11:57:21.726" v="157" actId="1076"/>
        <pc:sldMkLst>
          <pc:docMk/>
          <pc:sldMk cId="2051502615" sldId="589"/>
        </pc:sldMkLst>
      </pc:sldChg>
      <pc:sldChg chg="modSp">
        <pc:chgData name="Sakshi Dhameja" userId="S::sakshi@dotnettricks.com::ea00e08a-f285-43f8-b684-36364e247324" providerId="AD" clId="Web-{4F6B3666-6552-B066-664C-0AE98ED59C66}" dt="2024-03-23T13:21:40.442" v="162" actId="1076"/>
        <pc:sldMkLst>
          <pc:docMk/>
          <pc:sldMk cId="473048902" sldId="590"/>
        </pc:sldMkLst>
      </pc:sldChg>
      <pc:sldChg chg="addSp delSp modSp add replId">
        <pc:chgData name="Sakshi Dhameja" userId="S::sakshi@dotnettricks.com::ea00e08a-f285-43f8-b684-36364e247324" providerId="AD" clId="Web-{4F6B3666-6552-B066-664C-0AE98ED59C66}" dt="2024-03-23T09:43:27.626" v="116" actId="1076"/>
        <pc:sldMkLst>
          <pc:docMk/>
          <pc:sldMk cId="1687401671" sldId="597"/>
        </pc:sldMkLst>
      </pc:sldChg>
      <pc:sldChg chg="addSp delSp modSp add replId">
        <pc:chgData name="Sakshi Dhameja" userId="S::sakshi@dotnettricks.com::ea00e08a-f285-43f8-b684-36364e247324" providerId="AD" clId="Web-{4F6B3666-6552-B066-664C-0AE98ED59C66}" dt="2024-03-23T11:56:43.133" v="151" actId="1076"/>
        <pc:sldMkLst>
          <pc:docMk/>
          <pc:sldMk cId="744390604" sldId="601"/>
        </pc:sldMkLst>
      </pc:sldChg>
    </pc:docChg>
  </pc:docChgLst>
  <pc:docChgLst>
    <pc:chgData name="Shailendra Chauhan" userId="a7d3133f-e197-4b90-bf63-99a63a264234" providerId="ADAL" clId="{731BB65F-FCDD-4B83-AB39-85FA7DA25828}"/>
    <pc:docChg chg="undo custSel modSld modMainMaster">
      <pc:chgData name="Shailendra Chauhan" userId="a7d3133f-e197-4b90-bf63-99a63a264234" providerId="ADAL" clId="{731BB65F-FCDD-4B83-AB39-85FA7DA25828}" dt="2024-06-15T11:43:37.728" v="48" actId="14100"/>
      <pc:docMkLst>
        <pc:docMk/>
      </pc:docMkLst>
      <pc:sldChg chg="modSp">
        <pc:chgData name="Shailendra Chauhan" userId="a7d3133f-e197-4b90-bf63-99a63a264234" providerId="ADAL" clId="{731BB65F-FCDD-4B83-AB39-85FA7DA25828}" dt="2024-06-15T11:40:56.655" v="33"/>
        <pc:sldMkLst>
          <pc:docMk/>
          <pc:sldMk cId="3384716785" sldId="522"/>
        </pc:sldMkLst>
      </pc:sldChg>
      <pc:sldChg chg="modSp mod">
        <pc:chgData name="Shailendra Chauhan" userId="a7d3133f-e197-4b90-bf63-99a63a264234" providerId="ADAL" clId="{731BB65F-FCDD-4B83-AB39-85FA7DA25828}" dt="2024-06-15T11:40:56.655" v="33"/>
        <pc:sldMkLst>
          <pc:docMk/>
          <pc:sldMk cId="956077848" sldId="572"/>
        </pc:sldMkLst>
      </pc:sldChg>
      <pc:sldChg chg="modSp mod modClrScheme chgLayout">
        <pc:chgData name="Shailendra Chauhan" userId="a7d3133f-e197-4b90-bf63-99a63a264234" providerId="ADAL" clId="{731BB65F-FCDD-4B83-AB39-85FA7DA25828}" dt="2024-06-15T11:43:23.100" v="47" actId="1076"/>
        <pc:sldMkLst>
          <pc:docMk/>
          <pc:sldMk cId="2944910126" sldId="573"/>
        </pc:sldMkLst>
      </pc:sldChg>
      <pc:sldChg chg="modSp">
        <pc:chgData name="Shailendra Chauhan" userId="a7d3133f-e197-4b90-bf63-99a63a264234" providerId="ADAL" clId="{731BB65F-FCDD-4B83-AB39-85FA7DA25828}" dt="2024-06-15T11:40:56.655" v="33"/>
        <pc:sldMkLst>
          <pc:docMk/>
          <pc:sldMk cId="1709117556" sldId="583"/>
        </pc:sldMkLst>
      </pc:sldChg>
      <pc:sldChg chg="modSp">
        <pc:chgData name="Shailendra Chauhan" userId="a7d3133f-e197-4b90-bf63-99a63a264234" providerId="ADAL" clId="{731BB65F-FCDD-4B83-AB39-85FA7DA25828}" dt="2024-06-15T11:40:56.655" v="33"/>
        <pc:sldMkLst>
          <pc:docMk/>
          <pc:sldMk cId="2178561908" sldId="584"/>
        </pc:sldMkLst>
      </pc:sldChg>
      <pc:sldChg chg="delSp modSp mod modClrScheme chgLayout">
        <pc:chgData name="Shailendra Chauhan" userId="a7d3133f-e197-4b90-bf63-99a63a264234" providerId="ADAL" clId="{731BB65F-FCDD-4B83-AB39-85FA7DA25828}" dt="2024-06-15T11:42:56.525" v="42" actId="207"/>
        <pc:sldMkLst>
          <pc:docMk/>
          <pc:sldMk cId="3498905732" sldId="585"/>
        </pc:sldMkLst>
      </pc:sldChg>
      <pc:sldChg chg="modSp">
        <pc:chgData name="Shailendra Chauhan" userId="a7d3133f-e197-4b90-bf63-99a63a264234" providerId="ADAL" clId="{731BB65F-FCDD-4B83-AB39-85FA7DA25828}" dt="2024-06-15T11:40:56.655" v="33"/>
        <pc:sldMkLst>
          <pc:docMk/>
          <pc:sldMk cId="2055114333" sldId="586"/>
        </pc:sldMkLst>
      </pc:sldChg>
      <pc:sldChg chg="modSp">
        <pc:chgData name="Shailendra Chauhan" userId="a7d3133f-e197-4b90-bf63-99a63a264234" providerId="ADAL" clId="{731BB65F-FCDD-4B83-AB39-85FA7DA25828}" dt="2024-06-15T11:40:56.655" v="33"/>
        <pc:sldMkLst>
          <pc:docMk/>
          <pc:sldMk cId="3410350061" sldId="587"/>
        </pc:sldMkLst>
      </pc:sldChg>
      <pc:sldChg chg="modSp mod">
        <pc:chgData name="Shailendra Chauhan" userId="a7d3133f-e197-4b90-bf63-99a63a264234" providerId="ADAL" clId="{731BB65F-FCDD-4B83-AB39-85FA7DA25828}" dt="2024-06-15T11:40:56.655" v="33"/>
        <pc:sldMkLst>
          <pc:docMk/>
          <pc:sldMk cId="3380617746" sldId="588"/>
        </pc:sldMkLst>
      </pc:sldChg>
      <pc:sldChg chg="modSp mod modClrScheme chgLayout">
        <pc:chgData name="Shailendra Chauhan" userId="a7d3133f-e197-4b90-bf63-99a63a264234" providerId="ADAL" clId="{731BB65F-FCDD-4B83-AB39-85FA7DA25828}" dt="2024-06-15T11:42:36.091" v="37" actId="700"/>
        <pc:sldMkLst>
          <pc:docMk/>
          <pc:sldMk cId="2051502615" sldId="589"/>
        </pc:sldMkLst>
      </pc:sldChg>
      <pc:sldChg chg="delSp modSp mod modClrScheme chgLayout">
        <pc:chgData name="Shailendra Chauhan" userId="a7d3133f-e197-4b90-bf63-99a63a264234" providerId="ADAL" clId="{731BB65F-FCDD-4B83-AB39-85FA7DA25828}" dt="2024-06-15T11:42:30.927" v="36" actId="700"/>
        <pc:sldMkLst>
          <pc:docMk/>
          <pc:sldMk cId="473048902" sldId="590"/>
        </pc:sldMkLst>
      </pc:sldChg>
      <pc:sldChg chg="modSp mod modClrScheme chgLayout">
        <pc:chgData name="Shailendra Chauhan" userId="a7d3133f-e197-4b90-bf63-99a63a264234" providerId="ADAL" clId="{731BB65F-FCDD-4B83-AB39-85FA7DA25828}" dt="2024-06-15T11:42:17.938" v="34" actId="700"/>
        <pc:sldMkLst>
          <pc:docMk/>
          <pc:sldMk cId="3475111807" sldId="591"/>
        </pc:sldMkLst>
      </pc:sldChg>
      <pc:sldChg chg="modSp">
        <pc:chgData name="Shailendra Chauhan" userId="a7d3133f-e197-4b90-bf63-99a63a264234" providerId="ADAL" clId="{731BB65F-FCDD-4B83-AB39-85FA7DA25828}" dt="2024-06-15T11:40:56.655" v="33"/>
        <pc:sldMkLst>
          <pc:docMk/>
          <pc:sldMk cId="2073588271" sldId="592"/>
        </pc:sldMkLst>
      </pc:sldChg>
      <pc:sldChg chg="delSp modSp mod modClrScheme chgLayout">
        <pc:chgData name="Shailendra Chauhan" userId="a7d3133f-e197-4b90-bf63-99a63a264234" providerId="ADAL" clId="{731BB65F-FCDD-4B83-AB39-85FA7DA25828}" dt="2024-06-15T11:43:37.728" v="48" actId="14100"/>
        <pc:sldMkLst>
          <pc:docMk/>
          <pc:sldMk cId="414671885" sldId="593"/>
        </pc:sldMkLst>
      </pc:sldChg>
      <pc:sldChg chg="modSp">
        <pc:chgData name="Shailendra Chauhan" userId="a7d3133f-e197-4b90-bf63-99a63a264234" providerId="ADAL" clId="{731BB65F-FCDD-4B83-AB39-85FA7DA25828}" dt="2024-06-15T11:40:56.655" v="33"/>
        <pc:sldMkLst>
          <pc:docMk/>
          <pc:sldMk cId="116575446" sldId="594"/>
        </pc:sldMkLst>
      </pc:sldChg>
      <pc:sldChg chg="modSp">
        <pc:chgData name="Shailendra Chauhan" userId="a7d3133f-e197-4b90-bf63-99a63a264234" providerId="ADAL" clId="{731BB65F-FCDD-4B83-AB39-85FA7DA25828}" dt="2024-06-15T11:40:56.655" v="33"/>
        <pc:sldMkLst>
          <pc:docMk/>
          <pc:sldMk cId="2763267385" sldId="595"/>
        </pc:sldMkLst>
      </pc:sldChg>
      <pc:sldChg chg="modSp">
        <pc:chgData name="Shailendra Chauhan" userId="a7d3133f-e197-4b90-bf63-99a63a264234" providerId="ADAL" clId="{731BB65F-FCDD-4B83-AB39-85FA7DA25828}" dt="2024-06-15T11:40:56.655" v="33"/>
        <pc:sldMkLst>
          <pc:docMk/>
          <pc:sldMk cId="3215237770" sldId="596"/>
        </pc:sldMkLst>
      </pc:sldChg>
      <pc:sldChg chg="delSp modSp mod modClrScheme chgLayout">
        <pc:chgData name="Shailendra Chauhan" userId="a7d3133f-e197-4b90-bf63-99a63a264234" providerId="ADAL" clId="{731BB65F-FCDD-4B83-AB39-85FA7DA25828}" dt="2024-06-15T11:40:56.655" v="33"/>
        <pc:sldMkLst>
          <pc:docMk/>
          <pc:sldMk cId="1687401671" sldId="597"/>
        </pc:sldMkLst>
      </pc:sldChg>
      <pc:sldChg chg="modSp">
        <pc:chgData name="Shailendra Chauhan" userId="a7d3133f-e197-4b90-bf63-99a63a264234" providerId="ADAL" clId="{731BB65F-FCDD-4B83-AB39-85FA7DA25828}" dt="2024-06-15T11:40:56.655" v="33"/>
        <pc:sldMkLst>
          <pc:docMk/>
          <pc:sldMk cId="4277332066" sldId="598"/>
        </pc:sldMkLst>
      </pc:sldChg>
      <pc:sldChg chg="modSp">
        <pc:chgData name="Shailendra Chauhan" userId="a7d3133f-e197-4b90-bf63-99a63a264234" providerId="ADAL" clId="{731BB65F-FCDD-4B83-AB39-85FA7DA25828}" dt="2024-06-15T11:40:56.655" v="33"/>
        <pc:sldMkLst>
          <pc:docMk/>
          <pc:sldMk cId="2647249286" sldId="599"/>
        </pc:sldMkLst>
      </pc:sldChg>
      <pc:sldChg chg="modSp">
        <pc:chgData name="Shailendra Chauhan" userId="a7d3133f-e197-4b90-bf63-99a63a264234" providerId="ADAL" clId="{731BB65F-FCDD-4B83-AB39-85FA7DA25828}" dt="2024-06-15T11:40:56.655" v="33"/>
        <pc:sldMkLst>
          <pc:docMk/>
          <pc:sldMk cId="178398985" sldId="600"/>
        </pc:sldMkLst>
      </pc:sldChg>
      <pc:sldChg chg="modSp mod modClrScheme chgLayout">
        <pc:chgData name="Shailendra Chauhan" userId="a7d3133f-e197-4b90-bf63-99a63a264234" providerId="ADAL" clId="{731BB65F-FCDD-4B83-AB39-85FA7DA25828}" dt="2024-06-15T11:40:56.655" v="33"/>
        <pc:sldMkLst>
          <pc:docMk/>
          <pc:sldMk cId="744390604" sldId="601"/>
        </pc:sldMkLst>
      </pc:sldChg>
      <pc:sldMasterChg chg="addSp delSp mod">
        <pc:chgData name="Shailendra Chauhan" userId="a7d3133f-e197-4b90-bf63-99a63a264234" providerId="ADAL" clId="{731BB65F-FCDD-4B83-AB39-85FA7DA25828}" dt="2024-06-15T11:37:19.696" v="2" actId="478"/>
        <pc:sldMasterMkLst>
          <pc:docMk/>
          <pc:sldMasterMk cId="3755122132" sldId="2147483696"/>
        </pc:sldMasterMkLst>
      </pc:sldMasterChg>
    </pc:docChg>
  </pc:docChgLst>
  <pc:docChgLst>
    <pc:chgData name="Shailendra Chauhan" userId="a7d3133f-e197-4b90-bf63-99a63a264234" providerId="ADAL" clId="{20E9CCA8-478E-48F5-B925-4D9A715A867C}"/>
    <pc:docChg chg="undo custSel addSld delSld modSld modMainMaster">
      <pc:chgData name="Shailendra Chauhan" userId="a7d3133f-e197-4b90-bf63-99a63a264234" providerId="ADAL" clId="{20E9CCA8-478E-48F5-B925-4D9A715A867C}" dt="2024-07-06T07:03:38.867" v="86" actId="2696"/>
      <pc:docMkLst>
        <pc:docMk/>
      </pc:docMkLst>
      <pc:sldChg chg="modSp mod">
        <pc:chgData name="Shailendra Chauhan" userId="a7d3133f-e197-4b90-bf63-99a63a264234" providerId="ADAL" clId="{20E9CCA8-478E-48F5-B925-4D9A715A867C}" dt="2024-07-06T06:58:11.092" v="1" actId="27636"/>
        <pc:sldMkLst>
          <pc:docMk/>
          <pc:sldMk cId="3384716785" sldId="522"/>
        </pc:sldMkLst>
      </pc:sldChg>
      <pc:sldChg chg="addSp delSp modSp mod modClrScheme chgLayout">
        <pc:chgData name="Shailendra Chauhan" userId="a7d3133f-e197-4b90-bf63-99a63a264234" providerId="ADAL" clId="{20E9CCA8-478E-48F5-B925-4D9A715A867C}" dt="2024-07-06T06:58:42.282" v="11" actId="27636"/>
        <pc:sldMkLst>
          <pc:docMk/>
          <pc:sldMk cId="956077848" sldId="572"/>
        </pc:sldMkLst>
      </pc:sldChg>
      <pc:sldChg chg="delSp modSp del mod modClrScheme chgLayout">
        <pc:chgData name="Shailendra Chauhan" userId="a7d3133f-e197-4b90-bf63-99a63a264234" providerId="ADAL" clId="{20E9CCA8-478E-48F5-B925-4D9A715A867C}" dt="2024-07-06T07:00:08.567" v="30" actId="2696"/>
        <pc:sldMkLst>
          <pc:docMk/>
          <pc:sldMk cId="2944910126" sldId="573"/>
        </pc:sldMkLst>
      </pc:sldChg>
      <pc:sldChg chg="modSp mod modClrScheme chgLayout">
        <pc:chgData name="Shailendra Chauhan" userId="a7d3133f-e197-4b90-bf63-99a63a264234" providerId="ADAL" clId="{20E9CCA8-478E-48F5-B925-4D9A715A867C}" dt="2024-07-06T06:58:59.838" v="12" actId="700"/>
        <pc:sldMkLst>
          <pc:docMk/>
          <pc:sldMk cId="1709117556" sldId="583"/>
        </pc:sldMkLst>
      </pc:sldChg>
      <pc:sldChg chg="modSp mod modClrScheme chgLayout">
        <pc:chgData name="Shailendra Chauhan" userId="a7d3133f-e197-4b90-bf63-99a63a264234" providerId="ADAL" clId="{20E9CCA8-478E-48F5-B925-4D9A715A867C}" dt="2024-07-06T06:59:05.112" v="14" actId="27636"/>
        <pc:sldMkLst>
          <pc:docMk/>
          <pc:sldMk cId="2178561908" sldId="584"/>
        </pc:sldMkLst>
      </pc:sldChg>
      <pc:sldChg chg="delSp modSp mod modClrScheme chgLayout">
        <pc:chgData name="Shailendra Chauhan" userId="a7d3133f-e197-4b90-bf63-99a63a264234" providerId="ADAL" clId="{20E9CCA8-478E-48F5-B925-4D9A715A867C}" dt="2024-07-06T07:01:01.573" v="45" actId="1076"/>
        <pc:sldMkLst>
          <pc:docMk/>
          <pc:sldMk cId="3498905732" sldId="585"/>
        </pc:sldMkLst>
      </pc:sldChg>
      <pc:sldChg chg="modSp mod modClrScheme chgLayout">
        <pc:chgData name="Shailendra Chauhan" userId="a7d3133f-e197-4b90-bf63-99a63a264234" providerId="ADAL" clId="{20E9CCA8-478E-48F5-B925-4D9A715A867C}" dt="2024-07-06T07:01:20.160" v="49" actId="700"/>
        <pc:sldMkLst>
          <pc:docMk/>
          <pc:sldMk cId="2055114333" sldId="586"/>
        </pc:sldMkLst>
      </pc:sldChg>
      <pc:sldChg chg="modSp mod modClrScheme chgLayout">
        <pc:chgData name="Shailendra Chauhan" userId="a7d3133f-e197-4b90-bf63-99a63a264234" providerId="ADAL" clId="{20E9CCA8-478E-48F5-B925-4D9A715A867C}" dt="2024-07-06T07:01:09.266" v="47" actId="27636"/>
        <pc:sldMkLst>
          <pc:docMk/>
          <pc:sldMk cId="3410350061" sldId="587"/>
        </pc:sldMkLst>
      </pc:sldChg>
      <pc:sldChg chg="modSp mod modClrScheme chgLayout">
        <pc:chgData name="Shailendra Chauhan" userId="a7d3133f-e197-4b90-bf63-99a63a264234" providerId="ADAL" clId="{20E9CCA8-478E-48F5-B925-4D9A715A867C}" dt="2024-07-06T07:01:30.103" v="52" actId="27636"/>
        <pc:sldMkLst>
          <pc:docMk/>
          <pc:sldMk cId="3380617746" sldId="588"/>
        </pc:sldMkLst>
      </pc:sldChg>
      <pc:sldChg chg="modSp del mod modClrScheme chgLayout">
        <pc:chgData name="Shailendra Chauhan" userId="a7d3133f-e197-4b90-bf63-99a63a264234" providerId="ADAL" clId="{20E9CCA8-478E-48F5-B925-4D9A715A867C}" dt="2024-07-06T07:02:35.953" v="72" actId="2696"/>
        <pc:sldMkLst>
          <pc:docMk/>
          <pc:sldMk cId="2051502615" sldId="589"/>
        </pc:sldMkLst>
      </pc:sldChg>
      <pc:sldChg chg="modSp mod modClrScheme chgLayout">
        <pc:chgData name="Shailendra Chauhan" userId="a7d3133f-e197-4b90-bf63-99a63a264234" providerId="ADAL" clId="{20E9CCA8-478E-48F5-B925-4D9A715A867C}" dt="2024-07-06T07:02:54.582" v="75" actId="700"/>
        <pc:sldMkLst>
          <pc:docMk/>
          <pc:sldMk cId="473048902" sldId="590"/>
        </pc:sldMkLst>
      </pc:sldChg>
      <pc:sldChg chg="modSp mod modClrScheme chgLayout">
        <pc:chgData name="Shailendra Chauhan" userId="a7d3133f-e197-4b90-bf63-99a63a264234" providerId="ADAL" clId="{20E9CCA8-478E-48F5-B925-4D9A715A867C}" dt="2024-07-06T07:02:59.041" v="76" actId="700"/>
        <pc:sldMkLst>
          <pc:docMk/>
          <pc:sldMk cId="3475111807" sldId="591"/>
        </pc:sldMkLst>
      </pc:sldChg>
      <pc:sldChg chg="modSp mod modClrScheme chgLayout">
        <pc:chgData name="Shailendra Chauhan" userId="a7d3133f-e197-4b90-bf63-99a63a264234" providerId="ADAL" clId="{20E9CCA8-478E-48F5-B925-4D9A715A867C}" dt="2024-07-06T07:03:05.511" v="77" actId="700"/>
        <pc:sldMkLst>
          <pc:docMk/>
          <pc:sldMk cId="2073588271" sldId="592"/>
        </pc:sldMkLst>
      </pc:sldChg>
      <pc:sldChg chg="modSp mod modClrScheme chgLayout">
        <pc:chgData name="Shailendra Chauhan" userId="a7d3133f-e197-4b90-bf63-99a63a264234" providerId="ADAL" clId="{20E9CCA8-478E-48F5-B925-4D9A715A867C}" dt="2024-07-06T07:03:17.417" v="81" actId="700"/>
        <pc:sldMkLst>
          <pc:docMk/>
          <pc:sldMk cId="414671885" sldId="593"/>
        </pc:sldMkLst>
      </pc:sldChg>
      <pc:sldChg chg="modSp mod modClrScheme chgLayout">
        <pc:chgData name="Shailendra Chauhan" userId="a7d3133f-e197-4b90-bf63-99a63a264234" providerId="ADAL" clId="{20E9CCA8-478E-48F5-B925-4D9A715A867C}" dt="2024-07-06T07:03:20.965" v="82" actId="700"/>
        <pc:sldMkLst>
          <pc:docMk/>
          <pc:sldMk cId="116575446" sldId="594"/>
        </pc:sldMkLst>
      </pc:sldChg>
      <pc:sldChg chg="modSp mod modClrScheme chgLayout">
        <pc:chgData name="Shailendra Chauhan" userId="a7d3133f-e197-4b90-bf63-99a63a264234" providerId="ADAL" clId="{20E9CCA8-478E-48F5-B925-4D9A715A867C}" dt="2024-07-06T07:03:24.971" v="83" actId="700"/>
        <pc:sldMkLst>
          <pc:docMk/>
          <pc:sldMk cId="2763267385" sldId="595"/>
        </pc:sldMkLst>
      </pc:sldChg>
      <pc:sldChg chg="modSp mod modClrScheme chgLayout">
        <pc:chgData name="Shailendra Chauhan" userId="a7d3133f-e197-4b90-bf63-99a63a264234" providerId="ADAL" clId="{20E9CCA8-478E-48F5-B925-4D9A715A867C}" dt="2024-07-06T07:02:46.961" v="74" actId="700"/>
        <pc:sldMkLst>
          <pc:docMk/>
          <pc:sldMk cId="3215237770" sldId="596"/>
        </pc:sldMkLst>
      </pc:sldChg>
      <pc:sldChg chg="modSp mod modClrScheme chgLayout">
        <pc:chgData name="Shailendra Chauhan" userId="a7d3133f-e197-4b90-bf63-99a63a264234" providerId="ADAL" clId="{20E9CCA8-478E-48F5-B925-4D9A715A867C}" dt="2024-07-06T07:01:15.193" v="48" actId="700"/>
        <pc:sldMkLst>
          <pc:docMk/>
          <pc:sldMk cId="1687401671" sldId="597"/>
        </pc:sldMkLst>
      </pc:sldChg>
      <pc:sldChg chg="modSp mod modClrScheme chgLayout">
        <pc:chgData name="Shailendra Chauhan" userId="a7d3133f-e197-4b90-bf63-99a63a264234" providerId="ADAL" clId="{20E9CCA8-478E-48F5-B925-4D9A715A867C}" dt="2024-07-06T07:02:39.925" v="73" actId="700"/>
        <pc:sldMkLst>
          <pc:docMk/>
          <pc:sldMk cId="4277332066" sldId="598"/>
        </pc:sldMkLst>
      </pc:sldChg>
      <pc:sldChg chg="modSp mod modClrScheme chgLayout">
        <pc:chgData name="Shailendra Chauhan" userId="a7d3133f-e197-4b90-bf63-99a63a264234" providerId="ADAL" clId="{20E9CCA8-478E-48F5-B925-4D9A715A867C}" dt="2024-07-06T07:03:09.428" v="79" actId="27636"/>
        <pc:sldMkLst>
          <pc:docMk/>
          <pc:sldMk cId="2647249286" sldId="599"/>
        </pc:sldMkLst>
      </pc:sldChg>
      <pc:sldChg chg="modSp mod modClrScheme chgLayout">
        <pc:chgData name="Shailendra Chauhan" userId="a7d3133f-e197-4b90-bf63-99a63a264234" providerId="ADAL" clId="{20E9CCA8-478E-48F5-B925-4D9A715A867C}" dt="2024-07-06T07:03:13.506" v="80" actId="700"/>
        <pc:sldMkLst>
          <pc:docMk/>
          <pc:sldMk cId="178398985" sldId="600"/>
        </pc:sldMkLst>
      </pc:sldChg>
      <pc:sldChg chg="modSp mod modClrScheme chgLayout">
        <pc:chgData name="Shailendra Chauhan" userId="a7d3133f-e197-4b90-bf63-99a63a264234" providerId="ADAL" clId="{20E9CCA8-478E-48F5-B925-4D9A715A867C}" dt="2024-07-06T07:01:24.943" v="50" actId="700"/>
        <pc:sldMkLst>
          <pc:docMk/>
          <pc:sldMk cId="744390604" sldId="601"/>
        </pc:sldMkLst>
      </pc:sldChg>
      <pc:sldChg chg="addSp modSp new mod">
        <pc:chgData name="Shailendra Chauhan" userId="a7d3133f-e197-4b90-bf63-99a63a264234" providerId="ADAL" clId="{20E9CCA8-478E-48F5-B925-4D9A715A867C}" dt="2024-07-06T07:00:05.355" v="29"/>
        <pc:sldMkLst>
          <pc:docMk/>
          <pc:sldMk cId="4060760169" sldId="602"/>
        </pc:sldMkLst>
      </pc:sldChg>
      <pc:sldChg chg="addSp delSp modSp new mod modClrScheme chgLayout">
        <pc:chgData name="Shailendra Chauhan" userId="a7d3133f-e197-4b90-bf63-99a63a264234" providerId="ADAL" clId="{20E9CCA8-478E-48F5-B925-4D9A715A867C}" dt="2024-07-06T07:02:28.440" v="71" actId="404"/>
        <pc:sldMkLst>
          <pc:docMk/>
          <pc:sldMk cId="4183216564" sldId="603"/>
        </pc:sldMkLst>
      </pc:sldChg>
      <pc:sldMasterChg chg="delSldLayout modSldLayout">
        <pc:chgData name="Shailendra Chauhan" userId="a7d3133f-e197-4b90-bf63-99a63a264234" providerId="ADAL" clId="{20E9CCA8-478E-48F5-B925-4D9A715A867C}" dt="2024-07-06T07:03:38.867" v="86" actId="2696"/>
        <pc:sldMasterMkLst>
          <pc:docMk/>
          <pc:sldMasterMk cId="4063622517" sldId="2147483714"/>
        </pc:sldMasterMkLst>
        <pc:sldLayoutChg chg="delSp del">
          <pc:chgData name="Shailendra Chauhan" userId="a7d3133f-e197-4b90-bf63-99a63a264234" providerId="ADAL" clId="{20E9CCA8-478E-48F5-B925-4D9A715A867C}" dt="2024-07-06T07:03:38.867" v="86" actId="2696"/>
          <pc:sldLayoutMkLst>
            <pc:docMk/>
            <pc:sldMasterMk cId="4063622517" sldId="2147483714"/>
            <pc:sldLayoutMk cId="3379805900" sldId="2147483740"/>
          </pc:sldLayoutMkLst>
        </pc:sldLayoutChg>
        <pc:sldLayoutChg chg="del">
          <pc:chgData name="Shailendra Chauhan" userId="a7d3133f-e197-4b90-bf63-99a63a264234" providerId="ADAL" clId="{20E9CCA8-478E-48F5-B925-4D9A715A867C}" dt="2024-07-06T07:03:37.253" v="85" actId="2696"/>
          <pc:sldLayoutMkLst>
            <pc:docMk/>
            <pc:sldMasterMk cId="4063622517" sldId="2147483714"/>
            <pc:sldLayoutMk cId="2823025890" sldId="2147483741"/>
          </pc:sldLayoutMkLst>
        </pc:sldLayoutChg>
        <pc:sldLayoutChg chg="delSp del">
          <pc:chgData name="Shailendra Chauhan" userId="a7d3133f-e197-4b90-bf63-99a63a264234" providerId="ADAL" clId="{20E9CCA8-478E-48F5-B925-4D9A715A867C}" dt="2024-07-06T07:03:35.151" v="84" actId="2696"/>
          <pc:sldLayoutMkLst>
            <pc:docMk/>
            <pc:sldMasterMk cId="4063622517" sldId="2147483714"/>
            <pc:sldLayoutMk cId="2112899877" sldId="2147483742"/>
          </pc:sldLayoutMkLst>
        </pc:sldLayoutChg>
      </pc:sldMasterChg>
    </pc:docChg>
  </pc:docChgLst>
  <pc:docChgLst>
    <pc:chgData name="Shailendra Chauhan" userId="a7d3133f-e197-4b90-bf63-99a63a264234" providerId="ADAL" clId="{74C6C4CE-DD99-44DC-AD5D-AA0782DAEF5A}"/>
    <pc:docChg chg="undo custSel modSld">
      <pc:chgData name="Shailendra Chauhan" userId="a7d3133f-e197-4b90-bf63-99a63a264234" providerId="ADAL" clId="{74C6C4CE-DD99-44DC-AD5D-AA0782DAEF5A}" dt="2025-05-12T03:08:02.100" v="5" actId="208"/>
      <pc:docMkLst>
        <pc:docMk/>
      </pc:docMkLst>
      <pc:sldChg chg="addSp delSp modSp mod modClrScheme chgLayout">
        <pc:chgData name="Shailendra Chauhan" userId="a7d3133f-e197-4b90-bf63-99a63a264234" providerId="ADAL" clId="{74C6C4CE-DD99-44DC-AD5D-AA0782DAEF5A}" dt="2025-05-12T03:06:36.803" v="2" actId="26606"/>
        <pc:sldMkLst>
          <pc:docMk/>
          <pc:sldMk cId="2178561908" sldId="584"/>
        </pc:sldMkLst>
        <pc:spChg chg="add del">
          <ac:chgData name="Shailendra Chauhan" userId="a7d3133f-e197-4b90-bf63-99a63a264234" providerId="ADAL" clId="{74C6C4CE-DD99-44DC-AD5D-AA0782DAEF5A}" dt="2025-05-12T03:06:36.803" v="2" actId="26606"/>
          <ac:spMkLst>
            <pc:docMk/>
            <pc:sldMk cId="2178561908" sldId="584"/>
            <ac:spMk id="2" creationId="{57439307-3EBF-A917-5684-1326B688D1ED}"/>
          </ac:spMkLst>
        </pc:spChg>
        <pc:spChg chg="mod">
          <ac:chgData name="Shailendra Chauhan" userId="a7d3133f-e197-4b90-bf63-99a63a264234" providerId="ADAL" clId="{74C6C4CE-DD99-44DC-AD5D-AA0782DAEF5A}" dt="2025-05-12T03:06:36.803" v="2" actId="26606"/>
          <ac:spMkLst>
            <pc:docMk/>
            <pc:sldMk cId="2178561908" sldId="584"/>
            <ac:spMk id="3" creationId="{24CB6073-4021-4746-BA69-DF6AFBE6492B}"/>
          </ac:spMkLst>
        </pc:spChg>
        <pc:graphicFrameChg chg="add del mod">
          <ac:chgData name="Shailendra Chauhan" userId="a7d3133f-e197-4b90-bf63-99a63a264234" providerId="ADAL" clId="{74C6C4CE-DD99-44DC-AD5D-AA0782DAEF5A}" dt="2025-05-12T03:06:36.803" v="2" actId="26606"/>
          <ac:graphicFrameMkLst>
            <pc:docMk/>
            <pc:sldMk cId="2178561908" sldId="584"/>
            <ac:graphicFrameMk id="5" creationId="{B5A6FB97-BB50-3699-D35D-8EF65390BDD9}"/>
          </ac:graphicFrameMkLst>
        </pc:graphicFrameChg>
      </pc:sldChg>
      <pc:sldChg chg="addSp modSp mod">
        <pc:chgData name="Shailendra Chauhan" userId="a7d3133f-e197-4b90-bf63-99a63a264234" providerId="ADAL" clId="{74C6C4CE-DD99-44DC-AD5D-AA0782DAEF5A}" dt="2025-05-12T03:08:02.100" v="5" actId="208"/>
        <pc:sldMkLst>
          <pc:docMk/>
          <pc:sldMk cId="744390604" sldId="601"/>
        </pc:sldMkLst>
        <pc:spChg chg="add mod">
          <ac:chgData name="Shailendra Chauhan" userId="a7d3133f-e197-4b90-bf63-99a63a264234" providerId="ADAL" clId="{74C6C4CE-DD99-44DC-AD5D-AA0782DAEF5A}" dt="2025-05-12T03:08:02.100" v="5" actId="208"/>
          <ac:spMkLst>
            <pc:docMk/>
            <pc:sldMk cId="744390604" sldId="601"/>
            <ac:spMk id="5" creationId="{4E931C30-3910-2B70-A736-00CB183FF14B}"/>
          </ac:spMkLst>
        </pc:spChg>
      </pc:sldChg>
      <pc:sldChg chg="modSp mod">
        <pc:chgData name="Shailendra Chauhan" userId="a7d3133f-e197-4b90-bf63-99a63a264234" providerId="ADAL" clId="{74C6C4CE-DD99-44DC-AD5D-AA0782DAEF5A}" dt="2025-05-03T12:50:05.246" v="0" actId="1076"/>
        <pc:sldMkLst>
          <pc:docMk/>
          <pc:sldMk cId="4183216564" sldId="603"/>
        </pc:sldMkLst>
        <pc:picChg chg="mod">
          <ac:chgData name="Shailendra Chauhan" userId="a7d3133f-e197-4b90-bf63-99a63a264234" providerId="ADAL" clId="{74C6C4CE-DD99-44DC-AD5D-AA0782DAEF5A}" dt="2025-05-03T12:50:05.246" v="0" actId="1076"/>
          <ac:picMkLst>
            <pc:docMk/>
            <pc:sldMk cId="4183216564" sldId="603"/>
            <ac:picMk id="8" creationId="{AA0F95DE-95DF-B9A5-8620-B5AAE8C5F6E9}"/>
          </ac:picMkLst>
        </pc:picChg>
      </pc:sldChg>
    </pc:docChg>
  </pc:docChgLst>
  <pc:docChgLst>
    <pc:chgData name="Sakshi Dhameja" userId="S::sakshi@dotnettricks.com::ea00e08a-f285-43f8-b684-36364e247324" providerId="AD" clId="Web-{F615DEE3-1A5D-1EB4-9F4E-FA0307FE3C95}"/>
    <pc:docChg chg="modSld">
      <pc:chgData name="Sakshi Dhameja" userId="S::sakshi@dotnettricks.com::ea00e08a-f285-43f8-b684-36364e247324" providerId="AD" clId="Web-{F615DEE3-1A5D-1EB4-9F4E-FA0307FE3C95}" dt="2024-03-22T17:03:40.959" v="17" actId="1076"/>
      <pc:docMkLst>
        <pc:docMk/>
      </pc:docMkLst>
      <pc:sldChg chg="addSp delSp modSp">
        <pc:chgData name="Sakshi Dhameja" userId="S::sakshi@dotnettricks.com::ea00e08a-f285-43f8-b684-36364e247324" providerId="AD" clId="Web-{F615DEE3-1A5D-1EB4-9F4E-FA0307FE3C95}" dt="2024-03-22T16:54:11.344" v="6" actId="1076"/>
        <pc:sldMkLst>
          <pc:docMk/>
          <pc:sldMk cId="1176817143" sldId="529"/>
        </pc:sldMkLst>
      </pc:sldChg>
      <pc:sldChg chg="modSp">
        <pc:chgData name="Sakshi Dhameja" userId="S::sakshi@dotnettricks.com::ea00e08a-f285-43f8-b684-36364e247324" providerId="AD" clId="Web-{F615DEE3-1A5D-1EB4-9F4E-FA0307FE3C95}" dt="2024-03-22T16:56:49.314" v="12" actId="1076"/>
        <pc:sldMkLst>
          <pc:docMk/>
          <pc:sldMk cId="300847703" sldId="540"/>
        </pc:sldMkLst>
      </pc:sldChg>
      <pc:sldChg chg="modSp">
        <pc:chgData name="Sakshi Dhameja" userId="S::sakshi@dotnettricks.com::ea00e08a-f285-43f8-b684-36364e247324" providerId="AD" clId="Web-{F615DEE3-1A5D-1EB4-9F4E-FA0307FE3C95}" dt="2024-03-22T17:03:16.943" v="13" actId="1076"/>
        <pc:sldMkLst>
          <pc:docMk/>
          <pc:sldMk cId="2944910126" sldId="573"/>
        </pc:sldMkLst>
      </pc:sldChg>
      <pc:sldChg chg="modSp">
        <pc:chgData name="Sakshi Dhameja" userId="S::sakshi@dotnettricks.com::ea00e08a-f285-43f8-b684-36364e247324" providerId="AD" clId="Web-{F615DEE3-1A5D-1EB4-9F4E-FA0307FE3C95}" dt="2024-03-22T17:03:40.959" v="17" actId="1076"/>
        <pc:sldMkLst>
          <pc:docMk/>
          <pc:sldMk cId="3498905732" sldId="585"/>
        </pc:sldMkLst>
      </pc:sldChg>
    </pc:docChg>
  </pc:docChgLst>
  <pc:docChgLst>
    <pc:chgData name="Sakshi Dhameja" userId="S::sakshi@dotnettricks.com::ea00e08a-f285-43f8-b684-36364e247324" providerId="AD" clId="Web-{47469F66-D684-3496-BAE1-C32F9616F10C}"/>
    <pc:docChg chg="modSld">
      <pc:chgData name="Sakshi Dhameja" userId="S::sakshi@dotnettricks.com::ea00e08a-f285-43f8-b684-36364e247324" providerId="AD" clId="Web-{47469F66-D684-3496-BAE1-C32F9616F10C}" dt="2024-03-31T08:21:54.005" v="89" actId="14100"/>
      <pc:docMkLst>
        <pc:docMk/>
      </pc:docMkLst>
      <pc:sldChg chg="addSp delSp modSp">
        <pc:chgData name="Sakshi Dhameja" userId="S::sakshi@dotnettricks.com::ea00e08a-f285-43f8-b684-36364e247324" providerId="AD" clId="Web-{47469F66-D684-3496-BAE1-C32F9616F10C}" dt="2024-03-31T08:21:54.005" v="89" actId="14100"/>
        <pc:sldMkLst>
          <pc:docMk/>
          <pc:sldMk cId="2051502615" sldId="589"/>
        </pc:sldMkLst>
      </pc:sldChg>
      <pc:sldChg chg="addSp delSp modSp">
        <pc:chgData name="Sakshi Dhameja" userId="S::sakshi@dotnettricks.com::ea00e08a-f285-43f8-b684-36364e247324" providerId="AD" clId="Web-{47469F66-D684-3496-BAE1-C32F9616F10C}" dt="2024-03-30T22:02:02.504" v="23" actId="1076"/>
        <pc:sldMkLst>
          <pc:docMk/>
          <pc:sldMk cId="473048902" sldId="590"/>
        </pc:sldMkLst>
      </pc:sldChg>
      <pc:sldChg chg="modSp">
        <pc:chgData name="Sakshi Dhameja" userId="S::sakshi@dotnettricks.com::ea00e08a-f285-43f8-b684-36364e247324" providerId="AD" clId="Web-{47469F66-D684-3496-BAE1-C32F9616F10C}" dt="2024-03-30T22:03:35.429" v="26" actId="1076"/>
        <pc:sldMkLst>
          <pc:docMk/>
          <pc:sldMk cId="3475111807" sldId="591"/>
        </pc:sldMkLst>
      </pc:sldChg>
      <pc:sldChg chg="addSp modSp">
        <pc:chgData name="Sakshi Dhameja" userId="S::sakshi@dotnettricks.com::ea00e08a-f285-43f8-b684-36364e247324" providerId="AD" clId="Web-{47469F66-D684-3496-BAE1-C32F9616F10C}" dt="2024-03-30T22:28:30.852" v="67" actId="14100"/>
        <pc:sldMkLst>
          <pc:docMk/>
          <pc:sldMk cId="414671885" sldId="593"/>
        </pc:sldMkLst>
      </pc:sldChg>
    </pc:docChg>
  </pc:docChgLst>
  <pc:docChgLst>
    <pc:chgData name="Shailendra Chauhan" userId="a7d3133f-e197-4b90-bf63-99a63a264234" providerId="ADAL" clId="{D567D9E8-206E-4891-A305-C15A70C1A4A1}"/>
    <pc:docChg chg="undo redo custSel addSld delSld modSld">
      <pc:chgData name="Shailendra Chauhan" userId="a7d3133f-e197-4b90-bf63-99a63a264234" providerId="ADAL" clId="{D567D9E8-206E-4891-A305-C15A70C1A4A1}" dt="2024-03-09T10:43:46.393" v="2367" actId="1076"/>
      <pc:docMkLst>
        <pc:docMk/>
      </pc:docMkLst>
      <pc:sldChg chg="addSp modSp del mod modTransition modClrScheme modAnim chgLayout">
        <pc:chgData name="Shailendra Chauhan" userId="a7d3133f-e197-4b90-bf63-99a63a264234" providerId="ADAL" clId="{D567D9E8-206E-4891-A305-C15A70C1A4A1}" dt="2024-03-09T10:26:40.829" v="2175" actId="2696"/>
        <pc:sldMkLst>
          <pc:docMk/>
          <pc:sldMk cId="3512944171" sldId="506"/>
        </pc:sldMkLst>
      </pc:sldChg>
      <pc:sldChg chg="del">
        <pc:chgData name="Shailendra Chauhan" userId="a7d3133f-e197-4b90-bf63-99a63a264234" providerId="ADAL" clId="{D567D9E8-206E-4891-A305-C15A70C1A4A1}" dt="2024-03-08T18:41:33.427" v="995" actId="2696"/>
        <pc:sldMkLst>
          <pc:docMk/>
          <pc:sldMk cId="1037121074" sldId="518"/>
        </pc:sldMkLst>
      </pc:sldChg>
      <pc:sldChg chg="modSp mod">
        <pc:chgData name="Shailendra Chauhan" userId="a7d3133f-e197-4b90-bf63-99a63a264234" providerId="ADAL" clId="{D567D9E8-206E-4891-A305-C15A70C1A4A1}" dt="2024-03-09T10:29:38.810" v="2259"/>
        <pc:sldMkLst>
          <pc:docMk/>
          <pc:sldMk cId="3384716785" sldId="522"/>
        </pc:sldMkLst>
      </pc:sldChg>
      <pc:sldChg chg="del">
        <pc:chgData name="Shailendra Chauhan" userId="a7d3133f-e197-4b90-bf63-99a63a264234" providerId="ADAL" clId="{D567D9E8-206E-4891-A305-C15A70C1A4A1}" dt="2024-03-08T18:41:33.427" v="995" actId="2696"/>
        <pc:sldMkLst>
          <pc:docMk/>
          <pc:sldMk cId="2935051063" sldId="589"/>
        </pc:sldMkLst>
      </pc:sldChg>
      <pc:sldChg chg="del">
        <pc:chgData name="Shailendra Chauhan" userId="a7d3133f-e197-4b90-bf63-99a63a264234" providerId="ADAL" clId="{D567D9E8-206E-4891-A305-C15A70C1A4A1}" dt="2024-03-08T18:41:33.427" v="995" actId="2696"/>
        <pc:sldMkLst>
          <pc:docMk/>
          <pc:sldMk cId="0" sldId="3767"/>
        </pc:sldMkLst>
      </pc:sldChg>
      <pc:sldChg chg="del">
        <pc:chgData name="Shailendra Chauhan" userId="a7d3133f-e197-4b90-bf63-99a63a264234" providerId="ADAL" clId="{D567D9E8-206E-4891-A305-C15A70C1A4A1}" dt="2024-03-08T18:41:33.427" v="995" actId="2696"/>
        <pc:sldMkLst>
          <pc:docMk/>
          <pc:sldMk cId="777719674" sldId="2147469470"/>
        </pc:sldMkLst>
      </pc:sldChg>
      <pc:sldChg chg="del">
        <pc:chgData name="Shailendra Chauhan" userId="a7d3133f-e197-4b90-bf63-99a63a264234" providerId="ADAL" clId="{D567D9E8-206E-4891-A305-C15A70C1A4A1}" dt="2024-03-08T18:41:33.427" v="995" actId="2696"/>
        <pc:sldMkLst>
          <pc:docMk/>
          <pc:sldMk cId="1146004687" sldId="2147469471"/>
        </pc:sldMkLst>
      </pc:sldChg>
      <pc:sldChg chg="del">
        <pc:chgData name="Shailendra Chauhan" userId="a7d3133f-e197-4b90-bf63-99a63a264234" providerId="ADAL" clId="{D567D9E8-206E-4891-A305-C15A70C1A4A1}" dt="2024-03-08T18:06:37.175" v="0" actId="2696"/>
        <pc:sldMkLst>
          <pc:docMk/>
          <pc:sldMk cId="1033391124" sldId="2147469472"/>
        </pc:sldMkLst>
      </pc:sldChg>
      <pc:sldChg chg="del">
        <pc:chgData name="Shailendra Chauhan" userId="a7d3133f-e197-4b90-bf63-99a63a264234" providerId="ADAL" clId="{D567D9E8-206E-4891-A305-C15A70C1A4A1}" dt="2024-03-08T18:41:33.427" v="995" actId="2696"/>
        <pc:sldMkLst>
          <pc:docMk/>
          <pc:sldMk cId="2153596904" sldId="2147469478"/>
        </pc:sldMkLst>
      </pc:sldChg>
      <pc:sldChg chg="del">
        <pc:chgData name="Shailendra Chauhan" userId="a7d3133f-e197-4b90-bf63-99a63a264234" providerId="ADAL" clId="{D567D9E8-206E-4891-A305-C15A70C1A4A1}" dt="2024-03-08T18:41:33.427" v="995" actId="2696"/>
        <pc:sldMkLst>
          <pc:docMk/>
          <pc:sldMk cId="4068494065" sldId="2147469480"/>
        </pc:sldMkLst>
      </pc:sldChg>
      <pc:sldChg chg="addSp delSp modSp new mod modClrScheme chgLayout modNotesTx">
        <pc:chgData name="Shailendra Chauhan" userId="a7d3133f-e197-4b90-bf63-99a63a264234" providerId="ADAL" clId="{D567D9E8-206E-4891-A305-C15A70C1A4A1}" dt="2024-03-09T10:33:53.215" v="2314" actId="113"/>
        <pc:sldMkLst>
          <pc:docMk/>
          <pc:sldMk cId="3012922482" sldId="2147469481"/>
        </pc:sldMkLst>
      </pc:sldChg>
      <pc:sldChg chg="modSp new mod">
        <pc:chgData name="Shailendra Chauhan" userId="a7d3133f-e197-4b90-bf63-99a63a264234" providerId="ADAL" clId="{D567D9E8-206E-4891-A305-C15A70C1A4A1}" dt="2024-03-09T10:34:11.042" v="2316" actId="113"/>
        <pc:sldMkLst>
          <pc:docMk/>
          <pc:sldMk cId="1329547788" sldId="2147469482"/>
        </pc:sldMkLst>
      </pc:sldChg>
      <pc:sldChg chg="modSp add mod">
        <pc:chgData name="Shailendra Chauhan" userId="a7d3133f-e197-4b90-bf63-99a63a264234" providerId="ADAL" clId="{D567D9E8-206E-4891-A305-C15A70C1A4A1}" dt="2024-03-09T10:34:18.724" v="2317" actId="113"/>
        <pc:sldMkLst>
          <pc:docMk/>
          <pc:sldMk cId="736651118" sldId="2147469483"/>
        </pc:sldMkLst>
      </pc:sldChg>
      <pc:sldChg chg="modSp new mod">
        <pc:chgData name="Shailendra Chauhan" userId="a7d3133f-e197-4b90-bf63-99a63a264234" providerId="ADAL" clId="{D567D9E8-206E-4891-A305-C15A70C1A4A1}" dt="2024-03-09T10:24:38.700" v="2153" actId="20577"/>
        <pc:sldMkLst>
          <pc:docMk/>
          <pc:sldMk cId="2628369785" sldId="2147469484"/>
        </pc:sldMkLst>
      </pc:sldChg>
      <pc:sldChg chg="modSp add mod">
        <pc:chgData name="Shailendra Chauhan" userId="a7d3133f-e197-4b90-bf63-99a63a264234" providerId="ADAL" clId="{D567D9E8-206E-4891-A305-C15A70C1A4A1}" dt="2024-03-09T10:24:45.468" v="2155" actId="20577"/>
        <pc:sldMkLst>
          <pc:docMk/>
          <pc:sldMk cId="320449755" sldId="2147469485"/>
        </pc:sldMkLst>
      </pc:sldChg>
      <pc:sldChg chg="modSp add mod">
        <pc:chgData name="Shailendra Chauhan" userId="a7d3133f-e197-4b90-bf63-99a63a264234" providerId="ADAL" clId="{D567D9E8-206E-4891-A305-C15A70C1A4A1}" dt="2024-03-09T10:24:58.939" v="2157" actId="20577"/>
        <pc:sldMkLst>
          <pc:docMk/>
          <pc:sldMk cId="1494691065" sldId="2147469486"/>
        </pc:sldMkLst>
      </pc:sldChg>
      <pc:sldChg chg="modSp new mod">
        <pc:chgData name="Shailendra Chauhan" userId="a7d3133f-e197-4b90-bf63-99a63a264234" providerId="ADAL" clId="{D567D9E8-206E-4891-A305-C15A70C1A4A1}" dt="2024-03-09T10:24:05.848" v="2144" actId="20577"/>
        <pc:sldMkLst>
          <pc:docMk/>
          <pc:sldMk cId="178977462" sldId="2147469487"/>
        </pc:sldMkLst>
      </pc:sldChg>
      <pc:sldChg chg="addSp delSp modSp new mod modClrScheme chgLayout modNotesTx">
        <pc:chgData name="Shailendra Chauhan" userId="a7d3133f-e197-4b90-bf63-99a63a264234" providerId="ADAL" clId="{D567D9E8-206E-4891-A305-C15A70C1A4A1}" dt="2024-03-09T10:35:41.118" v="2322" actId="700"/>
        <pc:sldMkLst>
          <pc:docMk/>
          <pc:sldMk cId="126659372" sldId="2147469488"/>
        </pc:sldMkLst>
      </pc:sldChg>
      <pc:sldChg chg="modSp new mod">
        <pc:chgData name="Shailendra Chauhan" userId="a7d3133f-e197-4b90-bf63-99a63a264234" providerId="ADAL" clId="{D567D9E8-206E-4891-A305-C15A70C1A4A1}" dt="2024-03-09T10:27:00.273" v="2182" actId="20577"/>
        <pc:sldMkLst>
          <pc:docMk/>
          <pc:sldMk cId="3549898700" sldId="2147469489"/>
        </pc:sldMkLst>
      </pc:sldChg>
      <pc:sldChg chg="addSp modSp new mod">
        <pc:chgData name="Shailendra Chauhan" userId="a7d3133f-e197-4b90-bf63-99a63a264234" providerId="ADAL" clId="{D567D9E8-206E-4891-A305-C15A70C1A4A1}" dt="2024-03-09T10:27:06.900" v="2184" actId="20577"/>
        <pc:sldMkLst>
          <pc:docMk/>
          <pc:sldMk cId="1183596658" sldId="2147469490"/>
        </pc:sldMkLst>
      </pc:sldChg>
      <pc:sldChg chg="addSp modSp new mod">
        <pc:chgData name="Shailendra Chauhan" userId="a7d3133f-e197-4b90-bf63-99a63a264234" providerId="ADAL" clId="{D567D9E8-206E-4891-A305-C15A70C1A4A1}" dt="2024-03-09T10:27:10.718" v="2186" actId="20577"/>
        <pc:sldMkLst>
          <pc:docMk/>
          <pc:sldMk cId="2683016822" sldId="2147469491"/>
        </pc:sldMkLst>
      </pc:sldChg>
      <pc:sldChg chg="addSp modSp new mod">
        <pc:chgData name="Shailendra Chauhan" userId="a7d3133f-e197-4b90-bf63-99a63a264234" providerId="ADAL" clId="{D567D9E8-206E-4891-A305-C15A70C1A4A1}" dt="2024-03-09T10:27:17.494" v="2188" actId="20577"/>
        <pc:sldMkLst>
          <pc:docMk/>
          <pc:sldMk cId="2075187817" sldId="2147469492"/>
        </pc:sldMkLst>
      </pc:sldChg>
      <pc:sldChg chg="modSp new mod">
        <pc:chgData name="Shailendra Chauhan" userId="a7d3133f-e197-4b90-bf63-99a63a264234" providerId="ADAL" clId="{D567D9E8-206E-4891-A305-C15A70C1A4A1}" dt="2024-03-09T10:27:21.796" v="2190" actId="20577"/>
        <pc:sldMkLst>
          <pc:docMk/>
          <pc:sldMk cId="3746043249" sldId="2147469493"/>
        </pc:sldMkLst>
      </pc:sldChg>
      <pc:sldChg chg="modSp new mod">
        <pc:chgData name="Shailendra Chauhan" userId="a7d3133f-e197-4b90-bf63-99a63a264234" providerId="ADAL" clId="{D567D9E8-206E-4891-A305-C15A70C1A4A1}" dt="2024-03-09T10:27:26.600" v="2192" actId="20577"/>
        <pc:sldMkLst>
          <pc:docMk/>
          <pc:sldMk cId="2238685126" sldId="2147469494"/>
        </pc:sldMkLst>
      </pc:sldChg>
      <pc:sldChg chg="modSp new mod">
        <pc:chgData name="Shailendra Chauhan" userId="a7d3133f-e197-4b90-bf63-99a63a264234" providerId="ADAL" clId="{D567D9E8-206E-4891-A305-C15A70C1A4A1}" dt="2024-03-09T10:27:31.572" v="2194" actId="20577"/>
        <pc:sldMkLst>
          <pc:docMk/>
          <pc:sldMk cId="506694691" sldId="2147469495"/>
        </pc:sldMkLst>
      </pc:sldChg>
      <pc:sldChg chg="addSp delSp modSp new mod modClrScheme chgLayout">
        <pc:chgData name="Shailendra Chauhan" userId="a7d3133f-e197-4b90-bf63-99a63a264234" providerId="ADAL" clId="{D567D9E8-206E-4891-A305-C15A70C1A4A1}" dt="2024-03-09T10:32:47.322" v="2312" actId="20577"/>
        <pc:sldMkLst>
          <pc:docMk/>
          <pc:sldMk cId="3100357693" sldId="2147469496"/>
        </pc:sldMkLst>
      </pc:sldChg>
      <pc:sldChg chg="modSp new mod">
        <pc:chgData name="Shailendra Chauhan" userId="a7d3133f-e197-4b90-bf63-99a63a264234" providerId="ADAL" clId="{D567D9E8-206E-4891-A305-C15A70C1A4A1}" dt="2024-03-09T10:30:21.793" v="2271" actId="20577"/>
        <pc:sldMkLst>
          <pc:docMk/>
          <pc:sldMk cId="3291772777" sldId="2147469497"/>
        </pc:sldMkLst>
      </pc:sldChg>
      <pc:sldChg chg="modSp new mod">
        <pc:chgData name="Shailendra Chauhan" userId="a7d3133f-e197-4b90-bf63-99a63a264234" providerId="ADAL" clId="{D567D9E8-206E-4891-A305-C15A70C1A4A1}" dt="2024-03-09T10:30:35.217" v="2272"/>
        <pc:sldMkLst>
          <pc:docMk/>
          <pc:sldMk cId="3213235310" sldId="2147469498"/>
        </pc:sldMkLst>
      </pc:sldChg>
      <pc:sldChg chg="modSp new mod">
        <pc:chgData name="Shailendra Chauhan" userId="a7d3133f-e197-4b90-bf63-99a63a264234" providerId="ADAL" clId="{D567D9E8-206E-4891-A305-C15A70C1A4A1}" dt="2024-03-09T10:30:47.018" v="2273"/>
        <pc:sldMkLst>
          <pc:docMk/>
          <pc:sldMk cId="1642847206" sldId="2147469499"/>
        </pc:sldMkLst>
      </pc:sldChg>
      <pc:sldChg chg="modSp new mod">
        <pc:chgData name="Shailendra Chauhan" userId="a7d3133f-e197-4b90-bf63-99a63a264234" providerId="ADAL" clId="{D567D9E8-206E-4891-A305-C15A70C1A4A1}" dt="2024-03-09T10:30:50.987" v="2274"/>
        <pc:sldMkLst>
          <pc:docMk/>
          <pc:sldMk cId="69496446" sldId="2147469500"/>
        </pc:sldMkLst>
      </pc:sldChg>
      <pc:sldChg chg="addSp delSp modSp new mod chgLayout modNotesTx">
        <pc:chgData name="Shailendra Chauhan" userId="a7d3133f-e197-4b90-bf63-99a63a264234" providerId="ADAL" clId="{D567D9E8-206E-4891-A305-C15A70C1A4A1}" dt="2024-03-09T10:43:46.393" v="2367" actId="1076"/>
        <pc:sldMkLst>
          <pc:docMk/>
          <pc:sldMk cId="1181312397" sldId="2147469501"/>
        </pc:sldMkLst>
      </pc:sldChg>
    </pc:docChg>
  </pc:docChgLst>
  <pc:docChgLst>
    <pc:chgData name="Sakshi Dhameja" userId="S::sakshi@dotnettricks.com::ea00e08a-f285-43f8-b684-36364e247324" providerId="AD" clId="Web-{4B8F0635-F96A-4574-5313-380AEFB760A9}"/>
    <pc:docChg chg="addSld delSld modSld">
      <pc:chgData name="Sakshi Dhameja" userId="S::sakshi@dotnettricks.com::ea00e08a-f285-43f8-b684-36364e247324" providerId="AD" clId="Web-{4B8F0635-F96A-4574-5313-380AEFB760A9}" dt="2024-03-22T11:13:27.966" v="103" actId="1076"/>
      <pc:docMkLst>
        <pc:docMk/>
      </pc:docMkLst>
      <pc:sldChg chg="del">
        <pc:chgData name="Sakshi Dhameja" userId="S::sakshi@dotnettricks.com::ea00e08a-f285-43f8-b684-36364e247324" providerId="AD" clId="Web-{4B8F0635-F96A-4574-5313-380AEFB760A9}" dt="2024-03-21T13:01:13.892" v="14"/>
        <pc:sldMkLst>
          <pc:docMk/>
          <pc:sldMk cId="2414222094" sldId="523"/>
        </pc:sldMkLst>
      </pc:sldChg>
      <pc:sldChg chg="addSp delSp modSp">
        <pc:chgData name="Sakshi Dhameja" userId="S::sakshi@dotnettricks.com::ea00e08a-f285-43f8-b684-36364e247324" providerId="AD" clId="Web-{4B8F0635-F96A-4574-5313-380AEFB760A9}" dt="2024-03-21T13:11:48.739" v="32" actId="1076"/>
        <pc:sldMkLst>
          <pc:docMk/>
          <pc:sldMk cId="3757602354" sldId="524"/>
        </pc:sldMkLst>
      </pc:sldChg>
      <pc:sldChg chg="addSp delSp modSp">
        <pc:chgData name="Sakshi Dhameja" userId="S::sakshi@dotnettricks.com::ea00e08a-f285-43f8-b684-36364e247324" providerId="AD" clId="Web-{4B8F0635-F96A-4574-5313-380AEFB760A9}" dt="2024-03-21T13:10:56.300" v="23" actId="1076"/>
        <pc:sldMkLst>
          <pc:docMk/>
          <pc:sldMk cId="3492494734" sldId="525"/>
        </pc:sldMkLst>
      </pc:sldChg>
      <pc:sldChg chg="addSp delSp modSp">
        <pc:chgData name="Sakshi Dhameja" userId="S::sakshi@dotnettricks.com::ea00e08a-f285-43f8-b684-36364e247324" providerId="AD" clId="Web-{4B8F0635-F96A-4574-5313-380AEFB760A9}" dt="2024-03-21T14:36:15.212" v="71" actId="1076"/>
        <pc:sldMkLst>
          <pc:docMk/>
          <pc:sldMk cId="2463012277" sldId="526"/>
        </pc:sldMkLst>
      </pc:sldChg>
      <pc:sldChg chg="addSp delSp modSp">
        <pc:chgData name="Sakshi Dhameja" userId="S::sakshi@dotnettricks.com::ea00e08a-f285-43f8-b684-36364e247324" providerId="AD" clId="Web-{4B8F0635-F96A-4574-5313-380AEFB760A9}" dt="2024-03-21T13:13:13.460" v="43" actId="1076"/>
        <pc:sldMkLst>
          <pc:docMk/>
          <pc:sldMk cId="103645309" sldId="527"/>
        </pc:sldMkLst>
      </pc:sldChg>
      <pc:sldChg chg="addSp delSp modSp">
        <pc:chgData name="Sakshi Dhameja" userId="S::sakshi@dotnettricks.com::ea00e08a-f285-43f8-b684-36364e247324" providerId="AD" clId="Web-{4B8F0635-F96A-4574-5313-380AEFB760A9}" dt="2024-03-22T11:00:41.473" v="93" actId="1076"/>
        <pc:sldMkLst>
          <pc:docMk/>
          <pc:sldMk cId="1549443840" sldId="528"/>
        </pc:sldMkLst>
      </pc:sldChg>
      <pc:sldChg chg="modSp">
        <pc:chgData name="Sakshi Dhameja" userId="S::sakshi@dotnettricks.com::ea00e08a-f285-43f8-b684-36364e247324" providerId="AD" clId="Web-{4B8F0635-F96A-4574-5313-380AEFB760A9}" dt="2024-03-22T11:13:27.966" v="103" actId="1076"/>
        <pc:sldMkLst>
          <pc:docMk/>
          <pc:sldMk cId="1176817143" sldId="529"/>
        </pc:sldMkLst>
      </pc:sldChg>
      <pc:sldChg chg="addSp delSp modSp add replId">
        <pc:chgData name="Sakshi Dhameja" userId="S::sakshi@dotnettricks.com::ea00e08a-f285-43f8-b684-36364e247324" providerId="AD" clId="Web-{4B8F0635-F96A-4574-5313-380AEFB760A9}" dt="2024-03-21T13:01:11.439" v="13" actId="1076"/>
        <pc:sldMkLst>
          <pc:docMk/>
          <pc:sldMk cId="3598829229" sldId="558"/>
        </pc:sldMkLst>
      </pc:sldChg>
      <pc:sldChg chg="modSp">
        <pc:chgData name="Sakshi Dhameja" userId="S::sakshi@dotnettricks.com::ea00e08a-f285-43f8-b684-36364e247324" providerId="AD" clId="Web-{4B8F0635-F96A-4574-5313-380AEFB760A9}" dt="2024-03-22T09:11:20.948" v="84" actId="1076"/>
        <pc:sldMkLst>
          <pc:docMk/>
          <pc:sldMk cId="1618606821" sldId="580"/>
        </pc:sldMkLst>
      </pc:sldChg>
    </pc:docChg>
  </pc:docChgLst>
  <pc:docChgLst>
    <pc:chgData name="Shailendra Chauhan" userId="a7d3133f-e197-4b90-bf63-99a63a264234" providerId="ADAL" clId="{9113F4EE-903F-4D41-BF10-A0567851644E}"/>
    <pc:docChg chg="undo redo custSel addSld delSld modSld sldOrd">
      <pc:chgData name="Shailendra Chauhan" userId="a7d3133f-e197-4b90-bf63-99a63a264234" providerId="ADAL" clId="{9113F4EE-903F-4D41-BF10-A0567851644E}" dt="2024-03-03T03:50:36.226" v="2399"/>
      <pc:docMkLst>
        <pc:docMk/>
      </pc:docMkLst>
      <pc:sldChg chg="modSp mod ord modAnim">
        <pc:chgData name="Shailendra Chauhan" userId="a7d3133f-e197-4b90-bf63-99a63a264234" providerId="ADAL" clId="{9113F4EE-903F-4D41-BF10-A0567851644E}" dt="2024-03-03T03:19:20.157" v="1596" actId="255"/>
        <pc:sldMkLst>
          <pc:docMk/>
          <pc:sldMk cId="3512944171" sldId="506"/>
        </pc:sldMkLst>
      </pc:sldChg>
      <pc:sldChg chg="del">
        <pc:chgData name="Shailendra Chauhan" userId="a7d3133f-e197-4b90-bf63-99a63a264234" providerId="ADAL" clId="{9113F4EE-903F-4D41-BF10-A0567851644E}" dt="2024-03-03T03:10:51.152" v="1443" actId="2696"/>
        <pc:sldMkLst>
          <pc:docMk/>
          <pc:sldMk cId="4164146515" sldId="507"/>
        </pc:sldMkLst>
      </pc:sldChg>
      <pc:sldChg chg="del">
        <pc:chgData name="Shailendra Chauhan" userId="a7d3133f-e197-4b90-bf63-99a63a264234" providerId="ADAL" clId="{9113F4EE-903F-4D41-BF10-A0567851644E}" dt="2024-03-03T03:10:51.152" v="1443" actId="2696"/>
        <pc:sldMkLst>
          <pc:docMk/>
          <pc:sldMk cId="668854724" sldId="508"/>
        </pc:sldMkLst>
      </pc:sldChg>
      <pc:sldChg chg="del">
        <pc:chgData name="Shailendra Chauhan" userId="a7d3133f-e197-4b90-bf63-99a63a264234" providerId="ADAL" clId="{9113F4EE-903F-4D41-BF10-A0567851644E}" dt="2024-03-03T03:10:51.152" v="1443" actId="2696"/>
        <pc:sldMkLst>
          <pc:docMk/>
          <pc:sldMk cId="622747516" sldId="509"/>
        </pc:sldMkLst>
      </pc:sldChg>
      <pc:sldChg chg="del">
        <pc:chgData name="Shailendra Chauhan" userId="a7d3133f-e197-4b90-bf63-99a63a264234" providerId="ADAL" clId="{9113F4EE-903F-4D41-BF10-A0567851644E}" dt="2024-03-03T03:10:51.152" v="1443" actId="2696"/>
        <pc:sldMkLst>
          <pc:docMk/>
          <pc:sldMk cId="1189860744" sldId="510"/>
        </pc:sldMkLst>
      </pc:sldChg>
      <pc:sldChg chg="del">
        <pc:chgData name="Shailendra Chauhan" userId="a7d3133f-e197-4b90-bf63-99a63a264234" providerId="ADAL" clId="{9113F4EE-903F-4D41-BF10-A0567851644E}" dt="2024-03-03T03:10:51.152" v="1443" actId="2696"/>
        <pc:sldMkLst>
          <pc:docMk/>
          <pc:sldMk cId="2861316933" sldId="511"/>
        </pc:sldMkLst>
      </pc:sldChg>
      <pc:sldChg chg="del">
        <pc:chgData name="Shailendra Chauhan" userId="a7d3133f-e197-4b90-bf63-99a63a264234" providerId="ADAL" clId="{9113F4EE-903F-4D41-BF10-A0567851644E}" dt="2024-03-03T03:10:51.152" v="1443" actId="2696"/>
        <pc:sldMkLst>
          <pc:docMk/>
          <pc:sldMk cId="1891838612" sldId="512"/>
        </pc:sldMkLst>
      </pc:sldChg>
      <pc:sldChg chg="del">
        <pc:chgData name="Shailendra Chauhan" userId="a7d3133f-e197-4b90-bf63-99a63a264234" providerId="ADAL" clId="{9113F4EE-903F-4D41-BF10-A0567851644E}" dt="2024-03-03T03:10:51.152" v="1443" actId="2696"/>
        <pc:sldMkLst>
          <pc:docMk/>
          <pc:sldMk cId="3619553149" sldId="513"/>
        </pc:sldMkLst>
      </pc:sldChg>
      <pc:sldChg chg="del">
        <pc:chgData name="Shailendra Chauhan" userId="a7d3133f-e197-4b90-bf63-99a63a264234" providerId="ADAL" clId="{9113F4EE-903F-4D41-BF10-A0567851644E}" dt="2024-03-03T03:10:51.152" v="1443" actId="2696"/>
        <pc:sldMkLst>
          <pc:docMk/>
          <pc:sldMk cId="1192656721" sldId="514"/>
        </pc:sldMkLst>
      </pc:sldChg>
      <pc:sldChg chg="del">
        <pc:chgData name="Shailendra Chauhan" userId="a7d3133f-e197-4b90-bf63-99a63a264234" providerId="ADAL" clId="{9113F4EE-903F-4D41-BF10-A0567851644E}" dt="2024-03-03T03:10:51.152" v="1443" actId="2696"/>
        <pc:sldMkLst>
          <pc:docMk/>
          <pc:sldMk cId="1473136694" sldId="515"/>
        </pc:sldMkLst>
      </pc:sldChg>
      <pc:sldChg chg="del">
        <pc:chgData name="Shailendra Chauhan" userId="a7d3133f-e197-4b90-bf63-99a63a264234" providerId="ADAL" clId="{9113F4EE-903F-4D41-BF10-A0567851644E}" dt="2024-03-03T03:23:17.285" v="1639" actId="2696"/>
        <pc:sldMkLst>
          <pc:docMk/>
          <pc:sldMk cId="2897014893" sldId="516"/>
        </pc:sldMkLst>
      </pc:sldChg>
      <pc:sldChg chg="del">
        <pc:chgData name="Shailendra Chauhan" userId="a7d3133f-e197-4b90-bf63-99a63a264234" providerId="ADAL" clId="{9113F4EE-903F-4D41-BF10-A0567851644E}" dt="2024-03-03T03:10:51.152" v="1443" actId="2696"/>
        <pc:sldMkLst>
          <pc:docMk/>
          <pc:sldMk cId="2983742983" sldId="517"/>
        </pc:sldMkLst>
      </pc:sldChg>
      <pc:sldChg chg="add setBg">
        <pc:chgData name="Shailendra Chauhan" userId="a7d3133f-e197-4b90-bf63-99a63a264234" providerId="ADAL" clId="{9113F4EE-903F-4D41-BF10-A0567851644E}" dt="2024-03-03T03:40:50.763" v="2099"/>
        <pc:sldMkLst>
          <pc:docMk/>
          <pc:sldMk cId="1037121074" sldId="518"/>
        </pc:sldMkLst>
      </pc:sldChg>
      <pc:sldChg chg="del">
        <pc:chgData name="Shailendra Chauhan" userId="a7d3133f-e197-4b90-bf63-99a63a264234" providerId="ADAL" clId="{9113F4EE-903F-4D41-BF10-A0567851644E}" dt="2024-03-03T03:10:51.152" v="1443" actId="2696"/>
        <pc:sldMkLst>
          <pc:docMk/>
          <pc:sldMk cId="4264975209" sldId="518"/>
        </pc:sldMkLst>
      </pc:sldChg>
      <pc:sldChg chg="del">
        <pc:chgData name="Shailendra Chauhan" userId="a7d3133f-e197-4b90-bf63-99a63a264234" providerId="ADAL" clId="{9113F4EE-903F-4D41-BF10-A0567851644E}" dt="2024-03-03T03:10:51.152" v="1443" actId="2696"/>
        <pc:sldMkLst>
          <pc:docMk/>
          <pc:sldMk cId="3924151125" sldId="519"/>
        </pc:sldMkLst>
      </pc:sldChg>
      <pc:sldChg chg="del">
        <pc:chgData name="Shailendra Chauhan" userId="a7d3133f-e197-4b90-bf63-99a63a264234" providerId="ADAL" clId="{9113F4EE-903F-4D41-BF10-A0567851644E}" dt="2024-03-03T03:23:17.285" v="1639" actId="2696"/>
        <pc:sldMkLst>
          <pc:docMk/>
          <pc:sldMk cId="3060720955" sldId="520"/>
        </pc:sldMkLst>
      </pc:sldChg>
      <pc:sldChg chg="del">
        <pc:chgData name="Shailendra Chauhan" userId="a7d3133f-e197-4b90-bf63-99a63a264234" providerId="ADAL" clId="{9113F4EE-903F-4D41-BF10-A0567851644E}" dt="2024-03-03T01:32:44.828" v="113" actId="2696"/>
        <pc:sldMkLst>
          <pc:docMk/>
          <pc:sldMk cId="3499953525" sldId="521"/>
        </pc:sldMkLst>
      </pc:sldChg>
      <pc:sldChg chg="modSp mod">
        <pc:chgData name="Shailendra Chauhan" userId="a7d3133f-e197-4b90-bf63-99a63a264234" providerId="ADAL" clId="{9113F4EE-903F-4D41-BF10-A0567851644E}" dt="2024-03-03T03:50:36.226" v="2399"/>
        <pc:sldMkLst>
          <pc:docMk/>
          <pc:sldMk cId="3384716785" sldId="522"/>
        </pc:sldMkLst>
      </pc:sldChg>
      <pc:sldChg chg="modSp add">
        <pc:chgData name="Shailendra Chauhan" userId="a7d3133f-e197-4b90-bf63-99a63a264234" providerId="ADAL" clId="{9113F4EE-903F-4D41-BF10-A0567851644E}" dt="2024-03-03T03:38:48.512" v="2044" actId="404"/>
        <pc:sldMkLst>
          <pc:docMk/>
          <pc:sldMk cId="2935051063" sldId="589"/>
        </pc:sldMkLst>
      </pc:sldChg>
      <pc:sldChg chg="add">
        <pc:chgData name="Shailendra Chauhan" userId="a7d3133f-e197-4b90-bf63-99a63a264234" providerId="ADAL" clId="{9113F4EE-903F-4D41-BF10-A0567851644E}" dt="2024-03-03T03:23:12.535" v="1638"/>
        <pc:sldMkLst>
          <pc:docMk/>
          <pc:sldMk cId="0" sldId="3767"/>
        </pc:sldMkLst>
      </pc:sldChg>
      <pc:sldChg chg="del">
        <pc:chgData name="Shailendra Chauhan" userId="a7d3133f-e197-4b90-bf63-99a63a264234" providerId="ADAL" clId="{9113F4EE-903F-4D41-BF10-A0567851644E}" dt="2024-03-03T01:32:47.203" v="114" actId="2696"/>
        <pc:sldMkLst>
          <pc:docMk/>
          <pc:sldMk cId="2015108213" sldId="3829"/>
        </pc:sldMkLst>
      </pc:sldChg>
      <pc:sldChg chg="del">
        <pc:chgData name="Shailendra Chauhan" userId="a7d3133f-e197-4b90-bf63-99a63a264234" providerId="ADAL" clId="{9113F4EE-903F-4D41-BF10-A0567851644E}" dt="2024-03-03T02:49:50.693" v="1295" actId="2696"/>
        <pc:sldMkLst>
          <pc:docMk/>
          <pc:sldMk cId="551833333" sldId="2147469469"/>
        </pc:sldMkLst>
      </pc:sldChg>
      <pc:sldChg chg="modSp add">
        <pc:chgData name="Shailendra Chauhan" userId="a7d3133f-e197-4b90-bf63-99a63a264234" providerId="ADAL" clId="{9113F4EE-903F-4D41-BF10-A0567851644E}" dt="2024-03-03T03:25:48.983" v="1656" actId="20577"/>
        <pc:sldMkLst>
          <pc:docMk/>
          <pc:sldMk cId="777719674" sldId="2147469470"/>
        </pc:sldMkLst>
      </pc:sldChg>
      <pc:sldChg chg="del">
        <pc:chgData name="Shailendra Chauhan" userId="a7d3133f-e197-4b90-bf63-99a63a264234" providerId="ADAL" clId="{9113F4EE-903F-4D41-BF10-A0567851644E}" dt="2024-03-03T03:10:51.152" v="1443" actId="2696"/>
        <pc:sldMkLst>
          <pc:docMk/>
          <pc:sldMk cId="2657283964" sldId="2147469470"/>
        </pc:sldMkLst>
      </pc:sldChg>
      <pc:sldChg chg="modSp new mod">
        <pc:chgData name="Shailendra Chauhan" userId="a7d3133f-e197-4b90-bf63-99a63a264234" providerId="ADAL" clId="{9113F4EE-903F-4D41-BF10-A0567851644E}" dt="2024-03-03T03:19:42.627" v="1604" actId="20577"/>
        <pc:sldMkLst>
          <pc:docMk/>
          <pc:sldMk cId="1146004687" sldId="2147469471"/>
        </pc:sldMkLst>
      </pc:sldChg>
      <pc:sldChg chg="addSp delSp modSp new mod">
        <pc:chgData name="Shailendra Chauhan" userId="a7d3133f-e197-4b90-bf63-99a63a264234" providerId="ADAL" clId="{9113F4EE-903F-4D41-BF10-A0567851644E}" dt="2024-03-03T03:08:32.995" v="1420" actId="20577"/>
        <pc:sldMkLst>
          <pc:docMk/>
          <pc:sldMk cId="1033391124" sldId="2147469472"/>
        </pc:sldMkLst>
      </pc:sldChg>
      <pc:sldChg chg="modSp new del mod">
        <pc:chgData name="Shailendra Chauhan" userId="a7d3133f-e197-4b90-bf63-99a63a264234" providerId="ADAL" clId="{9113F4EE-903F-4D41-BF10-A0567851644E}" dt="2024-03-03T03:17:09.216" v="1575" actId="2696"/>
        <pc:sldMkLst>
          <pc:docMk/>
          <pc:sldMk cId="1119291873" sldId="2147469473"/>
        </pc:sldMkLst>
      </pc:sldChg>
      <pc:sldChg chg="modSp add mod modAnim">
        <pc:chgData name="Shailendra Chauhan" userId="a7d3133f-e197-4b90-bf63-99a63a264234" providerId="ADAL" clId="{9113F4EE-903F-4D41-BF10-A0567851644E}" dt="2024-03-03T03:38:18.383" v="2041" actId="20577"/>
        <pc:sldMkLst>
          <pc:docMk/>
          <pc:sldMk cId="2153596904" sldId="2147469478"/>
        </pc:sldMkLst>
      </pc:sldChg>
      <pc:sldChg chg="add del">
        <pc:chgData name="Shailendra Chauhan" userId="a7d3133f-e197-4b90-bf63-99a63a264234" providerId="ADAL" clId="{9113F4EE-903F-4D41-BF10-A0567851644E}" dt="2024-03-03T03:31:25.630" v="1766" actId="2696"/>
        <pc:sldMkLst>
          <pc:docMk/>
          <pc:sldMk cId="3547951538" sldId="2147469479"/>
        </pc:sldMkLst>
      </pc:sldChg>
      <pc:sldChg chg="modSp new mod">
        <pc:chgData name="Shailendra Chauhan" userId="a7d3133f-e197-4b90-bf63-99a63a264234" providerId="ADAL" clId="{9113F4EE-903F-4D41-BF10-A0567851644E}" dt="2024-03-03T03:50:11.018" v="2383" actId="20577"/>
        <pc:sldMkLst>
          <pc:docMk/>
          <pc:sldMk cId="4068494065" sldId="2147469480"/>
        </pc:sldMkLst>
      </pc:sldChg>
      <pc:sldMasterChg chg="delSldLayout">
        <pc:chgData name="Shailendra Chauhan" userId="a7d3133f-e197-4b90-bf63-99a63a264234" providerId="ADAL" clId="{9113F4EE-903F-4D41-BF10-A0567851644E}" dt="2024-03-03T03:23:17.285" v="1639" actId="2696"/>
        <pc:sldMasterMkLst>
          <pc:docMk/>
          <pc:sldMasterMk cId="3873625259" sldId="2147483676"/>
        </pc:sldMasterMkLst>
        <pc:sldLayoutChg chg="del">
          <pc:chgData name="Shailendra Chauhan" userId="a7d3133f-e197-4b90-bf63-99a63a264234" providerId="ADAL" clId="{9113F4EE-903F-4D41-BF10-A0567851644E}" dt="2024-03-03T03:23:17.285" v="1639" actId="2696"/>
          <pc:sldLayoutMkLst>
            <pc:docMk/>
            <pc:sldMasterMk cId="3873625259" sldId="2147483676"/>
            <pc:sldLayoutMk cId="3330936234" sldId="2147483696"/>
          </pc:sldLayoutMkLst>
        </pc:sldLayoutChg>
      </pc:sldMasterChg>
    </pc:docChg>
  </pc:docChgLst>
  <pc:docChgLst>
    <pc:chgData name="Shailendra Chauhan" userId="a7d3133f-e197-4b90-bf63-99a63a264234" providerId="ADAL" clId="{08A2340F-B291-4254-B4FD-7B8B9932C1C7}"/>
    <pc:docChg chg="undo redo custSel addSld delSld modSld sldOrd modMainMaster">
      <pc:chgData name="Shailendra Chauhan" userId="a7d3133f-e197-4b90-bf63-99a63a264234" providerId="ADAL" clId="{08A2340F-B291-4254-B4FD-7B8B9932C1C7}" dt="2024-03-31T16:39:34.210" v="7312" actId="1076"/>
      <pc:docMkLst>
        <pc:docMk/>
      </pc:docMkLst>
      <pc:sldChg chg="modSp mod modNotesTx">
        <pc:chgData name="Shailendra Chauhan" userId="a7d3133f-e197-4b90-bf63-99a63a264234" providerId="ADAL" clId="{08A2340F-B291-4254-B4FD-7B8B9932C1C7}" dt="2024-03-30T16:05:47.186" v="7278" actId="27636"/>
        <pc:sldMkLst>
          <pc:docMk/>
          <pc:sldMk cId="3384716785" sldId="522"/>
        </pc:sldMkLst>
      </pc:sldChg>
      <pc:sldChg chg="addSp delSp modSp new mod modClrScheme chgLayout">
        <pc:chgData name="Shailendra Chauhan" userId="a7d3133f-e197-4b90-bf63-99a63a264234" providerId="ADAL" clId="{08A2340F-B291-4254-B4FD-7B8B9932C1C7}" dt="2024-03-16T06:31:17.120" v="2219"/>
        <pc:sldMkLst>
          <pc:docMk/>
          <pc:sldMk cId="2414222094" sldId="523"/>
        </pc:sldMkLst>
      </pc:sldChg>
      <pc:sldChg chg="addSp delSp modSp new del mod">
        <pc:chgData name="Shailendra Chauhan" userId="a7d3133f-e197-4b90-bf63-99a63a264234" providerId="ADAL" clId="{08A2340F-B291-4254-B4FD-7B8B9932C1C7}" dt="2024-03-23T08:14:31.067" v="7107" actId="2696"/>
        <pc:sldMkLst>
          <pc:docMk/>
          <pc:sldMk cId="3757602354" sldId="524"/>
        </pc:sldMkLst>
      </pc:sldChg>
      <pc:sldChg chg="addSp delSp modSp new del mod">
        <pc:chgData name="Shailendra Chauhan" userId="a7d3133f-e197-4b90-bf63-99a63a264234" providerId="ADAL" clId="{08A2340F-B291-4254-B4FD-7B8B9932C1C7}" dt="2024-03-23T08:14:31.067" v="7107" actId="2696"/>
        <pc:sldMkLst>
          <pc:docMk/>
          <pc:sldMk cId="3492494734" sldId="525"/>
        </pc:sldMkLst>
      </pc:sldChg>
      <pc:sldChg chg="addSp delSp modSp new del mod">
        <pc:chgData name="Shailendra Chauhan" userId="a7d3133f-e197-4b90-bf63-99a63a264234" providerId="ADAL" clId="{08A2340F-B291-4254-B4FD-7B8B9932C1C7}" dt="2024-03-23T08:14:31.067" v="7107" actId="2696"/>
        <pc:sldMkLst>
          <pc:docMk/>
          <pc:sldMk cId="2463012277" sldId="526"/>
        </pc:sldMkLst>
      </pc:sldChg>
      <pc:sldChg chg="addSp delSp modSp new del mod">
        <pc:chgData name="Shailendra Chauhan" userId="a7d3133f-e197-4b90-bf63-99a63a264234" providerId="ADAL" clId="{08A2340F-B291-4254-B4FD-7B8B9932C1C7}" dt="2024-03-23T08:14:31.067" v="7107" actId="2696"/>
        <pc:sldMkLst>
          <pc:docMk/>
          <pc:sldMk cId="103645309" sldId="527"/>
        </pc:sldMkLst>
      </pc:sldChg>
      <pc:sldChg chg="addSp delSp modSp new del mod">
        <pc:chgData name="Shailendra Chauhan" userId="a7d3133f-e197-4b90-bf63-99a63a264234" providerId="ADAL" clId="{08A2340F-B291-4254-B4FD-7B8B9932C1C7}" dt="2024-03-23T08:14:31.067" v="7107" actId="2696"/>
        <pc:sldMkLst>
          <pc:docMk/>
          <pc:sldMk cId="1549443840" sldId="528"/>
        </pc:sldMkLst>
      </pc:sldChg>
      <pc:sldChg chg="addSp delSp modSp new del mod">
        <pc:chgData name="Shailendra Chauhan" userId="a7d3133f-e197-4b90-bf63-99a63a264234" providerId="ADAL" clId="{08A2340F-B291-4254-B4FD-7B8B9932C1C7}" dt="2024-03-23T08:14:31.067" v="7107" actId="2696"/>
        <pc:sldMkLst>
          <pc:docMk/>
          <pc:sldMk cId="1176817143" sldId="529"/>
        </pc:sldMkLst>
      </pc:sldChg>
      <pc:sldChg chg="modSp add del mod">
        <pc:chgData name="Shailendra Chauhan" userId="a7d3133f-e197-4b90-bf63-99a63a264234" providerId="ADAL" clId="{08A2340F-B291-4254-B4FD-7B8B9932C1C7}" dt="2024-03-23T08:14:31.067" v="7107" actId="2696"/>
        <pc:sldMkLst>
          <pc:docMk/>
          <pc:sldMk cId="1293669426" sldId="530"/>
        </pc:sldMkLst>
      </pc:sldChg>
      <pc:sldChg chg="modSp new del mod">
        <pc:chgData name="Shailendra Chauhan" userId="a7d3133f-e197-4b90-bf63-99a63a264234" providerId="ADAL" clId="{08A2340F-B291-4254-B4FD-7B8B9932C1C7}" dt="2024-03-21T17:39:05.477" v="5677" actId="2696"/>
        <pc:sldMkLst>
          <pc:docMk/>
          <pc:sldMk cId="2698093364" sldId="530"/>
        </pc:sldMkLst>
      </pc:sldChg>
      <pc:sldChg chg="add del">
        <pc:chgData name="Shailendra Chauhan" userId="a7d3133f-e197-4b90-bf63-99a63a264234" providerId="ADAL" clId="{08A2340F-B291-4254-B4FD-7B8B9932C1C7}" dt="2024-03-21T17:46:39.710" v="5765" actId="2696"/>
        <pc:sldMkLst>
          <pc:docMk/>
          <pc:sldMk cId="2959480132" sldId="530"/>
        </pc:sldMkLst>
      </pc:sldChg>
      <pc:sldChg chg="modSp new del mod ord">
        <pc:chgData name="Shailendra Chauhan" userId="a7d3133f-e197-4b90-bf63-99a63a264234" providerId="ADAL" clId="{08A2340F-B291-4254-B4FD-7B8B9932C1C7}" dt="2024-03-23T08:14:17.865" v="7106" actId="2696"/>
        <pc:sldMkLst>
          <pc:docMk/>
          <pc:sldMk cId="1257088793" sldId="531"/>
        </pc:sldMkLst>
      </pc:sldChg>
      <pc:sldChg chg="add del">
        <pc:chgData name="Shailendra Chauhan" userId="a7d3133f-e197-4b90-bf63-99a63a264234" providerId="ADAL" clId="{08A2340F-B291-4254-B4FD-7B8B9932C1C7}" dt="2024-03-21T17:46:39.710" v="5765" actId="2696"/>
        <pc:sldMkLst>
          <pc:docMk/>
          <pc:sldMk cId="1684923760" sldId="532"/>
        </pc:sldMkLst>
      </pc:sldChg>
      <pc:sldChg chg="add del">
        <pc:chgData name="Shailendra Chauhan" userId="a7d3133f-e197-4b90-bf63-99a63a264234" providerId="ADAL" clId="{08A2340F-B291-4254-B4FD-7B8B9932C1C7}" dt="2024-03-23T08:14:31.067" v="7107" actId="2696"/>
        <pc:sldMkLst>
          <pc:docMk/>
          <pc:sldMk cId="2209764001" sldId="532"/>
        </pc:sldMkLst>
      </pc:sldChg>
      <pc:sldChg chg="modSp new del mod">
        <pc:chgData name="Shailendra Chauhan" userId="a7d3133f-e197-4b90-bf63-99a63a264234" providerId="ADAL" clId="{08A2340F-B291-4254-B4FD-7B8B9932C1C7}" dt="2024-03-21T17:39:05.477" v="5677" actId="2696"/>
        <pc:sldMkLst>
          <pc:docMk/>
          <pc:sldMk cId="4165239100" sldId="532"/>
        </pc:sldMkLst>
      </pc:sldChg>
      <pc:sldChg chg="modSp new del mod">
        <pc:chgData name="Shailendra Chauhan" userId="a7d3133f-e197-4b90-bf63-99a63a264234" providerId="ADAL" clId="{08A2340F-B291-4254-B4FD-7B8B9932C1C7}" dt="2024-03-21T17:39:05.477" v="5677" actId="2696"/>
        <pc:sldMkLst>
          <pc:docMk/>
          <pc:sldMk cId="1839593134" sldId="533"/>
        </pc:sldMkLst>
      </pc:sldChg>
      <pc:sldChg chg="add del">
        <pc:chgData name="Shailendra Chauhan" userId="a7d3133f-e197-4b90-bf63-99a63a264234" providerId="ADAL" clId="{08A2340F-B291-4254-B4FD-7B8B9932C1C7}" dt="2024-03-21T17:46:39.710" v="5765" actId="2696"/>
        <pc:sldMkLst>
          <pc:docMk/>
          <pc:sldMk cId="4072203428" sldId="533"/>
        </pc:sldMkLst>
      </pc:sldChg>
      <pc:sldChg chg="add del">
        <pc:chgData name="Shailendra Chauhan" userId="a7d3133f-e197-4b90-bf63-99a63a264234" providerId="ADAL" clId="{08A2340F-B291-4254-B4FD-7B8B9932C1C7}" dt="2024-03-23T08:14:31.067" v="7107" actId="2696"/>
        <pc:sldMkLst>
          <pc:docMk/>
          <pc:sldMk cId="4276420823" sldId="533"/>
        </pc:sldMkLst>
      </pc:sldChg>
      <pc:sldChg chg="modSp new del mod">
        <pc:chgData name="Shailendra Chauhan" userId="a7d3133f-e197-4b90-bf63-99a63a264234" providerId="ADAL" clId="{08A2340F-B291-4254-B4FD-7B8B9932C1C7}" dt="2024-03-21T17:39:05.477" v="5677" actId="2696"/>
        <pc:sldMkLst>
          <pc:docMk/>
          <pc:sldMk cId="624318783" sldId="534"/>
        </pc:sldMkLst>
      </pc:sldChg>
      <pc:sldChg chg="add del">
        <pc:chgData name="Shailendra Chauhan" userId="a7d3133f-e197-4b90-bf63-99a63a264234" providerId="ADAL" clId="{08A2340F-B291-4254-B4FD-7B8B9932C1C7}" dt="2024-03-21T17:46:39.710" v="5765" actId="2696"/>
        <pc:sldMkLst>
          <pc:docMk/>
          <pc:sldMk cId="857194615" sldId="534"/>
        </pc:sldMkLst>
      </pc:sldChg>
      <pc:sldChg chg="add del">
        <pc:chgData name="Shailendra Chauhan" userId="a7d3133f-e197-4b90-bf63-99a63a264234" providerId="ADAL" clId="{08A2340F-B291-4254-B4FD-7B8B9932C1C7}" dt="2024-03-23T08:14:31.067" v="7107" actId="2696"/>
        <pc:sldMkLst>
          <pc:docMk/>
          <pc:sldMk cId="2984372723" sldId="534"/>
        </pc:sldMkLst>
      </pc:sldChg>
      <pc:sldChg chg="addSp delSp modSp add del mod">
        <pc:chgData name="Shailendra Chauhan" userId="a7d3133f-e197-4b90-bf63-99a63a264234" providerId="ADAL" clId="{08A2340F-B291-4254-B4FD-7B8B9932C1C7}" dt="2024-03-21T17:46:39.710" v="5765" actId="2696"/>
        <pc:sldMkLst>
          <pc:docMk/>
          <pc:sldMk cId="1508060828" sldId="535"/>
        </pc:sldMkLst>
      </pc:sldChg>
      <pc:sldChg chg="addSp delSp modSp new del mod">
        <pc:chgData name="Shailendra Chauhan" userId="a7d3133f-e197-4b90-bf63-99a63a264234" providerId="ADAL" clId="{08A2340F-B291-4254-B4FD-7B8B9932C1C7}" dt="2024-03-21T17:39:05.477" v="5677" actId="2696"/>
        <pc:sldMkLst>
          <pc:docMk/>
          <pc:sldMk cId="2269260276" sldId="535"/>
        </pc:sldMkLst>
      </pc:sldChg>
      <pc:sldChg chg="add del">
        <pc:chgData name="Shailendra Chauhan" userId="a7d3133f-e197-4b90-bf63-99a63a264234" providerId="ADAL" clId="{08A2340F-B291-4254-B4FD-7B8B9932C1C7}" dt="2024-03-23T08:14:31.067" v="7107" actId="2696"/>
        <pc:sldMkLst>
          <pc:docMk/>
          <pc:sldMk cId="3955941799" sldId="535"/>
        </pc:sldMkLst>
      </pc:sldChg>
      <pc:sldChg chg="modSp add del mod">
        <pc:chgData name="Shailendra Chauhan" userId="a7d3133f-e197-4b90-bf63-99a63a264234" providerId="ADAL" clId="{08A2340F-B291-4254-B4FD-7B8B9932C1C7}" dt="2024-03-23T08:14:31.067" v="7107" actId="2696"/>
        <pc:sldMkLst>
          <pc:docMk/>
          <pc:sldMk cId="1137608785" sldId="536"/>
        </pc:sldMkLst>
      </pc:sldChg>
      <pc:sldChg chg="modSp add del mod">
        <pc:chgData name="Shailendra Chauhan" userId="a7d3133f-e197-4b90-bf63-99a63a264234" providerId="ADAL" clId="{08A2340F-B291-4254-B4FD-7B8B9932C1C7}" dt="2024-03-23T08:14:31.067" v="7107" actId="2696"/>
        <pc:sldMkLst>
          <pc:docMk/>
          <pc:sldMk cId="1632363384" sldId="537"/>
        </pc:sldMkLst>
      </pc:sldChg>
      <pc:sldChg chg="modSp add del mod">
        <pc:chgData name="Shailendra Chauhan" userId="a7d3133f-e197-4b90-bf63-99a63a264234" providerId="ADAL" clId="{08A2340F-B291-4254-B4FD-7B8B9932C1C7}" dt="2024-03-23T08:14:31.067" v="7107" actId="2696"/>
        <pc:sldMkLst>
          <pc:docMk/>
          <pc:sldMk cId="3542176600" sldId="538"/>
        </pc:sldMkLst>
      </pc:sldChg>
      <pc:sldChg chg="modSp add del mod">
        <pc:chgData name="Shailendra Chauhan" userId="a7d3133f-e197-4b90-bf63-99a63a264234" providerId="ADAL" clId="{08A2340F-B291-4254-B4FD-7B8B9932C1C7}" dt="2024-03-23T08:14:31.067" v="7107" actId="2696"/>
        <pc:sldMkLst>
          <pc:docMk/>
          <pc:sldMk cId="1257397398" sldId="539"/>
        </pc:sldMkLst>
      </pc:sldChg>
      <pc:sldChg chg="addSp delSp modSp add del mod modNotesTx">
        <pc:chgData name="Shailendra Chauhan" userId="a7d3133f-e197-4b90-bf63-99a63a264234" providerId="ADAL" clId="{08A2340F-B291-4254-B4FD-7B8B9932C1C7}" dt="2024-03-23T08:14:31.067" v="7107" actId="2696"/>
        <pc:sldMkLst>
          <pc:docMk/>
          <pc:sldMk cId="300847703" sldId="540"/>
        </pc:sldMkLst>
      </pc:sldChg>
      <pc:sldChg chg="addSp delSp modSp new del mod modNotesTx">
        <pc:chgData name="Shailendra Chauhan" userId="a7d3133f-e197-4b90-bf63-99a63a264234" providerId="ADAL" clId="{08A2340F-B291-4254-B4FD-7B8B9932C1C7}" dt="2024-03-21T17:27:21.155" v="5588" actId="2696"/>
        <pc:sldMkLst>
          <pc:docMk/>
          <pc:sldMk cId="1529459291" sldId="541"/>
        </pc:sldMkLst>
      </pc:sldChg>
      <pc:sldChg chg="addSp delSp modSp add del mod">
        <pc:chgData name="Shailendra Chauhan" userId="a7d3133f-e197-4b90-bf63-99a63a264234" providerId="ADAL" clId="{08A2340F-B291-4254-B4FD-7B8B9932C1C7}" dt="2024-03-21T17:46:33.187" v="5764" actId="2696"/>
        <pc:sldMkLst>
          <pc:docMk/>
          <pc:sldMk cId="2060811555" sldId="542"/>
        </pc:sldMkLst>
      </pc:sldChg>
      <pc:sldChg chg="addSp delSp modSp add del mod">
        <pc:chgData name="Shailendra Chauhan" userId="a7d3133f-e197-4b90-bf63-99a63a264234" providerId="ADAL" clId="{08A2340F-B291-4254-B4FD-7B8B9932C1C7}" dt="2024-03-21T17:39:05.477" v="5677" actId="2696"/>
        <pc:sldMkLst>
          <pc:docMk/>
          <pc:sldMk cId="2864258261" sldId="542"/>
        </pc:sldMkLst>
      </pc:sldChg>
      <pc:sldChg chg="addSp delSp modSp new del mod ord">
        <pc:chgData name="Shailendra Chauhan" userId="a7d3133f-e197-4b90-bf63-99a63a264234" providerId="ADAL" clId="{08A2340F-B291-4254-B4FD-7B8B9932C1C7}" dt="2024-03-23T08:14:31.067" v="7107" actId="2696"/>
        <pc:sldMkLst>
          <pc:docMk/>
          <pc:sldMk cId="234544814" sldId="543"/>
        </pc:sldMkLst>
      </pc:sldChg>
      <pc:sldChg chg="addSp delSp modSp new del mod">
        <pc:chgData name="Shailendra Chauhan" userId="a7d3133f-e197-4b90-bf63-99a63a264234" providerId="ADAL" clId="{08A2340F-B291-4254-B4FD-7B8B9932C1C7}" dt="2024-03-21T17:34:10.686" v="5609" actId="2696"/>
        <pc:sldMkLst>
          <pc:docMk/>
          <pc:sldMk cId="3125746879" sldId="544"/>
        </pc:sldMkLst>
      </pc:sldChg>
      <pc:sldChg chg="addSp delSp modSp new del mod">
        <pc:chgData name="Shailendra Chauhan" userId="a7d3133f-e197-4b90-bf63-99a63a264234" providerId="ADAL" clId="{08A2340F-B291-4254-B4FD-7B8B9932C1C7}" dt="2024-03-21T17:34:12.839" v="5610" actId="2696"/>
        <pc:sldMkLst>
          <pc:docMk/>
          <pc:sldMk cId="3427997782" sldId="545"/>
        </pc:sldMkLst>
      </pc:sldChg>
      <pc:sldChg chg="addSp delSp modSp new del mod">
        <pc:chgData name="Shailendra Chauhan" userId="a7d3133f-e197-4b90-bf63-99a63a264234" providerId="ADAL" clId="{08A2340F-B291-4254-B4FD-7B8B9932C1C7}" dt="2024-03-21T17:34:17.932" v="5611" actId="2696"/>
        <pc:sldMkLst>
          <pc:docMk/>
          <pc:sldMk cId="3332297601" sldId="546"/>
        </pc:sldMkLst>
      </pc:sldChg>
      <pc:sldChg chg="modSp add del mod modAnim">
        <pc:chgData name="Shailendra Chauhan" userId="a7d3133f-e197-4b90-bf63-99a63a264234" providerId="ADAL" clId="{08A2340F-B291-4254-B4FD-7B8B9932C1C7}" dt="2024-03-23T08:14:31.067" v="7107" actId="2696"/>
        <pc:sldMkLst>
          <pc:docMk/>
          <pc:sldMk cId="1086415499" sldId="547"/>
        </pc:sldMkLst>
      </pc:sldChg>
      <pc:sldChg chg="modSp add del mod">
        <pc:chgData name="Shailendra Chauhan" userId="a7d3133f-e197-4b90-bf63-99a63a264234" providerId="ADAL" clId="{08A2340F-B291-4254-B4FD-7B8B9932C1C7}" dt="2024-03-23T08:14:31.067" v="7107" actId="2696"/>
        <pc:sldMkLst>
          <pc:docMk/>
          <pc:sldMk cId="2160728945" sldId="548"/>
        </pc:sldMkLst>
      </pc:sldChg>
      <pc:sldChg chg="add del">
        <pc:chgData name="Shailendra Chauhan" userId="a7d3133f-e197-4b90-bf63-99a63a264234" providerId="ADAL" clId="{08A2340F-B291-4254-B4FD-7B8B9932C1C7}" dt="2024-03-16T08:01:41.311" v="2873" actId="2696"/>
        <pc:sldMkLst>
          <pc:docMk/>
          <pc:sldMk cId="700289147" sldId="549"/>
        </pc:sldMkLst>
      </pc:sldChg>
      <pc:sldChg chg="modSp add del mod">
        <pc:chgData name="Shailendra Chauhan" userId="a7d3133f-e197-4b90-bf63-99a63a264234" providerId="ADAL" clId="{08A2340F-B291-4254-B4FD-7B8B9932C1C7}" dt="2024-03-23T08:14:31.067" v="7107" actId="2696"/>
        <pc:sldMkLst>
          <pc:docMk/>
          <pc:sldMk cId="2390963027" sldId="550"/>
        </pc:sldMkLst>
      </pc:sldChg>
      <pc:sldChg chg="add del">
        <pc:chgData name="Shailendra Chauhan" userId="a7d3133f-e197-4b90-bf63-99a63a264234" providerId="ADAL" clId="{08A2340F-B291-4254-B4FD-7B8B9932C1C7}" dt="2024-03-21T17:46:39.710" v="5765" actId="2696"/>
        <pc:sldMkLst>
          <pc:docMk/>
          <pc:sldMk cId="2698174098" sldId="551"/>
        </pc:sldMkLst>
      </pc:sldChg>
      <pc:sldChg chg="addSp delSp modSp new del mod ord">
        <pc:chgData name="Shailendra Chauhan" userId="a7d3133f-e197-4b90-bf63-99a63a264234" providerId="ADAL" clId="{08A2340F-B291-4254-B4FD-7B8B9932C1C7}" dt="2024-03-21T17:39:05.477" v="5677" actId="2696"/>
        <pc:sldMkLst>
          <pc:docMk/>
          <pc:sldMk cId="3768070492" sldId="551"/>
        </pc:sldMkLst>
      </pc:sldChg>
      <pc:sldChg chg="add del">
        <pc:chgData name="Shailendra Chauhan" userId="a7d3133f-e197-4b90-bf63-99a63a264234" providerId="ADAL" clId="{08A2340F-B291-4254-B4FD-7B8B9932C1C7}" dt="2024-03-23T08:14:31.067" v="7107" actId="2696"/>
        <pc:sldMkLst>
          <pc:docMk/>
          <pc:sldMk cId="4193991404" sldId="551"/>
        </pc:sldMkLst>
      </pc:sldChg>
      <pc:sldChg chg="modSp new del mod modShow">
        <pc:chgData name="Shailendra Chauhan" userId="a7d3133f-e197-4b90-bf63-99a63a264234" providerId="ADAL" clId="{08A2340F-B291-4254-B4FD-7B8B9932C1C7}" dt="2024-03-21T11:39:38.880" v="4194" actId="2696"/>
        <pc:sldMkLst>
          <pc:docMk/>
          <pc:sldMk cId="954699316" sldId="552"/>
        </pc:sldMkLst>
      </pc:sldChg>
      <pc:sldChg chg="modSp new del mod modShow">
        <pc:chgData name="Shailendra Chauhan" userId="a7d3133f-e197-4b90-bf63-99a63a264234" providerId="ADAL" clId="{08A2340F-B291-4254-B4FD-7B8B9932C1C7}" dt="2024-03-21T11:39:38.880" v="4194" actId="2696"/>
        <pc:sldMkLst>
          <pc:docMk/>
          <pc:sldMk cId="3421824265" sldId="553"/>
        </pc:sldMkLst>
      </pc:sldChg>
      <pc:sldChg chg="modSp new del mod modShow">
        <pc:chgData name="Shailendra Chauhan" userId="a7d3133f-e197-4b90-bf63-99a63a264234" providerId="ADAL" clId="{08A2340F-B291-4254-B4FD-7B8B9932C1C7}" dt="2024-03-21T11:39:38.880" v="4194" actId="2696"/>
        <pc:sldMkLst>
          <pc:docMk/>
          <pc:sldMk cId="4043013936" sldId="554"/>
        </pc:sldMkLst>
      </pc:sldChg>
      <pc:sldChg chg="modSp add del mod modShow">
        <pc:chgData name="Shailendra Chauhan" userId="a7d3133f-e197-4b90-bf63-99a63a264234" providerId="ADAL" clId="{08A2340F-B291-4254-B4FD-7B8B9932C1C7}" dt="2024-03-21T11:39:38.880" v="4194" actId="2696"/>
        <pc:sldMkLst>
          <pc:docMk/>
          <pc:sldMk cId="1492690660" sldId="555"/>
        </pc:sldMkLst>
      </pc:sldChg>
      <pc:sldChg chg="modSp new del mod">
        <pc:chgData name="Shailendra Chauhan" userId="a7d3133f-e197-4b90-bf63-99a63a264234" providerId="ADAL" clId="{08A2340F-B291-4254-B4FD-7B8B9932C1C7}" dt="2024-03-21T11:12:44.689" v="4125" actId="2696"/>
        <pc:sldMkLst>
          <pc:docMk/>
          <pc:sldMk cId="3199347717" sldId="556"/>
        </pc:sldMkLst>
      </pc:sldChg>
      <pc:sldChg chg="modSp new del mod">
        <pc:chgData name="Shailendra Chauhan" userId="a7d3133f-e197-4b90-bf63-99a63a264234" providerId="ADAL" clId="{08A2340F-B291-4254-B4FD-7B8B9932C1C7}" dt="2024-03-23T08:16:11.070" v="7108" actId="2696"/>
        <pc:sldMkLst>
          <pc:docMk/>
          <pc:sldMk cId="1261249813" sldId="557"/>
        </pc:sldMkLst>
      </pc:sldChg>
      <pc:sldChg chg="modSp del mod">
        <pc:chgData name="Shailendra Chauhan" userId="a7d3133f-e197-4b90-bf63-99a63a264234" providerId="ADAL" clId="{08A2340F-B291-4254-B4FD-7B8B9932C1C7}" dt="2024-03-23T08:14:31.067" v="7107" actId="2696"/>
        <pc:sldMkLst>
          <pc:docMk/>
          <pc:sldMk cId="3598829229" sldId="558"/>
        </pc:sldMkLst>
      </pc:sldChg>
      <pc:sldChg chg="modSp add del mod">
        <pc:chgData name="Shailendra Chauhan" userId="a7d3133f-e197-4b90-bf63-99a63a264234" providerId="ADAL" clId="{08A2340F-B291-4254-B4FD-7B8B9932C1C7}" dt="2024-03-23T08:14:31.067" v="7107" actId="2696"/>
        <pc:sldMkLst>
          <pc:docMk/>
          <pc:sldMk cId="143041912" sldId="559"/>
        </pc:sldMkLst>
      </pc:sldChg>
      <pc:sldChg chg="modSp add del mod">
        <pc:chgData name="Shailendra Chauhan" userId="a7d3133f-e197-4b90-bf63-99a63a264234" providerId="ADAL" clId="{08A2340F-B291-4254-B4FD-7B8B9932C1C7}" dt="2024-03-23T08:14:31.067" v="7107" actId="2696"/>
        <pc:sldMkLst>
          <pc:docMk/>
          <pc:sldMk cId="845358724" sldId="560"/>
        </pc:sldMkLst>
      </pc:sldChg>
      <pc:sldChg chg="modSp add del mod">
        <pc:chgData name="Shailendra Chauhan" userId="a7d3133f-e197-4b90-bf63-99a63a264234" providerId="ADAL" clId="{08A2340F-B291-4254-B4FD-7B8B9932C1C7}" dt="2024-03-23T08:14:31.067" v="7107" actId="2696"/>
        <pc:sldMkLst>
          <pc:docMk/>
          <pc:sldMk cId="4080635801" sldId="561"/>
        </pc:sldMkLst>
      </pc:sldChg>
      <pc:sldChg chg="modSp add del mod">
        <pc:chgData name="Shailendra Chauhan" userId="a7d3133f-e197-4b90-bf63-99a63a264234" providerId="ADAL" clId="{08A2340F-B291-4254-B4FD-7B8B9932C1C7}" dt="2024-03-23T08:14:31.067" v="7107" actId="2696"/>
        <pc:sldMkLst>
          <pc:docMk/>
          <pc:sldMk cId="2153437333" sldId="562"/>
        </pc:sldMkLst>
      </pc:sldChg>
      <pc:sldChg chg="addSp delSp modSp new del mod">
        <pc:chgData name="Shailendra Chauhan" userId="a7d3133f-e197-4b90-bf63-99a63a264234" providerId="ADAL" clId="{08A2340F-B291-4254-B4FD-7B8B9932C1C7}" dt="2024-03-23T08:14:31.067" v="7107" actId="2696"/>
        <pc:sldMkLst>
          <pc:docMk/>
          <pc:sldMk cId="4251904266" sldId="563"/>
        </pc:sldMkLst>
      </pc:sldChg>
      <pc:sldChg chg="modSp add del mod">
        <pc:chgData name="Shailendra Chauhan" userId="a7d3133f-e197-4b90-bf63-99a63a264234" providerId="ADAL" clId="{08A2340F-B291-4254-B4FD-7B8B9932C1C7}" dt="2024-03-23T08:14:31.067" v="7107" actId="2696"/>
        <pc:sldMkLst>
          <pc:docMk/>
          <pc:sldMk cId="857955355" sldId="564"/>
        </pc:sldMkLst>
      </pc:sldChg>
      <pc:sldChg chg="addSp delSp modSp add del mod">
        <pc:chgData name="Shailendra Chauhan" userId="a7d3133f-e197-4b90-bf63-99a63a264234" providerId="ADAL" clId="{08A2340F-B291-4254-B4FD-7B8B9932C1C7}" dt="2024-03-23T08:14:31.067" v="7107" actId="2696"/>
        <pc:sldMkLst>
          <pc:docMk/>
          <pc:sldMk cId="416997435" sldId="565"/>
        </pc:sldMkLst>
      </pc:sldChg>
      <pc:sldChg chg="modSp add del mod">
        <pc:chgData name="Shailendra Chauhan" userId="a7d3133f-e197-4b90-bf63-99a63a264234" providerId="ADAL" clId="{08A2340F-B291-4254-B4FD-7B8B9932C1C7}" dt="2024-03-23T08:14:31.067" v="7107" actId="2696"/>
        <pc:sldMkLst>
          <pc:docMk/>
          <pc:sldMk cId="2021661606" sldId="566"/>
        </pc:sldMkLst>
      </pc:sldChg>
      <pc:sldChg chg="modSp add del mod">
        <pc:chgData name="Shailendra Chauhan" userId="a7d3133f-e197-4b90-bf63-99a63a264234" providerId="ADAL" clId="{08A2340F-B291-4254-B4FD-7B8B9932C1C7}" dt="2024-03-23T08:14:31.067" v="7107" actId="2696"/>
        <pc:sldMkLst>
          <pc:docMk/>
          <pc:sldMk cId="1638243511" sldId="567"/>
        </pc:sldMkLst>
      </pc:sldChg>
      <pc:sldChg chg="addSp delSp modSp add del mod">
        <pc:chgData name="Shailendra Chauhan" userId="a7d3133f-e197-4b90-bf63-99a63a264234" providerId="ADAL" clId="{08A2340F-B291-4254-B4FD-7B8B9932C1C7}" dt="2024-03-21T16:07:17.725" v="4911" actId="2696"/>
        <pc:sldMkLst>
          <pc:docMk/>
          <pc:sldMk cId="3611370704" sldId="568"/>
        </pc:sldMkLst>
      </pc:sldChg>
      <pc:sldChg chg="addSp delSp modSp new del mod ord">
        <pc:chgData name="Shailendra Chauhan" userId="a7d3133f-e197-4b90-bf63-99a63a264234" providerId="ADAL" clId="{08A2340F-B291-4254-B4FD-7B8B9932C1C7}" dt="2024-03-23T08:14:31.067" v="7107" actId="2696"/>
        <pc:sldMkLst>
          <pc:docMk/>
          <pc:sldMk cId="696137521" sldId="569"/>
        </pc:sldMkLst>
      </pc:sldChg>
      <pc:sldChg chg="addSp delSp modSp new del mod modNotesTx">
        <pc:chgData name="Shailendra Chauhan" userId="a7d3133f-e197-4b90-bf63-99a63a264234" providerId="ADAL" clId="{08A2340F-B291-4254-B4FD-7B8B9932C1C7}" dt="2024-03-23T08:14:31.067" v="7107" actId="2696"/>
        <pc:sldMkLst>
          <pc:docMk/>
          <pc:sldMk cId="4049933067" sldId="570"/>
        </pc:sldMkLst>
      </pc:sldChg>
      <pc:sldChg chg="addSp delSp modSp new del mod">
        <pc:chgData name="Shailendra Chauhan" userId="a7d3133f-e197-4b90-bf63-99a63a264234" providerId="ADAL" clId="{08A2340F-B291-4254-B4FD-7B8B9932C1C7}" dt="2024-03-23T08:14:31.067" v="7107" actId="2696"/>
        <pc:sldMkLst>
          <pc:docMk/>
          <pc:sldMk cId="321026288" sldId="571"/>
        </pc:sldMkLst>
      </pc:sldChg>
      <pc:sldChg chg="addSp delSp modSp new del mod">
        <pc:chgData name="Shailendra Chauhan" userId="a7d3133f-e197-4b90-bf63-99a63a264234" providerId="ADAL" clId="{08A2340F-B291-4254-B4FD-7B8B9932C1C7}" dt="2024-03-21T12:17:27.788" v="4539" actId="2696"/>
        <pc:sldMkLst>
          <pc:docMk/>
          <pc:sldMk cId="1866740969" sldId="571"/>
        </pc:sldMkLst>
      </pc:sldChg>
      <pc:sldChg chg="addSp modSp new mod modNotesTx">
        <pc:chgData name="Shailendra Chauhan" userId="a7d3133f-e197-4b90-bf63-99a63a264234" providerId="ADAL" clId="{08A2340F-B291-4254-B4FD-7B8B9932C1C7}" dt="2024-03-23T08:33:55.744" v="7261" actId="20577"/>
        <pc:sldMkLst>
          <pc:docMk/>
          <pc:sldMk cId="956077848" sldId="572"/>
        </pc:sldMkLst>
      </pc:sldChg>
      <pc:sldChg chg="modSp add del mod">
        <pc:chgData name="Shailendra Chauhan" userId="a7d3133f-e197-4b90-bf63-99a63a264234" providerId="ADAL" clId="{08A2340F-B291-4254-B4FD-7B8B9932C1C7}" dt="2024-03-21T12:25:39.800" v="4647" actId="2696"/>
        <pc:sldMkLst>
          <pc:docMk/>
          <pc:sldMk cId="2663903546" sldId="572"/>
        </pc:sldMkLst>
      </pc:sldChg>
      <pc:sldChg chg="modSp new del mod">
        <pc:chgData name="Shailendra Chauhan" userId="a7d3133f-e197-4b90-bf63-99a63a264234" providerId="ADAL" clId="{08A2340F-B291-4254-B4FD-7B8B9932C1C7}" dt="2024-03-21T16:26:55.343" v="5257" actId="2696"/>
        <pc:sldMkLst>
          <pc:docMk/>
          <pc:sldMk cId="2451057821" sldId="573"/>
        </pc:sldMkLst>
      </pc:sldChg>
      <pc:sldChg chg="addSp delSp modSp new mod ord">
        <pc:chgData name="Shailendra Chauhan" userId="a7d3133f-e197-4b90-bf63-99a63a264234" providerId="ADAL" clId="{08A2340F-B291-4254-B4FD-7B8B9932C1C7}" dt="2024-03-31T01:23:15.191" v="7299" actId="14100"/>
        <pc:sldMkLst>
          <pc:docMk/>
          <pc:sldMk cId="2944910126" sldId="573"/>
        </pc:sldMkLst>
      </pc:sldChg>
      <pc:sldChg chg="add del">
        <pc:chgData name="Shailendra Chauhan" userId="a7d3133f-e197-4b90-bf63-99a63a264234" providerId="ADAL" clId="{08A2340F-B291-4254-B4FD-7B8B9932C1C7}" dt="2024-03-21T12:25:39.800" v="4647" actId="2696"/>
        <pc:sldMkLst>
          <pc:docMk/>
          <pc:sldMk cId="3614912429" sldId="573"/>
        </pc:sldMkLst>
      </pc:sldChg>
      <pc:sldChg chg="add del">
        <pc:chgData name="Shailendra Chauhan" userId="a7d3133f-e197-4b90-bf63-99a63a264234" providerId="ADAL" clId="{08A2340F-B291-4254-B4FD-7B8B9932C1C7}" dt="2024-03-21T12:25:39.800" v="4647" actId="2696"/>
        <pc:sldMkLst>
          <pc:docMk/>
          <pc:sldMk cId="1653110689" sldId="574"/>
        </pc:sldMkLst>
      </pc:sldChg>
      <pc:sldChg chg="addSp delSp modSp new mod">
        <pc:chgData name="Shailendra Chauhan" userId="a7d3133f-e197-4b90-bf63-99a63a264234" providerId="ADAL" clId="{08A2340F-B291-4254-B4FD-7B8B9932C1C7}" dt="2024-03-22T17:07:27.996" v="6584" actId="14100"/>
        <pc:sldMkLst>
          <pc:docMk/>
          <pc:sldMk cId="3163328458" sldId="574"/>
        </pc:sldMkLst>
      </pc:sldChg>
      <pc:sldChg chg="addSp delSp modSp new del mod">
        <pc:chgData name="Shailendra Chauhan" userId="a7d3133f-e197-4b90-bf63-99a63a264234" providerId="ADAL" clId="{08A2340F-B291-4254-B4FD-7B8B9932C1C7}" dt="2024-03-22T19:07:25.053" v="6626" actId="2696"/>
        <pc:sldMkLst>
          <pc:docMk/>
          <pc:sldMk cId="2983177226" sldId="575"/>
        </pc:sldMkLst>
      </pc:sldChg>
      <pc:sldChg chg="add del">
        <pc:chgData name="Shailendra Chauhan" userId="a7d3133f-e197-4b90-bf63-99a63a264234" providerId="ADAL" clId="{08A2340F-B291-4254-B4FD-7B8B9932C1C7}" dt="2024-03-21T12:25:39.800" v="4647" actId="2696"/>
        <pc:sldMkLst>
          <pc:docMk/>
          <pc:sldMk cId="3589670987" sldId="575"/>
        </pc:sldMkLst>
      </pc:sldChg>
      <pc:sldChg chg="addSp delSp modSp new del mod">
        <pc:chgData name="Shailendra Chauhan" userId="a7d3133f-e197-4b90-bf63-99a63a264234" providerId="ADAL" clId="{08A2340F-B291-4254-B4FD-7B8B9932C1C7}" dt="2024-03-21T18:23:49.811" v="6120" actId="2696"/>
        <pc:sldMkLst>
          <pc:docMk/>
          <pc:sldMk cId="1585475256" sldId="576"/>
        </pc:sldMkLst>
      </pc:sldChg>
      <pc:sldChg chg="add del">
        <pc:chgData name="Shailendra Chauhan" userId="a7d3133f-e197-4b90-bf63-99a63a264234" providerId="ADAL" clId="{08A2340F-B291-4254-B4FD-7B8B9932C1C7}" dt="2024-03-21T12:25:39.800" v="4647" actId="2696"/>
        <pc:sldMkLst>
          <pc:docMk/>
          <pc:sldMk cId="3455780329" sldId="576"/>
        </pc:sldMkLst>
      </pc:sldChg>
      <pc:sldChg chg="add del">
        <pc:chgData name="Shailendra Chauhan" userId="a7d3133f-e197-4b90-bf63-99a63a264234" providerId="ADAL" clId="{08A2340F-B291-4254-B4FD-7B8B9932C1C7}" dt="2024-03-21T12:25:39.800" v="4647" actId="2696"/>
        <pc:sldMkLst>
          <pc:docMk/>
          <pc:sldMk cId="2709273884" sldId="577"/>
        </pc:sldMkLst>
      </pc:sldChg>
      <pc:sldChg chg="addSp delSp modSp new del mod chgLayout">
        <pc:chgData name="Shailendra Chauhan" userId="a7d3133f-e197-4b90-bf63-99a63a264234" providerId="ADAL" clId="{08A2340F-B291-4254-B4FD-7B8B9932C1C7}" dt="2024-03-22T19:10:30.800" v="6652" actId="2696"/>
        <pc:sldMkLst>
          <pc:docMk/>
          <pc:sldMk cId="3090749596" sldId="577"/>
        </pc:sldMkLst>
      </pc:sldChg>
      <pc:sldChg chg="addSp delSp modSp new mod ord">
        <pc:chgData name="Shailendra Chauhan" userId="a7d3133f-e197-4b90-bf63-99a63a264234" providerId="ADAL" clId="{08A2340F-B291-4254-B4FD-7B8B9932C1C7}" dt="2024-03-22T17:07:36.461" v="6588" actId="1076"/>
        <pc:sldMkLst>
          <pc:docMk/>
          <pc:sldMk cId="1961755782" sldId="578"/>
        </pc:sldMkLst>
      </pc:sldChg>
      <pc:sldChg chg="addSp delSp modSp new del mod ord">
        <pc:chgData name="Shailendra Chauhan" userId="a7d3133f-e197-4b90-bf63-99a63a264234" providerId="ADAL" clId="{08A2340F-B291-4254-B4FD-7B8B9932C1C7}" dt="2024-03-21T18:06:56.862" v="5968" actId="2696"/>
        <pc:sldMkLst>
          <pc:docMk/>
          <pc:sldMk cId="3521940298" sldId="579"/>
        </pc:sldMkLst>
      </pc:sldChg>
      <pc:sldChg chg="addSp delSp modSp new del mod">
        <pc:chgData name="Shailendra Chauhan" userId="a7d3133f-e197-4b90-bf63-99a63a264234" providerId="ADAL" clId="{08A2340F-B291-4254-B4FD-7B8B9932C1C7}" dt="2024-03-23T08:14:31.067" v="7107" actId="2696"/>
        <pc:sldMkLst>
          <pc:docMk/>
          <pc:sldMk cId="1618606821" sldId="580"/>
        </pc:sldMkLst>
      </pc:sldChg>
      <pc:sldChg chg="addSp delSp modSp new del mod">
        <pc:chgData name="Shailendra Chauhan" userId="a7d3133f-e197-4b90-bf63-99a63a264234" providerId="ADAL" clId="{08A2340F-B291-4254-B4FD-7B8B9932C1C7}" dt="2024-03-23T08:14:31.067" v="7107" actId="2696"/>
        <pc:sldMkLst>
          <pc:docMk/>
          <pc:sldMk cId="114664757" sldId="581"/>
        </pc:sldMkLst>
      </pc:sldChg>
      <pc:sldChg chg="addSp delSp modSp new del mod">
        <pc:chgData name="Shailendra Chauhan" userId="a7d3133f-e197-4b90-bf63-99a63a264234" providerId="ADAL" clId="{08A2340F-B291-4254-B4FD-7B8B9932C1C7}" dt="2024-03-23T08:14:31.067" v="7107" actId="2696"/>
        <pc:sldMkLst>
          <pc:docMk/>
          <pc:sldMk cId="1168194138" sldId="582"/>
        </pc:sldMkLst>
      </pc:sldChg>
      <pc:sldChg chg="modSp new mod">
        <pc:chgData name="Shailendra Chauhan" userId="a7d3133f-e197-4b90-bf63-99a63a264234" providerId="ADAL" clId="{08A2340F-B291-4254-B4FD-7B8B9932C1C7}" dt="2024-03-23T08:10:17.744" v="7072" actId="123"/>
        <pc:sldMkLst>
          <pc:docMk/>
          <pc:sldMk cId="1709117556" sldId="583"/>
        </pc:sldMkLst>
      </pc:sldChg>
      <pc:sldChg chg="modSp add del mod">
        <pc:chgData name="Shailendra Chauhan" userId="a7d3133f-e197-4b90-bf63-99a63a264234" providerId="ADAL" clId="{08A2340F-B291-4254-B4FD-7B8B9932C1C7}" dt="2024-03-21T17:50:48.622" v="5792" actId="2696"/>
        <pc:sldMkLst>
          <pc:docMk/>
          <pc:sldMk cId="1790147670" sldId="583"/>
        </pc:sldMkLst>
      </pc:sldChg>
      <pc:sldChg chg="modSp add del mod">
        <pc:chgData name="Shailendra Chauhan" userId="a7d3133f-e197-4b90-bf63-99a63a264234" providerId="ADAL" clId="{08A2340F-B291-4254-B4FD-7B8B9932C1C7}" dt="2024-03-21T17:47:39.093" v="5771" actId="2696"/>
        <pc:sldMkLst>
          <pc:docMk/>
          <pc:sldMk cId="4190343006" sldId="583"/>
        </pc:sldMkLst>
      </pc:sldChg>
      <pc:sldChg chg="add del">
        <pc:chgData name="Shailendra Chauhan" userId="a7d3133f-e197-4b90-bf63-99a63a264234" providerId="ADAL" clId="{08A2340F-B291-4254-B4FD-7B8B9932C1C7}" dt="2024-03-21T17:47:39.093" v="5771" actId="2696"/>
        <pc:sldMkLst>
          <pc:docMk/>
          <pc:sldMk cId="362012009" sldId="584"/>
        </pc:sldMkLst>
      </pc:sldChg>
      <pc:sldChg chg="modSp new mod">
        <pc:chgData name="Shailendra Chauhan" userId="a7d3133f-e197-4b90-bf63-99a63a264234" providerId="ADAL" clId="{08A2340F-B291-4254-B4FD-7B8B9932C1C7}" dt="2024-03-23T08:42:38.482" v="7273" actId="404"/>
        <pc:sldMkLst>
          <pc:docMk/>
          <pc:sldMk cId="2178561908" sldId="584"/>
        </pc:sldMkLst>
      </pc:sldChg>
      <pc:sldChg chg="add del">
        <pc:chgData name="Shailendra Chauhan" userId="a7d3133f-e197-4b90-bf63-99a63a264234" providerId="ADAL" clId="{08A2340F-B291-4254-B4FD-7B8B9932C1C7}" dt="2024-03-21T17:50:48.622" v="5792" actId="2696"/>
        <pc:sldMkLst>
          <pc:docMk/>
          <pc:sldMk cId="2539523275" sldId="584"/>
        </pc:sldMkLst>
      </pc:sldChg>
      <pc:sldChg chg="add del">
        <pc:chgData name="Shailendra Chauhan" userId="a7d3133f-e197-4b90-bf63-99a63a264234" providerId="ADAL" clId="{08A2340F-B291-4254-B4FD-7B8B9932C1C7}" dt="2024-03-21T17:50:48.622" v="5792" actId="2696"/>
        <pc:sldMkLst>
          <pc:docMk/>
          <pc:sldMk cId="2248533310" sldId="585"/>
        </pc:sldMkLst>
      </pc:sldChg>
      <pc:sldChg chg="add del">
        <pc:chgData name="Shailendra Chauhan" userId="a7d3133f-e197-4b90-bf63-99a63a264234" providerId="ADAL" clId="{08A2340F-B291-4254-B4FD-7B8B9932C1C7}" dt="2024-03-21T17:47:39.093" v="5771" actId="2696"/>
        <pc:sldMkLst>
          <pc:docMk/>
          <pc:sldMk cId="3439200878" sldId="585"/>
        </pc:sldMkLst>
      </pc:sldChg>
      <pc:sldChg chg="addSp modSp new mod">
        <pc:chgData name="Shailendra Chauhan" userId="a7d3133f-e197-4b90-bf63-99a63a264234" providerId="ADAL" clId="{08A2340F-B291-4254-B4FD-7B8B9932C1C7}" dt="2024-03-23T08:10:29.336" v="7073" actId="14100"/>
        <pc:sldMkLst>
          <pc:docMk/>
          <pc:sldMk cId="3498905732" sldId="585"/>
        </pc:sldMkLst>
      </pc:sldChg>
      <pc:sldChg chg="modSp new mod">
        <pc:chgData name="Shailendra Chauhan" userId="a7d3133f-e197-4b90-bf63-99a63a264234" providerId="ADAL" clId="{08A2340F-B291-4254-B4FD-7B8B9932C1C7}" dt="2024-03-23T08:10:38.522" v="7075" actId="20577"/>
        <pc:sldMkLst>
          <pc:docMk/>
          <pc:sldMk cId="2055114333" sldId="586"/>
        </pc:sldMkLst>
      </pc:sldChg>
      <pc:sldChg chg="add del">
        <pc:chgData name="Shailendra Chauhan" userId="a7d3133f-e197-4b90-bf63-99a63a264234" providerId="ADAL" clId="{08A2340F-B291-4254-B4FD-7B8B9932C1C7}" dt="2024-03-21T17:50:48.622" v="5792" actId="2696"/>
        <pc:sldMkLst>
          <pc:docMk/>
          <pc:sldMk cId="2540745531" sldId="586"/>
        </pc:sldMkLst>
      </pc:sldChg>
      <pc:sldChg chg="add del">
        <pc:chgData name="Shailendra Chauhan" userId="a7d3133f-e197-4b90-bf63-99a63a264234" providerId="ADAL" clId="{08A2340F-B291-4254-B4FD-7B8B9932C1C7}" dt="2024-03-21T17:47:39.093" v="5771" actId="2696"/>
        <pc:sldMkLst>
          <pc:docMk/>
          <pc:sldMk cId="4236566974" sldId="586"/>
        </pc:sldMkLst>
      </pc:sldChg>
      <pc:sldChg chg="add del">
        <pc:chgData name="Shailendra Chauhan" userId="a7d3133f-e197-4b90-bf63-99a63a264234" providerId="ADAL" clId="{08A2340F-B291-4254-B4FD-7B8B9932C1C7}" dt="2024-03-21T17:47:39.093" v="5771" actId="2696"/>
        <pc:sldMkLst>
          <pc:docMk/>
          <pc:sldMk cId="299285793" sldId="587"/>
        </pc:sldMkLst>
      </pc:sldChg>
      <pc:sldChg chg="add del">
        <pc:chgData name="Shailendra Chauhan" userId="a7d3133f-e197-4b90-bf63-99a63a264234" providerId="ADAL" clId="{08A2340F-B291-4254-B4FD-7B8B9932C1C7}" dt="2024-03-21T17:50:48.622" v="5792" actId="2696"/>
        <pc:sldMkLst>
          <pc:docMk/>
          <pc:sldMk cId="1026340846" sldId="587"/>
        </pc:sldMkLst>
      </pc:sldChg>
      <pc:sldChg chg="modSp new mod ord">
        <pc:chgData name="Shailendra Chauhan" userId="a7d3133f-e197-4b90-bf63-99a63a264234" providerId="ADAL" clId="{08A2340F-B291-4254-B4FD-7B8B9932C1C7}" dt="2024-03-22T14:49:25.301" v="6317"/>
        <pc:sldMkLst>
          <pc:docMk/>
          <pc:sldMk cId="3410350061" sldId="587"/>
        </pc:sldMkLst>
      </pc:sldChg>
      <pc:sldChg chg="add del">
        <pc:chgData name="Shailendra Chauhan" userId="a7d3133f-e197-4b90-bf63-99a63a264234" providerId="ADAL" clId="{08A2340F-B291-4254-B4FD-7B8B9932C1C7}" dt="2024-03-21T17:47:39.093" v="5771" actId="2696"/>
        <pc:sldMkLst>
          <pc:docMk/>
          <pc:sldMk cId="333529055" sldId="588"/>
        </pc:sldMkLst>
      </pc:sldChg>
      <pc:sldChg chg="modSp new mod">
        <pc:chgData name="Shailendra Chauhan" userId="a7d3133f-e197-4b90-bf63-99a63a264234" providerId="ADAL" clId="{08A2340F-B291-4254-B4FD-7B8B9932C1C7}" dt="2024-03-23T08:10:50.022" v="7077" actId="113"/>
        <pc:sldMkLst>
          <pc:docMk/>
          <pc:sldMk cId="3380617746" sldId="588"/>
        </pc:sldMkLst>
      </pc:sldChg>
      <pc:sldChg chg="addSp delSp modSp add del mod">
        <pc:chgData name="Shailendra Chauhan" userId="a7d3133f-e197-4b90-bf63-99a63a264234" providerId="ADAL" clId="{08A2340F-B291-4254-B4FD-7B8B9932C1C7}" dt="2024-03-21T17:50:48.622" v="5792" actId="2696"/>
        <pc:sldMkLst>
          <pc:docMk/>
          <pc:sldMk cId="4202060378" sldId="588"/>
        </pc:sldMkLst>
      </pc:sldChg>
      <pc:sldChg chg="addSp modSp new mod">
        <pc:chgData name="Shailendra Chauhan" userId="a7d3133f-e197-4b90-bf63-99a63a264234" providerId="ADAL" clId="{08A2340F-B291-4254-B4FD-7B8B9932C1C7}" dt="2024-03-31T16:39:34.210" v="7312" actId="1076"/>
        <pc:sldMkLst>
          <pc:docMk/>
          <pc:sldMk cId="2051502615" sldId="589"/>
        </pc:sldMkLst>
      </pc:sldChg>
      <pc:sldChg chg="add del">
        <pc:chgData name="Shailendra Chauhan" userId="a7d3133f-e197-4b90-bf63-99a63a264234" providerId="ADAL" clId="{08A2340F-B291-4254-B4FD-7B8B9932C1C7}" dt="2024-03-21T17:47:39.093" v="5771" actId="2696"/>
        <pc:sldMkLst>
          <pc:docMk/>
          <pc:sldMk cId="2594538088" sldId="589"/>
        </pc:sldMkLst>
      </pc:sldChg>
      <pc:sldChg chg="addSp delSp modSp add del mod">
        <pc:chgData name="Shailendra Chauhan" userId="a7d3133f-e197-4b90-bf63-99a63a264234" providerId="ADAL" clId="{08A2340F-B291-4254-B4FD-7B8B9932C1C7}" dt="2024-03-21T17:50:48.622" v="5792" actId="2696"/>
        <pc:sldMkLst>
          <pc:docMk/>
          <pc:sldMk cId="2816982877" sldId="589"/>
        </pc:sldMkLst>
      </pc:sldChg>
      <pc:sldChg chg="addSp modSp new mod">
        <pc:chgData name="Shailendra Chauhan" userId="a7d3133f-e197-4b90-bf63-99a63a264234" providerId="ADAL" clId="{08A2340F-B291-4254-B4FD-7B8B9932C1C7}" dt="2024-03-31T01:21:21.931" v="7291" actId="1076"/>
        <pc:sldMkLst>
          <pc:docMk/>
          <pc:sldMk cId="473048902" sldId="590"/>
        </pc:sldMkLst>
      </pc:sldChg>
      <pc:sldChg chg="addSp modSp new mod">
        <pc:chgData name="Shailendra Chauhan" userId="a7d3133f-e197-4b90-bf63-99a63a264234" providerId="ADAL" clId="{08A2340F-B291-4254-B4FD-7B8B9932C1C7}" dt="2024-03-31T16:39:18.731" v="7310" actId="1076"/>
        <pc:sldMkLst>
          <pc:docMk/>
          <pc:sldMk cId="3475111807" sldId="591"/>
        </pc:sldMkLst>
      </pc:sldChg>
      <pc:sldChg chg="modSp new mod">
        <pc:chgData name="Shailendra Chauhan" userId="a7d3133f-e197-4b90-bf63-99a63a264234" providerId="ADAL" clId="{08A2340F-B291-4254-B4FD-7B8B9932C1C7}" dt="2024-03-22T19:18:53.908" v="6766" actId="20577"/>
        <pc:sldMkLst>
          <pc:docMk/>
          <pc:sldMk cId="2073588271" sldId="592"/>
        </pc:sldMkLst>
      </pc:sldChg>
      <pc:sldChg chg="addSp modSp new mod">
        <pc:chgData name="Shailendra Chauhan" userId="a7d3133f-e197-4b90-bf63-99a63a264234" providerId="ADAL" clId="{08A2340F-B291-4254-B4FD-7B8B9932C1C7}" dt="2024-03-31T01:20:43.237" v="7287" actId="14100"/>
        <pc:sldMkLst>
          <pc:docMk/>
          <pc:sldMk cId="414671885" sldId="593"/>
        </pc:sldMkLst>
      </pc:sldChg>
      <pc:sldChg chg="modSp new mod">
        <pc:chgData name="Shailendra Chauhan" userId="a7d3133f-e197-4b90-bf63-99a63a264234" providerId="ADAL" clId="{08A2340F-B291-4254-B4FD-7B8B9932C1C7}" dt="2024-03-22T19:24:48.476" v="6908" actId="20577"/>
        <pc:sldMkLst>
          <pc:docMk/>
          <pc:sldMk cId="116575446" sldId="594"/>
        </pc:sldMkLst>
      </pc:sldChg>
      <pc:sldChg chg="modSp new mod">
        <pc:chgData name="Shailendra Chauhan" userId="a7d3133f-e197-4b90-bf63-99a63a264234" providerId="ADAL" clId="{08A2340F-B291-4254-B4FD-7B8B9932C1C7}" dt="2024-03-22T19:27:43.494" v="6957" actId="20577"/>
        <pc:sldMkLst>
          <pc:docMk/>
          <pc:sldMk cId="2763267385" sldId="595"/>
        </pc:sldMkLst>
      </pc:sldChg>
      <pc:sldChg chg="modSp new mod">
        <pc:chgData name="Shailendra Chauhan" userId="a7d3133f-e197-4b90-bf63-99a63a264234" providerId="ADAL" clId="{08A2340F-B291-4254-B4FD-7B8B9932C1C7}" dt="2024-03-23T08:38:52.198" v="7272" actId="403"/>
        <pc:sldMkLst>
          <pc:docMk/>
          <pc:sldMk cId="3215237770" sldId="596"/>
        </pc:sldMkLst>
      </pc:sldChg>
      <pc:sldChg chg="modSp mod">
        <pc:chgData name="Shailendra Chauhan" userId="a7d3133f-e197-4b90-bf63-99a63a264234" providerId="ADAL" clId="{08A2340F-B291-4254-B4FD-7B8B9932C1C7}" dt="2024-03-23T08:06:59.832" v="7044" actId="1076"/>
        <pc:sldMkLst>
          <pc:docMk/>
          <pc:sldMk cId="1687401671" sldId="597"/>
        </pc:sldMkLst>
      </pc:sldChg>
      <pc:sldChg chg="modSp new mod">
        <pc:chgData name="Shailendra Chauhan" userId="a7d3133f-e197-4b90-bf63-99a63a264234" providerId="ADAL" clId="{08A2340F-B291-4254-B4FD-7B8B9932C1C7}" dt="2024-03-23T08:01:24.618" v="7035" actId="123"/>
        <pc:sldMkLst>
          <pc:docMk/>
          <pc:sldMk cId="4277332066" sldId="598"/>
        </pc:sldMkLst>
      </pc:sldChg>
      <pc:sldChg chg="modSp new mod">
        <pc:chgData name="Shailendra Chauhan" userId="a7d3133f-e197-4b90-bf63-99a63a264234" providerId="ADAL" clId="{08A2340F-B291-4254-B4FD-7B8B9932C1C7}" dt="2024-03-23T08:25:59.412" v="7228" actId="33524"/>
        <pc:sldMkLst>
          <pc:docMk/>
          <pc:sldMk cId="2647249286" sldId="599"/>
        </pc:sldMkLst>
      </pc:sldChg>
      <pc:sldChg chg="modSp new mod">
        <pc:chgData name="Shailendra Chauhan" userId="a7d3133f-e197-4b90-bf63-99a63a264234" providerId="ADAL" clId="{08A2340F-B291-4254-B4FD-7B8B9932C1C7}" dt="2024-03-23T08:28:04.703" v="7246" actId="20577"/>
        <pc:sldMkLst>
          <pc:docMk/>
          <pc:sldMk cId="178398985" sldId="600"/>
        </pc:sldMkLst>
      </pc:sldChg>
      <pc:sldChg chg="del">
        <pc:chgData name="Shailendra Chauhan" userId="a7d3133f-e197-4b90-bf63-99a63a264234" providerId="ADAL" clId="{08A2340F-B291-4254-B4FD-7B8B9932C1C7}" dt="2024-03-09T10:47:43.925" v="48" actId="2696"/>
        <pc:sldMkLst>
          <pc:docMk/>
          <pc:sldMk cId="3012922482" sldId="2147469481"/>
        </pc:sldMkLst>
      </pc:sldChg>
      <pc:sldChg chg="del">
        <pc:chgData name="Shailendra Chauhan" userId="a7d3133f-e197-4b90-bf63-99a63a264234" providerId="ADAL" clId="{08A2340F-B291-4254-B4FD-7B8B9932C1C7}" dt="2024-03-09T10:47:43.925" v="48" actId="2696"/>
        <pc:sldMkLst>
          <pc:docMk/>
          <pc:sldMk cId="1329547788" sldId="2147469482"/>
        </pc:sldMkLst>
      </pc:sldChg>
      <pc:sldChg chg="del">
        <pc:chgData name="Shailendra Chauhan" userId="a7d3133f-e197-4b90-bf63-99a63a264234" providerId="ADAL" clId="{08A2340F-B291-4254-B4FD-7B8B9932C1C7}" dt="2024-03-09T10:47:43.925" v="48" actId="2696"/>
        <pc:sldMkLst>
          <pc:docMk/>
          <pc:sldMk cId="736651118" sldId="2147469483"/>
        </pc:sldMkLst>
      </pc:sldChg>
      <pc:sldChg chg="del">
        <pc:chgData name="Shailendra Chauhan" userId="a7d3133f-e197-4b90-bf63-99a63a264234" providerId="ADAL" clId="{08A2340F-B291-4254-B4FD-7B8B9932C1C7}" dt="2024-03-09T10:47:43.925" v="48" actId="2696"/>
        <pc:sldMkLst>
          <pc:docMk/>
          <pc:sldMk cId="2628369785" sldId="2147469484"/>
        </pc:sldMkLst>
      </pc:sldChg>
      <pc:sldChg chg="del">
        <pc:chgData name="Shailendra Chauhan" userId="a7d3133f-e197-4b90-bf63-99a63a264234" providerId="ADAL" clId="{08A2340F-B291-4254-B4FD-7B8B9932C1C7}" dt="2024-03-09T10:47:43.925" v="48" actId="2696"/>
        <pc:sldMkLst>
          <pc:docMk/>
          <pc:sldMk cId="320449755" sldId="2147469485"/>
        </pc:sldMkLst>
      </pc:sldChg>
      <pc:sldChg chg="del">
        <pc:chgData name="Shailendra Chauhan" userId="a7d3133f-e197-4b90-bf63-99a63a264234" providerId="ADAL" clId="{08A2340F-B291-4254-B4FD-7B8B9932C1C7}" dt="2024-03-09T10:47:43.925" v="48" actId="2696"/>
        <pc:sldMkLst>
          <pc:docMk/>
          <pc:sldMk cId="1494691065" sldId="2147469486"/>
        </pc:sldMkLst>
      </pc:sldChg>
      <pc:sldChg chg="del">
        <pc:chgData name="Shailendra Chauhan" userId="a7d3133f-e197-4b90-bf63-99a63a264234" providerId="ADAL" clId="{08A2340F-B291-4254-B4FD-7B8B9932C1C7}" dt="2024-03-09T10:47:43.925" v="48" actId="2696"/>
        <pc:sldMkLst>
          <pc:docMk/>
          <pc:sldMk cId="178977462" sldId="2147469487"/>
        </pc:sldMkLst>
      </pc:sldChg>
      <pc:sldChg chg="del">
        <pc:chgData name="Shailendra Chauhan" userId="a7d3133f-e197-4b90-bf63-99a63a264234" providerId="ADAL" clId="{08A2340F-B291-4254-B4FD-7B8B9932C1C7}" dt="2024-03-09T10:47:43.925" v="48" actId="2696"/>
        <pc:sldMkLst>
          <pc:docMk/>
          <pc:sldMk cId="126659372" sldId="2147469488"/>
        </pc:sldMkLst>
      </pc:sldChg>
      <pc:sldChg chg="del">
        <pc:chgData name="Shailendra Chauhan" userId="a7d3133f-e197-4b90-bf63-99a63a264234" providerId="ADAL" clId="{08A2340F-B291-4254-B4FD-7B8B9932C1C7}" dt="2024-03-09T10:47:43.925" v="48" actId="2696"/>
        <pc:sldMkLst>
          <pc:docMk/>
          <pc:sldMk cId="3549898700" sldId="2147469489"/>
        </pc:sldMkLst>
      </pc:sldChg>
      <pc:sldChg chg="del">
        <pc:chgData name="Shailendra Chauhan" userId="a7d3133f-e197-4b90-bf63-99a63a264234" providerId="ADAL" clId="{08A2340F-B291-4254-B4FD-7B8B9932C1C7}" dt="2024-03-09T10:47:43.925" v="48" actId="2696"/>
        <pc:sldMkLst>
          <pc:docMk/>
          <pc:sldMk cId="1183596658" sldId="2147469490"/>
        </pc:sldMkLst>
      </pc:sldChg>
      <pc:sldChg chg="del">
        <pc:chgData name="Shailendra Chauhan" userId="a7d3133f-e197-4b90-bf63-99a63a264234" providerId="ADAL" clId="{08A2340F-B291-4254-B4FD-7B8B9932C1C7}" dt="2024-03-09T10:47:43.925" v="48" actId="2696"/>
        <pc:sldMkLst>
          <pc:docMk/>
          <pc:sldMk cId="2683016822" sldId="2147469491"/>
        </pc:sldMkLst>
      </pc:sldChg>
      <pc:sldChg chg="del">
        <pc:chgData name="Shailendra Chauhan" userId="a7d3133f-e197-4b90-bf63-99a63a264234" providerId="ADAL" clId="{08A2340F-B291-4254-B4FD-7B8B9932C1C7}" dt="2024-03-09T10:47:43.925" v="48" actId="2696"/>
        <pc:sldMkLst>
          <pc:docMk/>
          <pc:sldMk cId="2075187817" sldId="2147469492"/>
        </pc:sldMkLst>
      </pc:sldChg>
      <pc:sldChg chg="del">
        <pc:chgData name="Shailendra Chauhan" userId="a7d3133f-e197-4b90-bf63-99a63a264234" providerId="ADAL" clId="{08A2340F-B291-4254-B4FD-7B8B9932C1C7}" dt="2024-03-09T10:47:43.925" v="48" actId="2696"/>
        <pc:sldMkLst>
          <pc:docMk/>
          <pc:sldMk cId="3746043249" sldId="2147469493"/>
        </pc:sldMkLst>
      </pc:sldChg>
      <pc:sldChg chg="del">
        <pc:chgData name="Shailendra Chauhan" userId="a7d3133f-e197-4b90-bf63-99a63a264234" providerId="ADAL" clId="{08A2340F-B291-4254-B4FD-7B8B9932C1C7}" dt="2024-03-09T10:47:43.925" v="48" actId="2696"/>
        <pc:sldMkLst>
          <pc:docMk/>
          <pc:sldMk cId="2238685126" sldId="2147469494"/>
        </pc:sldMkLst>
      </pc:sldChg>
      <pc:sldChg chg="del">
        <pc:chgData name="Shailendra Chauhan" userId="a7d3133f-e197-4b90-bf63-99a63a264234" providerId="ADAL" clId="{08A2340F-B291-4254-B4FD-7B8B9932C1C7}" dt="2024-03-09T10:47:43.925" v="48" actId="2696"/>
        <pc:sldMkLst>
          <pc:docMk/>
          <pc:sldMk cId="506694691" sldId="2147469495"/>
        </pc:sldMkLst>
      </pc:sldChg>
      <pc:sldChg chg="del">
        <pc:chgData name="Shailendra Chauhan" userId="a7d3133f-e197-4b90-bf63-99a63a264234" providerId="ADAL" clId="{08A2340F-B291-4254-B4FD-7B8B9932C1C7}" dt="2024-03-09T10:47:43.925" v="48" actId="2696"/>
        <pc:sldMkLst>
          <pc:docMk/>
          <pc:sldMk cId="3100357693" sldId="2147469496"/>
        </pc:sldMkLst>
      </pc:sldChg>
      <pc:sldChg chg="del">
        <pc:chgData name="Shailendra Chauhan" userId="a7d3133f-e197-4b90-bf63-99a63a264234" providerId="ADAL" clId="{08A2340F-B291-4254-B4FD-7B8B9932C1C7}" dt="2024-03-09T10:47:43.925" v="48" actId="2696"/>
        <pc:sldMkLst>
          <pc:docMk/>
          <pc:sldMk cId="3291772777" sldId="2147469497"/>
        </pc:sldMkLst>
      </pc:sldChg>
      <pc:sldChg chg="del">
        <pc:chgData name="Shailendra Chauhan" userId="a7d3133f-e197-4b90-bf63-99a63a264234" providerId="ADAL" clId="{08A2340F-B291-4254-B4FD-7B8B9932C1C7}" dt="2024-03-09T10:47:43.925" v="48" actId="2696"/>
        <pc:sldMkLst>
          <pc:docMk/>
          <pc:sldMk cId="3213235310" sldId="2147469498"/>
        </pc:sldMkLst>
      </pc:sldChg>
      <pc:sldChg chg="del">
        <pc:chgData name="Shailendra Chauhan" userId="a7d3133f-e197-4b90-bf63-99a63a264234" providerId="ADAL" clId="{08A2340F-B291-4254-B4FD-7B8B9932C1C7}" dt="2024-03-09T10:47:43.925" v="48" actId="2696"/>
        <pc:sldMkLst>
          <pc:docMk/>
          <pc:sldMk cId="1642847206" sldId="2147469499"/>
        </pc:sldMkLst>
      </pc:sldChg>
      <pc:sldChg chg="del">
        <pc:chgData name="Shailendra Chauhan" userId="a7d3133f-e197-4b90-bf63-99a63a264234" providerId="ADAL" clId="{08A2340F-B291-4254-B4FD-7B8B9932C1C7}" dt="2024-03-09T10:47:43.925" v="48" actId="2696"/>
        <pc:sldMkLst>
          <pc:docMk/>
          <pc:sldMk cId="69496446" sldId="2147469500"/>
        </pc:sldMkLst>
      </pc:sldChg>
      <pc:sldChg chg="del">
        <pc:chgData name="Shailendra Chauhan" userId="a7d3133f-e197-4b90-bf63-99a63a264234" providerId="ADAL" clId="{08A2340F-B291-4254-B4FD-7B8B9932C1C7}" dt="2024-03-09T10:47:43.925" v="48" actId="2696"/>
        <pc:sldMkLst>
          <pc:docMk/>
          <pc:sldMk cId="1181312397" sldId="2147469501"/>
        </pc:sldMkLst>
      </pc:sldChg>
      <pc:sldMasterChg chg="addSp delSp modSp mod">
        <pc:chgData name="Shailendra Chauhan" userId="a7d3133f-e197-4b90-bf63-99a63a264234" providerId="ADAL" clId="{08A2340F-B291-4254-B4FD-7B8B9932C1C7}" dt="2024-03-31T01:25:20.709" v="7308"/>
        <pc:sldMasterMkLst>
          <pc:docMk/>
          <pc:sldMasterMk cId="3873625259" sldId="2147483676"/>
        </pc:sldMasterMkLst>
      </pc:sldMasterChg>
    </pc:docChg>
  </pc:docChgLst>
  <pc:docChgLst>
    <pc:chgData name="Shailendra Chauhan" userId="a7d3133f-e197-4b90-bf63-99a63a264234" providerId="ADAL" clId="{0481F1FC-5FB8-4BDC-BD68-C76546BBD77B}"/>
    <pc:docChg chg="addSld modSld">
      <pc:chgData name="Shailendra Chauhan" userId="a7d3133f-e197-4b90-bf63-99a63a264234" providerId="ADAL" clId="{0481F1FC-5FB8-4BDC-BD68-C76546BBD77B}" dt="2025-03-15T17:16:37.653" v="1"/>
      <pc:docMkLst>
        <pc:docMk/>
      </pc:docMkLst>
      <pc:sldChg chg="modNotesTx">
        <pc:chgData name="Shailendra Chauhan" userId="a7d3133f-e197-4b90-bf63-99a63a264234" providerId="ADAL" clId="{0481F1FC-5FB8-4BDC-BD68-C76546BBD77B}" dt="2025-03-15T17:16:37.653" v="1"/>
        <pc:sldMkLst>
          <pc:docMk/>
          <pc:sldMk cId="2073588271" sldId="592"/>
        </pc:sldMkLst>
      </pc:sldChg>
      <pc:sldChg chg="add">
        <pc:chgData name="Shailendra Chauhan" userId="a7d3133f-e197-4b90-bf63-99a63a264234" providerId="ADAL" clId="{0481F1FC-5FB8-4BDC-BD68-C76546BBD77B}" dt="2025-03-15T15:50:01.860" v="0"/>
        <pc:sldMkLst>
          <pc:docMk/>
          <pc:sldMk cId="3802121926" sldId="607"/>
        </pc:sldMkLst>
      </pc:sldChg>
    </pc:docChg>
  </pc:docChgLst>
  <pc:docChgLst>
    <pc:chgData name="Sakshi Dhameja" userId="S::sakshi@dotnettricks.com::ea00e08a-f285-43f8-b684-36364e247324" providerId="AD" clId="Web-{8E49B53D-83F8-C275-6F6F-57F803D20A72}"/>
    <pc:docChg chg="modSld">
      <pc:chgData name="Sakshi Dhameja" userId="S::sakshi@dotnettricks.com::ea00e08a-f285-43f8-b684-36364e247324" providerId="AD" clId="Web-{8E49B53D-83F8-C275-6F6F-57F803D20A72}" dt="2024-03-31T09:44:40.292" v="28" actId="1076"/>
      <pc:docMkLst>
        <pc:docMk/>
      </pc:docMkLst>
      <pc:sldChg chg="addSp delSp modSp">
        <pc:chgData name="Sakshi Dhameja" userId="S::sakshi@dotnettricks.com::ea00e08a-f285-43f8-b684-36364e247324" providerId="AD" clId="Web-{8E49B53D-83F8-C275-6F6F-57F803D20A72}" dt="2024-03-31T09:44:40.292" v="28" actId="1076"/>
        <pc:sldMkLst>
          <pc:docMk/>
          <pc:sldMk cId="3475111807" sldId="5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515C61-0398-4C51-8D5A-E7C1224117FB}" type="datetimeFigureOut">
              <a:rPr lang="en-US" smtClean="0"/>
              <a:t>5/12/2025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B3E6D-78B7-448A-943B-FF5E6AE15A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5/12/2025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enjoyalgorithms.com/blog/types-of-load-balancing-algorithms"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www.enjoyalgorithms.com/blog/storage-and-redundancy" TargetMode="External"/><Relationship Id="rId4" Type="http://schemas.openxmlformats.org/officeDocument/2006/relationships/hyperlink" Target="https://www.enjoyalgorithms.com/blog/how-to-choose-right-database"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Design A Flipkart like ECommerce Platform</a:t>
            </a:r>
          </a:p>
          <a:p>
            <a:r>
              <a:rPr lang="en-US" sz="1200"/>
              <a:t>Design An Uber Like Taxi System</a:t>
            </a:r>
          </a:p>
          <a:p>
            <a:endParaRPr lang="en-US"/>
          </a:p>
        </p:txBody>
      </p:sp>
      <p:sp>
        <p:nvSpPr>
          <p:cNvPr id="4" name="Slide Number Placeholder 3"/>
          <p:cNvSpPr>
            <a:spLocks noGrp="1"/>
          </p:cNvSpPr>
          <p:nvPr>
            <p:ph type="sldNum" sz="quarter" idx="5"/>
          </p:nvPr>
        </p:nvSpPr>
        <p:spPr/>
        <p:txBody>
          <a:bodyPr/>
          <a:lstStyle/>
          <a:p>
            <a:fld id="{572DD7D5-A1E7-4E59-B251-136D919D9E0A}" type="slidenum">
              <a:rPr lang="en-US" smtClean="0"/>
              <a:t>1</a:t>
            </a:fld>
            <a:endParaRPr lang="en-US"/>
          </a:p>
        </p:txBody>
      </p:sp>
    </p:spTree>
    <p:extLst>
      <p:ext uri="{BB962C8B-B14F-4D97-AF65-F5344CB8AC3E}">
        <p14:creationId xmlns:p14="http://schemas.microsoft.com/office/powerpoint/2010/main" val="1575064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Load Balancing Algorithms (enjoyalgorithms.com)</a:t>
            </a:r>
            <a:endParaRPr lang="en-US"/>
          </a:p>
          <a:p>
            <a:r>
              <a:rPr lang="en-US">
                <a:hlinkClick r:id="rId4"/>
              </a:rPr>
              <a:t>How to Choose the Right Database? (enjoyalgorithms.com)</a:t>
            </a:r>
            <a:endParaRPr lang="en-US"/>
          </a:p>
          <a:p>
            <a:r>
              <a:rPr lang="en-US">
                <a:hlinkClick r:id="rId5"/>
              </a:rPr>
              <a:t>Storage and Redundancy in Distributed Systems (enjoyalgorithms.com)</a:t>
            </a:r>
            <a:endParaRPr lang="en-US"/>
          </a:p>
        </p:txBody>
      </p:sp>
      <p:sp>
        <p:nvSpPr>
          <p:cNvPr id="4" name="Slide Number Placeholder 3"/>
          <p:cNvSpPr>
            <a:spLocks noGrp="1"/>
          </p:cNvSpPr>
          <p:nvPr>
            <p:ph type="sldNum" sz="quarter" idx="5"/>
          </p:nvPr>
        </p:nvSpPr>
        <p:spPr/>
        <p:txBody>
          <a:bodyPr/>
          <a:lstStyle/>
          <a:p>
            <a:fld id="{572DD7D5-A1E7-4E59-B251-136D919D9E0A}" type="slidenum">
              <a:rPr lang="en-US" smtClean="0"/>
              <a:t>2</a:t>
            </a:fld>
            <a:endParaRPr lang="en-US"/>
          </a:p>
        </p:txBody>
      </p:sp>
    </p:spTree>
    <p:extLst>
      <p:ext uri="{BB962C8B-B14F-4D97-AF65-F5344CB8AC3E}">
        <p14:creationId xmlns:p14="http://schemas.microsoft.com/office/powerpoint/2010/main" val="1028577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decentralized systems focus on distributing control and authority, whereas distributed systems focus on distributing computational resources and tasks.</a:t>
            </a:r>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4</a:t>
            </a:fld>
            <a:endParaRPr lang="en-US"/>
          </a:p>
        </p:txBody>
      </p:sp>
    </p:spTree>
    <p:extLst>
      <p:ext uri="{BB962C8B-B14F-4D97-AF65-F5344CB8AC3E}">
        <p14:creationId xmlns:p14="http://schemas.microsoft.com/office/powerpoint/2010/main" val="3169837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b="1" u="sng" dirty="0"/>
              <a:t>Redundancy vs. Replication</a:t>
            </a:r>
          </a:p>
          <a:p>
            <a:pPr algn="just"/>
            <a:r>
              <a:rPr lang="en-US" sz="1200" dirty="0"/>
              <a:t>Redundancy provides backup components for fault tolerance.</a:t>
            </a:r>
          </a:p>
          <a:p>
            <a:pPr algn="just"/>
            <a:r>
              <a:rPr lang="en-US" sz="1200" dirty="0"/>
              <a:t>Replication creates consistent data copies across multiple components for data consistency and performance.</a:t>
            </a:r>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15</a:t>
            </a:fld>
            <a:endParaRPr lang="en-US"/>
          </a:p>
        </p:txBody>
      </p:sp>
    </p:spTree>
    <p:extLst>
      <p:ext uri="{BB962C8B-B14F-4D97-AF65-F5344CB8AC3E}">
        <p14:creationId xmlns:p14="http://schemas.microsoft.com/office/powerpoint/2010/main" val="548479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 be implemented for both SQL and NoSQL Databases.</a:t>
            </a:r>
          </a:p>
          <a:p>
            <a:r>
              <a:rPr lang="en-US" b="0" dirty="0"/>
              <a:t>Useful</a:t>
            </a:r>
            <a:r>
              <a:rPr lang="en-US" dirty="0"/>
              <a:t> where read scalability is important, and the workload is read-heavy with relatively fewer writes. </a:t>
            </a:r>
          </a:p>
          <a:p>
            <a:r>
              <a:rPr lang="en-US" dirty="0"/>
              <a:t>Commonly used in scenarios like web applications, reporting systems, and multi-region deployments.</a:t>
            </a:r>
          </a:p>
          <a:p>
            <a:endParaRPr lang="en-US" dirty="0"/>
          </a:p>
          <a:p>
            <a:r>
              <a:rPr lang="en-US" b="1" dirty="0"/>
              <a:t>1. Active Geo-Replication (for Read-Only Replicas)</a:t>
            </a:r>
          </a:p>
          <a:p>
            <a:r>
              <a:rPr lang="en-US" dirty="0"/>
              <a:t>Azure SQL uses </a:t>
            </a:r>
            <a:r>
              <a:rPr lang="en-US" b="1" dirty="0"/>
              <a:t>Active Geo-Replication</a:t>
            </a:r>
            <a:r>
              <a:rPr lang="en-US" dirty="0"/>
              <a:t> to create readable secondary replicas in different regions. These replicas can be used for read operations (like a slave in a master-slave setup), but they are not slaves in the traditional sense. Instead, they are fully independent replicas that are kept in sync with the primary database (master) asynchronously.</a:t>
            </a:r>
          </a:p>
          <a:p>
            <a:endParaRPr lang="en-US" dirty="0"/>
          </a:p>
          <a:p>
            <a:pPr>
              <a:buFont typeface="Arial" panose="020B0604020202020204" pitchFamily="34" charset="0"/>
              <a:buChar char="•"/>
            </a:pPr>
            <a:r>
              <a:rPr lang="en-US" b="1" dirty="0"/>
              <a:t> Primary Database</a:t>
            </a:r>
            <a:r>
              <a:rPr lang="en-US" dirty="0"/>
              <a:t>: The primary database handles both read and write operations.</a:t>
            </a:r>
          </a:p>
          <a:p>
            <a:pPr>
              <a:buFont typeface="Arial" panose="020B0604020202020204" pitchFamily="34" charset="0"/>
              <a:buChar char="•"/>
            </a:pPr>
            <a:r>
              <a:rPr lang="en-US" b="1" dirty="0"/>
              <a:t> Secondary Replicas</a:t>
            </a:r>
            <a:r>
              <a:rPr lang="en-US" dirty="0"/>
              <a:t>: The secondary replicas are read-only and can be used to distribute read-heavy workloads.</a:t>
            </a:r>
          </a:p>
          <a:p>
            <a:pPr>
              <a:buFont typeface="Arial" panose="020B0604020202020204" pitchFamily="34" charset="0"/>
              <a:buChar char="•"/>
            </a:pPr>
            <a:endParaRPr lang="en-US" dirty="0"/>
          </a:p>
          <a:p>
            <a:r>
              <a:rPr lang="en-US" b="1" dirty="0"/>
              <a:t>2. Auto-Failover Groups</a:t>
            </a:r>
          </a:p>
          <a:p>
            <a:r>
              <a:rPr lang="en-US" dirty="0"/>
              <a:t>In Azure SQL, </a:t>
            </a:r>
            <a:r>
              <a:rPr lang="en-US" b="1" dirty="0"/>
              <a:t>Auto-Failover Groups</a:t>
            </a:r>
            <a:r>
              <a:rPr lang="en-US" dirty="0"/>
              <a:t> enable automatic failover to a secondary replica in case of a failure. This works similarly to the concept of failover in a master-slave setup but without the need for manually configuring and managing failover.</a:t>
            </a:r>
          </a:p>
          <a:p>
            <a:pPr>
              <a:buFont typeface="Arial" panose="020B0604020202020204" pitchFamily="34" charset="0"/>
              <a:buChar char="•"/>
            </a:pPr>
            <a:r>
              <a:rPr lang="en-US" dirty="0"/>
              <a:t> If the primary database becomes unavailable (e.g., due to a network issue, hardware failure, or region failure), the system can automatically fail over to the secondary replica, which becomes the new primary database.</a:t>
            </a:r>
          </a:p>
          <a:p>
            <a:pPr>
              <a:buFont typeface="Arial" panose="020B0604020202020204" pitchFamily="34" charset="0"/>
              <a:buChar char="•"/>
            </a:pPr>
            <a:r>
              <a:rPr lang="en-US" dirty="0"/>
              <a:t> This is a </a:t>
            </a:r>
            <a:r>
              <a:rPr lang="en-US" b="1" dirty="0"/>
              <a:t>fully managed feature</a:t>
            </a:r>
            <a:r>
              <a:rPr lang="en-US" dirty="0"/>
              <a:t>, and no manual intervention is needed.</a:t>
            </a:r>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18</a:t>
            </a:fld>
            <a:endParaRPr lang="en-US"/>
          </a:p>
        </p:txBody>
      </p:sp>
    </p:spTree>
    <p:extLst>
      <p:ext uri="{BB962C8B-B14F-4D97-AF65-F5344CB8AC3E}">
        <p14:creationId xmlns:p14="http://schemas.microsoft.com/office/powerpoint/2010/main" val="4244347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Partitioning Strategies</a:t>
            </a:r>
          </a:p>
          <a:p>
            <a:endParaRPr lang="en-US" dirty="0"/>
          </a:p>
          <a:p>
            <a:pPr>
              <a:buFont typeface="Arial" panose="020B0604020202020204" pitchFamily="34" charset="0"/>
              <a:buChar char="•"/>
            </a:pPr>
            <a:r>
              <a:rPr lang="en-US" b="1" dirty="0"/>
              <a:t> Horizontal Partitioning</a:t>
            </a:r>
            <a:r>
              <a:rPr lang="en-US" dirty="0"/>
              <a:t>: Data is split into rows. For example, user data could be split by geographic region, with each region having its own partition</a:t>
            </a:r>
          </a:p>
          <a:p>
            <a:pPr>
              <a:buFont typeface="Arial" panose="020B0604020202020204" pitchFamily="34" charset="0"/>
              <a:buChar char="•"/>
            </a:pPr>
            <a:r>
              <a:rPr lang="en-US" b="1" dirty="0"/>
              <a:t> Vertical Partitioning</a:t>
            </a:r>
            <a:r>
              <a:rPr lang="en-US" dirty="0"/>
              <a:t>: Data is split by columns. For instance, frequently accessed columns might be placed in one partition, and less frequently used ones in another.</a:t>
            </a:r>
          </a:p>
          <a:p>
            <a:pPr>
              <a:buFont typeface="Arial" panose="020B0604020202020204" pitchFamily="34" charset="0"/>
              <a:buChar char="•"/>
            </a:pPr>
            <a:r>
              <a:rPr lang="en-US" b="1" dirty="0"/>
              <a:t> Range, List, Hash Partitioning</a:t>
            </a:r>
            <a:r>
              <a:rPr lang="en-US" dirty="0"/>
              <a:t>: These refer to how the data is divided within partitions—either based on a range of values, a specific list, or a hash function.</a:t>
            </a:r>
          </a:p>
          <a:p>
            <a:endParaRPr lang="en-US" b="1" dirty="0"/>
          </a:p>
          <a:p>
            <a:r>
              <a:rPr lang="en-US" b="1" dirty="0"/>
              <a:t>Goal</a:t>
            </a:r>
            <a:r>
              <a:rPr lang="en-US" dirty="0"/>
              <a:t>: To improve query performance by reducing the size of each partition (i.e., each partition is smaller than the original dataset).</a:t>
            </a:r>
          </a:p>
          <a:p>
            <a:endParaRPr lang="en-US" dirty="0"/>
          </a:p>
          <a:p>
            <a:r>
              <a:rPr lang="en-US" b="1" dirty="0"/>
              <a:t>How to Query Data In Partition</a:t>
            </a:r>
          </a:p>
          <a:p>
            <a:endParaRPr lang="en-US" b="1" dirty="0"/>
          </a:p>
          <a:p>
            <a:r>
              <a:rPr lang="en-US" b="1" dirty="0"/>
              <a:t>1. Query Analysis (Partition Pruning)</a:t>
            </a:r>
          </a:p>
          <a:p>
            <a:r>
              <a:rPr lang="en-US" dirty="0"/>
              <a:t>The DBMS will then analyze the query to determine if the partition key is used in the query's conditions (such as in the WHERE clause). If the partition key is included in the query (e.g., querying by a specific user ID or date), the DBMS can </a:t>
            </a:r>
            <a:r>
              <a:rPr lang="en-US" b="1" dirty="0"/>
              <a:t>prune</a:t>
            </a:r>
            <a:r>
              <a:rPr lang="en-US" dirty="0"/>
              <a:t> unnecessary partitions from the query, meaning it will only query the relevant partition(s).</a:t>
            </a:r>
          </a:p>
          <a:p>
            <a:endParaRPr lang="en-US" dirty="0"/>
          </a:p>
          <a:p>
            <a:r>
              <a:rPr lang="en-US" b="1" dirty="0"/>
              <a:t>2. Routing the Query</a:t>
            </a:r>
          </a:p>
          <a:p>
            <a:r>
              <a:rPr lang="en-US" dirty="0"/>
              <a:t>Once the relevant partitions are identified (through partition pruning or explicit criteria), the DBMS routes the query to the correct partition(s):</a:t>
            </a:r>
          </a:p>
          <a:p>
            <a:endParaRPr lang="en-US" dirty="0"/>
          </a:p>
          <a:p>
            <a:pPr>
              <a:buFont typeface="Arial" panose="020B0604020202020204" pitchFamily="34" charset="0"/>
              <a:buChar char="•"/>
            </a:pPr>
            <a:r>
              <a:rPr lang="en-US" b="1" dirty="0"/>
              <a:t> Single Partition Query</a:t>
            </a:r>
            <a:r>
              <a:rPr lang="en-US" dirty="0"/>
              <a:t>: If the query is fully contained within one partition (e.g., querying by a specific user ID in a user-based partitioning scheme), the query is sent to that partition.</a:t>
            </a:r>
          </a:p>
          <a:p>
            <a:pPr>
              <a:buFont typeface="Arial" panose="020B0604020202020204" pitchFamily="34" charset="0"/>
              <a:buChar char="•"/>
            </a:pPr>
            <a:r>
              <a:rPr lang="en-US" b="1" dirty="0"/>
              <a:t> Multiple Partition Query</a:t>
            </a:r>
            <a:r>
              <a:rPr lang="en-US" dirty="0"/>
              <a:t>: If the query needs data from multiple partitions (e.g., a range query or when the partitioning key is not used in the query), the DBMS may issue the query to multiple partitions and then combine the results. This is known as </a:t>
            </a:r>
            <a:r>
              <a:rPr lang="en-US" b="1" dirty="0"/>
              <a:t>scatter-gather</a:t>
            </a:r>
            <a:r>
              <a:rPr lang="en-US" dirty="0"/>
              <a:t>.</a:t>
            </a:r>
          </a:p>
          <a:p>
            <a:endParaRPr lang="en-US" dirty="0"/>
          </a:p>
          <a:p>
            <a:r>
              <a:rPr lang="en-US" b="1" dirty="0"/>
              <a:t>3. Data Retrieval</a:t>
            </a:r>
          </a:p>
          <a:p>
            <a:r>
              <a:rPr lang="en-US" dirty="0"/>
              <a:t>The query is then executed within the relevant partition(s), and the results are retrieved. If multiple partitions are involved, the results may need to be </a:t>
            </a:r>
            <a:r>
              <a:rPr lang="en-US" b="1" dirty="0"/>
              <a:t>merged</a:t>
            </a:r>
            <a:r>
              <a:rPr lang="en-US" dirty="0"/>
              <a:t> or </a:t>
            </a:r>
            <a:r>
              <a:rPr lang="en-US" b="1" dirty="0"/>
              <a:t>aggregated</a:t>
            </a:r>
            <a:r>
              <a:rPr lang="en-US" dirty="0"/>
              <a:t> after retrieval.</a:t>
            </a:r>
          </a:p>
          <a:p>
            <a:endParaRPr lang="en-US" dirty="0"/>
          </a:p>
          <a:p>
            <a:r>
              <a:rPr lang="en-US" b="1" dirty="0"/>
              <a:t>4. Result Compilation</a:t>
            </a:r>
          </a:p>
          <a:p>
            <a:r>
              <a:rPr lang="en-US" dirty="0"/>
              <a:t>Once the query completes in each partition, the database will compile and return the final result. If multiple partitions were involved, this might require additional processing (such as sorting, aggregating, or joining data from different partitions) before returning the result to the user.</a:t>
            </a:r>
          </a:p>
          <a:p>
            <a:endParaRPr lang="en-US" dirty="0"/>
          </a:p>
          <a:p>
            <a:r>
              <a:rPr lang="en-US" b="1" dirty="0"/>
              <a:t>Challenges in Partitioning</a:t>
            </a:r>
          </a:p>
          <a:p>
            <a:pPr>
              <a:buFont typeface="Arial" panose="020B0604020202020204" pitchFamily="34" charset="0"/>
              <a:buChar char="•"/>
            </a:pPr>
            <a:r>
              <a:rPr lang="en-US" b="1" dirty="0"/>
              <a:t> Query Complexity</a:t>
            </a:r>
            <a:r>
              <a:rPr lang="en-US" dirty="0"/>
              <a:t>: Queries that span multiple partitions (especially across a large number of partitions) can become more complex and slower, as data must be retrieved from multiple locations and then merged.</a:t>
            </a:r>
          </a:p>
          <a:p>
            <a:pPr>
              <a:buFont typeface="Arial" panose="020B0604020202020204" pitchFamily="34" charset="0"/>
              <a:buChar char="•"/>
            </a:pPr>
            <a:r>
              <a:rPr lang="en-US" b="1" dirty="0"/>
              <a:t> Joins Across Partitions</a:t>
            </a:r>
            <a:r>
              <a:rPr lang="en-US" dirty="0"/>
              <a:t>: Performing joins on partitioned tables can be complex and resource-intensive, especially when the data spans across partitions.</a:t>
            </a:r>
          </a:p>
          <a:p>
            <a:pPr>
              <a:buFont typeface="Arial" panose="020B0604020202020204" pitchFamily="34" charset="0"/>
              <a:buChar char="•"/>
            </a:pPr>
            <a:r>
              <a:rPr lang="en-US" b="1" dirty="0"/>
              <a:t> Maintaining Partitioning Strategy</a:t>
            </a:r>
            <a:r>
              <a:rPr lang="en-US" dirty="0"/>
              <a:t>: Over time, as data grows or usage patterns change, maintaining the partitioning strategy may require repartitioning or redistributing the data, which can be a complex and costly operation.</a:t>
            </a:r>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20</a:t>
            </a:fld>
            <a:endParaRPr lang="en-US"/>
          </a:p>
        </p:txBody>
      </p:sp>
    </p:spTree>
    <p:extLst>
      <p:ext uri="{BB962C8B-B14F-4D97-AF65-F5344CB8AC3E}">
        <p14:creationId xmlns:p14="http://schemas.microsoft.com/office/powerpoint/2010/main" val="1664112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Partitioning Strategies</a:t>
            </a:r>
          </a:p>
          <a:p>
            <a:endParaRPr lang="en-US" dirty="0"/>
          </a:p>
          <a:p>
            <a:pPr>
              <a:buFont typeface="Arial" panose="020B0604020202020204" pitchFamily="34" charset="0"/>
              <a:buChar char="•"/>
            </a:pPr>
            <a:r>
              <a:rPr lang="en-US" b="1" dirty="0"/>
              <a:t> Horizontal Partitioning</a:t>
            </a:r>
            <a:r>
              <a:rPr lang="en-US" dirty="0"/>
              <a:t>: Data is split into rows. For example, user data could be split by geographic region, with each region having its own partition</a:t>
            </a:r>
          </a:p>
          <a:p>
            <a:pPr>
              <a:buFont typeface="Arial" panose="020B0604020202020204" pitchFamily="34" charset="0"/>
              <a:buChar char="•"/>
            </a:pPr>
            <a:r>
              <a:rPr lang="en-US" b="1" dirty="0"/>
              <a:t> Vertical Partitioning</a:t>
            </a:r>
            <a:r>
              <a:rPr lang="en-US" dirty="0"/>
              <a:t>: Data is split by columns. For instance, frequently accessed columns might be placed in one partition, and less frequently used ones in another.</a:t>
            </a:r>
          </a:p>
          <a:p>
            <a:pPr>
              <a:buFont typeface="Arial" panose="020B0604020202020204" pitchFamily="34" charset="0"/>
              <a:buChar char="•"/>
            </a:pPr>
            <a:r>
              <a:rPr lang="en-US" b="1" dirty="0"/>
              <a:t> Range, List, Hash Partitioning</a:t>
            </a:r>
            <a:r>
              <a:rPr lang="en-US" dirty="0"/>
              <a:t>: These refer to how the data is divided within partitions—either based on a range of values, a specific list, or a hash function.</a:t>
            </a:r>
          </a:p>
          <a:p>
            <a:endParaRPr lang="en-US" b="1" dirty="0"/>
          </a:p>
          <a:p>
            <a:r>
              <a:rPr lang="en-US" b="1" dirty="0"/>
              <a:t>Goal</a:t>
            </a:r>
            <a:r>
              <a:rPr lang="en-US" dirty="0"/>
              <a:t>: To improve query performance by reducing the size of each partition (i.e., each partition is smaller than the original dataset).</a:t>
            </a:r>
          </a:p>
          <a:p>
            <a:endParaRPr lang="en-US" dirty="0"/>
          </a:p>
          <a:p>
            <a:r>
              <a:rPr lang="en-US" b="1" dirty="0"/>
              <a:t>How to Query Data In Partition</a:t>
            </a:r>
          </a:p>
          <a:p>
            <a:endParaRPr lang="en-US" b="1" dirty="0"/>
          </a:p>
          <a:p>
            <a:r>
              <a:rPr lang="en-US" b="1" dirty="0"/>
              <a:t>1. Query Analysis (Partition Pruning)</a:t>
            </a:r>
          </a:p>
          <a:p>
            <a:r>
              <a:rPr lang="en-US" dirty="0"/>
              <a:t>The DBMS will then analyze the query to determine if the partition key is used in the query's conditions (such as in the WHERE clause). If the partition key is included in the query (e.g., querying by a specific user ID or date), the DBMS can </a:t>
            </a:r>
            <a:r>
              <a:rPr lang="en-US" b="1" dirty="0"/>
              <a:t>prune</a:t>
            </a:r>
            <a:r>
              <a:rPr lang="en-US" dirty="0"/>
              <a:t> unnecessary partitions from the query, meaning it will only query the relevant partition(s).</a:t>
            </a:r>
          </a:p>
          <a:p>
            <a:endParaRPr lang="en-US" dirty="0"/>
          </a:p>
          <a:p>
            <a:r>
              <a:rPr lang="en-US" b="1" dirty="0"/>
              <a:t>2. Routing the Query</a:t>
            </a:r>
          </a:p>
          <a:p>
            <a:r>
              <a:rPr lang="en-US" dirty="0"/>
              <a:t>Once the relevant partitions are identified (through partition pruning or explicit criteria), the DBMS routes the query to the correct partition(s):</a:t>
            </a:r>
          </a:p>
          <a:p>
            <a:endParaRPr lang="en-US" dirty="0"/>
          </a:p>
          <a:p>
            <a:pPr>
              <a:buFont typeface="Arial" panose="020B0604020202020204" pitchFamily="34" charset="0"/>
              <a:buChar char="•"/>
            </a:pPr>
            <a:r>
              <a:rPr lang="en-US" b="1" dirty="0"/>
              <a:t> Single Partition Query</a:t>
            </a:r>
            <a:r>
              <a:rPr lang="en-US" dirty="0"/>
              <a:t>: If the query is fully contained within one partition (e.g., querying by a specific user ID in a user-based partitioning scheme), the query is sent to that partition.</a:t>
            </a:r>
          </a:p>
          <a:p>
            <a:pPr>
              <a:buFont typeface="Arial" panose="020B0604020202020204" pitchFamily="34" charset="0"/>
              <a:buChar char="•"/>
            </a:pPr>
            <a:r>
              <a:rPr lang="en-US" b="1" dirty="0"/>
              <a:t> Multiple Partition Query</a:t>
            </a:r>
            <a:r>
              <a:rPr lang="en-US" dirty="0"/>
              <a:t>: If the query needs data from multiple partitions (e.g., a range query or when the partitioning key is not used in the query), the DBMS may issue the query to multiple partitions and then combine the results. This is known as </a:t>
            </a:r>
            <a:r>
              <a:rPr lang="en-US" b="1" dirty="0"/>
              <a:t>scatter-gather</a:t>
            </a:r>
            <a:r>
              <a:rPr lang="en-US" dirty="0"/>
              <a:t>.</a:t>
            </a:r>
          </a:p>
          <a:p>
            <a:endParaRPr lang="en-US" dirty="0"/>
          </a:p>
          <a:p>
            <a:r>
              <a:rPr lang="en-US" b="1" dirty="0"/>
              <a:t>3. Data Retrieval</a:t>
            </a:r>
          </a:p>
          <a:p>
            <a:r>
              <a:rPr lang="en-US" dirty="0"/>
              <a:t>The query is then executed within the relevant partition(s), and the results are retrieved. If multiple partitions are involved, the results may need to be </a:t>
            </a:r>
            <a:r>
              <a:rPr lang="en-US" b="1" dirty="0"/>
              <a:t>merged</a:t>
            </a:r>
            <a:r>
              <a:rPr lang="en-US" dirty="0"/>
              <a:t> or </a:t>
            </a:r>
            <a:r>
              <a:rPr lang="en-US" b="1" dirty="0"/>
              <a:t>aggregated</a:t>
            </a:r>
            <a:r>
              <a:rPr lang="en-US" dirty="0"/>
              <a:t> after retrieval.</a:t>
            </a:r>
          </a:p>
          <a:p>
            <a:endParaRPr lang="en-US" dirty="0"/>
          </a:p>
          <a:p>
            <a:r>
              <a:rPr lang="en-US" b="1" dirty="0"/>
              <a:t>4. Result Compilation</a:t>
            </a:r>
          </a:p>
          <a:p>
            <a:r>
              <a:rPr lang="en-US" dirty="0"/>
              <a:t>Once the query completes in each partition, the database will compile and return the final result. If multiple partitions were involved, this might require additional processing (such as sorting, aggregating, or joining data from different partitions) before returning the result to the user.</a:t>
            </a:r>
          </a:p>
          <a:p>
            <a:endParaRPr lang="en-US" dirty="0"/>
          </a:p>
          <a:p>
            <a:r>
              <a:rPr lang="en-US" b="1" dirty="0"/>
              <a:t>Challenges in Partitioning</a:t>
            </a:r>
          </a:p>
          <a:p>
            <a:pPr>
              <a:buFont typeface="Arial" panose="020B0604020202020204" pitchFamily="34" charset="0"/>
              <a:buChar char="•"/>
            </a:pPr>
            <a:r>
              <a:rPr lang="en-US" b="1" dirty="0"/>
              <a:t> Query Complexity</a:t>
            </a:r>
            <a:r>
              <a:rPr lang="en-US" dirty="0"/>
              <a:t>: Queries that span multiple partitions (especially across a large number of partitions) can become more complex and slower, as data must be retrieved from multiple locations and then merged.</a:t>
            </a:r>
          </a:p>
          <a:p>
            <a:pPr>
              <a:buFont typeface="Arial" panose="020B0604020202020204" pitchFamily="34" charset="0"/>
              <a:buChar char="•"/>
            </a:pPr>
            <a:r>
              <a:rPr lang="en-US" b="1" dirty="0"/>
              <a:t> Joins Across Partitions</a:t>
            </a:r>
            <a:r>
              <a:rPr lang="en-US" dirty="0"/>
              <a:t>: Performing joins on partitioned tables can be complex and resource-intensive, especially when the data spans across partitions.</a:t>
            </a:r>
          </a:p>
          <a:p>
            <a:pPr>
              <a:buFont typeface="Arial" panose="020B0604020202020204" pitchFamily="34" charset="0"/>
              <a:buChar char="•"/>
            </a:pPr>
            <a:r>
              <a:rPr lang="en-US" b="1" dirty="0"/>
              <a:t> Maintaining Partitioning Strategy</a:t>
            </a:r>
            <a:r>
              <a:rPr lang="en-US" dirty="0"/>
              <a:t>: Over time, as data grows or usage patterns change, maintaining the partitioning strategy may require repartitioning or redistributing the data, which can be a complex and costly operation.</a:t>
            </a:r>
          </a:p>
          <a:p>
            <a:endParaRPr lang="en-US" dirty="0"/>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21</a:t>
            </a:fld>
            <a:endParaRPr lang="en-US"/>
          </a:p>
        </p:txBody>
      </p:sp>
    </p:spTree>
    <p:extLst>
      <p:ext uri="{BB962C8B-B14F-4D97-AF65-F5344CB8AC3E}">
        <p14:creationId xmlns:p14="http://schemas.microsoft.com/office/powerpoint/2010/main" val="4210453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Consistency (C)</a:t>
            </a:r>
            <a:r>
              <a:rPr lang="en-US" dirty="0"/>
              <a:t>:</a:t>
            </a:r>
          </a:p>
          <a:p>
            <a:pPr>
              <a:buFont typeface="Arial" panose="020B0604020202020204" pitchFamily="34" charset="0"/>
              <a:buChar char="•"/>
            </a:pPr>
            <a:r>
              <a:rPr lang="en-US" dirty="0"/>
              <a:t> In a consistent system, every read operation will return the most recent write or an error. This means that all nodes in the system will always have the same data at any given time. If one node writes data, every other node in the system will immediately see the updated value after the write.</a:t>
            </a:r>
          </a:p>
          <a:p>
            <a:pPr>
              <a:buFont typeface="Arial" panose="020B0604020202020204" pitchFamily="34" charset="0"/>
              <a:buChar char="•"/>
            </a:pPr>
            <a:r>
              <a:rPr lang="en-US" dirty="0"/>
              <a:t> The trade-off is that in order to maintain consistency, a system may need to wait for all nodes to acknowledge a write operation, which can slow things down or make the system unavailable for short periods.</a:t>
            </a:r>
          </a:p>
          <a:p>
            <a:pPr>
              <a:buFont typeface="Arial" panose="020B0604020202020204" pitchFamily="34" charset="0"/>
              <a:buChar char="•"/>
            </a:pPr>
            <a:endParaRPr lang="en-US" dirty="0"/>
          </a:p>
          <a:p>
            <a:r>
              <a:rPr lang="en-US" b="1" dirty="0"/>
              <a:t>Availability (A)</a:t>
            </a:r>
            <a:r>
              <a:rPr lang="en-US" dirty="0"/>
              <a:t>:</a:t>
            </a:r>
          </a:p>
          <a:p>
            <a:pPr>
              <a:buFont typeface="Arial" panose="020B0604020202020204" pitchFamily="34" charset="0"/>
              <a:buChar char="•"/>
            </a:pPr>
            <a:r>
              <a:rPr lang="en-US" dirty="0"/>
              <a:t> Availability ensures that every request (read or write) receives a response, even if it's not the most up-to-date or correct response. The system is designed to be operational at all times, and it will always answer queries, even if some nodes are not up-to-date with the latest data.</a:t>
            </a:r>
          </a:p>
          <a:p>
            <a:pPr>
              <a:buFont typeface="Arial" panose="020B0604020202020204" pitchFamily="34" charset="0"/>
              <a:buChar char="•"/>
            </a:pPr>
            <a:r>
              <a:rPr lang="en-US" dirty="0"/>
              <a:t> The trade-off here is that, if the system guarantees availability, it may sometimes return outdated or inconsistent data because it doesn't wait for all nodes to confirm the latest write.</a:t>
            </a:r>
          </a:p>
          <a:p>
            <a:pPr>
              <a:buFont typeface="Arial" panose="020B0604020202020204" pitchFamily="34" charset="0"/>
              <a:buChar char="•"/>
            </a:pPr>
            <a:endParaRPr lang="en-US" dirty="0"/>
          </a:p>
          <a:p>
            <a:r>
              <a:rPr lang="en-US" b="1" dirty="0"/>
              <a:t>Partition Tolerance (P)</a:t>
            </a:r>
            <a:r>
              <a:rPr lang="en-US" dirty="0"/>
              <a:t>:</a:t>
            </a:r>
          </a:p>
          <a:p>
            <a:pPr>
              <a:buFont typeface="Arial" panose="020B0604020202020204" pitchFamily="34" charset="0"/>
              <a:buChar char="•"/>
            </a:pPr>
            <a:r>
              <a:rPr lang="en-US" dirty="0"/>
              <a:t> Partition tolerance means the system will continue to function even if there's a network failure or partition (when some nodes can't communicate with others). This is especially critical in distributed systems because network failures and delays can happen at any time, and the system needs to be able to tolerate these partitions.</a:t>
            </a:r>
          </a:p>
          <a:p>
            <a:pPr>
              <a:buFont typeface="Arial" panose="020B0604020202020204" pitchFamily="34" charset="0"/>
              <a:buChar char="•"/>
            </a:pPr>
            <a:r>
              <a:rPr lang="en-US" dirty="0"/>
              <a:t> The trade-off is that during network partitions, the system might not be able to guarantee either consistency or availability because some nodes might not be able to communicate with each other to synchronize data.</a:t>
            </a:r>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22</a:t>
            </a:fld>
            <a:endParaRPr lang="en-US"/>
          </a:p>
        </p:txBody>
      </p:sp>
    </p:spTree>
    <p:extLst>
      <p:ext uri="{BB962C8B-B14F-4D97-AF65-F5344CB8AC3E}">
        <p14:creationId xmlns:p14="http://schemas.microsoft.com/office/powerpoint/2010/main" val="143074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92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149026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455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23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98192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72628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64261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4012499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5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402719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8649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262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204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97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5333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042430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847454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4081400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72678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44500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21872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230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8168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2378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09867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406362251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2E5C18-6CBA-896A-CD99-78160F4D2AF0}"/>
              </a:ext>
            </a:extLst>
          </p:cNvPr>
          <p:cNvSpPr>
            <a:spLocks noGrp="1"/>
          </p:cNvSpPr>
          <p:nvPr>
            <p:ph sz="half" idx="1"/>
          </p:nvPr>
        </p:nvSpPr>
        <p:spPr>
          <a:xfrm>
            <a:off x="5719316" y="1172458"/>
            <a:ext cx="6098862" cy="5181450"/>
          </a:xfrm>
        </p:spPr>
        <p:txBody>
          <a:bodyPr>
            <a:noAutofit/>
          </a:bodyPr>
          <a:lstStyle/>
          <a:p>
            <a:r>
              <a:rPr lang="en-US" sz="1600" dirty="0"/>
              <a:t>Centralized, Decentralized and Distributed Systems</a:t>
            </a:r>
            <a:endParaRPr lang="en-IN" sz="1600" dirty="0"/>
          </a:p>
          <a:p>
            <a:r>
              <a:rPr lang="en-IN" sz="1600" dirty="0"/>
              <a:t>Distributed System Key Characteristics</a:t>
            </a:r>
          </a:p>
          <a:p>
            <a:r>
              <a:rPr lang="en-IN" sz="1600" dirty="0"/>
              <a:t>Network Latency and Availability</a:t>
            </a:r>
          </a:p>
          <a:p>
            <a:r>
              <a:rPr lang="en-IN" sz="1600" dirty="0"/>
              <a:t>Load Balancing</a:t>
            </a:r>
          </a:p>
          <a:p>
            <a:r>
              <a:rPr lang="en-IN" sz="1600" dirty="0"/>
              <a:t>Proxies: Forward and reverse</a:t>
            </a:r>
          </a:p>
          <a:p>
            <a:r>
              <a:rPr lang="en-IN" sz="1600" dirty="0"/>
              <a:t>Web Sockets and Long Polling</a:t>
            </a:r>
          </a:p>
          <a:p>
            <a:r>
              <a:rPr lang="en-IN" sz="1600" dirty="0"/>
              <a:t>Throughput</a:t>
            </a:r>
          </a:p>
          <a:p>
            <a:r>
              <a:rPr lang="en-IN" sz="1600" dirty="0"/>
              <a:t>Rate Limiting</a:t>
            </a:r>
          </a:p>
          <a:p>
            <a:r>
              <a:rPr lang="en-IN" sz="1600" dirty="0"/>
              <a:t>SQL Database and NoSQL Database</a:t>
            </a:r>
          </a:p>
          <a:p>
            <a:r>
              <a:rPr lang="en-IN" sz="1600" dirty="0"/>
              <a:t>Master-Slave Database and Database Replication</a:t>
            </a:r>
          </a:p>
          <a:p>
            <a:r>
              <a:rPr lang="en-IN" sz="1600" dirty="0"/>
              <a:t>Storage and Redundancy</a:t>
            </a:r>
          </a:p>
          <a:p>
            <a:r>
              <a:rPr lang="en-IN" sz="1600" dirty="0"/>
              <a:t>Partitioning and Sharding</a:t>
            </a:r>
          </a:p>
          <a:p>
            <a:r>
              <a:rPr lang="en-IN" sz="1600" dirty="0"/>
              <a:t>CAP Theorem</a:t>
            </a:r>
          </a:p>
          <a:p>
            <a:r>
              <a:rPr lang="en-IN" sz="1600" dirty="0"/>
              <a:t>Caching and Types of caching</a:t>
            </a:r>
          </a:p>
        </p:txBody>
      </p:sp>
      <p:sp>
        <p:nvSpPr>
          <p:cNvPr id="4" name="Content Placeholder 3">
            <a:extLst>
              <a:ext uri="{FF2B5EF4-FFF2-40B4-BE49-F238E27FC236}">
                <a16:creationId xmlns:a16="http://schemas.microsoft.com/office/drawing/2014/main" id="{5D5BAAD7-C5EB-DB6B-6CD5-91EAF15D743C}"/>
              </a:ext>
            </a:extLst>
          </p:cNvPr>
          <p:cNvSpPr>
            <a:spLocks noGrp="1"/>
          </p:cNvSpPr>
          <p:nvPr>
            <p:ph sz="half" idx="10"/>
          </p:nvPr>
        </p:nvSpPr>
        <p:spPr/>
        <p:txBody>
          <a:bodyPr>
            <a:normAutofit lnSpcReduction="10000"/>
          </a:bodyPr>
          <a:lstStyle/>
          <a:p>
            <a:pPr>
              <a:lnSpc>
                <a:spcPct val="100000"/>
              </a:lnSpc>
            </a:pPr>
            <a:r>
              <a:rPr lang="en-US" dirty="0"/>
              <a:t>System Design Concepts</a:t>
            </a:r>
          </a:p>
        </p:txBody>
      </p:sp>
      <p:sp>
        <p:nvSpPr>
          <p:cNvPr id="2" name="Title 1">
            <a:extLst>
              <a:ext uri="{FF2B5EF4-FFF2-40B4-BE49-F238E27FC236}">
                <a16:creationId xmlns:a16="http://schemas.microsoft.com/office/drawing/2014/main" id="{C25C3EB7-8F6C-CFDB-289A-6BB54C526AE7}"/>
              </a:ext>
            </a:extLst>
          </p:cNvPr>
          <p:cNvSpPr>
            <a:spLocks noGrp="1"/>
          </p:cNvSpPr>
          <p:nvPr>
            <p:ph type="title"/>
          </p:nvPr>
        </p:nvSpPr>
        <p:spPr/>
        <p:txBody>
          <a:bodyPr/>
          <a:lstStyle/>
          <a:p>
            <a:r>
              <a:rPr lang="en-IN"/>
              <a:t>Agenda</a:t>
            </a:r>
          </a:p>
        </p:txBody>
      </p:sp>
    </p:spTree>
    <p:extLst>
      <p:ext uri="{BB962C8B-B14F-4D97-AF65-F5344CB8AC3E}">
        <p14:creationId xmlns:p14="http://schemas.microsoft.com/office/powerpoint/2010/main" val="338471678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D9E92-9134-27F2-0CC0-36776DAC9BF6}"/>
              </a:ext>
            </a:extLst>
          </p:cNvPr>
          <p:cNvSpPr>
            <a:spLocks noGrp="1"/>
          </p:cNvSpPr>
          <p:nvPr>
            <p:ph sz="half" idx="10"/>
          </p:nvPr>
        </p:nvSpPr>
        <p:spPr/>
        <p:txBody>
          <a:bodyPr/>
          <a:lstStyle/>
          <a:p>
            <a:r>
              <a:rPr lang="en-IN"/>
              <a:t>System Design Concepts</a:t>
            </a:r>
            <a:endParaRPr lang="en-US"/>
          </a:p>
        </p:txBody>
      </p:sp>
      <p:sp>
        <p:nvSpPr>
          <p:cNvPr id="5" name="Content Placeholder 4">
            <a:extLst>
              <a:ext uri="{FF2B5EF4-FFF2-40B4-BE49-F238E27FC236}">
                <a16:creationId xmlns:a16="http://schemas.microsoft.com/office/drawing/2014/main" id="{90E70321-9C09-1AC1-81BC-692AEC0B945F}"/>
              </a:ext>
            </a:extLst>
          </p:cNvPr>
          <p:cNvSpPr>
            <a:spLocks noGrp="1"/>
          </p:cNvSpPr>
          <p:nvPr>
            <p:ph sz="half" idx="11"/>
          </p:nvPr>
        </p:nvSpPr>
        <p:spPr/>
        <p:txBody>
          <a:bodyPr>
            <a:normAutofit/>
          </a:bodyPr>
          <a:lstStyle/>
          <a:p>
            <a:r>
              <a:rPr lang="en-IN" sz="2400" dirty="0">
                <a:solidFill>
                  <a:schemeClr val="tx2">
                    <a:lumMod val="10000"/>
                    <a:lumOff val="90000"/>
                  </a:schemeClr>
                </a:solidFill>
              </a:rPr>
              <a:t>SQL Database and NoSQL Database</a:t>
            </a:r>
          </a:p>
          <a:p>
            <a:r>
              <a:rPr lang="en-IN" sz="2400" dirty="0">
                <a:solidFill>
                  <a:schemeClr val="tx2">
                    <a:lumMod val="10000"/>
                    <a:lumOff val="90000"/>
                  </a:schemeClr>
                </a:solidFill>
              </a:rPr>
              <a:t>Master-Slave Database</a:t>
            </a:r>
          </a:p>
          <a:p>
            <a:r>
              <a:rPr lang="en-IN" sz="2400" dirty="0">
                <a:solidFill>
                  <a:schemeClr val="tx2">
                    <a:lumMod val="10000"/>
                    <a:lumOff val="90000"/>
                  </a:schemeClr>
                </a:solidFill>
              </a:rPr>
              <a:t>Database Replication</a:t>
            </a:r>
          </a:p>
          <a:p>
            <a:r>
              <a:rPr lang="en-IN" sz="2400" dirty="0">
                <a:solidFill>
                  <a:schemeClr val="tx2">
                    <a:lumMod val="10000"/>
                    <a:lumOff val="90000"/>
                  </a:schemeClr>
                </a:solidFill>
              </a:rPr>
              <a:t>CAP Theorem</a:t>
            </a:r>
          </a:p>
          <a:p>
            <a:r>
              <a:rPr lang="en-IN" sz="2400" dirty="0">
                <a:solidFill>
                  <a:schemeClr val="tx2">
                    <a:lumMod val="10000"/>
                    <a:lumOff val="90000"/>
                  </a:schemeClr>
                </a:solidFill>
              </a:rPr>
              <a:t>Storage </a:t>
            </a:r>
          </a:p>
          <a:p>
            <a:r>
              <a:rPr lang="en-IN" sz="2400" dirty="0">
                <a:solidFill>
                  <a:schemeClr val="tx2">
                    <a:lumMod val="10000"/>
                    <a:lumOff val="90000"/>
                  </a:schemeClr>
                </a:solidFill>
              </a:rPr>
              <a:t>Redundancy</a:t>
            </a:r>
          </a:p>
          <a:p>
            <a:r>
              <a:rPr lang="en-IN" sz="2400" dirty="0">
                <a:solidFill>
                  <a:schemeClr val="tx2">
                    <a:lumMod val="10000"/>
                    <a:lumOff val="90000"/>
                  </a:schemeClr>
                </a:solidFill>
              </a:rPr>
              <a:t>Partitioning, Sharding</a:t>
            </a:r>
          </a:p>
          <a:p>
            <a:r>
              <a:rPr lang="en-IN" sz="2400" dirty="0">
                <a:solidFill>
                  <a:schemeClr val="tx2">
                    <a:lumMod val="10000"/>
                    <a:lumOff val="90000"/>
                  </a:schemeClr>
                </a:solidFill>
              </a:rPr>
              <a:t>Caching and Types of caching</a:t>
            </a:r>
          </a:p>
          <a:p>
            <a:r>
              <a:rPr lang="en-IN" sz="2400" dirty="0">
                <a:solidFill>
                  <a:schemeClr val="tx2">
                    <a:lumMod val="10000"/>
                    <a:lumOff val="90000"/>
                  </a:schemeClr>
                </a:solidFill>
              </a:rPr>
              <a:t>Key Value vs Cache</a:t>
            </a:r>
          </a:p>
        </p:txBody>
      </p:sp>
      <p:sp>
        <p:nvSpPr>
          <p:cNvPr id="2" name="Content Placeholder 1">
            <a:extLst>
              <a:ext uri="{FF2B5EF4-FFF2-40B4-BE49-F238E27FC236}">
                <a16:creationId xmlns:a16="http://schemas.microsoft.com/office/drawing/2014/main" id="{1372452E-5B4E-0A8D-7115-394CC80BF9B6}"/>
              </a:ext>
            </a:extLst>
          </p:cNvPr>
          <p:cNvSpPr>
            <a:spLocks noGrp="1"/>
          </p:cNvSpPr>
          <p:nvPr>
            <p:ph sz="half" idx="1"/>
          </p:nvPr>
        </p:nvSpPr>
        <p:spPr/>
        <p:txBody>
          <a:bodyPr>
            <a:normAutofit/>
          </a:bodyPr>
          <a:lstStyle/>
          <a:p>
            <a:r>
              <a:rPr lang="en-US" sz="2400" dirty="0"/>
              <a:t>Centralized, Decentralized and Distributed Systems</a:t>
            </a:r>
            <a:endParaRPr lang="en-IN" sz="2400" dirty="0"/>
          </a:p>
          <a:p>
            <a:r>
              <a:rPr lang="en-IN" sz="2400" dirty="0"/>
              <a:t>Distributed System Key Characteristics:</a:t>
            </a:r>
          </a:p>
          <a:p>
            <a:r>
              <a:rPr lang="en-IN" sz="2400" dirty="0"/>
              <a:t>Network Latency and Availability</a:t>
            </a:r>
          </a:p>
          <a:p>
            <a:r>
              <a:rPr lang="en-IN" sz="2400" dirty="0"/>
              <a:t>Load Balancing</a:t>
            </a:r>
          </a:p>
          <a:p>
            <a:r>
              <a:rPr lang="en-IN" sz="2400" dirty="0"/>
              <a:t>Proxies: Forward and reverse</a:t>
            </a:r>
          </a:p>
          <a:p>
            <a:r>
              <a:rPr lang="en-IN" sz="2400" dirty="0"/>
              <a:t>Web Sockets and Long Polling</a:t>
            </a:r>
          </a:p>
          <a:p>
            <a:r>
              <a:rPr lang="en-IN" sz="2400" dirty="0">
                <a:solidFill>
                  <a:schemeClr val="tx2">
                    <a:lumMod val="10000"/>
                    <a:lumOff val="90000"/>
                  </a:schemeClr>
                </a:solidFill>
              </a:rPr>
              <a:t>Throughput</a:t>
            </a:r>
          </a:p>
          <a:p>
            <a:r>
              <a:rPr lang="en-IN" sz="2400" dirty="0">
                <a:solidFill>
                  <a:schemeClr val="tx2">
                    <a:lumMod val="10000"/>
                    <a:lumOff val="90000"/>
                  </a:schemeClr>
                </a:solidFill>
              </a:rPr>
              <a:t>Rate Limiting</a:t>
            </a:r>
          </a:p>
        </p:txBody>
      </p:sp>
    </p:spTree>
    <p:extLst>
      <p:ext uri="{BB962C8B-B14F-4D97-AF65-F5344CB8AC3E}">
        <p14:creationId xmlns:p14="http://schemas.microsoft.com/office/powerpoint/2010/main" val="956077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581C4-E190-4029-C66A-793FCE15A102}"/>
              </a:ext>
            </a:extLst>
          </p:cNvPr>
          <p:cNvSpPr>
            <a:spLocks noGrp="1"/>
          </p:cNvSpPr>
          <p:nvPr>
            <p:ph type="title"/>
          </p:nvPr>
        </p:nvSpPr>
        <p:spPr/>
        <p:txBody>
          <a:bodyPr/>
          <a:lstStyle/>
          <a:p>
            <a:r>
              <a:rPr lang="en-US" dirty="0"/>
              <a:t>System Design Concepts</a:t>
            </a:r>
          </a:p>
        </p:txBody>
      </p:sp>
    </p:spTree>
    <p:extLst>
      <p:ext uri="{BB962C8B-B14F-4D97-AF65-F5344CB8AC3E}">
        <p14:creationId xmlns:p14="http://schemas.microsoft.com/office/powerpoint/2010/main" val="56776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62CB93-B885-21DE-DDE1-6579060A8005}"/>
              </a:ext>
            </a:extLst>
          </p:cNvPr>
          <p:cNvSpPr>
            <a:spLocks noGrp="1"/>
          </p:cNvSpPr>
          <p:nvPr>
            <p:ph sz="half" idx="1"/>
          </p:nvPr>
        </p:nvSpPr>
        <p:spPr/>
        <p:txBody>
          <a:bodyPr>
            <a:normAutofit/>
          </a:bodyPr>
          <a:lstStyle/>
          <a:p>
            <a:pPr algn="just"/>
            <a:r>
              <a:rPr lang="en-US" sz="2400" b="1" dirty="0"/>
              <a:t>Centralized Systems:</a:t>
            </a:r>
            <a:r>
              <a:rPr lang="en-US" sz="2400" dirty="0"/>
              <a:t> One main server controls all operations, with clients depending on it. It's simple but has a single point of failure. </a:t>
            </a:r>
            <a:r>
              <a:rPr lang="en-US" sz="2400" i="1" dirty="0"/>
              <a:t>For Example, a website hosted on a single server where the server processes all requests. If that server crashes, the website goes offline.</a:t>
            </a:r>
          </a:p>
          <a:p>
            <a:pPr algn="just"/>
            <a:r>
              <a:rPr lang="en-US" sz="2400" b="1" dirty="0"/>
              <a:t>Decentralized Systems:</a:t>
            </a:r>
            <a:r>
              <a:rPr lang="en-US" sz="2400" dirty="0"/>
              <a:t> Multiple nodes operate independently without a single central node, enhancing system resilience. Example are Bitcoin and BitTorrent operates independently on a single machine without a central authority.</a:t>
            </a:r>
          </a:p>
          <a:p>
            <a:pPr algn="just"/>
            <a:r>
              <a:rPr lang="en-US" sz="2400" b="1" dirty="0"/>
              <a:t>Distributed Systems:</a:t>
            </a:r>
            <a:r>
              <a:rPr lang="en-US" sz="2400" dirty="0"/>
              <a:t> A network of nodes work together to perform tasks, share resources efficiently, and improve reliability. Examples are Cloud Computing Platforms (like Azure, AWS and Google Cloud Platform).</a:t>
            </a:r>
          </a:p>
          <a:p>
            <a:pPr algn="just"/>
            <a:r>
              <a:rPr lang="en-US" sz="2400" dirty="0"/>
              <a:t>The decentralized systems focus on distributing control and authority, whereas distributed systems focus on distributing computational resources and tasks.</a:t>
            </a:r>
          </a:p>
        </p:txBody>
      </p:sp>
      <p:sp>
        <p:nvSpPr>
          <p:cNvPr id="3" name="Content Placeholder 2">
            <a:extLst>
              <a:ext uri="{FF2B5EF4-FFF2-40B4-BE49-F238E27FC236}">
                <a16:creationId xmlns:a16="http://schemas.microsoft.com/office/drawing/2014/main" id="{A909F482-84F1-9382-0294-651A968D6510}"/>
              </a:ext>
            </a:extLst>
          </p:cNvPr>
          <p:cNvSpPr>
            <a:spLocks noGrp="1"/>
          </p:cNvSpPr>
          <p:nvPr>
            <p:ph sz="half" idx="10"/>
          </p:nvPr>
        </p:nvSpPr>
        <p:spPr/>
        <p:txBody>
          <a:bodyPr/>
          <a:lstStyle/>
          <a:p>
            <a:r>
              <a:rPr lang="en-US"/>
              <a:t>Centralized, Decentralized and Distributed Systems</a:t>
            </a:r>
          </a:p>
          <a:p>
            <a:endParaRPr lang="en-US"/>
          </a:p>
        </p:txBody>
      </p:sp>
    </p:spTree>
    <p:extLst>
      <p:ext uri="{BB962C8B-B14F-4D97-AF65-F5344CB8AC3E}">
        <p14:creationId xmlns:p14="http://schemas.microsoft.com/office/powerpoint/2010/main" val="1709117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439307-3EBF-A917-5684-1326B688D1ED}"/>
              </a:ext>
            </a:extLst>
          </p:cNvPr>
          <p:cNvSpPr>
            <a:spLocks noGrp="1"/>
          </p:cNvSpPr>
          <p:nvPr>
            <p:ph sz="half" idx="1"/>
          </p:nvPr>
        </p:nvSpPr>
        <p:spPr/>
        <p:txBody>
          <a:bodyPr>
            <a:normAutofit/>
          </a:bodyPr>
          <a:lstStyle/>
          <a:p>
            <a:r>
              <a:rPr lang="en-US" sz="2400" b="1" dirty="0"/>
              <a:t>Scalability:</a:t>
            </a:r>
            <a:r>
              <a:rPr lang="en-US" sz="2400" dirty="0"/>
              <a:t> The system can grow and manage increased demand.</a:t>
            </a:r>
          </a:p>
          <a:p>
            <a:r>
              <a:rPr lang="en-US" sz="2400" b="1" dirty="0"/>
              <a:t>Reliability:</a:t>
            </a:r>
            <a:r>
              <a:rPr lang="en-US" sz="2400" dirty="0"/>
              <a:t> The system operates correctly and consistently over time.</a:t>
            </a:r>
          </a:p>
          <a:p>
            <a:r>
              <a:rPr lang="en-US" sz="2400" b="1" dirty="0"/>
              <a:t>Availability</a:t>
            </a:r>
            <a:r>
              <a:rPr lang="en-US" sz="2400" dirty="0"/>
              <a:t>: The system is up and functional when needed.</a:t>
            </a:r>
          </a:p>
          <a:p>
            <a:r>
              <a:rPr lang="en-US" sz="2400" b="1" dirty="0"/>
              <a:t>Low Latency</a:t>
            </a:r>
            <a:r>
              <a:rPr lang="en-US" sz="2400" dirty="0"/>
              <a:t>: The system responds quickly to inputs.</a:t>
            </a:r>
          </a:p>
          <a:p>
            <a:r>
              <a:rPr lang="en-US" sz="2400" b="1" dirty="0"/>
              <a:t>Cost Effective</a:t>
            </a:r>
            <a:r>
              <a:rPr lang="en-US" sz="2400" dirty="0"/>
              <a:t>: The system offers good value for its performance and cost.</a:t>
            </a:r>
          </a:p>
          <a:p>
            <a:r>
              <a:rPr lang="en-US" sz="2400" b="1" dirty="0"/>
              <a:t>Efficiency</a:t>
            </a:r>
            <a:r>
              <a:rPr lang="en-US" sz="2400" dirty="0"/>
              <a:t>: The system uses resources without waste.</a:t>
            </a:r>
          </a:p>
        </p:txBody>
      </p:sp>
      <p:sp>
        <p:nvSpPr>
          <p:cNvPr id="3" name="Content Placeholder 2">
            <a:extLst>
              <a:ext uri="{FF2B5EF4-FFF2-40B4-BE49-F238E27FC236}">
                <a16:creationId xmlns:a16="http://schemas.microsoft.com/office/drawing/2014/main" id="{24CB6073-4021-4746-BA69-DF6AFBE6492B}"/>
              </a:ext>
            </a:extLst>
          </p:cNvPr>
          <p:cNvSpPr>
            <a:spLocks noGrp="1"/>
          </p:cNvSpPr>
          <p:nvPr>
            <p:ph sz="half" idx="10"/>
          </p:nvPr>
        </p:nvSpPr>
        <p:spPr/>
        <p:txBody>
          <a:bodyPr>
            <a:normAutofit fontScale="92500" lnSpcReduction="10000"/>
          </a:bodyPr>
          <a:lstStyle/>
          <a:p>
            <a:r>
              <a:rPr lang="en-IN" sz="3600"/>
              <a:t>Distributed System Key Characteristics</a:t>
            </a:r>
            <a:endParaRPr lang="en-US"/>
          </a:p>
        </p:txBody>
      </p:sp>
    </p:spTree>
    <p:extLst>
      <p:ext uri="{BB962C8B-B14F-4D97-AF65-F5344CB8AC3E}">
        <p14:creationId xmlns:p14="http://schemas.microsoft.com/office/powerpoint/2010/main" val="2178561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22A1D4-6F3B-694E-8D04-8045B04BEC9F}"/>
              </a:ext>
            </a:extLst>
          </p:cNvPr>
          <p:cNvSpPr>
            <a:spLocks noGrp="1"/>
          </p:cNvSpPr>
          <p:nvPr>
            <p:ph sz="half" idx="10"/>
          </p:nvPr>
        </p:nvSpPr>
        <p:spPr/>
        <p:txBody>
          <a:bodyPr/>
          <a:lstStyle/>
          <a:p>
            <a:r>
              <a:rPr lang="en-IN" dirty="0"/>
              <a:t>Network Latency and Availability</a:t>
            </a:r>
            <a:endParaRPr lang="en-US" dirty="0"/>
          </a:p>
        </p:txBody>
      </p:sp>
      <p:pic>
        <p:nvPicPr>
          <p:cNvPr id="3" name="Content Placeholder 8">
            <a:extLst>
              <a:ext uri="{FF2B5EF4-FFF2-40B4-BE49-F238E27FC236}">
                <a16:creationId xmlns:a16="http://schemas.microsoft.com/office/drawing/2014/main" id="{D80C9024-1152-3618-DC01-A3387BFC1708}"/>
              </a:ext>
            </a:extLst>
          </p:cNvPr>
          <p:cNvPicPr>
            <a:picLocks noChangeAspect="1"/>
          </p:cNvPicPr>
          <p:nvPr/>
        </p:nvPicPr>
        <p:blipFill>
          <a:blip r:embed="rId2"/>
          <a:stretch>
            <a:fillRect/>
          </a:stretch>
        </p:blipFill>
        <p:spPr>
          <a:xfrm>
            <a:off x="481381" y="2466625"/>
            <a:ext cx="4935689" cy="2270578"/>
          </a:xfrm>
          <a:prstGeom prst="rect">
            <a:avLst/>
          </a:prstGeom>
        </p:spPr>
      </p:pic>
      <p:pic>
        <p:nvPicPr>
          <p:cNvPr id="4" name="Picture 2" descr="The nine’s of availability in system design">
            <a:extLst>
              <a:ext uri="{FF2B5EF4-FFF2-40B4-BE49-F238E27FC236}">
                <a16:creationId xmlns:a16="http://schemas.microsoft.com/office/drawing/2014/main" id="{F26182D0-34D3-4050-5F53-23CE59109A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68" t="10443" r="2420" b="7470"/>
          <a:stretch/>
        </p:blipFill>
        <p:spPr bwMode="auto">
          <a:xfrm>
            <a:off x="5621463" y="2150137"/>
            <a:ext cx="5993888" cy="2903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0760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en-US" dirty="0"/>
              <a:t>Two virtual machines.</a:t>
            </a:r>
          </a:p>
          <a:p>
            <a:r>
              <a:rPr lang="en-US" dirty="0"/>
              <a:t>One instance of Azure SQL Database.</a:t>
            </a:r>
          </a:p>
          <a:p>
            <a:r>
              <a:rPr lang="en-US" dirty="0"/>
              <a:t>One instance of Azure Load Balancer.</a:t>
            </a:r>
          </a:p>
          <a:p>
            <a:r>
              <a:rPr lang="en-US" dirty="0"/>
              <a:t>Composite SLA                                                              </a:t>
            </a:r>
          </a:p>
          <a:p>
            <a:pPr marL="0" indent="0">
              <a:buNone/>
            </a:pPr>
            <a:r>
              <a:rPr lang="en-US" dirty="0"/>
              <a:t>= 99.9% × 99.9% × 99.99% × 99.99% </a:t>
            </a:r>
          </a:p>
          <a:p>
            <a:pPr marL="0" indent="0">
              <a:buNone/>
            </a:pPr>
            <a:r>
              <a:rPr lang="en-US" dirty="0"/>
              <a:t>= 0.999 × 0.999 × 0.9999 × 0.9999                                                </a:t>
            </a:r>
          </a:p>
          <a:p>
            <a:pPr marL="0" indent="0">
              <a:buNone/>
            </a:pPr>
            <a:r>
              <a:rPr lang="en-US" dirty="0"/>
              <a:t>= 0.9978               </a:t>
            </a:r>
          </a:p>
          <a:p>
            <a:pPr marL="0" indent="0">
              <a:buNone/>
            </a:pPr>
            <a:r>
              <a:rPr lang="en-US" dirty="0"/>
              <a:t>= 99.78%</a:t>
            </a:r>
          </a:p>
        </p:txBody>
      </p:sp>
      <p:sp>
        <p:nvSpPr>
          <p:cNvPr id="3" name="Content Placeholder 2"/>
          <p:cNvSpPr>
            <a:spLocks noGrp="1"/>
          </p:cNvSpPr>
          <p:nvPr>
            <p:ph sz="half" idx="10"/>
          </p:nvPr>
        </p:nvSpPr>
        <p:spPr/>
        <p:txBody>
          <a:bodyPr/>
          <a:lstStyle/>
          <a:p>
            <a:r>
              <a:rPr lang="en-US" dirty="0"/>
              <a:t>Composite SLA</a:t>
            </a:r>
          </a:p>
        </p:txBody>
      </p:sp>
    </p:spTree>
    <p:extLst>
      <p:ext uri="{BB962C8B-B14F-4D97-AF65-F5344CB8AC3E}">
        <p14:creationId xmlns:p14="http://schemas.microsoft.com/office/powerpoint/2010/main" val="380212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75A89E-0C41-0F02-4FB2-4749C74D64D8}"/>
              </a:ext>
            </a:extLst>
          </p:cNvPr>
          <p:cNvSpPr>
            <a:spLocks noGrp="1"/>
          </p:cNvSpPr>
          <p:nvPr>
            <p:ph sz="half" idx="1"/>
          </p:nvPr>
        </p:nvSpPr>
        <p:spPr>
          <a:xfrm>
            <a:off x="493295" y="1272484"/>
            <a:ext cx="7230119" cy="4877624"/>
          </a:xfrm>
        </p:spPr>
        <p:txBody>
          <a:bodyPr>
            <a:normAutofit lnSpcReduction="10000"/>
          </a:bodyPr>
          <a:lstStyle/>
          <a:p>
            <a:pPr algn="just"/>
            <a:r>
              <a:rPr lang="en-US" sz="2400" dirty="0"/>
              <a:t>A technique used to distribute workloads across multiple computing resources, such as computers, network links, or disks.</a:t>
            </a:r>
          </a:p>
          <a:p>
            <a:pPr algn="just"/>
            <a:r>
              <a:rPr lang="en-US" sz="2400" b="1" u="sng" dirty="0">
                <a:solidFill>
                  <a:srgbClr val="0D3B4F"/>
                </a:solidFill>
              </a:rPr>
              <a:t>Load Balancing Algorithms</a:t>
            </a:r>
          </a:p>
          <a:p>
            <a:pPr lvl="1" algn="just"/>
            <a:r>
              <a:rPr lang="en-US" sz="2200" b="1" dirty="0">
                <a:solidFill>
                  <a:srgbClr val="0D3B4F"/>
                </a:solidFill>
              </a:rPr>
              <a:t>Round Robin:</a:t>
            </a:r>
            <a:r>
              <a:rPr lang="en-US" sz="2200" dirty="0">
                <a:solidFill>
                  <a:srgbClr val="0D3B4F"/>
                </a:solidFill>
              </a:rPr>
              <a:t> Distributes requests sequentially among the servers in the pool.</a:t>
            </a:r>
          </a:p>
          <a:p>
            <a:pPr lvl="1" algn="just"/>
            <a:r>
              <a:rPr lang="en-US" sz="2200" b="1" dirty="0">
                <a:solidFill>
                  <a:srgbClr val="0D3B4F"/>
                </a:solidFill>
              </a:rPr>
              <a:t>Least Connections</a:t>
            </a:r>
            <a:r>
              <a:rPr lang="en-US" sz="2200" dirty="0">
                <a:solidFill>
                  <a:srgbClr val="0D3B4F"/>
                </a:solidFill>
              </a:rPr>
              <a:t>: Sends requests to the server with the fewest active connections.</a:t>
            </a:r>
          </a:p>
          <a:p>
            <a:pPr lvl="1" algn="just"/>
            <a:r>
              <a:rPr lang="en-US" sz="2200" b="1" dirty="0">
                <a:solidFill>
                  <a:srgbClr val="0D3B4F"/>
                </a:solidFill>
              </a:rPr>
              <a:t>Least Response Time</a:t>
            </a:r>
            <a:r>
              <a:rPr lang="en-US" sz="2200" dirty="0">
                <a:solidFill>
                  <a:srgbClr val="0D3B4F"/>
                </a:solidFill>
              </a:rPr>
              <a:t>: Directs traffic to the server with the fastest response time for new connections.</a:t>
            </a:r>
          </a:p>
          <a:p>
            <a:pPr lvl="1" algn="just"/>
            <a:r>
              <a:rPr lang="en-US" sz="2200" b="1" dirty="0">
                <a:solidFill>
                  <a:srgbClr val="0D3B4F"/>
                </a:solidFill>
              </a:rPr>
              <a:t>Least Bandwidth</a:t>
            </a:r>
            <a:r>
              <a:rPr lang="en-US" sz="2200" dirty="0">
                <a:solidFill>
                  <a:srgbClr val="0D3B4F"/>
                </a:solidFill>
              </a:rPr>
              <a:t>: Chooses the server that is currently serving the least amount of traffic.</a:t>
            </a:r>
          </a:p>
          <a:p>
            <a:pPr lvl="1" algn="just"/>
            <a:r>
              <a:rPr lang="en-US" sz="2200" b="1" dirty="0">
                <a:solidFill>
                  <a:srgbClr val="0D3B4F"/>
                </a:solidFill>
              </a:rPr>
              <a:t>Weighted</a:t>
            </a:r>
            <a:r>
              <a:rPr lang="en-US" sz="2200" dirty="0">
                <a:solidFill>
                  <a:srgbClr val="0D3B4F"/>
                </a:solidFill>
              </a:rPr>
              <a:t>: Assigns more requests to servers with higher capacities based on predetermined weights.</a:t>
            </a:r>
          </a:p>
        </p:txBody>
      </p:sp>
      <p:sp>
        <p:nvSpPr>
          <p:cNvPr id="3" name="Content Placeholder 2">
            <a:extLst>
              <a:ext uri="{FF2B5EF4-FFF2-40B4-BE49-F238E27FC236}">
                <a16:creationId xmlns:a16="http://schemas.microsoft.com/office/drawing/2014/main" id="{7ED2DF63-3B8A-680A-6E3A-6466D01AE26F}"/>
              </a:ext>
            </a:extLst>
          </p:cNvPr>
          <p:cNvSpPr>
            <a:spLocks noGrp="1"/>
          </p:cNvSpPr>
          <p:nvPr>
            <p:ph sz="half" idx="10"/>
          </p:nvPr>
        </p:nvSpPr>
        <p:spPr/>
        <p:txBody>
          <a:bodyPr/>
          <a:lstStyle/>
          <a:p>
            <a:r>
              <a:rPr lang="en-IN"/>
              <a:t>Load Balancing</a:t>
            </a:r>
            <a:endParaRPr lang="en-US"/>
          </a:p>
        </p:txBody>
      </p:sp>
      <p:pic>
        <p:nvPicPr>
          <p:cNvPr id="7" name="Picture 6">
            <a:extLst>
              <a:ext uri="{FF2B5EF4-FFF2-40B4-BE49-F238E27FC236}">
                <a16:creationId xmlns:a16="http://schemas.microsoft.com/office/drawing/2014/main" id="{414832BF-AB42-722C-5717-3EDF72683EB1}"/>
              </a:ext>
            </a:extLst>
          </p:cNvPr>
          <p:cNvPicPr>
            <a:picLocks noChangeAspect="1"/>
          </p:cNvPicPr>
          <p:nvPr/>
        </p:nvPicPr>
        <p:blipFill>
          <a:blip r:embed="rId2"/>
          <a:stretch>
            <a:fillRect/>
          </a:stretch>
        </p:blipFill>
        <p:spPr>
          <a:xfrm>
            <a:off x="7968984" y="1272484"/>
            <a:ext cx="3898901" cy="2125134"/>
          </a:xfrm>
          <a:prstGeom prst="rect">
            <a:avLst/>
          </a:prstGeom>
        </p:spPr>
      </p:pic>
    </p:spTree>
    <p:extLst>
      <p:ext uri="{BB962C8B-B14F-4D97-AF65-F5344CB8AC3E}">
        <p14:creationId xmlns:p14="http://schemas.microsoft.com/office/powerpoint/2010/main" val="349890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408C52-4579-FFFC-470E-8F81766493A5}"/>
              </a:ext>
            </a:extLst>
          </p:cNvPr>
          <p:cNvSpPr>
            <a:spLocks noGrp="1"/>
          </p:cNvSpPr>
          <p:nvPr>
            <p:ph sz="half" idx="1"/>
          </p:nvPr>
        </p:nvSpPr>
        <p:spPr/>
        <p:txBody>
          <a:bodyPr>
            <a:normAutofit/>
          </a:bodyPr>
          <a:lstStyle/>
          <a:p>
            <a:pPr algn="just"/>
            <a:r>
              <a:rPr lang="en-US" sz="2000" b="1" dirty="0"/>
              <a:t>Forward Proxy: </a:t>
            </a:r>
            <a:r>
              <a:rPr lang="en-US" sz="2000" dirty="0"/>
              <a:t>Acts on behalf of clients or users. When a client makes a request, the forward proxy server evaluates the request, and if allowed, it then makes the request to the destination server and returns the response to the client. </a:t>
            </a:r>
          </a:p>
          <a:p>
            <a:pPr algn="just"/>
            <a:r>
              <a:rPr lang="en-US" sz="2000" dirty="0"/>
              <a:t>For example, System used for internal networks and to control and monitor internet usage by users.</a:t>
            </a:r>
          </a:p>
          <a:p>
            <a:pPr algn="just"/>
            <a:r>
              <a:rPr lang="en-US" sz="2000" b="1" dirty="0"/>
              <a:t>Reverse Proxy:</a:t>
            </a:r>
            <a:r>
              <a:rPr lang="en-US" sz="2000" dirty="0"/>
              <a:t> Sits in front of web servers and forwards client (web browser) requests to those web servers. </a:t>
            </a:r>
          </a:p>
          <a:p>
            <a:pPr algn="just"/>
            <a:r>
              <a:rPr lang="en-US" sz="2000" dirty="0"/>
              <a:t>Reverse proxies are typically used for load balancing, caching static content, SSL termination, and providing additional security for the web servers behind them.</a:t>
            </a:r>
          </a:p>
        </p:txBody>
      </p:sp>
      <p:sp>
        <p:nvSpPr>
          <p:cNvPr id="3" name="Content Placeholder 2">
            <a:extLst>
              <a:ext uri="{FF2B5EF4-FFF2-40B4-BE49-F238E27FC236}">
                <a16:creationId xmlns:a16="http://schemas.microsoft.com/office/drawing/2014/main" id="{55956D47-A5CC-5C42-548E-31CABA52BFDD}"/>
              </a:ext>
            </a:extLst>
          </p:cNvPr>
          <p:cNvSpPr>
            <a:spLocks noGrp="1"/>
          </p:cNvSpPr>
          <p:nvPr>
            <p:ph sz="half" idx="10"/>
          </p:nvPr>
        </p:nvSpPr>
        <p:spPr/>
        <p:txBody>
          <a:bodyPr>
            <a:normAutofit fontScale="92500" lnSpcReduction="10000"/>
          </a:bodyPr>
          <a:lstStyle/>
          <a:p>
            <a:r>
              <a:rPr lang="en-IN" sz="3600"/>
              <a:t>Proxies: Forward and reverse</a:t>
            </a:r>
          </a:p>
        </p:txBody>
      </p:sp>
      <p:pic>
        <p:nvPicPr>
          <p:cNvPr id="5" name="Picture 4">
            <a:extLst>
              <a:ext uri="{FF2B5EF4-FFF2-40B4-BE49-F238E27FC236}">
                <a16:creationId xmlns:a16="http://schemas.microsoft.com/office/drawing/2014/main" id="{A8F5A718-4D9C-BB1B-94D8-8042ECB2C50F}"/>
              </a:ext>
            </a:extLst>
          </p:cNvPr>
          <p:cNvPicPr>
            <a:picLocks noChangeAspect="1"/>
          </p:cNvPicPr>
          <p:nvPr/>
        </p:nvPicPr>
        <p:blipFill>
          <a:blip r:embed="rId2"/>
          <a:stretch>
            <a:fillRect/>
          </a:stretch>
        </p:blipFill>
        <p:spPr>
          <a:xfrm>
            <a:off x="2416106" y="4732523"/>
            <a:ext cx="6032325" cy="1413199"/>
          </a:xfrm>
          <a:prstGeom prst="rect">
            <a:avLst/>
          </a:prstGeom>
        </p:spPr>
      </p:pic>
    </p:spTree>
    <p:extLst>
      <p:ext uri="{BB962C8B-B14F-4D97-AF65-F5344CB8AC3E}">
        <p14:creationId xmlns:p14="http://schemas.microsoft.com/office/powerpoint/2010/main" val="3410350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DF24D2-480D-F963-2737-0BA0D05BA9BA}"/>
              </a:ext>
            </a:extLst>
          </p:cNvPr>
          <p:cNvSpPr>
            <a:spLocks noGrp="1"/>
          </p:cNvSpPr>
          <p:nvPr>
            <p:ph sz="half" idx="10"/>
          </p:nvPr>
        </p:nvSpPr>
        <p:spPr/>
        <p:txBody>
          <a:bodyPr/>
          <a:lstStyle/>
          <a:p>
            <a:r>
              <a:rPr lang="en-IN"/>
              <a:t>Forward and Reverse Proxy</a:t>
            </a:r>
            <a:endParaRPr lang="en-US"/>
          </a:p>
        </p:txBody>
      </p:sp>
      <p:pic>
        <p:nvPicPr>
          <p:cNvPr id="10" name="Picture 9">
            <a:extLst>
              <a:ext uri="{FF2B5EF4-FFF2-40B4-BE49-F238E27FC236}">
                <a16:creationId xmlns:a16="http://schemas.microsoft.com/office/drawing/2014/main" id="{2B5302FC-6248-D331-DEE9-D950BB8CA3F2}"/>
              </a:ext>
            </a:extLst>
          </p:cNvPr>
          <p:cNvPicPr>
            <a:picLocks noChangeAspect="1"/>
          </p:cNvPicPr>
          <p:nvPr/>
        </p:nvPicPr>
        <p:blipFill>
          <a:blip r:embed="rId2"/>
          <a:stretch>
            <a:fillRect/>
          </a:stretch>
        </p:blipFill>
        <p:spPr>
          <a:xfrm>
            <a:off x="2547422" y="2125233"/>
            <a:ext cx="6443486" cy="2985205"/>
          </a:xfrm>
          <a:prstGeom prst="rect">
            <a:avLst/>
          </a:prstGeom>
        </p:spPr>
      </p:pic>
    </p:spTree>
    <p:extLst>
      <p:ext uri="{BB962C8B-B14F-4D97-AF65-F5344CB8AC3E}">
        <p14:creationId xmlns:p14="http://schemas.microsoft.com/office/powerpoint/2010/main" val="1687401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E82A77-21E5-D888-BD1E-B5ADDAC91E09}"/>
              </a:ext>
            </a:extLst>
          </p:cNvPr>
          <p:cNvSpPr>
            <a:spLocks noGrp="1"/>
          </p:cNvSpPr>
          <p:nvPr>
            <p:ph sz="half" idx="1"/>
          </p:nvPr>
        </p:nvSpPr>
        <p:spPr/>
        <p:txBody>
          <a:bodyPr>
            <a:normAutofit lnSpcReduction="10000"/>
          </a:bodyPr>
          <a:lstStyle/>
          <a:p>
            <a:pPr algn="just"/>
            <a:r>
              <a:rPr lang="en-US" sz="2400" b="1" dirty="0"/>
              <a:t>Web Sockets:</a:t>
            </a:r>
            <a:r>
              <a:rPr lang="en-US" sz="2400" dirty="0"/>
              <a:t> Provide a full-duplex communication channel, which means both the client and the server can send and receive data simultaneously over a single, persistent connection. This connection stays open, and data can flow in both directions in real-time, without needing to reconnect every time new data is sent. </a:t>
            </a:r>
          </a:p>
          <a:p>
            <a:pPr algn="just"/>
            <a:r>
              <a:rPr lang="en-US" sz="2400" dirty="0"/>
              <a:t>Ideal for interactive applications where minimal latency is critical  (like gaming, live chat, live updates).</a:t>
            </a:r>
          </a:p>
          <a:p>
            <a:pPr algn="just"/>
            <a:r>
              <a:rPr lang="en-US" sz="2400" b="1" dirty="0"/>
              <a:t>Long Polling:</a:t>
            </a:r>
            <a:r>
              <a:rPr lang="en-US" sz="2400" dirty="0"/>
              <a:t> Long polling is a workaround for situations where you need real-time communication but can’t use </a:t>
            </a:r>
            <a:r>
              <a:rPr lang="en-US" sz="2400" dirty="0" err="1"/>
              <a:t>WebSockets</a:t>
            </a:r>
            <a:r>
              <a:rPr lang="en-US" sz="2400" dirty="0"/>
              <a:t>. Here, the client makes a request to the server and waits for new data. The server keeps the connection open until it has new data to send, then responds with that data. Once the client receives the data, it immediately makes another request to the server.</a:t>
            </a:r>
          </a:p>
          <a:p>
            <a:pPr algn="just"/>
            <a:r>
              <a:rPr lang="en-US" sz="2400" dirty="0"/>
              <a:t>Used as a fallback when </a:t>
            </a:r>
            <a:r>
              <a:rPr lang="en-US" sz="2400" dirty="0" err="1"/>
              <a:t>WebSockets</a:t>
            </a:r>
            <a:r>
              <a:rPr lang="en-US" sz="2400" dirty="0"/>
              <a:t> are not supported and it’s less efficient and more resource-heavy.</a:t>
            </a:r>
          </a:p>
        </p:txBody>
      </p:sp>
      <p:sp>
        <p:nvSpPr>
          <p:cNvPr id="3" name="Content Placeholder 2">
            <a:extLst>
              <a:ext uri="{FF2B5EF4-FFF2-40B4-BE49-F238E27FC236}">
                <a16:creationId xmlns:a16="http://schemas.microsoft.com/office/drawing/2014/main" id="{AC9CFADF-7EB3-8CEB-E5DD-E4AB4CF1468B}"/>
              </a:ext>
            </a:extLst>
          </p:cNvPr>
          <p:cNvSpPr>
            <a:spLocks noGrp="1"/>
          </p:cNvSpPr>
          <p:nvPr>
            <p:ph sz="half" idx="10"/>
          </p:nvPr>
        </p:nvSpPr>
        <p:spPr/>
        <p:txBody>
          <a:bodyPr/>
          <a:lstStyle/>
          <a:p>
            <a:r>
              <a:rPr lang="en-IN"/>
              <a:t>Web Sockets and Long Pooling</a:t>
            </a:r>
            <a:endParaRPr lang="en-US"/>
          </a:p>
        </p:txBody>
      </p:sp>
    </p:spTree>
    <p:extLst>
      <p:ext uri="{BB962C8B-B14F-4D97-AF65-F5344CB8AC3E}">
        <p14:creationId xmlns:p14="http://schemas.microsoft.com/office/powerpoint/2010/main" val="2055114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7B5530-AD74-EAB3-BB73-BB99A6ADA218}"/>
              </a:ext>
            </a:extLst>
          </p:cNvPr>
          <p:cNvSpPr>
            <a:spLocks noGrp="1"/>
          </p:cNvSpPr>
          <p:nvPr>
            <p:ph sz="half" idx="10"/>
          </p:nvPr>
        </p:nvSpPr>
        <p:spPr/>
        <p:txBody>
          <a:bodyPr/>
          <a:lstStyle/>
          <a:p>
            <a:r>
              <a:rPr lang="en-IN" err="1"/>
              <a:t>WebSockets</a:t>
            </a:r>
            <a:r>
              <a:rPr lang="en-IN"/>
              <a:t> vs Long Pooling</a:t>
            </a:r>
            <a:endParaRPr lang="en-US"/>
          </a:p>
        </p:txBody>
      </p:sp>
      <p:sp>
        <p:nvSpPr>
          <p:cNvPr id="2" name="Rectangle 1">
            <a:extLst>
              <a:ext uri="{FF2B5EF4-FFF2-40B4-BE49-F238E27FC236}">
                <a16:creationId xmlns:a16="http://schemas.microsoft.com/office/drawing/2014/main" id="{62F6CAAD-D3FB-6802-054C-F7930CEFC792}"/>
              </a:ext>
            </a:extLst>
          </p:cNvPr>
          <p:cNvSpPr/>
          <p:nvPr/>
        </p:nvSpPr>
        <p:spPr>
          <a:xfrm>
            <a:off x="4229101" y="4641786"/>
            <a:ext cx="1257300" cy="2969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C493378-0F68-8A79-E82D-46F7EAE0990B}"/>
              </a:ext>
            </a:extLst>
          </p:cNvPr>
          <p:cNvSpPr/>
          <p:nvPr/>
        </p:nvSpPr>
        <p:spPr>
          <a:xfrm>
            <a:off x="8575100" y="4488594"/>
            <a:ext cx="1149925" cy="2969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50101AE-111E-4194-A462-A4353964929A}"/>
              </a:ext>
            </a:extLst>
          </p:cNvPr>
          <p:cNvPicPr>
            <a:picLocks noChangeAspect="1"/>
          </p:cNvPicPr>
          <p:nvPr/>
        </p:nvPicPr>
        <p:blipFill>
          <a:blip r:embed="rId2"/>
          <a:stretch>
            <a:fillRect/>
          </a:stretch>
        </p:blipFill>
        <p:spPr>
          <a:xfrm>
            <a:off x="454377" y="1765475"/>
            <a:ext cx="4989689" cy="3820937"/>
          </a:xfrm>
          <a:prstGeom prst="rect">
            <a:avLst/>
          </a:prstGeom>
        </p:spPr>
      </p:pic>
      <p:pic>
        <p:nvPicPr>
          <p:cNvPr id="8" name="Picture 7">
            <a:extLst>
              <a:ext uri="{FF2B5EF4-FFF2-40B4-BE49-F238E27FC236}">
                <a16:creationId xmlns:a16="http://schemas.microsoft.com/office/drawing/2014/main" id="{0A3B92AB-DFEC-354D-09C1-63D6FB3F1680}"/>
              </a:ext>
            </a:extLst>
          </p:cNvPr>
          <p:cNvPicPr>
            <a:picLocks noChangeAspect="1"/>
          </p:cNvPicPr>
          <p:nvPr/>
        </p:nvPicPr>
        <p:blipFill>
          <a:blip r:embed="rId3"/>
          <a:stretch>
            <a:fillRect/>
          </a:stretch>
        </p:blipFill>
        <p:spPr>
          <a:xfrm>
            <a:off x="5495042" y="1898825"/>
            <a:ext cx="6296024" cy="3399013"/>
          </a:xfrm>
          <a:prstGeom prst="rect">
            <a:avLst/>
          </a:prstGeom>
        </p:spPr>
      </p:pic>
      <p:sp>
        <p:nvSpPr>
          <p:cNvPr id="5" name="Rectangle 4">
            <a:extLst>
              <a:ext uri="{FF2B5EF4-FFF2-40B4-BE49-F238E27FC236}">
                <a16:creationId xmlns:a16="http://schemas.microsoft.com/office/drawing/2014/main" id="{4E931C30-3910-2B70-A736-00CB183FF14B}"/>
              </a:ext>
            </a:extLst>
          </p:cNvPr>
          <p:cNvSpPr/>
          <p:nvPr/>
        </p:nvSpPr>
        <p:spPr>
          <a:xfrm>
            <a:off x="4688541" y="5297838"/>
            <a:ext cx="242047" cy="3678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4390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B74CA1-E3FC-B274-E548-67FF67819613}"/>
              </a:ext>
            </a:extLst>
          </p:cNvPr>
          <p:cNvSpPr>
            <a:spLocks noGrp="1"/>
          </p:cNvSpPr>
          <p:nvPr>
            <p:ph sz="half" idx="1"/>
          </p:nvPr>
        </p:nvSpPr>
        <p:spPr/>
        <p:txBody>
          <a:bodyPr>
            <a:normAutofit/>
          </a:bodyPr>
          <a:lstStyle/>
          <a:p>
            <a:r>
              <a:rPr lang="en-US"/>
              <a:t>Refers to the rate at which a system can process a certain amount of work. </a:t>
            </a:r>
          </a:p>
          <a:p>
            <a:r>
              <a:rPr lang="en-US"/>
              <a:t>Throughput is typically measured in:</a:t>
            </a:r>
          </a:p>
          <a:p>
            <a:pPr lvl="1"/>
            <a:r>
              <a:rPr lang="en-US"/>
              <a:t>Operations per second</a:t>
            </a:r>
          </a:p>
          <a:p>
            <a:pPr lvl="1"/>
            <a:r>
              <a:rPr lang="en-US"/>
              <a:t>Bits or bytes second per transfer</a:t>
            </a:r>
          </a:p>
          <a:p>
            <a:pPr lvl="1"/>
            <a:r>
              <a:rPr lang="en-US"/>
              <a:t>Transactions per second</a:t>
            </a:r>
          </a:p>
          <a:p>
            <a:r>
              <a:rPr lang="en-US" sz="2400" b="1" u="sng"/>
              <a:t>How to Optimizing Throughput in System Design</a:t>
            </a:r>
          </a:p>
          <a:p>
            <a:pPr lvl="1"/>
            <a:r>
              <a:rPr lang="en-US"/>
              <a:t>Horizontal scaling</a:t>
            </a:r>
          </a:p>
          <a:p>
            <a:pPr lvl="1"/>
            <a:r>
              <a:rPr lang="en-US"/>
              <a:t>Caching</a:t>
            </a:r>
          </a:p>
          <a:p>
            <a:pPr lvl="1"/>
            <a:r>
              <a:rPr lang="en-US"/>
              <a:t>Load balancing</a:t>
            </a:r>
          </a:p>
          <a:p>
            <a:pPr lvl="1"/>
            <a:r>
              <a:rPr lang="en-US"/>
              <a:t>Efficient algorithms</a:t>
            </a:r>
          </a:p>
        </p:txBody>
      </p:sp>
      <p:sp>
        <p:nvSpPr>
          <p:cNvPr id="3" name="Content Placeholder 2">
            <a:extLst>
              <a:ext uri="{FF2B5EF4-FFF2-40B4-BE49-F238E27FC236}">
                <a16:creationId xmlns:a16="http://schemas.microsoft.com/office/drawing/2014/main" id="{CB0B9AC5-F210-83D9-A0D9-756F16B98260}"/>
              </a:ext>
            </a:extLst>
          </p:cNvPr>
          <p:cNvSpPr>
            <a:spLocks noGrp="1"/>
          </p:cNvSpPr>
          <p:nvPr>
            <p:ph sz="half" idx="10"/>
          </p:nvPr>
        </p:nvSpPr>
        <p:spPr/>
        <p:txBody>
          <a:bodyPr/>
          <a:lstStyle/>
          <a:p>
            <a:r>
              <a:rPr lang="en-US"/>
              <a:t>Throughput</a:t>
            </a:r>
          </a:p>
        </p:txBody>
      </p:sp>
    </p:spTree>
    <p:extLst>
      <p:ext uri="{BB962C8B-B14F-4D97-AF65-F5344CB8AC3E}">
        <p14:creationId xmlns:p14="http://schemas.microsoft.com/office/powerpoint/2010/main" val="3380617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CF48579-DE98-9D6B-132E-FA306C23D223}"/>
              </a:ext>
            </a:extLst>
          </p:cNvPr>
          <p:cNvSpPr>
            <a:spLocks noGrp="1"/>
          </p:cNvSpPr>
          <p:nvPr>
            <p:ph sz="half" idx="10"/>
          </p:nvPr>
        </p:nvSpPr>
        <p:spPr/>
        <p:txBody>
          <a:bodyPr/>
          <a:lstStyle/>
          <a:p>
            <a:r>
              <a:rPr lang="en-US" dirty="0"/>
              <a:t>Rate Limiting</a:t>
            </a:r>
          </a:p>
        </p:txBody>
      </p:sp>
      <p:sp>
        <p:nvSpPr>
          <p:cNvPr id="6" name="Content Placeholder 5">
            <a:extLst>
              <a:ext uri="{FF2B5EF4-FFF2-40B4-BE49-F238E27FC236}">
                <a16:creationId xmlns:a16="http://schemas.microsoft.com/office/drawing/2014/main" id="{09C2B1DB-A658-03C1-AE69-4219A5F82E85}"/>
              </a:ext>
            </a:extLst>
          </p:cNvPr>
          <p:cNvSpPr>
            <a:spLocks noGrp="1"/>
          </p:cNvSpPr>
          <p:nvPr>
            <p:ph sz="half" idx="1"/>
          </p:nvPr>
        </p:nvSpPr>
        <p:spPr/>
        <p:txBody>
          <a:bodyPr/>
          <a:lstStyle/>
          <a:p>
            <a:pPr algn="just"/>
            <a:r>
              <a:rPr lang="en-US" sz="2800" dirty="0"/>
              <a:t>Restricts the number of requests a user can make to a system within a specific time.</a:t>
            </a:r>
          </a:p>
          <a:p>
            <a:pPr marL="0" indent="0" algn="just">
              <a:buNone/>
            </a:pPr>
            <a:r>
              <a:rPr lang="en-US" sz="2800" b="1" u="sng" dirty="0"/>
              <a:t>Rate Limiting Methods</a:t>
            </a:r>
          </a:p>
          <a:p>
            <a:pPr algn="just"/>
            <a:r>
              <a:rPr lang="en-US" sz="2000" b="1" dirty="0"/>
              <a:t>Request Queues</a:t>
            </a:r>
            <a:r>
              <a:rPr lang="en-US" sz="2000" dirty="0"/>
              <a:t>: Limits number of requests per second and queues additional ones. </a:t>
            </a:r>
          </a:p>
          <a:p>
            <a:pPr algn="just"/>
            <a:r>
              <a:rPr lang="en-US" sz="2000" b="1" dirty="0"/>
              <a:t>Throttling: </a:t>
            </a:r>
            <a:r>
              <a:rPr lang="en-US" sz="2000" dirty="0"/>
              <a:t>Dynamically adjusts API use, possibly restricting or temporarily blocking high-frequency users. It operates at various levels like application, API, user.</a:t>
            </a:r>
          </a:p>
          <a:p>
            <a:endParaRPr lang="en-US" dirty="0"/>
          </a:p>
        </p:txBody>
      </p:sp>
      <p:pic>
        <p:nvPicPr>
          <p:cNvPr id="8" name="Picture 7">
            <a:extLst>
              <a:ext uri="{FF2B5EF4-FFF2-40B4-BE49-F238E27FC236}">
                <a16:creationId xmlns:a16="http://schemas.microsoft.com/office/drawing/2014/main" id="{AA0F95DE-95DF-B9A5-8620-B5AAE8C5F6E9}"/>
              </a:ext>
            </a:extLst>
          </p:cNvPr>
          <p:cNvPicPr>
            <a:picLocks noChangeAspect="1"/>
          </p:cNvPicPr>
          <p:nvPr/>
        </p:nvPicPr>
        <p:blipFill>
          <a:blip r:embed="rId2"/>
          <a:stretch>
            <a:fillRect/>
          </a:stretch>
        </p:blipFill>
        <p:spPr>
          <a:xfrm>
            <a:off x="3675282" y="4250547"/>
            <a:ext cx="4084137" cy="1718110"/>
          </a:xfrm>
          <a:prstGeom prst="rect">
            <a:avLst/>
          </a:prstGeom>
        </p:spPr>
      </p:pic>
    </p:spTree>
    <p:extLst>
      <p:ext uri="{BB962C8B-B14F-4D97-AF65-F5344CB8AC3E}">
        <p14:creationId xmlns:p14="http://schemas.microsoft.com/office/powerpoint/2010/main" val="4183216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EA588F-332C-3DFD-2424-712A429BD5FB}"/>
              </a:ext>
            </a:extLst>
          </p:cNvPr>
          <p:cNvSpPr>
            <a:spLocks noGrp="1"/>
          </p:cNvSpPr>
          <p:nvPr>
            <p:ph sz="half" idx="1"/>
          </p:nvPr>
        </p:nvSpPr>
        <p:spPr/>
        <p:txBody>
          <a:bodyPr>
            <a:normAutofit/>
          </a:bodyPr>
          <a:lstStyle/>
          <a:p>
            <a:pPr algn="just"/>
            <a:r>
              <a:rPr lang="en-US" sz="2400" b="1" dirty="0"/>
              <a:t>Redundancy is a concept that applies to both databases and applications.</a:t>
            </a:r>
          </a:p>
          <a:p>
            <a:pPr lvl="1" algn="just">
              <a:lnSpc>
                <a:spcPct val="100000"/>
              </a:lnSpc>
            </a:pPr>
            <a:r>
              <a:rPr lang="en-US" b="1" dirty="0"/>
              <a:t>Passive Redundancy</a:t>
            </a:r>
            <a:r>
              <a:rPr lang="en-US" dirty="0"/>
              <a:t>: A setup where backup components are kept in a standby mode—they remain inactive and only "wake up" to take over when the primary component fails. There might be a slight delay in response after failover since the backup components needs to be activated or initialized before it start handling requests.</a:t>
            </a:r>
          </a:p>
          <a:p>
            <a:pPr lvl="1" algn="just">
              <a:lnSpc>
                <a:spcPct val="100000"/>
              </a:lnSpc>
            </a:pPr>
            <a:r>
              <a:rPr lang="en-US" b="1" dirty="0"/>
              <a:t>Active Redundancy</a:t>
            </a:r>
            <a:r>
              <a:rPr lang="en-US" dirty="0"/>
              <a:t>: Multiple components work in parallel, actively handling tasks and ensures high availability, minimal failover time. Useful for high-traffic situations demanding uninterrupted operation.</a:t>
            </a:r>
          </a:p>
          <a:p>
            <a:pPr algn="just"/>
            <a:r>
              <a:rPr lang="en-US" sz="2400" b="1" dirty="0"/>
              <a:t>Database Redundancy</a:t>
            </a:r>
            <a:r>
              <a:rPr lang="en-US" sz="2400" dirty="0"/>
              <a:t> ensures data persistence and recovery.</a:t>
            </a:r>
          </a:p>
          <a:p>
            <a:pPr algn="just"/>
            <a:r>
              <a:rPr lang="en-US" sz="2400" b="1" dirty="0"/>
              <a:t>Application Redundancy</a:t>
            </a:r>
            <a:r>
              <a:rPr lang="en-US" sz="2400" dirty="0"/>
              <a:t> ensures continuous functionality and service delivery</a:t>
            </a:r>
          </a:p>
        </p:txBody>
      </p:sp>
      <p:sp>
        <p:nvSpPr>
          <p:cNvPr id="3" name="Content Placeholder 2">
            <a:extLst>
              <a:ext uri="{FF2B5EF4-FFF2-40B4-BE49-F238E27FC236}">
                <a16:creationId xmlns:a16="http://schemas.microsoft.com/office/drawing/2014/main" id="{9A48A7E4-CFBC-930B-0EEE-2BAC4244785D}"/>
              </a:ext>
            </a:extLst>
          </p:cNvPr>
          <p:cNvSpPr>
            <a:spLocks noGrp="1"/>
          </p:cNvSpPr>
          <p:nvPr>
            <p:ph sz="half" idx="10"/>
          </p:nvPr>
        </p:nvSpPr>
        <p:spPr/>
        <p:txBody>
          <a:bodyPr/>
          <a:lstStyle/>
          <a:p>
            <a:r>
              <a:rPr lang="en-IN" dirty="0"/>
              <a:t>Redundancy</a:t>
            </a:r>
            <a:endParaRPr lang="en-US" dirty="0"/>
          </a:p>
        </p:txBody>
      </p:sp>
    </p:spTree>
    <p:extLst>
      <p:ext uri="{BB962C8B-B14F-4D97-AF65-F5344CB8AC3E}">
        <p14:creationId xmlns:p14="http://schemas.microsoft.com/office/powerpoint/2010/main" val="178398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E5758-5774-CE20-A337-4869348089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35D874-2BEA-A159-076E-394ED365A7E6}"/>
              </a:ext>
            </a:extLst>
          </p:cNvPr>
          <p:cNvSpPr>
            <a:spLocks noGrp="1"/>
          </p:cNvSpPr>
          <p:nvPr>
            <p:ph type="title"/>
          </p:nvPr>
        </p:nvSpPr>
        <p:spPr/>
        <p:txBody>
          <a:bodyPr/>
          <a:lstStyle/>
          <a:p>
            <a:r>
              <a:rPr lang="en-US" dirty="0"/>
              <a:t>System Design Concepts For Databases</a:t>
            </a:r>
          </a:p>
        </p:txBody>
      </p:sp>
    </p:spTree>
    <p:extLst>
      <p:ext uri="{BB962C8B-B14F-4D97-AF65-F5344CB8AC3E}">
        <p14:creationId xmlns:p14="http://schemas.microsoft.com/office/powerpoint/2010/main" val="4204949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C3D89D-4A67-33CA-C134-561208C30BCC}"/>
              </a:ext>
            </a:extLst>
          </p:cNvPr>
          <p:cNvSpPr>
            <a:spLocks noGrp="1"/>
          </p:cNvSpPr>
          <p:nvPr>
            <p:ph sz="half" idx="1"/>
          </p:nvPr>
        </p:nvSpPr>
        <p:spPr/>
        <p:txBody>
          <a:bodyPr>
            <a:normAutofit fontScale="85000" lnSpcReduction="20000"/>
          </a:bodyPr>
          <a:lstStyle/>
          <a:p>
            <a:pPr>
              <a:lnSpc>
                <a:spcPct val="120000"/>
              </a:lnSpc>
            </a:pPr>
            <a:r>
              <a:rPr lang="en-US" dirty="0"/>
              <a:t>SQL Database: MySQL, PostgreSQL, Oracle, SQL Server</a:t>
            </a:r>
          </a:p>
          <a:p>
            <a:pPr lvl="1">
              <a:lnSpc>
                <a:spcPct val="120000"/>
              </a:lnSpc>
            </a:pPr>
            <a:r>
              <a:rPr lang="en-US" dirty="0"/>
              <a:t>Relational, structured schema</a:t>
            </a:r>
          </a:p>
          <a:p>
            <a:pPr lvl="1">
              <a:lnSpc>
                <a:spcPct val="120000"/>
              </a:lnSpc>
            </a:pPr>
            <a:r>
              <a:rPr lang="en-US" dirty="0"/>
              <a:t>Uses SQL for queries</a:t>
            </a:r>
          </a:p>
          <a:p>
            <a:pPr lvl="1">
              <a:lnSpc>
                <a:spcPct val="120000"/>
              </a:lnSpc>
            </a:pPr>
            <a:r>
              <a:rPr lang="en-US" dirty="0"/>
              <a:t>ACID-compliant for transactions</a:t>
            </a:r>
          </a:p>
          <a:p>
            <a:pPr lvl="1">
              <a:lnSpc>
                <a:spcPct val="120000"/>
              </a:lnSpc>
            </a:pPr>
            <a:r>
              <a:rPr lang="en-US" dirty="0"/>
              <a:t>Vertically scalable</a:t>
            </a:r>
          </a:p>
          <a:p>
            <a:pPr lvl="1">
              <a:lnSpc>
                <a:spcPct val="120000"/>
              </a:lnSpc>
            </a:pPr>
            <a:r>
              <a:rPr lang="en-US" dirty="0"/>
              <a:t>Best for complex relationships</a:t>
            </a:r>
          </a:p>
          <a:p>
            <a:pPr>
              <a:lnSpc>
                <a:spcPct val="120000"/>
              </a:lnSpc>
            </a:pPr>
            <a:r>
              <a:rPr lang="en-US" dirty="0"/>
              <a:t>NoSQL Database: MongoDB, Cassandra, Couchbase, DynamoDB</a:t>
            </a:r>
          </a:p>
          <a:p>
            <a:pPr lvl="1">
              <a:lnSpc>
                <a:spcPct val="120000"/>
              </a:lnSpc>
            </a:pPr>
            <a:r>
              <a:rPr lang="en-US" dirty="0"/>
              <a:t>Non-relational, flexible schema</a:t>
            </a:r>
          </a:p>
          <a:p>
            <a:pPr lvl="1">
              <a:lnSpc>
                <a:spcPct val="120000"/>
              </a:lnSpc>
            </a:pPr>
            <a:r>
              <a:rPr lang="en-US" dirty="0"/>
              <a:t>Custom query languages</a:t>
            </a:r>
          </a:p>
          <a:p>
            <a:pPr lvl="1">
              <a:lnSpc>
                <a:spcPct val="120000"/>
              </a:lnSpc>
            </a:pPr>
            <a:r>
              <a:rPr lang="en-US" dirty="0"/>
              <a:t>Horizontally scalable</a:t>
            </a:r>
          </a:p>
          <a:p>
            <a:pPr lvl="1">
              <a:lnSpc>
                <a:spcPct val="120000"/>
              </a:lnSpc>
            </a:pPr>
            <a:r>
              <a:rPr lang="en-US" dirty="0"/>
              <a:t>Optimized for unstructured data</a:t>
            </a:r>
          </a:p>
          <a:p>
            <a:pPr lvl="1">
              <a:lnSpc>
                <a:spcPct val="120000"/>
              </a:lnSpc>
            </a:pPr>
            <a:r>
              <a:rPr lang="en-US" dirty="0"/>
              <a:t>Prioritizes performance and scalability</a:t>
            </a:r>
          </a:p>
        </p:txBody>
      </p:sp>
      <p:sp>
        <p:nvSpPr>
          <p:cNvPr id="3" name="Content Placeholder 2">
            <a:extLst>
              <a:ext uri="{FF2B5EF4-FFF2-40B4-BE49-F238E27FC236}">
                <a16:creationId xmlns:a16="http://schemas.microsoft.com/office/drawing/2014/main" id="{A2574CF6-53E9-9536-2BCD-18C1A60C9319}"/>
              </a:ext>
            </a:extLst>
          </p:cNvPr>
          <p:cNvSpPr>
            <a:spLocks noGrp="1"/>
          </p:cNvSpPr>
          <p:nvPr>
            <p:ph sz="half" idx="10"/>
          </p:nvPr>
        </p:nvSpPr>
        <p:spPr/>
        <p:txBody>
          <a:bodyPr/>
          <a:lstStyle/>
          <a:p>
            <a:r>
              <a:rPr lang="en-US"/>
              <a:t>SQL Database and NoSQL Database</a:t>
            </a:r>
          </a:p>
        </p:txBody>
      </p:sp>
    </p:spTree>
    <p:extLst>
      <p:ext uri="{BB962C8B-B14F-4D97-AF65-F5344CB8AC3E}">
        <p14:creationId xmlns:p14="http://schemas.microsoft.com/office/powerpoint/2010/main" val="3215237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D4E3AD-2143-EE27-1A33-F555B9921EFB}"/>
              </a:ext>
            </a:extLst>
          </p:cNvPr>
          <p:cNvSpPr>
            <a:spLocks noGrp="1"/>
          </p:cNvSpPr>
          <p:nvPr>
            <p:ph sz="half" idx="1"/>
          </p:nvPr>
        </p:nvSpPr>
        <p:spPr/>
        <p:txBody>
          <a:bodyPr>
            <a:normAutofit/>
          </a:bodyPr>
          <a:lstStyle/>
          <a:p>
            <a:pPr algn="just"/>
            <a:r>
              <a:rPr lang="en-US" sz="2400" b="1" dirty="0"/>
              <a:t>Master Node</a:t>
            </a:r>
            <a:r>
              <a:rPr lang="en-US" sz="2400" dirty="0"/>
              <a:t>: All write operations (insert, update, delete) happen here. The master node then propagates these changes to the slave nodes.</a:t>
            </a:r>
          </a:p>
          <a:p>
            <a:pPr algn="just"/>
            <a:r>
              <a:rPr lang="en-US" sz="2400" b="1" dirty="0"/>
              <a:t>Slave Nodes</a:t>
            </a:r>
            <a:r>
              <a:rPr lang="en-US" sz="2400" dirty="0"/>
              <a:t>: These are read-only replicas of the master. They receive data from the master node and replicate the changes in near real-time. Slaves handle read operations for improving performance for read-heavy applications.</a:t>
            </a:r>
          </a:p>
        </p:txBody>
      </p:sp>
      <p:sp>
        <p:nvSpPr>
          <p:cNvPr id="3" name="Content Placeholder 2">
            <a:extLst>
              <a:ext uri="{FF2B5EF4-FFF2-40B4-BE49-F238E27FC236}">
                <a16:creationId xmlns:a16="http://schemas.microsoft.com/office/drawing/2014/main" id="{62A8147F-3F9F-2E7E-481D-4983F512432C}"/>
              </a:ext>
            </a:extLst>
          </p:cNvPr>
          <p:cNvSpPr>
            <a:spLocks noGrp="1"/>
          </p:cNvSpPr>
          <p:nvPr>
            <p:ph sz="half" idx="10"/>
          </p:nvPr>
        </p:nvSpPr>
        <p:spPr/>
        <p:txBody>
          <a:bodyPr/>
          <a:lstStyle/>
          <a:p>
            <a:r>
              <a:rPr lang="en-IN" dirty="0"/>
              <a:t>Master Slave Database</a:t>
            </a:r>
            <a:endParaRPr lang="en-US" dirty="0"/>
          </a:p>
        </p:txBody>
      </p:sp>
      <p:sp>
        <p:nvSpPr>
          <p:cNvPr id="7" name="Rectangle 6">
            <a:extLst>
              <a:ext uri="{FF2B5EF4-FFF2-40B4-BE49-F238E27FC236}">
                <a16:creationId xmlns:a16="http://schemas.microsoft.com/office/drawing/2014/main" id="{7BC47E5C-B586-B01E-4669-EC2B7FD559ED}"/>
              </a:ext>
            </a:extLst>
          </p:cNvPr>
          <p:cNvSpPr/>
          <p:nvPr/>
        </p:nvSpPr>
        <p:spPr>
          <a:xfrm>
            <a:off x="10058400" y="5827443"/>
            <a:ext cx="878726" cy="2969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67202CF-A1CC-E3CA-09CD-109FDBC5C9DD}"/>
              </a:ext>
            </a:extLst>
          </p:cNvPr>
          <p:cNvPicPr>
            <a:picLocks noChangeAspect="1"/>
          </p:cNvPicPr>
          <p:nvPr/>
        </p:nvPicPr>
        <p:blipFill>
          <a:blip r:embed="rId3"/>
          <a:stretch>
            <a:fillRect/>
          </a:stretch>
        </p:blipFill>
        <p:spPr>
          <a:xfrm>
            <a:off x="1055077" y="3441537"/>
            <a:ext cx="3889337" cy="2828135"/>
          </a:xfrm>
          <a:prstGeom prst="rect">
            <a:avLst/>
          </a:prstGeom>
        </p:spPr>
      </p:pic>
      <p:pic>
        <p:nvPicPr>
          <p:cNvPr id="4" name="Picture 3">
            <a:extLst>
              <a:ext uri="{FF2B5EF4-FFF2-40B4-BE49-F238E27FC236}">
                <a16:creationId xmlns:a16="http://schemas.microsoft.com/office/drawing/2014/main" id="{837F1AF3-A803-2A74-F75E-2137FD7F2CE8}"/>
              </a:ext>
            </a:extLst>
          </p:cNvPr>
          <p:cNvPicPr>
            <a:picLocks noChangeAspect="1"/>
          </p:cNvPicPr>
          <p:nvPr/>
        </p:nvPicPr>
        <p:blipFill>
          <a:blip r:embed="rId4"/>
          <a:stretch>
            <a:fillRect/>
          </a:stretch>
        </p:blipFill>
        <p:spPr>
          <a:xfrm>
            <a:off x="6072605" y="3438541"/>
            <a:ext cx="5626100" cy="2928162"/>
          </a:xfrm>
          <a:prstGeom prst="rect">
            <a:avLst/>
          </a:prstGeom>
        </p:spPr>
      </p:pic>
    </p:spTree>
    <p:extLst>
      <p:ext uri="{BB962C8B-B14F-4D97-AF65-F5344CB8AC3E}">
        <p14:creationId xmlns:p14="http://schemas.microsoft.com/office/powerpoint/2010/main" val="473048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F73C8C-1FC1-FEC4-1EA5-8299A7B59576}"/>
              </a:ext>
            </a:extLst>
          </p:cNvPr>
          <p:cNvSpPr>
            <a:spLocks noGrp="1"/>
          </p:cNvSpPr>
          <p:nvPr>
            <p:ph sz="half" idx="1"/>
          </p:nvPr>
        </p:nvSpPr>
        <p:spPr/>
        <p:txBody>
          <a:bodyPr>
            <a:normAutofit/>
          </a:bodyPr>
          <a:lstStyle/>
          <a:p>
            <a:pPr algn="just"/>
            <a:r>
              <a:rPr lang="en-US" sz="2400" b="1" dirty="0"/>
              <a:t>A</a:t>
            </a:r>
            <a:r>
              <a:rPr lang="en-US" sz="2400" dirty="0"/>
              <a:t> process of creating and maintaining </a:t>
            </a:r>
            <a:r>
              <a:rPr lang="en-US" sz="2400" b="1" dirty="0"/>
              <a:t>identical copies of a database</a:t>
            </a:r>
            <a:r>
              <a:rPr lang="en-US" sz="2400" dirty="0"/>
              <a:t> across multiple systems, servers, or locations. </a:t>
            </a:r>
          </a:p>
          <a:p>
            <a:pPr algn="just"/>
            <a:r>
              <a:rPr lang="en-US" sz="2400" dirty="0"/>
              <a:t>Improve data availability, enhance system performance (especially for read-heavy applications), and ensure fault tolerance. </a:t>
            </a:r>
          </a:p>
          <a:p>
            <a:pPr algn="just"/>
            <a:r>
              <a:rPr lang="en-US" sz="2400" dirty="0"/>
              <a:t>Replication ensures that data is consistently available in different geographic locations, reducing the risk of data loss due to system failures or disasters.</a:t>
            </a:r>
          </a:p>
          <a:p>
            <a:pPr algn="just"/>
            <a:r>
              <a:rPr lang="en-US" sz="2400" dirty="0"/>
              <a:t>Cloud-based database Services like Azure SQL, Amazon RDS support database replication natively.</a:t>
            </a:r>
          </a:p>
        </p:txBody>
      </p:sp>
      <p:sp>
        <p:nvSpPr>
          <p:cNvPr id="3" name="Content Placeholder 2">
            <a:extLst>
              <a:ext uri="{FF2B5EF4-FFF2-40B4-BE49-F238E27FC236}">
                <a16:creationId xmlns:a16="http://schemas.microsoft.com/office/drawing/2014/main" id="{2766BA50-5B73-EA5F-F29B-92A20A0C7FEA}"/>
              </a:ext>
            </a:extLst>
          </p:cNvPr>
          <p:cNvSpPr>
            <a:spLocks noGrp="1"/>
          </p:cNvSpPr>
          <p:nvPr>
            <p:ph sz="half" idx="10"/>
          </p:nvPr>
        </p:nvSpPr>
        <p:spPr/>
        <p:txBody>
          <a:bodyPr/>
          <a:lstStyle/>
          <a:p>
            <a:r>
              <a:rPr lang="en-US" dirty="0"/>
              <a:t>Database Replication</a:t>
            </a:r>
          </a:p>
        </p:txBody>
      </p:sp>
    </p:spTree>
    <p:extLst>
      <p:ext uri="{BB962C8B-B14F-4D97-AF65-F5344CB8AC3E}">
        <p14:creationId xmlns:p14="http://schemas.microsoft.com/office/powerpoint/2010/main" val="4089510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5633BB-955F-5ABC-2571-F2B1DF6D227E}"/>
              </a:ext>
            </a:extLst>
          </p:cNvPr>
          <p:cNvSpPr>
            <a:spLocks noGrp="1"/>
          </p:cNvSpPr>
          <p:nvPr>
            <p:ph sz="half" idx="1"/>
          </p:nvPr>
        </p:nvSpPr>
        <p:spPr>
          <a:xfrm>
            <a:off x="493295" y="1276715"/>
            <a:ext cx="11122056" cy="1911962"/>
          </a:xfrm>
        </p:spPr>
        <p:txBody>
          <a:bodyPr>
            <a:normAutofit/>
          </a:bodyPr>
          <a:lstStyle/>
          <a:p>
            <a:pPr algn="just"/>
            <a:r>
              <a:rPr lang="en-US" sz="2000" dirty="0"/>
              <a:t>Dividing a database into smaller, more manageable pieces, where each partition can store data independently. </a:t>
            </a:r>
          </a:p>
          <a:p>
            <a:pPr algn="just"/>
            <a:r>
              <a:rPr lang="en-US" sz="2000" dirty="0"/>
              <a:t>Enhance performance, maintainability, and scalability by allowing operations to be distributed across multiple hardware and storage systems.</a:t>
            </a:r>
          </a:p>
          <a:p>
            <a:pPr algn="just"/>
            <a:r>
              <a:rPr lang="en-US" sz="2000" dirty="0"/>
              <a:t>Supported by SQL databases like MySQL, PostgreSQL etc.</a:t>
            </a:r>
          </a:p>
        </p:txBody>
      </p:sp>
      <p:sp>
        <p:nvSpPr>
          <p:cNvPr id="3" name="Content Placeholder 2">
            <a:extLst>
              <a:ext uri="{FF2B5EF4-FFF2-40B4-BE49-F238E27FC236}">
                <a16:creationId xmlns:a16="http://schemas.microsoft.com/office/drawing/2014/main" id="{EC3F2BB3-B5DA-1754-9C6C-3E3424D1BC68}"/>
              </a:ext>
            </a:extLst>
          </p:cNvPr>
          <p:cNvSpPr>
            <a:spLocks noGrp="1"/>
          </p:cNvSpPr>
          <p:nvPr>
            <p:ph sz="half" idx="10"/>
          </p:nvPr>
        </p:nvSpPr>
        <p:spPr/>
        <p:txBody>
          <a:bodyPr/>
          <a:lstStyle/>
          <a:p>
            <a:r>
              <a:rPr lang="en-IN" dirty="0"/>
              <a:t>Database Partitioning</a:t>
            </a:r>
            <a:endParaRPr lang="en-US" dirty="0"/>
          </a:p>
        </p:txBody>
      </p:sp>
      <p:sp>
        <p:nvSpPr>
          <p:cNvPr id="6" name="Rectangle 5">
            <a:extLst>
              <a:ext uri="{FF2B5EF4-FFF2-40B4-BE49-F238E27FC236}">
                <a16:creationId xmlns:a16="http://schemas.microsoft.com/office/drawing/2014/main" id="{721299F2-A610-C494-8666-4B49399422FA}"/>
              </a:ext>
            </a:extLst>
          </p:cNvPr>
          <p:cNvSpPr/>
          <p:nvPr/>
        </p:nvSpPr>
        <p:spPr>
          <a:xfrm>
            <a:off x="666512" y="4756205"/>
            <a:ext cx="1149925" cy="2969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6085126-678A-E817-EC11-2752F543D3B0}"/>
              </a:ext>
            </a:extLst>
          </p:cNvPr>
          <p:cNvSpPr/>
          <p:nvPr/>
        </p:nvSpPr>
        <p:spPr>
          <a:xfrm>
            <a:off x="8441872" y="4841421"/>
            <a:ext cx="816429" cy="2117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86F79B2-C348-5005-BEA1-460FFD3FA86A}"/>
              </a:ext>
            </a:extLst>
          </p:cNvPr>
          <p:cNvPicPr>
            <a:picLocks noChangeAspect="1"/>
          </p:cNvPicPr>
          <p:nvPr/>
        </p:nvPicPr>
        <p:blipFill>
          <a:blip r:embed="rId3"/>
          <a:stretch>
            <a:fillRect/>
          </a:stretch>
        </p:blipFill>
        <p:spPr>
          <a:xfrm>
            <a:off x="493295" y="3524455"/>
            <a:ext cx="5390444" cy="2430735"/>
          </a:xfrm>
          <a:prstGeom prst="rect">
            <a:avLst/>
          </a:prstGeom>
        </p:spPr>
      </p:pic>
      <p:pic>
        <p:nvPicPr>
          <p:cNvPr id="9" name="Picture 8">
            <a:extLst>
              <a:ext uri="{FF2B5EF4-FFF2-40B4-BE49-F238E27FC236}">
                <a16:creationId xmlns:a16="http://schemas.microsoft.com/office/drawing/2014/main" id="{3A588282-E204-5CB1-6BD4-ECF48EDDB85D}"/>
              </a:ext>
            </a:extLst>
          </p:cNvPr>
          <p:cNvPicPr>
            <a:picLocks noChangeAspect="1"/>
          </p:cNvPicPr>
          <p:nvPr/>
        </p:nvPicPr>
        <p:blipFill>
          <a:blip r:embed="rId4"/>
          <a:stretch>
            <a:fillRect/>
          </a:stretch>
        </p:blipFill>
        <p:spPr>
          <a:xfrm>
            <a:off x="6308263" y="3260634"/>
            <a:ext cx="5503333" cy="2958376"/>
          </a:xfrm>
          <a:prstGeom prst="rect">
            <a:avLst/>
          </a:prstGeom>
        </p:spPr>
      </p:pic>
    </p:spTree>
    <p:extLst>
      <p:ext uri="{BB962C8B-B14F-4D97-AF65-F5344CB8AC3E}">
        <p14:creationId xmlns:p14="http://schemas.microsoft.com/office/powerpoint/2010/main" val="3475111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167773-82B5-A7F9-0A32-1E6BB0C7D06A}"/>
              </a:ext>
            </a:extLst>
          </p:cNvPr>
          <p:cNvSpPr>
            <a:spLocks noGrp="1"/>
          </p:cNvSpPr>
          <p:nvPr>
            <p:ph sz="half" idx="1"/>
          </p:nvPr>
        </p:nvSpPr>
        <p:spPr/>
        <p:txBody>
          <a:bodyPr>
            <a:normAutofit lnSpcReduction="10000"/>
          </a:bodyPr>
          <a:lstStyle/>
          <a:p>
            <a:pPr algn="just"/>
            <a:r>
              <a:rPr lang="en-US" sz="2400" dirty="0"/>
              <a:t>Sharding is a form of partitioning where the data is horizontally partitioned into multiple, smaller databases or servers (often called shards). Each shard is independent and can reside on a different physical or virtual server.</a:t>
            </a:r>
          </a:p>
          <a:p>
            <a:pPr algn="just"/>
            <a:r>
              <a:rPr lang="en-US" sz="2400" dirty="0"/>
              <a:t>Supported by NoSQL Databases like MongoDB, Cassandra, Couchbase etc.</a:t>
            </a:r>
          </a:p>
          <a:p>
            <a:pPr marL="0" indent="0" algn="just">
              <a:buNone/>
            </a:pPr>
            <a:r>
              <a:rPr lang="en-US" sz="2400" b="1" u="sng" dirty="0"/>
              <a:t>Partitioning vs. Sharding</a:t>
            </a:r>
          </a:p>
          <a:p>
            <a:pPr algn="just"/>
            <a:r>
              <a:rPr lang="en-US" sz="2400" b="1" dirty="0"/>
              <a:t>Scope</a:t>
            </a:r>
            <a:r>
              <a:rPr lang="en-US" sz="2400" dirty="0"/>
              <a:t>: Partitioning happens within a single database, while sharding often refers to distributing data across multiple servers or systems.</a:t>
            </a:r>
          </a:p>
          <a:p>
            <a:pPr algn="just"/>
            <a:r>
              <a:rPr lang="en-US" sz="2400" b="1" dirty="0"/>
              <a:t>Complexity</a:t>
            </a:r>
            <a:r>
              <a:rPr lang="en-US" sz="2400" dirty="0"/>
              <a:t>: Sharding involves more complexity, including the need for a method to determine how data is distributed and how to access different shards.</a:t>
            </a:r>
          </a:p>
          <a:p>
            <a:pPr algn="just"/>
            <a:r>
              <a:rPr lang="en-US" sz="2400" b="1" dirty="0"/>
              <a:t>Scaling</a:t>
            </a:r>
            <a:r>
              <a:rPr lang="en-US" sz="2400" dirty="0"/>
              <a:t>: Sharding is typically used when horizontal scaling is required (more servers), while partitioning is a simple approach to improve performance within a single server or database.</a:t>
            </a:r>
          </a:p>
        </p:txBody>
      </p:sp>
      <p:sp>
        <p:nvSpPr>
          <p:cNvPr id="3" name="Content Placeholder 2">
            <a:extLst>
              <a:ext uri="{FF2B5EF4-FFF2-40B4-BE49-F238E27FC236}">
                <a16:creationId xmlns:a16="http://schemas.microsoft.com/office/drawing/2014/main" id="{1C3897ED-4B46-CFB8-CDA6-EEE1034C21FE}"/>
              </a:ext>
            </a:extLst>
          </p:cNvPr>
          <p:cNvSpPr>
            <a:spLocks noGrp="1"/>
          </p:cNvSpPr>
          <p:nvPr>
            <p:ph sz="half" idx="10"/>
          </p:nvPr>
        </p:nvSpPr>
        <p:spPr/>
        <p:txBody>
          <a:bodyPr/>
          <a:lstStyle/>
          <a:p>
            <a:r>
              <a:rPr lang="en-IN" dirty="0"/>
              <a:t>Database Sharding</a:t>
            </a:r>
            <a:endParaRPr lang="en-US" dirty="0"/>
          </a:p>
        </p:txBody>
      </p:sp>
    </p:spTree>
    <p:extLst>
      <p:ext uri="{BB962C8B-B14F-4D97-AF65-F5344CB8AC3E}">
        <p14:creationId xmlns:p14="http://schemas.microsoft.com/office/powerpoint/2010/main" val="2073588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2D7791-FEB3-0F72-A19B-82AB92C3C002}"/>
              </a:ext>
            </a:extLst>
          </p:cNvPr>
          <p:cNvSpPr>
            <a:spLocks noGrp="1"/>
          </p:cNvSpPr>
          <p:nvPr>
            <p:ph sz="half" idx="1"/>
          </p:nvPr>
        </p:nvSpPr>
        <p:spPr>
          <a:xfrm>
            <a:off x="493295" y="1268099"/>
            <a:ext cx="11122056" cy="2366056"/>
          </a:xfrm>
        </p:spPr>
        <p:txBody>
          <a:bodyPr>
            <a:normAutofit/>
          </a:bodyPr>
          <a:lstStyle/>
          <a:p>
            <a:pPr algn="just"/>
            <a:r>
              <a:rPr lang="en-US" sz="2400" dirty="0"/>
              <a:t>A distributed system can only simultaneously guarantee two out of the three :</a:t>
            </a:r>
          </a:p>
          <a:p>
            <a:pPr algn="just"/>
            <a:r>
              <a:rPr lang="en-US" sz="2400" b="1" dirty="0"/>
              <a:t>Consistency</a:t>
            </a:r>
            <a:r>
              <a:rPr lang="en-US" sz="2400" dirty="0"/>
              <a:t>: Every read gets the most recent write or an error.</a:t>
            </a:r>
          </a:p>
          <a:p>
            <a:pPr algn="just"/>
            <a:r>
              <a:rPr lang="en-US" sz="2400" b="1" dirty="0"/>
              <a:t>Availability</a:t>
            </a:r>
            <a:r>
              <a:rPr lang="en-US" sz="2400" dirty="0"/>
              <a:t>: Every request gets a response, without guaranteeing it's the most recent write.</a:t>
            </a:r>
          </a:p>
          <a:p>
            <a:pPr algn="just"/>
            <a:r>
              <a:rPr lang="en-US" sz="2400" b="1" dirty="0"/>
              <a:t>Partition Tolerance</a:t>
            </a:r>
            <a:r>
              <a:rPr lang="en-US" sz="2400" dirty="0"/>
              <a:t>: The system continues to work despite network failures.</a:t>
            </a:r>
          </a:p>
        </p:txBody>
      </p:sp>
      <p:sp>
        <p:nvSpPr>
          <p:cNvPr id="3" name="Content Placeholder 2">
            <a:extLst>
              <a:ext uri="{FF2B5EF4-FFF2-40B4-BE49-F238E27FC236}">
                <a16:creationId xmlns:a16="http://schemas.microsoft.com/office/drawing/2014/main" id="{7B25CD1D-826A-75DE-7072-2A8D2A4BE4FF}"/>
              </a:ext>
            </a:extLst>
          </p:cNvPr>
          <p:cNvSpPr>
            <a:spLocks noGrp="1"/>
          </p:cNvSpPr>
          <p:nvPr>
            <p:ph sz="half" idx="10"/>
          </p:nvPr>
        </p:nvSpPr>
        <p:spPr/>
        <p:txBody>
          <a:bodyPr/>
          <a:lstStyle/>
          <a:p>
            <a:r>
              <a:rPr lang="en-US" dirty="0"/>
              <a:t>CAP Theorem (</a:t>
            </a:r>
            <a:r>
              <a:rPr lang="en-US" sz="3200" dirty="0" err="1"/>
              <a:t>ConsistencyAvailabilityPartition</a:t>
            </a:r>
            <a:r>
              <a:rPr lang="en-US" sz="3200" dirty="0"/>
              <a:t> Theorem</a:t>
            </a:r>
            <a:r>
              <a:rPr lang="en-US" dirty="0"/>
              <a:t>)</a:t>
            </a:r>
          </a:p>
        </p:txBody>
      </p:sp>
      <p:graphicFrame>
        <p:nvGraphicFramePr>
          <p:cNvPr id="8" name="Table 7">
            <a:extLst>
              <a:ext uri="{FF2B5EF4-FFF2-40B4-BE49-F238E27FC236}">
                <a16:creationId xmlns:a16="http://schemas.microsoft.com/office/drawing/2014/main" id="{0604BFE6-A44F-C393-EFEA-EE48FE2CEF08}"/>
              </a:ext>
            </a:extLst>
          </p:cNvPr>
          <p:cNvGraphicFramePr>
            <a:graphicFrameLocks noGrp="1"/>
          </p:cNvGraphicFramePr>
          <p:nvPr>
            <p:extLst>
              <p:ext uri="{D42A27DB-BD31-4B8C-83A1-F6EECF244321}">
                <p14:modId xmlns:p14="http://schemas.microsoft.com/office/powerpoint/2010/main" val="2720284982"/>
              </p:ext>
            </p:extLst>
          </p:nvPr>
        </p:nvGraphicFramePr>
        <p:xfrm>
          <a:off x="660435" y="3936091"/>
          <a:ext cx="10779091" cy="1737360"/>
        </p:xfrm>
        <a:graphic>
          <a:graphicData uri="http://schemas.openxmlformats.org/drawingml/2006/table">
            <a:tbl>
              <a:tblPr firstRow="1" bandRow="1">
                <a:tableStyleId>{5C22544A-7EE6-4342-B048-85BDC9FD1C3A}</a:tableStyleId>
              </a:tblPr>
              <a:tblGrid>
                <a:gridCol w="2076833">
                  <a:extLst>
                    <a:ext uri="{9D8B030D-6E8A-4147-A177-3AD203B41FA5}">
                      <a16:colId xmlns:a16="http://schemas.microsoft.com/office/drawing/2014/main" val="352681438"/>
                    </a:ext>
                  </a:extLst>
                </a:gridCol>
                <a:gridCol w="2667816">
                  <a:extLst>
                    <a:ext uri="{9D8B030D-6E8A-4147-A177-3AD203B41FA5}">
                      <a16:colId xmlns:a16="http://schemas.microsoft.com/office/drawing/2014/main" val="3650642300"/>
                    </a:ext>
                  </a:extLst>
                </a:gridCol>
                <a:gridCol w="6034442">
                  <a:extLst>
                    <a:ext uri="{9D8B030D-6E8A-4147-A177-3AD203B41FA5}">
                      <a16:colId xmlns:a16="http://schemas.microsoft.com/office/drawing/2014/main" val="4131319534"/>
                    </a:ext>
                  </a:extLst>
                </a:gridCol>
              </a:tblGrid>
              <a:tr h="370840">
                <a:tc>
                  <a:txBody>
                    <a:bodyPr/>
                    <a:lstStyle/>
                    <a:p>
                      <a:r>
                        <a:rPr lang="en-US" sz="1600" b="0" kern="1200" dirty="0">
                          <a:solidFill>
                            <a:schemeClr val="tx1"/>
                          </a:solidFill>
                          <a:effectLst/>
                          <a:latin typeface="+mn-lt"/>
                          <a:ea typeface="+mn-ea"/>
                          <a:cs typeface="+mn-cs"/>
                        </a:rPr>
                        <a:t>Relational DBs </a:t>
                      </a:r>
                    </a:p>
                    <a:p>
                      <a:r>
                        <a:rPr lang="en-US" sz="1600" b="0" kern="1200" dirty="0">
                          <a:solidFill>
                            <a:schemeClr val="tx1"/>
                          </a:solidFill>
                          <a:effectLst/>
                          <a:latin typeface="+mn-lt"/>
                          <a:ea typeface="+mn-ea"/>
                          <a:cs typeface="+mn-cs"/>
                        </a:rPr>
                        <a:t>(MySQL, SQL Server)</a:t>
                      </a:r>
                      <a:endParaRPr lang="en-US" sz="1600" b="0" dirty="0">
                        <a:solidFill>
                          <a:schemeClr val="tx1"/>
                        </a:solidFill>
                      </a:endParaRPr>
                    </a:p>
                  </a:txBody>
                  <a:tcPr>
                    <a:solidFill>
                      <a:schemeClr val="bg2"/>
                    </a:solidFill>
                  </a:tcPr>
                </a:tc>
                <a:tc>
                  <a:txBody>
                    <a:bodyPr/>
                    <a:lstStyle/>
                    <a:p>
                      <a:r>
                        <a:rPr lang="en-US" sz="1600" b="1" kern="1200" dirty="0">
                          <a:solidFill>
                            <a:schemeClr val="tx1"/>
                          </a:solidFill>
                          <a:effectLst/>
                          <a:latin typeface="+mn-lt"/>
                          <a:ea typeface="+mn-ea"/>
                          <a:cs typeface="+mn-cs"/>
                        </a:rPr>
                        <a:t>Consistency + Availability</a:t>
                      </a:r>
                      <a:endParaRPr lang="en-US" sz="1600" b="1" dirty="0">
                        <a:solidFill>
                          <a:schemeClr val="tx1"/>
                        </a:solidFill>
                      </a:endParaRPr>
                    </a:p>
                  </a:txBody>
                  <a:tcPr>
                    <a:solidFill>
                      <a:schemeClr val="bg2"/>
                    </a:solidFill>
                  </a:tcPr>
                </a:tc>
                <a:tc>
                  <a:txBody>
                    <a:bodyPr/>
                    <a:lstStyle/>
                    <a:p>
                      <a:r>
                        <a:rPr lang="en-US" sz="1600" b="0" kern="1200" dirty="0">
                          <a:solidFill>
                            <a:schemeClr val="tx1"/>
                          </a:solidFill>
                          <a:effectLst/>
                          <a:latin typeface="+mn-lt"/>
                          <a:ea typeface="+mn-ea"/>
                          <a:cs typeface="+mn-cs"/>
                        </a:rPr>
                        <a:t>Traditional databases prioritize consistency and availability but aren't partition-tolerant.</a:t>
                      </a:r>
                      <a:endParaRPr lang="en-US" sz="1600" b="0" dirty="0">
                        <a:solidFill>
                          <a:schemeClr val="tx1"/>
                        </a:solidFill>
                      </a:endParaRPr>
                    </a:p>
                  </a:txBody>
                  <a:tcPr>
                    <a:solidFill>
                      <a:schemeClr val="bg2"/>
                    </a:solidFill>
                  </a:tcPr>
                </a:tc>
                <a:extLst>
                  <a:ext uri="{0D108BD9-81ED-4DB2-BD59-A6C34878D82A}">
                    <a16:rowId xmlns:a16="http://schemas.microsoft.com/office/drawing/2014/main" val="3766247183"/>
                  </a:ext>
                </a:extLst>
              </a:tr>
              <a:tr h="370840">
                <a:tc>
                  <a:txBody>
                    <a:bodyPr/>
                    <a:lstStyle/>
                    <a:p>
                      <a:r>
                        <a:rPr lang="en-US" sz="1600" b="0" kern="1200" dirty="0">
                          <a:solidFill>
                            <a:schemeClr val="tx1"/>
                          </a:solidFill>
                          <a:effectLst/>
                          <a:latin typeface="+mn-lt"/>
                          <a:ea typeface="+mn-ea"/>
                          <a:cs typeface="+mn-cs"/>
                        </a:rPr>
                        <a:t>NoSQL DBs (Cassandra) </a:t>
                      </a:r>
                      <a:endParaRPr lang="en-US" sz="1600" b="0" dirty="0">
                        <a:solidFill>
                          <a:schemeClr val="tx1"/>
                        </a:solidFill>
                      </a:endParaRPr>
                    </a:p>
                  </a:txBody>
                  <a:tcPr/>
                </a:tc>
                <a:tc>
                  <a:txBody>
                    <a:bodyPr/>
                    <a:lstStyle/>
                    <a:p>
                      <a:r>
                        <a:rPr lang="en-US" sz="1600" b="1" kern="1200" dirty="0">
                          <a:solidFill>
                            <a:schemeClr val="tx1"/>
                          </a:solidFill>
                          <a:effectLst/>
                          <a:latin typeface="+mn-lt"/>
                          <a:ea typeface="+mn-ea"/>
                          <a:cs typeface="+mn-cs"/>
                        </a:rPr>
                        <a:t>Availability + Partition Tolerance</a:t>
                      </a:r>
                      <a:endParaRPr lang="en-US" sz="1600" b="1" dirty="0">
                        <a:solidFill>
                          <a:schemeClr val="tx1"/>
                        </a:solidFill>
                      </a:endParaRPr>
                    </a:p>
                  </a:txBody>
                  <a:tcPr/>
                </a:tc>
                <a:tc>
                  <a:txBody>
                    <a:bodyPr/>
                    <a:lstStyle/>
                    <a:p>
                      <a:r>
                        <a:rPr lang="en-US" sz="1600" kern="1200" dirty="0">
                          <a:solidFill>
                            <a:schemeClr val="tx1"/>
                          </a:solidFill>
                          <a:effectLst/>
                          <a:latin typeface="+mn-lt"/>
                          <a:ea typeface="+mn-ea"/>
                          <a:cs typeface="+mn-cs"/>
                        </a:rPr>
                        <a:t>Ensures the system remains responsive but might return outdated or inconsistent data.</a:t>
                      </a:r>
                      <a:endParaRPr lang="en-US" sz="1600" dirty="0">
                        <a:solidFill>
                          <a:schemeClr val="tx1"/>
                        </a:solidFill>
                      </a:endParaRPr>
                    </a:p>
                  </a:txBody>
                  <a:tcPr/>
                </a:tc>
                <a:extLst>
                  <a:ext uri="{0D108BD9-81ED-4DB2-BD59-A6C34878D82A}">
                    <a16:rowId xmlns:a16="http://schemas.microsoft.com/office/drawing/2014/main" val="72258850"/>
                  </a:ext>
                </a:extLst>
              </a:tr>
              <a:tr h="370840">
                <a:tc>
                  <a:txBody>
                    <a:bodyPr/>
                    <a:lstStyle/>
                    <a:p>
                      <a:r>
                        <a:rPr lang="en-US" sz="1600" b="0" kern="1200" dirty="0">
                          <a:solidFill>
                            <a:schemeClr val="tx1"/>
                          </a:solidFill>
                          <a:effectLst/>
                          <a:latin typeface="+mn-lt"/>
                          <a:ea typeface="+mn-ea"/>
                          <a:cs typeface="+mn-cs"/>
                        </a:rPr>
                        <a:t>Distributed DBs (HBase)</a:t>
                      </a:r>
                      <a:endParaRPr lang="en-US" sz="1600" b="0" dirty="0">
                        <a:solidFill>
                          <a:schemeClr val="tx1"/>
                        </a:solidFill>
                      </a:endParaRPr>
                    </a:p>
                  </a:txBody>
                  <a:tcPr/>
                </a:tc>
                <a:tc>
                  <a:txBody>
                    <a:bodyPr/>
                    <a:lstStyle/>
                    <a:p>
                      <a:r>
                        <a:rPr lang="en-US" sz="1600" b="1" kern="1200" dirty="0">
                          <a:solidFill>
                            <a:schemeClr val="tx1"/>
                          </a:solidFill>
                          <a:effectLst/>
                          <a:latin typeface="+mn-lt"/>
                          <a:ea typeface="+mn-ea"/>
                          <a:cs typeface="+mn-cs"/>
                        </a:rPr>
                        <a:t>Consistency + Partition Tolerance</a:t>
                      </a:r>
                      <a:endParaRPr lang="en-US" sz="1600" b="1" dirty="0">
                        <a:solidFill>
                          <a:schemeClr val="tx1"/>
                        </a:solidFill>
                      </a:endParaRPr>
                    </a:p>
                  </a:txBody>
                  <a:tcPr/>
                </a:tc>
                <a:tc>
                  <a:txBody>
                    <a:bodyPr/>
                    <a:lstStyle/>
                    <a:p>
                      <a:r>
                        <a:rPr lang="en-US" sz="1600" kern="1200" dirty="0">
                          <a:solidFill>
                            <a:schemeClr val="tx1"/>
                          </a:solidFill>
                          <a:effectLst/>
                          <a:latin typeface="+mn-lt"/>
                          <a:ea typeface="+mn-ea"/>
                          <a:cs typeface="+mn-cs"/>
                        </a:rPr>
                        <a:t>Ensures data consistency but sacrifices availability during network partitions</a:t>
                      </a:r>
                      <a:endParaRPr lang="en-US" sz="1600" dirty="0">
                        <a:solidFill>
                          <a:schemeClr val="tx1"/>
                        </a:solidFill>
                      </a:endParaRPr>
                    </a:p>
                  </a:txBody>
                  <a:tcPr/>
                </a:tc>
                <a:extLst>
                  <a:ext uri="{0D108BD9-81ED-4DB2-BD59-A6C34878D82A}">
                    <a16:rowId xmlns:a16="http://schemas.microsoft.com/office/drawing/2014/main" val="1321755165"/>
                  </a:ext>
                </a:extLst>
              </a:tr>
            </a:tbl>
          </a:graphicData>
        </a:graphic>
      </p:graphicFrame>
    </p:spTree>
    <p:extLst>
      <p:ext uri="{BB962C8B-B14F-4D97-AF65-F5344CB8AC3E}">
        <p14:creationId xmlns:p14="http://schemas.microsoft.com/office/powerpoint/2010/main" val="4277332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16CA73-FBF3-3484-3D05-6556343C7A4F}"/>
              </a:ext>
            </a:extLst>
          </p:cNvPr>
          <p:cNvSpPr>
            <a:spLocks noGrp="1"/>
          </p:cNvSpPr>
          <p:nvPr>
            <p:ph sz="half" idx="1"/>
          </p:nvPr>
        </p:nvSpPr>
        <p:spPr/>
        <p:txBody>
          <a:bodyPr/>
          <a:lstStyle/>
          <a:p>
            <a:pPr algn="just"/>
            <a:r>
              <a:rPr lang="en-US" sz="2400" b="1" dirty="0"/>
              <a:t>Volatile Storage (Memory):</a:t>
            </a:r>
          </a:p>
          <a:p>
            <a:pPr lvl="1" algn="just">
              <a:lnSpc>
                <a:spcPct val="100000"/>
              </a:lnSpc>
            </a:pPr>
            <a:r>
              <a:rPr lang="en-US" sz="2000" dirty="0"/>
              <a:t>A fast and temporary, ideal for real-time data processing, system operations, and running applications. </a:t>
            </a:r>
          </a:p>
          <a:p>
            <a:pPr lvl="1" algn="just">
              <a:lnSpc>
                <a:spcPct val="100000"/>
              </a:lnSpc>
            </a:pPr>
            <a:r>
              <a:rPr lang="en-US" sz="2000" dirty="0"/>
              <a:t>However, it requires constant power to retain data and loses everything when power is lost. </a:t>
            </a:r>
          </a:p>
          <a:p>
            <a:pPr lvl="1" algn="just">
              <a:lnSpc>
                <a:spcPct val="100000"/>
              </a:lnSpc>
            </a:pPr>
            <a:r>
              <a:rPr lang="en-US" sz="2000" dirty="0"/>
              <a:t>Examples include RAM, cache memory, and registers.</a:t>
            </a:r>
          </a:p>
          <a:p>
            <a:pPr algn="just"/>
            <a:r>
              <a:rPr lang="en-US" sz="2400" b="1" dirty="0"/>
              <a:t>Non-Volatile Storage:</a:t>
            </a:r>
          </a:p>
          <a:p>
            <a:pPr lvl="1" algn="just">
              <a:lnSpc>
                <a:spcPct val="100000"/>
              </a:lnSpc>
            </a:pPr>
            <a:r>
              <a:rPr lang="en-US" sz="2000" dirty="0"/>
              <a:t>Retains data even without power, making it ideal for long-term storage needs. </a:t>
            </a:r>
          </a:p>
          <a:p>
            <a:pPr lvl="1" algn="just">
              <a:lnSpc>
                <a:spcPct val="100000"/>
              </a:lnSpc>
            </a:pPr>
            <a:r>
              <a:rPr lang="en-US" sz="2000" dirty="0"/>
              <a:t>Slower than volatile memory but offers much higher capacity. </a:t>
            </a:r>
          </a:p>
          <a:p>
            <a:pPr lvl="1" algn="just">
              <a:lnSpc>
                <a:spcPct val="100000"/>
              </a:lnSpc>
            </a:pPr>
            <a:r>
              <a:rPr lang="en-US" sz="2000" dirty="0"/>
              <a:t>Examples include HDDs, SSDs, USB flash drives, optical media, and magnetic tape.</a:t>
            </a:r>
          </a:p>
        </p:txBody>
      </p:sp>
      <p:sp>
        <p:nvSpPr>
          <p:cNvPr id="3" name="Content Placeholder 2">
            <a:extLst>
              <a:ext uri="{FF2B5EF4-FFF2-40B4-BE49-F238E27FC236}">
                <a16:creationId xmlns:a16="http://schemas.microsoft.com/office/drawing/2014/main" id="{97D15557-597C-0EF6-6D66-7274EB403B3B}"/>
              </a:ext>
            </a:extLst>
          </p:cNvPr>
          <p:cNvSpPr>
            <a:spLocks noGrp="1"/>
          </p:cNvSpPr>
          <p:nvPr>
            <p:ph sz="half" idx="10"/>
          </p:nvPr>
        </p:nvSpPr>
        <p:spPr/>
        <p:txBody>
          <a:bodyPr>
            <a:normAutofit fontScale="92500" lnSpcReduction="10000"/>
          </a:bodyPr>
          <a:lstStyle/>
          <a:p>
            <a:r>
              <a:rPr lang="en-IN" sz="3600" dirty="0"/>
              <a:t>Storage</a:t>
            </a:r>
          </a:p>
        </p:txBody>
      </p:sp>
    </p:spTree>
    <p:extLst>
      <p:ext uri="{BB962C8B-B14F-4D97-AF65-F5344CB8AC3E}">
        <p14:creationId xmlns:p14="http://schemas.microsoft.com/office/powerpoint/2010/main" val="2647249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AB931C-C139-69F7-DC57-D552DAF2BFB2}"/>
              </a:ext>
            </a:extLst>
          </p:cNvPr>
          <p:cNvSpPr>
            <a:spLocks noGrp="1"/>
          </p:cNvSpPr>
          <p:nvPr>
            <p:ph sz="half" idx="1"/>
          </p:nvPr>
        </p:nvSpPr>
        <p:spPr/>
        <p:txBody>
          <a:bodyPr>
            <a:normAutofit/>
          </a:bodyPr>
          <a:lstStyle/>
          <a:p>
            <a:r>
              <a:rPr lang="en-US" sz="2400"/>
              <a:t>A technique used to temporarily store copies of data in a cache which is a high-speed data storage layer.</a:t>
            </a:r>
          </a:p>
          <a:p>
            <a:r>
              <a:rPr lang="en-US" sz="2400"/>
              <a:t>Used to server future requests for that data can be served faster. </a:t>
            </a:r>
          </a:p>
          <a:p>
            <a:r>
              <a:rPr lang="en-US" sz="2400"/>
              <a:t>Caching is a critical strategy for improving the efficiency and performance of a system. </a:t>
            </a:r>
          </a:p>
        </p:txBody>
      </p:sp>
      <p:sp>
        <p:nvSpPr>
          <p:cNvPr id="3" name="Content Placeholder 2">
            <a:extLst>
              <a:ext uri="{FF2B5EF4-FFF2-40B4-BE49-F238E27FC236}">
                <a16:creationId xmlns:a16="http://schemas.microsoft.com/office/drawing/2014/main" id="{E97F4C62-B553-2D53-7C9F-D7FECEBB5C93}"/>
              </a:ext>
            </a:extLst>
          </p:cNvPr>
          <p:cNvSpPr>
            <a:spLocks noGrp="1"/>
          </p:cNvSpPr>
          <p:nvPr>
            <p:ph sz="half" idx="10"/>
          </p:nvPr>
        </p:nvSpPr>
        <p:spPr/>
        <p:txBody>
          <a:bodyPr/>
          <a:lstStyle/>
          <a:p>
            <a:r>
              <a:rPr lang="en-IN"/>
              <a:t>Caching</a:t>
            </a:r>
            <a:endParaRPr lang="en-US"/>
          </a:p>
        </p:txBody>
      </p:sp>
      <p:pic>
        <p:nvPicPr>
          <p:cNvPr id="1026" name="Picture 2" descr="How cache-aside pattern works?">
            <a:extLst>
              <a:ext uri="{FF2B5EF4-FFF2-40B4-BE49-F238E27FC236}">
                <a16:creationId xmlns:a16="http://schemas.microsoft.com/office/drawing/2014/main" id="{38C35501-B57B-D8D7-B624-4068822B5E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203" r="-145" b="-255"/>
          <a:stretch/>
        </p:blipFill>
        <p:spPr bwMode="auto">
          <a:xfrm>
            <a:off x="6519335" y="3570269"/>
            <a:ext cx="2550020" cy="28995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F166170-D688-95F6-F5F4-7F3F40BFD02F}"/>
              </a:ext>
            </a:extLst>
          </p:cNvPr>
          <p:cNvPicPr>
            <a:picLocks noChangeAspect="1"/>
          </p:cNvPicPr>
          <p:nvPr/>
        </p:nvPicPr>
        <p:blipFill>
          <a:blip r:embed="rId3"/>
          <a:stretch>
            <a:fillRect/>
          </a:stretch>
        </p:blipFill>
        <p:spPr>
          <a:xfrm>
            <a:off x="2171527" y="3570229"/>
            <a:ext cx="3412792" cy="2899674"/>
          </a:xfrm>
          <a:prstGeom prst="rect">
            <a:avLst/>
          </a:prstGeom>
        </p:spPr>
      </p:pic>
    </p:spTree>
    <p:extLst>
      <p:ext uri="{BB962C8B-B14F-4D97-AF65-F5344CB8AC3E}">
        <p14:creationId xmlns:p14="http://schemas.microsoft.com/office/powerpoint/2010/main" val="414671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BCC1C-D5FB-66F4-BEE0-5B6687021762}"/>
              </a:ext>
            </a:extLst>
          </p:cNvPr>
          <p:cNvSpPr>
            <a:spLocks noGrp="1"/>
          </p:cNvSpPr>
          <p:nvPr>
            <p:ph sz="half" idx="1"/>
          </p:nvPr>
        </p:nvSpPr>
        <p:spPr/>
        <p:txBody>
          <a:bodyPr>
            <a:normAutofit/>
          </a:bodyPr>
          <a:lstStyle/>
          <a:p>
            <a:pPr algn="just"/>
            <a:r>
              <a:rPr lang="en-US" sz="2400" b="1"/>
              <a:t>In-memory cache</a:t>
            </a:r>
            <a:r>
              <a:rPr lang="en-US" sz="2400"/>
              <a:t> - Store data in RAM for low-latency access.</a:t>
            </a:r>
          </a:p>
          <a:p>
            <a:pPr algn="just"/>
            <a:r>
              <a:rPr lang="en-US" sz="2400" b="1"/>
              <a:t>Distributed cache</a:t>
            </a:r>
            <a:r>
              <a:rPr lang="en-US" sz="2400"/>
              <a:t> - Span multiple servers to provide a large pool of memory.</a:t>
            </a:r>
          </a:p>
          <a:p>
            <a:pPr algn="just"/>
            <a:r>
              <a:rPr lang="en-US" sz="2400" b="1"/>
              <a:t>Database cache</a:t>
            </a:r>
            <a:r>
              <a:rPr lang="en-US" sz="2400"/>
              <a:t> - Involve keeping frequently accessed query results.</a:t>
            </a:r>
          </a:p>
          <a:p>
            <a:pPr algn="just"/>
            <a:r>
              <a:rPr lang="en-US" sz="2400" b="1"/>
              <a:t>Web caching</a:t>
            </a:r>
            <a:r>
              <a:rPr lang="en-US" sz="2400"/>
              <a:t> - Web pages are stored temporarily to reduce server load, bandwidth usage, and perceived lag.</a:t>
            </a:r>
          </a:p>
        </p:txBody>
      </p:sp>
      <p:sp>
        <p:nvSpPr>
          <p:cNvPr id="3" name="Content Placeholder 2">
            <a:extLst>
              <a:ext uri="{FF2B5EF4-FFF2-40B4-BE49-F238E27FC236}">
                <a16:creationId xmlns:a16="http://schemas.microsoft.com/office/drawing/2014/main" id="{46A23890-ED2D-8AD5-54FD-2E5339E6FA40}"/>
              </a:ext>
            </a:extLst>
          </p:cNvPr>
          <p:cNvSpPr>
            <a:spLocks noGrp="1"/>
          </p:cNvSpPr>
          <p:nvPr>
            <p:ph sz="half" idx="10"/>
          </p:nvPr>
        </p:nvSpPr>
        <p:spPr/>
        <p:txBody>
          <a:bodyPr/>
          <a:lstStyle/>
          <a:p>
            <a:r>
              <a:rPr lang="en-IN"/>
              <a:t>Types of Cache</a:t>
            </a:r>
            <a:endParaRPr lang="en-US"/>
          </a:p>
        </p:txBody>
      </p:sp>
    </p:spTree>
    <p:extLst>
      <p:ext uri="{BB962C8B-B14F-4D97-AF65-F5344CB8AC3E}">
        <p14:creationId xmlns:p14="http://schemas.microsoft.com/office/powerpoint/2010/main" val="116575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5E6C3A-A373-BC94-C738-B5EAEC9479C8}"/>
              </a:ext>
            </a:extLst>
          </p:cNvPr>
          <p:cNvSpPr>
            <a:spLocks noGrp="1"/>
          </p:cNvSpPr>
          <p:nvPr>
            <p:ph sz="half" idx="1"/>
          </p:nvPr>
        </p:nvSpPr>
        <p:spPr/>
        <p:txBody>
          <a:bodyPr/>
          <a:lstStyle/>
          <a:p>
            <a:pPr algn="just"/>
            <a:r>
              <a:rPr lang="en-US" b="1"/>
              <a:t>Key-value Database</a:t>
            </a:r>
            <a:r>
              <a:rPr lang="en-US"/>
              <a:t> - A persistent storage system used for managing data sets where each item is stored as a key-value pair. Designed for durability and often supports complex data types.</a:t>
            </a:r>
          </a:p>
          <a:p>
            <a:pPr algn="just"/>
            <a:r>
              <a:rPr lang="en-US" b="1"/>
              <a:t>Cache</a:t>
            </a:r>
            <a:r>
              <a:rPr lang="en-US"/>
              <a:t> - A temporary storage layer that keeps a subset of data in memory for high-speed access, improving performance by reducing data retrieval times. A volatile storage where data can be lost on restarts or stop.</a:t>
            </a:r>
          </a:p>
        </p:txBody>
      </p:sp>
      <p:sp>
        <p:nvSpPr>
          <p:cNvPr id="3" name="Content Placeholder 2">
            <a:extLst>
              <a:ext uri="{FF2B5EF4-FFF2-40B4-BE49-F238E27FC236}">
                <a16:creationId xmlns:a16="http://schemas.microsoft.com/office/drawing/2014/main" id="{7DA48FB7-C08B-10E8-45F9-EACE2D908493}"/>
              </a:ext>
            </a:extLst>
          </p:cNvPr>
          <p:cNvSpPr>
            <a:spLocks noGrp="1"/>
          </p:cNvSpPr>
          <p:nvPr>
            <p:ph sz="half" idx="10"/>
          </p:nvPr>
        </p:nvSpPr>
        <p:spPr/>
        <p:txBody>
          <a:bodyPr/>
          <a:lstStyle/>
          <a:p>
            <a:r>
              <a:rPr lang="en-US"/>
              <a:t>Key Value vs Cache</a:t>
            </a:r>
          </a:p>
        </p:txBody>
      </p:sp>
    </p:spTree>
    <p:extLst>
      <p:ext uri="{BB962C8B-B14F-4D97-AF65-F5344CB8AC3E}">
        <p14:creationId xmlns:p14="http://schemas.microsoft.com/office/powerpoint/2010/main" val="2763267385"/>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442</TotalTime>
  <Words>3515</Words>
  <Application>Microsoft Office PowerPoint</Application>
  <PresentationFormat>Widescreen</PresentationFormat>
  <Paragraphs>268</Paragraphs>
  <Slides>26</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Roboto</vt:lpstr>
      <vt:lpstr>Roboto Light</vt:lpstr>
      <vt:lpstr>Segoe UI</vt:lpstr>
      <vt:lpstr>ScholarHat Layout</vt:lpstr>
      <vt:lpstr>Agenda</vt:lpstr>
      <vt:lpstr>PowerPoint Presentation</vt:lpstr>
      <vt:lpstr>System Design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Design Concepts For Databases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110</cp:revision>
  <dcterms:created xsi:type="dcterms:W3CDTF">2015-04-26T09:42:00Z</dcterms:created>
  <dcterms:modified xsi:type="dcterms:W3CDTF">2025-05-12T03:08:02Z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1033-11.2.0.8942</vt:lpwstr>
  </property>
</Properties>
</file>