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9" r:id="rId1"/>
  </p:sldMasterIdLst>
  <p:notesMasterIdLst>
    <p:notesMasterId r:id="rId11"/>
  </p:notesMasterIdLst>
  <p:handoutMasterIdLst>
    <p:handoutMasterId r:id="rId12"/>
  </p:handoutMasterIdLst>
  <p:sldIdLst>
    <p:sldId id="522" r:id="rId2"/>
    <p:sldId id="2147469472" r:id="rId3"/>
    <p:sldId id="2147469481" r:id="rId4"/>
    <p:sldId id="2147469471" r:id="rId5"/>
    <p:sldId id="589" r:id="rId6"/>
    <p:sldId id="2147469478" r:id="rId7"/>
    <p:sldId id="2147469470" r:id="rId8"/>
    <p:sldId id="3767" r:id="rId9"/>
    <p:sldId id="21474694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12A"/>
    <a:srgbClr val="00F0EA"/>
    <a:srgbClr val="01FFFF"/>
    <a:srgbClr val="02080A"/>
    <a:srgbClr val="0D3B4F"/>
    <a:srgbClr val="030D11"/>
    <a:srgbClr val="00D1CF"/>
    <a:srgbClr val="104862"/>
    <a:srgbClr val="146BD8"/>
    <a:srgbClr val="F481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10" autoAdjust="0"/>
    <p:restoredTop sz="96652" autoAdjust="0"/>
  </p:normalViewPr>
  <p:slideViewPr>
    <p:cSldViewPr snapToGrid="0">
      <p:cViewPr varScale="1">
        <p:scale>
          <a:sx n="113" d="100"/>
          <a:sy n="113" d="100"/>
        </p:scale>
        <p:origin x="126" y="210"/>
      </p:cViewPr>
      <p:guideLst/>
    </p:cSldViewPr>
  </p:slideViewPr>
  <p:outlineViewPr>
    <p:cViewPr>
      <p:scale>
        <a:sx n="33" d="100"/>
        <a:sy n="33" d="100"/>
      </p:scale>
      <p:origin x="0" y="-2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346AA84C-7473-4712-B768-646A58365A1A}"/>
    <pc:docChg chg="custSel modSld">
      <pc:chgData name="Shailendra Chauhan" userId="a7d3133f-e197-4b90-bf63-99a63a264234" providerId="ADAL" clId="{346AA84C-7473-4712-B768-646A58365A1A}" dt="2024-08-04T12:16:40.372" v="3" actId="14100"/>
      <pc:docMkLst>
        <pc:docMk/>
      </pc:docMkLst>
      <pc:sldChg chg="modSp mod modClrScheme chgLayout">
        <pc:chgData name="Shailendra Chauhan" userId="a7d3133f-e197-4b90-bf63-99a63a264234" providerId="ADAL" clId="{346AA84C-7473-4712-B768-646A58365A1A}" dt="2024-08-04T12:16:40.372" v="3" actId="14100"/>
        <pc:sldMkLst>
          <pc:docMk/>
          <pc:sldMk cId="2935051063" sldId="589"/>
        </pc:sldMkLst>
      </pc:sldChg>
      <pc:sldChg chg="modSp mod">
        <pc:chgData name="Shailendra Chauhan" userId="a7d3133f-e197-4b90-bf63-99a63a264234" providerId="ADAL" clId="{346AA84C-7473-4712-B768-646A58365A1A}" dt="2024-07-28T12:27:05.794" v="1" actId="1076"/>
        <pc:sldMkLst>
          <pc:docMk/>
          <pc:sldMk cId="1146004687" sldId="2147469471"/>
        </pc:sldMkLst>
      </pc:sldChg>
    </pc:docChg>
  </pc:docChgLst>
  <pc:docChgLst>
    <pc:chgData name="Shailendra Chauhan" userId="a7d3133f-e197-4b90-bf63-99a63a264234" providerId="ADAL" clId="{9113F4EE-903F-4D41-BF10-A0567851644E}"/>
    <pc:docChg chg="undo redo custSel addSld delSld modSld sldOrd">
      <pc:chgData name="Shailendra Chauhan" userId="a7d3133f-e197-4b90-bf63-99a63a264234" providerId="ADAL" clId="{9113F4EE-903F-4D41-BF10-A0567851644E}" dt="2024-03-03T03:50:36.226" v="2399"/>
      <pc:docMkLst>
        <pc:docMk/>
      </pc:docMkLst>
      <pc:sldChg chg="modSp mod ord modAnim">
        <pc:chgData name="Shailendra Chauhan" userId="a7d3133f-e197-4b90-bf63-99a63a264234" providerId="ADAL" clId="{9113F4EE-903F-4D41-BF10-A0567851644E}" dt="2024-03-03T03:19:20.157" v="1596" actId="255"/>
        <pc:sldMkLst>
          <pc:docMk/>
          <pc:sldMk cId="3512944171" sldId="506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4164146515" sldId="507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668854724" sldId="508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622747516" sldId="509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1189860744" sldId="510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2861316933" sldId="511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1891838612" sldId="512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3619553149" sldId="513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1192656721" sldId="514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1473136694" sldId="515"/>
        </pc:sldMkLst>
      </pc:sldChg>
      <pc:sldChg chg="del">
        <pc:chgData name="Shailendra Chauhan" userId="a7d3133f-e197-4b90-bf63-99a63a264234" providerId="ADAL" clId="{9113F4EE-903F-4D41-BF10-A0567851644E}" dt="2024-03-03T03:23:17.285" v="1639" actId="2696"/>
        <pc:sldMkLst>
          <pc:docMk/>
          <pc:sldMk cId="2897014893" sldId="516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2983742983" sldId="517"/>
        </pc:sldMkLst>
      </pc:sldChg>
      <pc:sldChg chg="add setBg">
        <pc:chgData name="Shailendra Chauhan" userId="a7d3133f-e197-4b90-bf63-99a63a264234" providerId="ADAL" clId="{9113F4EE-903F-4D41-BF10-A0567851644E}" dt="2024-03-03T03:40:50.763" v="2099"/>
        <pc:sldMkLst>
          <pc:docMk/>
          <pc:sldMk cId="1037121074" sldId="518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4264975209" sldId="518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3924151125" sldId="519"/>
        </pc:sldMkLst>
      </pc:sldChg>
      <pc:sldChg chg="del">
        <pc:chgData name="Shailendra Chauhan" userId="a7d3133f-e197-4b90-bf63-99a63a264234" providerId="ADAL" clId="{9113F4EE-903F-4D41-BF10-A0567851644E}" dt="2024-03-03T03:23:17.285" v="1639" actId="2696"/>
        <pc:sldMkLst>
          <pc:docMk/>
          <pc:sldMk cId="3060720955" sldId="520"/>
        </pc:sldMkLst>
      </pc:sldChg>
      <pc:sldChg chg="del">
        <pc:chgData name="Shailendra Chauhan" userId="a7d3133f-e197-4b90-bf63-99a63a264234" providerId="ADAL" clId="{9113F4EE-903F-4D41-BF10-A0567851644E}" dt="2024-03-03T01:32:44.828" v="113" actId="2696"/>
        <pc:sldMkLst>
          <pc:docMk/>
          <pc:sldMk cId="3499953525" sldId="521"/>
        </pc:sldMkLst>
      </pc:sldChg>
      <pc:sldChg chg="modSp mod">
        <pc:chgData name="Shailendra Chauhan" userId="a7d3133f-e197-4b90-bf63-99a63a264234" providerId="ADAL" clId="{9113F4EE-903F-4D41-BF10-A0567851644E}" dt="2024-03-03T03:50:36.226" v="2399"/>
        <pc:sldMkLst>
          <pc:docMk/>
          <pc:sldMk cId="3384716785" sldId="522"/>
        </pc:sldMkLst>
      </pc:sldChg>
      <pc:sldChg chg="modSp add">
        <pc:chgData name="Shailendra Chauhan" userId="a7d3133f-e197-4b90-bf63-99a63a264234" providerId="ADAL" clId="{9113F4EE-903F-4D41-BF10-A0567851644E}" dt="2024-03-03T03:38:48.512" v="2044" actId="404"/>
        <pc:sldMkLst>
          <pc:docMk/>
          <pc:sldMk cId="2935051063" sldId="589"/>
        </pc:sldMkLst>
      </pc:sldChg>
      <pc:sldChg chg="add">
        <pc:chgData name="Shailendra Chauhan" userId="a7d3133f-e197-4b90-bf63-99a63a264234" providerId="ADAL" clId="{9113F4EE-903F-4D41-BF10-A0567851644E}" dt="2024-03-03T03:23:12.535" v="1638"/>
        <pc:sldMkLst>
          <pc:docMk/>
          <pc:sldMk cId="0" sldId="3767"/>
        </pc:sldMkLst>
      </pc:sldChg>
      <pc:sldChg chg="del">
        <pc:chgData name="Shailendra Chauhan" userId="a7d3133f-e197-4b90-bf63-99a63a264234" providerId="ADAL" clId="{9113F4EE-903F-4D41-BF10-A0567851644E}" dt="2024-03-03T01:32:47.203" v="114" actId="2696"/>
        <pc:sldMkLst>
          <pc:docMk/>
          <pc:sldMk cId="2015108213" sldId="3829"/>
        </pc:sldMkLst>
      </pc:sldChg>
      <pc:sldChg chg="del">
        <pc:chgData name="Shailendra Chauhan" userId="a7d3133f-e197-4b90-bf63-99a63a264234" providerId="ADAL" clId="{9113F4EE-903F-4D41-BF10-A0567851644E}" dt="2024-03-03T02:49:50.693" v="1295" actId="2696"/>
        <pc:sldMkLst>
          <pc:docMk/>
          <pc:sldMk cId="551833333" sldId="2147469469"/>
        </pc:sldMkLst>
      </pc:sldChg>
      <pc:sldChg chg="modSp add">
        <pc:chgData name="Shailendra Chauhan" userId="a7d3133f-e197-4b90-bf63-99a63a264234" providerId="ADAL" clId="{9113F4EE-903F-4D41-BF10-A0567851644E}" dt="2024-03-03T03:25:48.983" v="1656" actId="20577"/>
        <pc:sldMkLst>
          <pc:docMk/>
          <pc:sldMk cId="777719674" sldId="2147469470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2657283964" sldId="2147469470"/>
        </pc:sldMkLst>
      </pc:sldChg>
      <pc:sldChg chg="modSp new mod">
        <pc:chgData name="Shailendra Chauhan" userId="a7d3133f-e197-4b90-bf63-99a63a264234" providerId="ADAL" clId="{9113F4EE-903F-4D41-BF10-A0567851644E}" dt="2024-03-03T03:19:42.627" v="1604" actId="20577"/>
        <pc:sldMkLst>
          <pc:docMk/>
          <pc:sldMk cId="1146004687" sldId="2147469471"/>
        </pc:sldMkLst>
      </pc:sldChg>
      <pc:sldChg chg="addSp delSp modSp new mod">
        <pc:chgData name="Shailendra Chauhan" userId="a7d3133f-e197-4b90-bf63-99a63a264234" providerId="ADAL" clId="{9113F4EE-903F-4D41-BF10-A0567851644E}" dt="2024-03-03T03:08:32.995" v="1420" actId="20577"/>
        <pc:sldMkLst>
          <pc:docMk/>
          <pc:sldMk cId="1033391124" sldId="2147469472"/>
        </pc:sldMkLst>
      </pc:sldChg>
      <pc:sldChg chg="modSp new del mod">
        <pc:chgData name="Shailendra Chauhan" userId="a7d3133f-e197-4b90-bf63-99a63a264234" providerId="ADAL" clId="{9113F4EE-903F-4D41-BF10-A0567851644E}" dt="2024-03-03T03:17:09.216" v="1575" actId="2696"/>
        <pc:sldMkLst>
          <pc:docMk/>
          <pc:sldMk cId="1119291873" sldId="2147469473"/>
        </pc:sldMkLst>
      </pc:sldChg>
      <pc:sldChg chg="modSp add mod modAnim">
        <pc:chgData name="Shailendra Chauhan" userId="a7d3133f-e197-4b90-bf63-99a63a264234" providerId="ADAL" clId="{9113F4EE-903F-4D41-BF10-A0567851644E}" dt="2024-03-03T03:38:18.383" v="2041" actId="20577"/>
        <pc:sldMkLst>
          <pc:docMk/>
          <pc:sldMk cId="2153596904" sldId="2147469478"/>
        </pc:sldMkLst>
      </pc:sldChg>
      <pc:sldChg chg="add del">
        <pc:chgData name="Shailendra Chauhan" userId="a7d3133f-e197-4b90-bf63-99a63a264234" providerId="ADAL" clId="{9113F4EE-903F-4D41-BF10-A0567851644E}" dt="2024-03-03T03:31:25.630" v="1766" actId="2696"/>
        <pc:sldMkLst>
          <pc:docMk/>
          <pc:sldMk cId="3547951538" sldId="2147469479"/>
        </pc:sldMkLst>
      </pc:sldChg>
      <pc:sldChg chg="modSp new mod">
        <pc:chgData name="Shailendra Chauhan" userId="a7d3133f-e197-4b90-bf63-99a63a264234" providerId="ADAL" clId="{9113F4EE-903F-4D41-BF10-A0567851644E}" dt="2024-03-03T03:50:11.018" v="2383" actId="20577"/>
        <pc:sldMkLst>
          <pc:docMk/>
          <pc:sldMk cId="4068494065" sldId="2147469480"/>
        </pc:sldMkLst>
      </pc:sldChg>
      <pc:sldMasterChg chg="delSldLayout">
        <pc:chgData name="Shailendra Chauhan" userId="a7d3133f-e197-4b90-bf63-99a63a264234" providerId="ADAL" clId="{9113F4EE-903F-4D41-BF10-A0567851644E}" dt="2024-03-03T03:23:17.285" v="1639" actId="2696"/>
        <pc:sldMasterMkLst>
          <pc:docMk/>
          <pc:sldMasterMk cId="3873625259" sldId="2147483676"/>
        </pc:sldMasterMkLst>
        <pc:sldLayoutChg chg="del">
          <pc:chgData name="Shailendra Chauhan" userId="a7d3133f-e197-4b90-bf63-99a63a264234" providerId="ADAL" clId="{9113F4EE-903F-4D41-BF10-A0567851644E}" dt="2024-03-03T03:23:17.285" v="1639" actId="2696"/>
          <pc:sldLayoutMkLst>
            <pc:docMk/>
            <pc:sldMasterMk cId="3873625259" sldId="2147483676"/>
            <pc:sldLayoutMk cId="3330936234" sldId="2147483696"/>
          </pc:sldLayoutMkLst>
        </pc:sldLayoutChg>
      </pc:sldMasterChg>
    </pc:docChg>
  </pc:docChgLst>
  <pc:docChgLst>
    <pc:chgData name="Shailendra Chauhan" userId="a7d3133f-e197-4b90-bf63-99a63a264234" providerId="ADAL" clId="{99A1BA03-5DB0-45B8-9E53-BF58DDDE3825}"/>
    <pc:docChg chg="custSel addSld delSld modSld sldOrd">
      <pc:chgData name="Shailendra Chauhan" userId="a7d3133f-e197-4b90-bf63-99a63a264234" providerId="ADAL" clId="{99A1BA03-5DB0-45B8-9E53-BF58DDDE3825}" dt="2024-03-15T02:11:58.114" v="51"/>
      <pc:docMkLst>
        <pc:docMk/>
      </pc:docMkLst>
      <pc:sldChg chg="modSp del mod chgLayout">
        <pc:chgData name="Shailendra Chauhan" userId="a7d3133f-e197-4b90-bf63-99a63a264234" providerId="ADAL" clId="{99A1BA03-5DB0-45B8-9E53-BF58DDDE3825}" dt="2024-03-15T02:08:01.965" v="21" actId="2696"/>
        <pc:sldMkLst>
          <pc:docMk/>
          <pc:sldMk cId="3512944171" sldId="506"/>
        </pc:sldMkLst>
      </pc:sldChg>
      <pc:sldChg chg="addSp delSp modSp mod modClrScheme chgLayout">
        <pc:chgData name="Shailendra Chauhan" userId="a7d3133f-e197-4b90-bf63-99a63a264234" providerId="ADAL" clId="{99A1BA03-5DB0-45B8-9E53-BF58DDDE3825}" dt="2024-03-15T02:11:58.114" v="51"/>
        <pc:sldMkLst>
          <pc:docMk/>
          <pc:sldMk cId="1146004687" sldId="2147469471"/>
        </pc:sldMkLst>
      </pc:sldChg>
      <pc:sldChg chg="addSp delSp modSp new mod ord">
        <pc:chgData name="Shailendra Chauhan" userId="a7d3133f-e197-4b90-bf63-99a63a264234" providerId="ADAL" clId="{99A1BA03-5DB0-45B8-9E53-BF58DDDE3825}" dt="2024-03-15T02:10:12.044" v="27" actId="1076"/>
        <pc:sldMkLst>
          <pc:docMk/>
          <pc:sldMk cId="2223591512" sldId="2147469481"/>
        </pc:sldMkLst>
      </pc:sldChg>
    </pc:docChg>
  </pc:docChgLst>
  <pc:docChgLst>
    <pc:chgData name="Shailendra Chauhan" userId="a7d3133f-e197-4b90-bf63-99a63a264234" providerId="ADAL" clId="{1C482608-A55D-4014-ACEC-2808D16E4FE3}"/>
    <pc:docChg chg="delSld modSld">
      <pc:chgData name="Shailendra Chauhan" userId="a7d3133f-e197-4b90-bf63-99a63a264234" providerId="ADAL" clId="{1C482608-A55D-4014-ACEC-2808D16E4FE3}" dt="2025-06-03T06:06:16.345" v="5" actId="20577"/>
      <pc:docMkLst>
        <pc:docMk/>
      </pc:docMkLst>
      <pc:sldChg chg="del">
        <pc:chgData name="Shailendra Chauhan" userId="a7d3133f-e197-4b90-bf63-99a63a264234" providerId="ADAL" clId="{1C482608-A55D-4014-ACEC-2808D16E4FE3}" dt="2025-06-03T06:06:10.605" v="0" actId="2696"/>
        <pc:sldMkLst>
          <pc:docMk/>
          <pc:sldMk cId="1037121074" sldId="518"/>
        </pc:sldMkLst>
      </pc:sldChg>
      <pc:sldChg chg="modSp mod">
        <pc:chgData name="Shailendra Chauhan" userId="a7d3133f-e197-4b90-bf63-99a63a264234" providerId="ADAL" clId="{1C482608-A55D-4014-ACEC-2808D16E4FE3}" dt="2025-06-03T06:06:16.345" v="5" actId="20577"/>
        <pc:sldMkLst>
          <pc:docMk/>
          <pc:sldMk cId="0" sldId="3767"/>
        </pc:sldMkLst>
        <pc:spChg chg="mod">
          <ac:chgData name="Shailendra Chauhan" userId="a7d3133f-e197-4b90-bf63-99a63a264234" providerId="ADAL" clId="{1C482608-A55D-4014-ACEC-2808D16E4FE3}" dt="2025-06-03T06:06:16.345" v="5" actId="20577"/>
          <ac:spMkLst>
            <pc:docMk/>
            <pc:sldMk cId="0" sldId="3767"/>
            <ac:spMk id="7" creationId="{00000000-0000-0000-0000-000000000000}"/>
          </ac:spMkLst>
        </pc:spChg>
      </pc:sldChg>
    </pc:docChg>
  </pc:docChgLst>
  <pc:docChgLst>
    <pc:chgData name="Shailendra Chauhan" userId="a7d3133f-e197-4b90-bf63-99a63a264234" providerId="ADAL" clId="{D6F962F5-3F20-47CE-A5F8-CB8AA22AF2AA}"/>
    <pc:docChg chg="modSld">
      <pc:chgData name="Shailendra Chauhan" userId="a7d3133f-e197-4b90-bf63-99a63a264234" providerId="ADAL" clId="{D6F962F5-3F20-47CE-A5F8-CB8AA22AF2AA}" dt="2024-10-14T07:30:12.966" v="0" actId="729"/>
      <pc:docMkLst>
        <pc:docMk/>
      </pc:docMkLst>
      <pc:sldChg chg="mod modShow">
        <pc:chgData name="Shailendra Chauhan" userId="a7d3133f-e197-4b90-bf63-99a63a264234" providerId="ADAL" clId="{D6F962F5-3F20-47CE-A5F8-CB8AA22AF2AA}" dt="2024-10-14T07:30:12.966" v="0" actId="729"/>
        <pc:sldMkLst>
          <pc:docMk/>
          <pc:sldMk cId="1037121074" sldId="518"/>
        </pc:sldMkLst>
      </pc:sldChg>
    </pc:docChg>
  </pc:docChgLst>
  <pc:docChgLst>
    <pc:chgData name="Shailendra Chauhan" userId="a7d3133f-e197-4b90-bf63-99a63a264234" providerId="ADAL" clId="{5B0DC872-7133-411F-8FC1-4EF872977289}"/>
    <pc:docChg chg="modSld">
      <pc:chgData name="Shailendra Chauhan" userId="a7d3133f-e197-4b90-bf63-99a63a264234" providerId="ADAL" clId="{5B0DC872-7133-411F-8FC1-4EF872977289}" dt="2024-05-18T01:42:10.194" v="0" actId="20577"/>
      <pc:docMkLst>
        <pc:docMk/>
      </pc:docMkLst>
      <pc:sldChg chg="modSp mod">
        <pc:chgData name="Shailendra Chauhan" userId="a7d3133f-e197-4b90-bf63-99a63a264234" providerId="ADAL" clId="{5B0DC872-7133-411F-8FC1-4EF872977289}" dt="2024-05-18T01:42:10.194" v="0" actId="20577"/>
        <pc:sldMkLst>
          <pc:docMk/>
          <pc:sldMk cId="3384716785" sldId="522"/>
        </pc:sldMkLst>
      </pc:sldChg>
    </pc:docChg>
  </pc:docChgLst>
  <pc:docChgLst>
    <pc:chgData name="Shailendra Chauhan" userId="a7d3133f-e197-4b90-bf63-99a63a264234" providerId="ADAL" clId="{8B0F4DD9-9B98-45F1-A710-02DDCF08BA20}"/>
    <pc:docChg chg="custSel modSld modMainMaster">
      <pc:chgData name="Shailendra Chauhan" userId="a7d3133f-e197-4b90-bf63-99a63a264234" providerId="ADAL" clId="{8B0F4DD9-9B98-45F1-A710-02DDCF08BA20}" dt="2024-07-06T06:54:14.255" v="14" actId="2696"/>
      <pc:docMkLst>
        <pc:docMk/>
      </pc:docMkLst>
      <pc:sldChg chg="modSp mod modClrScheme chgLayout">
        <pc:chgData name="Shailendra Chauhan" userId="a7d3133f-e197-4b90-bf63-99a63a264234" providerId="ADAL" clId="{8B0F4DD9-9B98-45F1-A710-02DDCF08BA20}" dt="2024-07-06T06:52:46.978" v="8" actId="700"/>
        <pc:sldMkLst>
          <pc:docMk/>
          <pc:sldMk cId="1037121074" sldId="518"/>
        </pc:sldMkLst>
      </pc:sldChg>
      <pc:sldChg chg="modSp">
        <pc:chgData name="Shailendra Chauhan" userId="a7d3133f-e197-4b90-bf63-99a63a264234" providerId="ADAL" clId="{8B0F4DD9-9B98-45F1-A710-02DDCF08BA20}" dt="2024-07-06T06:50:51.952" v="0"/>
        <pc:sldMkLst>
          <pc:docMk/>
          <pc:sldMk cId="3384716785" sldId="522"/>
        </pc:sldMkLst>
      </pc:sldChg>
      <pc:sldChg chg="modSp">
        <pc:chgData name="Shailendra Chauhan" userId="a7d3133f-e197-4b90-bf63-99a63a264234" providerId="ADAL" clId="{8B0F4DD9-9B98-45F1-A710-02DDCF08BA20}" dt="2024-07-06T06:50:51.952" v="0"/>
        <pc:sldMkLst>
          <pc:docMk/>
          <pc:sldMk cId="2935051063" sldId="589"/>
        </pc:sldMkLst>
      </pc:sldChg>
      <pc:sldChg chg="modSp">
        <pc:chgData name="Shailendra Chauhan" userId="a7d3133f-e197-4b90-bf63-99a63a264234" providerId="ADAL" clId="{8B0F4DD9-9B98-45F1-A710-02DDCF08BA20}" dt="2024-07-06T06:50:51.952" v="0"/>
        <pc:sldMkLst>
          <pc:docMk/>
          <pc:sldMk cId="0" sldId="3767"/>
        </pc:sldMkLst>
      </pc:sldChg>
      <pc:sldChg chg="modSp">
        <pc:chgData name="Shailendra Chauhan" userId="a7d3133f-e197-4b90-bf63-99a63a264234" providerId="ADAL" clId="{8B0F4DD9-9B98-45F1-A710-02DDCF08BA20}" dt="2024-07-06T06:50:51.952" v="0"/>
        <pc:sldMkLst>
          <pc:docMk/>
          <pc:sldMk cId="777719674" sldId="2147469470"/>
        </pc:sldMkLst>
      </pc:sldChg>
      <pc:sldChg chg="modSp">
        <pc:chgData name="Shailendra Chauhan" userId="a7d3133f-e197-4b90-bf63-99a63a264234" providerId="ADAL" clId="{8B0F4DD9-9B98-45F1-A710-02DDCF08BA20}" dt="2024-07-06T06:50:51.952" v="0"/>
        <pc:sldMkLst>
          <pc:docMk/>
          <pc:sldMk cId="1146004687" sldId="2147469471"/>
        </pc:sldMkLst>
      </pc:sldChg>
      <pc:sldChg chg="modSp mod modClrScheme chgLayout">
        <pc:chgData name="Shailendra Chauhan" userId="a7d3133f-e197-4b90-bf63-99a63a264234" providerId="ADAL" clId="{8B0F4DD9-9B98-45F1-A710-02DDCF08BA20}" dt="2024-07-06T06:53:50.639" v="13" actId="700"/>
        <pc:sldMkLst>
          <pc:docMk/>
          <pc:sldMk cId="1033391124" sldId="2147469472"/>
        </pc:sldMkLst>
      </pc:sldChg>
      <pc:sldChg chg="modSp">
        <pc:chgData name="Shailendra Chauhan" userId="a7d3133f-e197-4b90-bf63-99a63a264234" providerId="ADAL" clId="{8B0F4DD9-9B98-45F1-A710-02DDCF08BA20}" dt="2024-07-06T06:50:51.952" v="0"/>
        <pc:sldMkLst>
          <pc:docMk/>
          <pc:sldMk cId="2153596904" sldId="2147469478"/>
        </pc:sldMkLst>
      </pc:sldChg>
      <pc:sldChg chg="modSp mod">
        <pc:chgData name="Shailendra Chauhan" userId="a7d3133f-e197-4b90-bf63-99a63a264234" providerId="ADAL" clId="{8B0F4DD9-9B98-45F1-A710-02DDCF08BA20}" dt="2024-07-06T06:53:21.110" v="12" actId="2711"/>
        <pc:sldMkLst>
          <pc:docMk/>
          <pc:sldMk cId="4068494065" sldId="2147469480"/>
        </pc:sldMkLst>
      </pc:sldChg>
      <pc:sldChg chg="modSp">
        <pc:chgData name="Shailendra Chauhan" userId="a7d3133f-e197-4b90-bf63-99a63a264234" providerId="ADAL" clId="{8B0F4DD9-9B98-45F1-A710-02DDCF08BA20}" dt="2024-07-06T06:50:51.952" v="0"/>
        <pc:sldMkLst>
          <pc:docMk/>
          <pc:sldMk cId="2223591512" sldId="2147469481"/>
        </pc:sldMkLst>
      </pc:sldChg>
      <pc:sldMasterChg chg="addSp delSp mod delSldLayout modSldLayout">
        <pc:chgData name="Shailendra Chauhan" userId="a7d3133f-e197-4b90-bf63-99a63a264234" providerId="ADAL" clId="{8B0F4DD9-9B98-45F1-A710-02DDCF08BA20}" dt="2024-07-06T06:54:14.255" v="14" actId="2696"/>
        <pc:sldMasterMkLst>
          <pc:docMk/>
          <pc:sldMasterMk cId="988095082" sldId="2147483699"/>
        </pc:sldMasterMkLst>
        <pc:sldLayoutChg chg="del">
          <pc:chgData name="Shailendra Chauhan" userId="a7d3133f-e197-4b90-bf63-99a63a264234" providerId="ADAL" clId="{8B0F4DD9-9B98-45F1-A710-02DDCF08BA20}" dt="2024-07-06T06:52:11.606" v="6" actId="2696"/>
          <pc:sldLayoutMkLst>
            <pc:docMk/>
            <pc:sldMasterMk cId="988095082" sldId="2147483699"/>
            <pc:sldLayoutMk cId="2630430009" sldId="2147483693"/>
          </pc:sldLayoutMkLst>
        </pc:sldLayoutChg>
        <pc:sldLayoutChg chg="del">
          <pc:chgData name="Shailendra Chauhan" userId="a7d3133f-e197-4b90-bf63-99a63a264234" providerId="ADAL" clId="{8B0F4DD9-9B98-45F1-A710-02DDCF08BA20}" dt="2024-07-06T06:51:46.471" v="4" actId="2696"/>
          <pc:sldLayoutMkLst>
            <pc:docMk/>
            <pc:sldMasterMk cId="988095082" sldId="2147483699"/>
            <pc:sldLayoutMk cId="2089218598" sldId="2147483696"/>
          </pc:sldLayoutMkLst>
        </pc:sldLayoutChg>
        <pc:sldLayoutChg chg="addSp delSp mod">
          <pc:chgData name="Shailendra Chauhan" userId="a7d3133f-e197-4b90-bf63-99a63a264234" providerId="ADAL" clId="{8B0F4DD9-9B98-45F1-A710-02DDCF08BA20}" dt="2024-07-06T06:51:10.479" v="1" actId="478"/>
          <pc:sldLayoutMkLst>
            <pc:docMk/>
            <pc:sldMasterMk cId="988095082" sldId="2147483699"/>
            <pc:sldLayoutMk cId="1528155098" sldId="2147483706"/>
          </pc:sldLayoutMkLst>
        </pc:sldLayoutChg>
        <pc:sldLayoutChg chg="addSp">
          <pc:chgData name="Shailendra Chauhan" userId="a7d3133f-e197-4b90-bf63-99a63a264234" providerId="ADAL" clId="{8B0F4DD9-9B98-45F1-A710-02DDCF08BA20}" dt="2024-07-06T06:50:51.952" v="0"/>
          <pc:sldLayoutMkLst>
            <pc:docMk/>
            <pc:sldMasterMk cId="988095082" sldId="2147483699"/>
            <pc:sldLayoutMk cId="3654834515" sldId="2147483707"/>
          </pc:sldLayoutMkLst>
        </pc:sldLayoutChg>
        <pc:sldLayoutChg chg="addSp delSp mod">
          <pc:chgData name="Shailendra Chauhan" userId="a7d3133f-e197-4b90-bf63-99a63a264234" providerId="ADAL" clId="{8B0F4DD9-9B98-45F1-A710-02DDCF08BA20}" dt="2024-07-06T06:51:26.322" v="3" actId="478"/>
          <pc:sldLayoutMkLst>
            <pc:docMk/>
            <pc:sldMasterMk cId="988095082" sldId="2147483699"/>
            <pc:sldLayoutMk cId="1499077655" sldId="2147483708"/>
          </pc:sldLayoutMkLst>
        </pc:sldLayoutChg>
        <pc:sldLayoutChg chg="addSp delSp mod delAnim modAnim">
          <pc:chgData name="Shailendra Chauhan" userId="a7d3133f-e197-4b90-bf63-99a63a264234" providerId="ADAL" clId="{8B0F4DD9-9B98-45F1-A710-02DDCF08BA20}" dt="2024-07-06T06:52:05.601" v="5" actId="478"/>
          <pc:sldLayoutMkLst>
            <pc:docMk/>
            <pc:sldMasterMk cId="988095082" sldId="2147483699"/>
            <pc:sldLayoutMk cId="2362688119" sldId="2147483722"/>
          </pc:sldLayoutMkLst>
        </pc:sldLayoutChg>
        <pc:sldLayoutChg chg="addSp delSp mod">
          <pc:chgData name="Shailendra Chauhan" userId="a7d3133f-e197-4b90-bf63-99a63a264234" providerId="ADAL" clId="{8B0F4DD9-9B98-45F1-A710-02DDCF08BA20}" dt="2024-07-06T06:52:18.094" v="7" actId="478"/>
          <pc:sldLayoutMkLst>
            <pc:docMk/>
            <pc:sldMasterMk cId="988095082" sldId="2147483699"/>
            <pc:sldLayoutMk cId="448171540" sldId="2147483724"/>
          </pc:sldLayoutMkLst>
        </pc:sldLayoutChg>
        <pc:sldLayoutChg chg="del">
          <pc:chgData name="Shailendra Chauhan" userId="a7d3133f-e197-4b90-bf63-99a63a264234" providerId="ADAL" clId="{8B0F4DD9-9B98-45F1-A710-02DDCF08BA20}" dt="2024-07-06T06:54:14.255" v="14" actId="2696"/>
          <pc:sldLayoutMkLst>
            <pc:docMk/>
            <pc:sldMasterMk cId="988095082" sldId="2147483699"/>
            <pc:sldLayoutMk cId="2707897465" sldId="2147483725"/>
          </pc:sldLayoutMkLst>
        </pc:sldLayoutChg>
      </pc:sldMasterChg>
    </pc:docChg>
  </pc:docChgLst>
  <pc:docChgLst>
    <pc:chgData name="Shailendra Chauhan" userId="a7d3133f-e197-4b90-bf63-99a63a264234" providerId="ADAL" clId="{6D2F83C1-BC22-4AF2-AF11-0CA5414E32FD}"/>
    <pc:docChg chg="modSld">
      <pc:chgData name="Shailendra Chauhan" userId="a7d3133f-e197-4b90-bf63-99a63a264234" providerId="ADAL" clId="{6D2F83C1-BC22-4AF2-AF11-0CA5414E32FD}" dt="2024-08-19T13:18:15.983" v="1" actId="20577"/>
      <pc:docMkLst>
        <pc:docMk/>
      </pc:docMkLst>
      <pc:sldChg chg="modSp mod">
        <pc:chgData name="Shailendra Chauhan" userId="a7d3133f-e197-4b90-bf63-99a63a264234" providerId="ADAL" clId="{6D2F83C1-BC22-4AF2-AF11-0CA5414E32FD}" dt="2024-08-19T13:18:15.983" v="1" actId="20577"/>
        <pc:sldMkLst>
          <pc:docMk/>
          <pc:sldMk cId="3384716785" sldId="52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5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5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59F4E6-4B39-462A-987B-B565ADEA5A1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F562E6-E4BB-46D8-8E95-112F1B65CD4D}">
      <dgm:prSet/>
      <dgm:spPr/>
      <dgm:t>
        <a:bodyPr/>
        <a:lstStyle/>
        <a:p>
          <a:r>
            <a:rPr lang="en-IN" b="1"/>
            <a:t>Enterprise Architect: </a:t>
          </a:r>
          <a:r>
            <a:rPr lang="en-US"/>
            <a:t>Provides a holistic view of an organization's IT strategy, aligning IT projects with business objectives and strategies. They oversee the entire IT infrastructure to ensure it meets the business's goals.</a:t>
          </a:r>
        </a:p>
      </dgm:t>
    </dgm:pt>
    <dgm:pt modelId="{B7145E25-A40B-47EC-A291-1A9F118E7D87}" type="parTrans" cxnId="{08E1515E-AB1A-4C76-BEB7-E37301F78AD8}">
      <dgm:prSet/>
      <dgm:spPr/>
      <dgm:t>
        <a:bodyPr/>
        <a:lstStyle/>
        <a:p>
          <a:endParaRPr lang="en-US"/>
        </a:p>
      </dgm:t>
    </dgm:pt>
    <dgm:pt modelId="{2392FCB8-954E-436F-8861-72AFB8819F76}" type="sibTrans" cxnId="{08E1515E-AB1A-4C76-BEB7-E37301F78AD8}">
      <dgm:prSet/>
      <dgm:spPr/>
      <dgm:t>
        <a:bodyPr/>
        <a:lstStyle/>
        <a:p>
          <a:endParaRPr lang="en-US"/>
        </a:p>
      </dgm:t>
    </dgm:pt>
    <dgm:pt modelId="{BE171BD2-E673-4B4F-98DA-3F219D1B8DD9}">
      <dgm:prSet/>
      <dgm:spPr/>
      <dgm:t>
        <a:bodyPr/>
        <a:lstStyle/>
        <a:p>
          <a:r>
            <a:rPr lang="en-US" b="1"/>
            <a:t>Solution Architect</a:t>
          </a:r>
          <a:r>
            <a:rPr lang="en-US"/>
            <a:t>: Operates at a project level, designing and managing the solution architecture for specific business problems. They ensure the technical solution aligns with the business needs.</a:t>
          </a:r>
        </a:p>
      </dgm:t>
    </dgm:pt>
    <dgm:pt modelId="{B00426AC-D617-4020-B3A4-ED5BDB3921AA}" type="parTrans" cxnId="{B33A0472-BAF9-4BE6-BEE6-A9657C3A492F}">
      <dgm:prSet/>
      <dgm:spPr/>
      <dgm:t>
        <a:bodyPr/>
        <a:lstStyle/>
        <a:p>
          <a:endParaRPr lang="en-US"/>
        </a:p>
      </dgm:t>
    </dgm:pt>
    <dgm:pt modelId="{62A0AC0B-E8BA-4B0E-A9AA-0315AB5F5945}" type="sibTrans" cxnId="{B33A0472-BAF9-4BE6-BEE6-A9657C3A492F}">
      <dgm:prSet/>
      <dgm:spPr/>
      <dgm:t>
        <a:bodyPr/>
        <a:lstStyle/>
        <a:p>
          <a:endParaRPr lang="en-US"/>
        </a:p>
      </dgm:t>
    </dgm:pt>
    <dgm:pt modelId="{A511E418-C2EB-4868-B43E-444EF64F1F1C}">
      <dgm:prSet/>
      <dgm:spPr/>
      <dgm:t>
        <a:bodyPr/>
        <a:lstStyle/>
        <a:p>
          <a:r>
            <a:rPr lang="en-US" b="1"/>
            <a:t>Software Architect</a:t>
          </a:r>
          <a:r>
            <a:rPr lang="en-US"/>
            <a:t>: Defines the software architecture for systems, including making decisions about design patterns, software coding standards, and platforms to ensure application performance and reliability.</a:t>
          </a:r>
        </a:p>
      </dgm:t>
    </dgm:pt>
    <dgm:pt modelId="{C3635AB4-D58F-44F7-B551-C8A6E2EF00A3}" type="parTrans" cxnId="{D0F0D2CF-75A8-49E4-B610-7544D09E2178}">
      <dgm:prSet/>
      <dgm:spPr/>
      <dgm:t>
        <a:bodyPr/>
        <a:lstStyle/>
        <a:p>
          <a:endParaRPr lang="en-US"/>
        </a:p>
      </dgm:t>
    </dgm:pt>
    <dgm:pt modelId="{BED3EA7F-05D1-4B9B-860A-5FC00F8CCC08}" type="sibTrans" cxnId="{D0F0D2CF-75A8-49E4-B610-7544D09E2178}">
      <dgm:prSet/>
      <dgm:spPr/>
      <dgm:t>
        <a:bodyPr/>
        <a:lstStyle/>
        <a:p>
          <a:endParaRPr lang="en-US"/>
        </a:p>
      </dgm:t>
    </dgm:pt>
    <dgm:pt modelId="{7FB9B021-7259-478D-9F50-87EF7401D364}">
      <dgm:prSet/>
      <dgm:spPr/>
      <dgm:t>
        <a:bodyPr/>
        <a:lstStyle/>
        <a:p>
          <a:r>
            <a:rPr lang="en-US" b="1"/>
            <a:t>Data Architect: </a:t>
          </a:r>
          <a:r>
            <a:rPr lang="en-US"/>
            <a:t>Designs and implements data management strategies, ensuring data security, reliability, and accessibility.</a:t>
          </a:r>
        </a:p>
      </dgm:t>
    </dgm:pt>
    <dgm:pt modelId="{104869BC-F1E1-4E82-B568-1D541BA19C7C}" type="parTrans" cxnId="{6638F4B1-08B2-447F-A3F9-157EFEBC52C5}">
      <dgm:prSet/>
      <dgm:spPr/>
      <dgm:t>
        <a:bodyPr/>
        <a:lstStyle/>
        <a:p>
          <a:endParaRPr lang="en-US"/>
        </a:p>
      </dgm:t>
    </dgm:pt>
    <dgm:pt modelId="{77F4E0A3-6A7B-4D00-B2DA-E83E688756E3}" type="sibTrans" cxnId="{6638F4B1-08B2-447F-A3F9-157EFEBC52C5}">
      <dgm:prSet/>
      <dgm:spPr/>
      <dgm:t>
        <a:bodyPr/>
        <a:lstStyle/>
        <a:p>
          <a:endParaRPr lang="en-US"/>
        </a:p>
      </dgm:t>
    </dgm:pt>
    <dgm:pt modelId="{53A94229-8D30-4715-97C0-B087A196BBDB}" type="pres">
      <dgm:prSet presAssocID="{3359F4E6-4B39-462A-987B-B565ADEA5A1D}" presName="root" presStyleCnt="0">
        <dgm:presLayoutVars>
          <dgm:dir/>
          <dgm:resizeHandles val="exact"/>
        </dgm:presLayoutVars>
      </dgm:prSet>
      <dgm:spPr/>
    </dgm:pt>
    <dgm:pt modelId="{8F4CBC1E-EA74-4FCF-8D70-908B015C8D17}" type="pres">
      <dgm:prSet presAssocID="{A0F562E6-E4BB-46D8-8E95-112F1B65CD4D}" presName="compNode" presStyleCnt="0"/>
      <dgm:spPr/>
    </dgm:pt>
    <dgm:pt modelId="{A02543ED-01C3-46C2-9F0C-4E245320A35A}" type="pres">
      <dgm:prSet presAssocID="{A0F562E6-E4BB-46D8-8E95-112F1B65CD4D}" presName="bgRect" presStyleLbl="bgShp" presStyleIdx="0" presStyleCnt="4"/>
      <dgm:spPr/>
    </dgm:pt>
    <dgm:pt modelId="{02F08049-BDCB-4196-8485-D1AEE4C20DAA}" type="pres">
      <dgm:prSet presAssocID="{A0F562E6-E4BB-46D8-8E95-112F1B65CD4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D6EC3C6-526E-4F04-89D0-E2B6479CB8ED}" type="pres">
      <dgm:prSet presAssocID="{A0F562E6-E4BB-46D8-8E95-112F1B65CD4D}" presName="spaceRect" presStyleCnt="0"/>
      <dgm:spPr/>
    </dgm:pt>
    <dgm:pt modelId="{5203CBC7-1A98-4DCF-BB30-70E6BB90F656}" type="pres">
      <dgm:prSet presAssocID="{A0F562E6-E4BB-46D8-8E95-112F1B65CD4D}" presName="parTx" presStyleLbl="revTx" presStyleIdx="0" presStyleCnt="4">
        <dgm:presLayoutVars>
          <dgm:chMax val="0"/>
          <dgm:chPref val="0"/>
        </dgm:presLayoutVars>
      </dgm:prSet>
      <dgm:spPr/>
    </dgm:pt>
    <dgm:pt modelId="{C22244CC-B9B1-415C-8CE2-20C7A3111146}" type="pres">
      <dgm:prSet presAssocID="{2392FCB8-954E-436F-8861-72AFB8819F76}" presName="sibTrans" presStyleCnt="0"/>
      <dgm:spPr/>
    </dgm:pt>
    <dgm:pt modelId="{6DC745A9-C196-4135-86C9-8A5194B75DDF}" type="pres">
      <dgm:prSet presAssocID="{BE171BD2-E673-4B4F-98DA-3F219D1B8DD9}" presName="compNode" presStyleCnt="0"/>
      <dgm:spPr/>
    </dgm:pt>
    <dgm:pt modelId="{E9D8AB9C-F88B-4F6C-85B5-EDD7C7688947}" type="pres">
      <dgm:prSet presAssocID="{BE171BD2-E673-4B4F-98DA-3F219D1B8DD9}" presName="bgRect" presStyleLbl="bgShp" presStyleIdx="1" presStyleCnt="4"/>
      <dgm:spPr/>
    </dgm:pt>
    <dgm:pt modelId="{B3CB6934-1B7E-4DBD-B04E-6D1175411B22}" type="pres">
      <dgm:prSet presAssocID="{BE171BD2-E673-4B4F-98DA-3F219D1B8D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6D01EBD-71B4-4C13-89A1-D5487A90AC97}" type="pres">
      <dgm:prSet presAssocID="{BE171BD2-E673-4B4F-98DA-3F219D1B8DD9}" presName="spaceRect" presStyleCnt="0"/>
      <dgm:spPr/>
    </dgm:pt>
    <dgm:pt modelId="{C6983CBA-E8F4-47E5-A1C5-7C5CEBD629BC}" type="pres">
      <dgm:prSet presAssocID="{BE171BD2-E673-4B4F-98DA-3F219D1B8DD9}" presName="parTx" presStyleLbl="revTx" presStyleIdx="1" presStyleCnt="4">
        <dgm:presLayoutVars>
          <dgm:chMax val="0"/>
          <dgm:chPref val="0"/>
        </dgm:presLayoutVars>
      </dgm:prSet>
      <dgm:spPr/>
    </dgm:pt>
    <dgm:pt modelId="{ABF0DE35-E70F-444A-A4C8-0FC656FAF92B}" type="pres">
      <dgm:prSet presAssocID="{62A0AC0B-E8BA-4B0E-A9AA-0315AB5F5945}" presName="sibTrans" presStyleCnt="0"/>
      <dgm:spPr/>
    </dgm:pt>
    <dgm:pt modelId="{CF596539-AB27-49B8-9501-FA8EE22AA3C6}" type="pres">
      <dgm:prSet presAssocID="{A511E418-C2EB-4868-B43E-444EF64F1F1C}" presName="compNode" presStyleCnt="0"/>
      <dgm:spPr/>
    </dgm:pt>
    <dgm:pt modelId="{7BFF9194-7193-40C0-A8B8-FC461F6A19F3}" type="pres">
      <dgm:prSet presAssocID="{A511E418-C2EB-4868-B43E-444EF64F1F1C}" presName="bgRect" presStyleLbl="bgShp" presStyleIdx="2" presStyleCnt="4"/>
      <dgm:spPr/>
    </dgm:pt>
    <dgm:pt modelId="{E1D32A47-D10C-4A38-866E-41B3F71EE34B}" type="pres">
      <dgm:prSet presAssocID="{A511E418-C2EB-4868-B43E-444EF64F1F1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37E2C55-5A6B-4A2E-9835-BAC04D958988}" type="pres">
      <dgm:prSet presAssocID="{A511E418-C2EB-4868-B43E-444EF64F1F1C}" presName="spaceRect" presStyleCnt="0"/>
      <dgm:spPr/>
    </dgm:pt>
    <dgm:pt modelId="{5ED9450E-B7FD-46FE-AF76-087C37FC0A20}" type="pres">
      <dgm:prSet presAssocID="{A511E418-C2EB-4868-B43E-444EF64F1F1C}" presName="parTx" presStyleLbl="revTx" presStyleIdx="2" presStyleCnt="4">
        <dgm:presLayoutVars>
          <dgm:chMax val="0"/>
          <dgm:chPref val="0"/>
        </dgm:presLayoutVars>
      </dgm:prSet>
      <dgm:spPr/>
    </dgm:pt>
    <dgm:pt modelId="{3286B81C-A980-49CC-8010-E3E91D8C7E04}" type="pres">
      <dgm:prSet presAssocID="{BED3EA7F-05D1-4B9B-860A-5FC00F8CCC08}" presName="sibTrans" presStyleCnt="0"/>
      <dgm:spPr/>
    </dgm:pt>
    <dgm:pt modelId="{A67F2E51-F75F-46F6-994A-46AFEF6A3E69}" type="pres">
      <dgm:prSet presAssocID="{7FB9B021-7259-478D-9F50-87EF7401D364}" presName="compNode" presStyleCnt="0"/>
      <dgm:spPr/>
    </dgm:pt>
    <dgm:pt modelId="{348CFD26-3934-43EE-A1FD-F3DDB39815DA}" type="pres">
      <dgm:prSet presAssocID="{7FB9B021-7259-478D-9F50-87EF7401D364}" presName="bgRect" presStyleLbl="bgShp" presStyleIdx="3" presStyleCnt="4"/>
      <dgm:spPr/>
    </dgm:pt>
    <dgm:pt modelId="{317B5C0F-F002-49B3-BB61-726FF58A3F18}" type="pres">
      <dgm:prSet presAssocID="{7FB9B021-7259-478D-9F50-87EF7401D36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311843D-451B-40BC-84EE-E3B54A5F6FDA}" type="pres">
      <dgm:prSet presAssocID="{7FB9B021-7259-478D-9F50-87EF7401D364}" presName="spaceRect" presStyleCnt="0"/>
      <dgm:spPr/>
    </dgm:pt>
    <dgm:pt modelId="{7A4E988E-0648-41F0-9F5E-B91BD7B1D9FF}" type="pres">
      <dgm:prSet presAssocID="{7FB9B021-7259-478D-9F50-87EF7401D36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14DE600-0E6B-4C35-A4B1-0E8E146694D0}" type="presOf" srcId="{A0F562E6-E4BB-46D8-8E95-112F1B65CD4D}" destId="{5203CBC7-1A98-4DCF-BB30-70E6BB90F656}" srcOrd="0" destOrd="0" presId="urn:microsoft.com/office/officeart/2018/2/layout/IconVerticalSolidList"/>
    <dgm:cxn modelId="{A6B6450D-33DA-48D5-9F88-D8174260D106}" type="presOf" srcId="{3359F4E6-4B39-462A-987B-B565ADEA5A1D}" destId="{53A94229-8D30-4715-97C0-B087A196BBDB}" srcOrd="0" destOrd="0" presId="urn:microsoft.com/office/officeart/2018/2/layout/IconVerticalSolidList"/>
    <dgm:cxn modelId="{CEE70732-472C-4562-A7EC-25502879B943}" type="presOf" srcId="{BE171BD2-E673-4B4F-98DA-3F219D1B8DD9}" destId="{C6983CBA-E8F4-47E5-A1C5-7C5CEBD629BC}" srcOrd="0" destOrd="0" presId="urn:microsoft.com/office/officeart/2018/2/layout/IconVerticalSolidList"/>
    <dgm:cxn modelId="{50764535-1368-4869-8336-358BFF46DB54}" type="presOf" srcId="{7FB9B021-7259-478D-9F50-87EF7401D364}" destId="{7A4E988E-0648-41F0-9F5E-B91BD7B1D9FF}" srcOrd="0" destOrd="0" presId="urn:microsoft.com/office/officeart/2018/2/layout/IconVerticalSolidList"/>
    <dgm:cxn modelId="{08E1515E-AB1A-4C76-BEB7-E37301F78AD8}" srcId="{3359F4E6-4B39-462A-987B-B565ADEA5A1D}" destId="{A0F562E6-E4BB-46D8-8E95-112F1B65CD4D}" srcOrd="0" destOrd="0" parTransId="{B7145E25-A40B-47EC-A291-1A9F118E7D87}" sibTransId="{2392FCB8-954E-436F-8861-72AFB8819F76}"/>
    <dgm:cxn modelId="{B33A0472-BAF9-4BE6-BEE6-A9657C3A492F}" srcId="{3359F4E6-4B39-462A-987B-B565ADEA5A1D}" destId="{BE171BD2-E673-4B4F-98DA-3F219D1B8DD9}" srcOrd="1" destOrd="0" parTransId="{B00426AC-D617-4020-B3A4-ED5BDB3921AA}" sibTransId="{62A0AC0B-E8BA-4B0E-A9AA-0315AB5F5945}"/>
    <dgm:cxn modelId="{6638F4B1-08B2-447F-A3F9-157EFEBC52C5}" srcId="{3359F4E6-4B39-462A-987B-B565ADEA5A1D}" destId="{7FB9B021-7259-478D-9F50-87EF7401D364}" srcOrd="3" destOrd="0" parTransId="{104869BC-F1E1-4E82-B568-1D541BA19C7C}" sibTransId="{77F4E0A3-6A7B-4D00-B2DA-E83E688756E3}"/>
    <dgm:cxn modelId="{D0F0D2CF-75A8-49E4-B610-7544D09E2178}" srcId="{3359F4E6-4B39-462A-987B-B565ADEA5A1D}" destId="{A511E418-C2EB-4868-B43E-444EF64F1F1C}" srcOrd="2" destOrd="0" parTransId="{C3635AB4-D58F-44F7-B551-C8A6E2EF00A3}" sibTransId="{BED3EA7F-05D1-4B9B-860A-5FC00F8CCC08}"/>
    <dgm:cxn modelId="{6EAD43F3-01C7-4063-831D-5D0DF678212A}" type="presOf" srcId="{A511E418-C2EB-4868-B43E-444EF64F1F1C}" destId="{5ED9450E-B7FD-46FE-AF76-087C37FC0A20}" srcOrd="0" destOrd="0" presId="urn:microsoft.com/office/officeart/2018/2/layout/IconVerticalSolidList"/>
    <dgm:cxn modelId="{112484E3-23D4-425D-8729-01EF0F5ECB50}" type="presParOf" srcId="{53A94229-8D30-4715-97C0-B087A196BBDB}" destId="{8F4CBC1E-EA74-4FCF-8D70-908B015C8D17}" srcOrd="0" destOrd="0" presId="urn:microsoft.com/office/officeart/2018/2/layout/IconVerticalSolidList"/>
    <dgm:cxn modelId="{6C62C697-2932-4434-BCA3-F4E5B637A6E7}" type="presParOf" srcId="{8F4CBC1E-EA74-4FCF-8D70-908B015C8D17}" destId="{A02543ED-01C3-46C2-9F0C-4E245320A35A}" srcOrd="0" destOrd="0" presId="urn:microsoft.com/office/officeart/2018/2/layout/IconVerticalSolidList"/>
    <dgm:cxn modelId="{99E4BC82-2192-4BA8-A282-0E63EFF42262}" type="presParOf" srcId="{8F4CBC1E-EA74-4FCF-8D70-908B015C8D17}" destId="{02F08049-BDCB-4196-8485-D1AEE4C20DAA}" srcOrd="1" destOrd="0" presId="urn:microsoft.com/office/officeart/2018/2/layout/IconVerticalSolidList"/>
    <dgm:cxn modelId="{573B5FDE-11A0-4957-B293-2AA38902B10B}" type="presParOf" srcId="{8F4CBC1E-EA74-4FCF-8D70-908B015C8D17}" destId="{AD6EC3C6-526E-4F04-89D0-E2B6479CB8ED}" srcOrd="2" destOrd="0" presId="urn:microsoft.com/office/officeart/2018/2/layout/IconVerticalSolidList"/>
    <dgm:cxn modelId="{6860CB15-3D55-4523-9FB2-5307814D01D3}" type="presParOf" srcId="{8F4CBC1E-EA74-4FCF-8D70-908B015C8D17}" destId="{5203CBC7-1A98-4DCF-BB30-70E6BB90F656}" srcOrd="3" destOrd="0" presId="urn:microsoft.com/office/officeart/2018/2/layout/IconVerticalSolidList"/>
    <dgm:cxn modelId="{C3407C71-1576-4807-9933-78C9BDB4F372}" type="presParOf" srcId="{53A94229-8D30-4715-97C0-B087A196BBDB}" destId="{C22244CC-B9B1-415C-8CE2-20C7A3111146}" srcOrd="1" destOrd="0" presId="urn:microsoft.com/office/officeart/2018/2/layout/IconVerticalSolidList"/>
    <dgm:cxn modelId="{6BC6B088-EFE4-4859-A91A-83E2EFB9295D}" type="presParOf" srcId="{53A94229-8D30-4715-97C0-B087A196BBDB}" destId="{6DC745A9-C196-4135-86C9-8A5194B75DDF}" srcOrd="2" destOrd="0" presId="urn:microsoft.com/office/officeart/2018/2/layout/IconVerticalSolidList"/>
    <dgm:cxn modelId="{CDD51419-6A68-4ADB-B609-C6F421E0386C}" type="presParOf" srcId="{6DC745A9-C196-4135-86C9-8A5194B75DDF}" destId="{E9D8AB9C-F88B-4F6C-85B5-EDD7C7688947}" srcOrd="0" destOrd="0" presId="urn:microsoft.com/office/officeart/2018/2/layout/IconVerticalSolidList"/>
    <dgm:cxn modelId="{307C82FF-C75D-4E48-A742-204D2D8A60BD}" type="presParOf" srcId="{6DC745A9-C196-4135-86C9-8A5194B75DDF}" destId="{B3CB6934-1B7E-4DBD-B04E-6D1175411B22}" srcOrd="1" destOrd="0" presId="urn:microsoft.com/office/officeart/2018/2/layout/IconVerticalSolidList"/>
    <dgm:cxn modelId="{A9D9B6F2-2D2E-49B6-BAD0-320678DAEA33}" type="presParOf" srcId="{6DC745A9-C196-4135-86C9-8A5194B75DDF}" destId="{76D01EBD-71B4-4C13-89A1-D5487A90AC97}" srcOrd="2" destOrd="0" presId="urn:microsoft.com/office/officeart/2018/2/layout/IconVerticalSolidList"/>
    <dgm:cxn modelId="{68D38631-EE0D-4CD4-AD78-666056353499}" type="presParOf" srcId="{6DC745A9-C196-4135-86C9-8A5194B75DDF}" destId="{C6983CBA-E8F4-47E5-A1C5-7C5CEBD629BC}" srcOrd="3" destOrd="0" presId="urn:microsoft.com/office/officeart/2018/2/layout/IconVerticalSolidList"/>
    <dgm:cxn modelId="{CC5F33E3-AA1C-4889-B9A3-27646C8AE3CF}" type="presParOf" srcId="{53A94229-8D30-4715-97C0-B087A196BBDB}" destId="{ABF0DE35-E70F-444A-A4C8-0FC656FAF92B}" srcOrd="3" destOrd="0" presId="urn:microsoft.com/office/officeart/2018/2/layout/IconVerticalSolidList"/>
    <dgm:cxn modelId="{06F1F9F9-53B8-414F-9CCC-B22B25B0D20D}" type="presParOf" srcId="{53A94229-8D30-4715-97C0-B087A196BBDB}" destId="{CF596539-AB27-49B8-9501-FA8EE22AA3C6}" srcOrd="4" destOrd="0" presId="urn:microsoft.com/office/officeart/2018/2/layout/IconVerticalSolidList"/>
    <dgm:cxn modelId="{DDECD8D1-839B-483F-895F-AA0B278E392E}" type="presParOf" srcId="{CF596539-AB27-49B8-9501-FA8EE22AA3C6}" destId="{7BFF9194-7193-40C0-A8B8-FC461F6A19F3}" srcOrd="0" destOrd="0" presId="urn:microsoft.com/office/officeart/2018/2/layout/IconVerticalSolidList"/>
    <dgm:cxn modelId="{F7444821-D0BD-4F16-A227-D56B4C252F79}" type="presParOf" srcId="{CF596539-AB27-49B8-9501-FA8EE22AA3C6}" destId="{E1D32A47-D10C-4A38-866E-41B3F71EE34B}" srcOrd="1" destOrd="0" presId="urn:microsoft.com/office/officeart/2018/2/layout/IconVerticalSolidList"/>
    <dgm:cxn modelId="{5BE13C3E-C441-494E-B894-F490C0F8CB2A}" type="presParOf" srcId="{CF596539-AB27-49B8-9501-FA8EE22AA3C6}" destId="{C37E2C55-5A6B-4A2E-9835-BAC04D958988}" srcOrd="2" destOrd="0" presId="urn:microsoft.com/office/officeart/2018/2/layout/IconVerticalSolidList"/>
    <dgm:cxn modelId="{89953DDE-2D1D-4B1E-9DB7-35A3B036A7F6}" type="presParOf" srcId="{CF596539-AB27-49B8-9501-FA8EE22AA3C6}" destId="{5ED9450E-B7FD-46FE-AF76-087C37FC0A20}" srcOrd="3" destOrd="0" presId="urn:microsoft.com/office/officeart/2018/2/layout/IconVerticalSolidList"/>
    <dgm:cxn modelId="{A3761180-A633-4D41-82A5-239FFF137E8B}" type="presParOf" srcId="{53A94229-8D30-4715-97C0-B087A196BBDB}" destId="{3286B81C-A980-49CC-8010-E3E91D8C7E04}" srcOrd="5" destOrd="0" presId="urn:microsoft.com/office/officeart/2018/2/layout/IconVerticalSolidList"/>
    <dgm:cxn modelId="{516DEC96-B4A0-41FC-81EB-D341A9BA1EB6}" type="presParOf" srcId="{53A94229-8D30-4715-97C0-B087A196BBDB}" destId="{A67F2E51-F75F-46F6-994A-46AFEF6A3E69}" srcOrd="6" destOrd="0" presId="urn:microsoft.com/office/officeart/2018/2/layout/IconVerticalSolidList"/>
    <dgm:cxn modelId="{E9051BCD-C8B7-4A77-A45F-EAA39E48091E}" type="presParOf" srcId="{A67F2E51-F75F-46F6-994A-46AFEF6A3E69}" destId="{348CFD26-3934-43EE-A1FD-F3DDB39815DA}" srcOrd="0" destOrd="0" presId="urn:microsoft.com/office/officeart/2018/2/layout/IconVerticalSolidList"/>
    <dgm:cxn modelId="{00474998-E90E-485C-AE73-354B91E16EDE}" type="presParOf" srcId="{A67F2E51-F75F-46F6-994A-46AFEF6A3E69}" destId="{317B5C0F-F002-49B3-BB61-726FF58A3F18}" srcOrd="1" destOrd="0" presId="urn:microsoft.com/office/officeart/2018/2/layout/IconVerticalSolidList"/>
    <dgm:cxn modelId="{ACD95B83-ED66-4B24-9762-57F7A282BCB1}" type="presParOf" srcId="{A67F2E51-F75F-46F6-994A-46AFEF6A3E69}" destId="{4311843D-451B-40BC-84EE-E3B54A5F6FDA}" srcOrd="2" destOrd="0" presId="urn:microsoft.com/office/officeart/2018/2/layout/IconVerticalSolidList"/>
    <dgm:cxn modelId="{4A9F32D6-515B-4250-8CF8-6A5A24630E94}" type="presParOf" srcId="{A67F2E51-F75F-46F6-994A-46AFEF6A3E69}" destId="{7A4E988E-0648-41F0-9F5E-B91BD7B1D9F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F5D9CD-49A6-430D-B911-11F44616DC3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A386FD-EDA8-4185-A587-F686B85FFDDE}">
      <dgm:prSet custT="1"/>
      <dgm:spPr/>
      <dgm:t>
        <a:bodyPr/>
        <a:lstStyle/>
        <a:p>
          <a:r>
            <a:rPr lang="en-US" sz="1600" b="1" dirty="0"/>
            <a:t>Frontend Architect:  </a:t>
          </a:r>
          <a:r>
            <a:rPr lang="en-US" sz="1600" dirty="0"/>
            <a:t>Focuses on designing the frontend architecture the application. Ensure the technical implementation of the frontend aligns with the project's objectives and provides rich experience to end-user.</a:t>
          </a:r>
        </a:p>
      </dgm:t>
    </dgm:pt>
    <dgm:pt modelId="{D1C18842-FC7D-4471-B275-24FC1AEAC2D9}" type="parTrans" cxnId="{999E8480-3F72-4D26-99C5-9505CEEAD2F4}">
      <dgm:prSet/>
      <dgm:spPr/>
      <dgm:t>
        <a:bodyPr/>
        <a:lstStyle/>
        <a:p>
          <a:endParaRPr lang="en-US"/>
        </a:p>
      </dgm:t>
    </dgm:pt>
    <dgm:pt modelId="{F2246303-24BC-4134-BF0E-3BF99EF6CFFD}" type="sibTrans" cxnId="{999E8480-3F72-4D26-99C5-9505CEEAD2F4}">
      <dgm:prSet/>
      <dgm:spPr/>
      <dgm:t>
        <a:bodyPr/>
        <a:lstStyle/>
        <a:p>
          <a:endParaRPr lang="en-US"/>
        </a:p>
      </dgm:t>
    </dgm:pt>
    <dgm:pt modelId="{CD1A45E7-4F24-4DDC-9C90-055859230D95}">
      <dgm:prSet custT="1"/>
      <dgm:spPr/>
      <dgm:t>
        <a:bodyPr/>
        <a:lstStyle/>
        <a:p>
          <a:r>
            <a:rPr lang="en-US" sz="1800" b="1" dirty="0"/>
            <a:t>Technical Architect</a:t>
          </a:r>
          <a:r>
            <a:rPr lang="en-US" sz="1800" dirty="0"/>
            <a:t>: Possesses in-depth knowledge of specific technologies or domain, providing technical expertise and guidance on their implementation.</a:t>
          </a:r>
        </a:p>
      </dgm:t>
    </dgm:pt>
    <dgm:pt modelId="{919E9AFA-2414-4EE1-887C-3794F02CB499}" type="parTrans" cxnId="{A55F3DC7-3677-4440-AB5D-2DE571383607}">
      <dgm:prSet/>
      <dgm:spPr/>
      <dgm:t>
        <a:bodyPr/>
        <a:lstStyle/>
        <a:p>
          <a:endParaRPr lang="en-US"/>
        </a:p>
      </dgm:t>
    </dgm:pt>
    <dgm:pt modelId="{77F7B022-A308-417B-9D01-12D467F7B534}" type="sibTrans" cxnId="{A55F3DC7-3677-4440-AB5D-2DE571383607}">
      <dgm:prSet/>
      <dgm:spPr/>
      <dgm:t>
        <a:bodyPr/>
        <a:lstStyle/>
        <a:p>
          <a:endParaRPr lang="en-US"/>
        </a:p>
      </dgm:t>
    </dgm:pt>
    <dgm:pt modelId="{7BFF81CF-92DB-4ABA-904B-A43FBE116670}">
      <dgm:prSet/>
      <dgm:spPr/>
      <dgm:t>
        <a:bodyPr/>
        <a:lstStyle/>
        <a:p>
          <a:r>
            <a:rPr lang="en-IN" b="1"/>
            <a:t>Cloud Architect: </a:t>
          </a:r>
          <a:r>
            <a:rPr lang="en-US"/>
            <a:t>Designs and manages an organization's cloud computing strategy, including the adoption of cloud services, cloud application design, and cloud management and monitoring.</a:t>
          </a:r>
        </a:p>
      </dgm:t>
    </dgm:pt>
    <dgm:pt modelId="{AC20FCEC-F98B-47BB-A0F8-61C27B908885}" type="parTrans" cxnId="{4D6E36A9-6606-4A84-B1C3-020603866C2B}">
      <dgm:prSet/>
      <dgm:spPr/>
      <dgm:t>
        <a:bodyPr/>
        <a:lstStyle/>
        <a:p>
          <a:endParaRPr lang="en-US"/>
        </a:p>
      </dgm:t>
    </dgm:pt>
    <dgm:pt modelId="{116F8C2B-D8C0-43AF-9B5C-0A8B8CBE2939}" type="sibTrans" cxnId="{4D6E36A9-6606-4A84-B1C3-020603866C2B}">
      <dgm:prSet/>
      <dgm:spPr/>
      <dgm:t>
        <a:bodyPr/>
        <a:lstStyle/>
        <a:p>
          <a:endParaRPr lang="en-US"/>
        </a:p>
      </dgm:t>
    </dgm:pt>
    <dgm:pt modelId="{23030C14-1069-4792-A734-93D1E42956A6}">
      <dgm:prSet/>
      <dgm:spPr/>
      <dgm:t>
        <a:bodyPr/>
        <a:lstStyle/>
        <a:p>
          <a:r>
            <a:rPr lang="en-IN" b="1"/>
            <a:t>Infrastructure Architect</a:t>
          </a:r>
          <a:r>
            <a:rPr lang="en-IN"/>
            <a:t>: </a:t>
          </a:r>
          <a:r>
            <a:rPr lang="en-US"/>
            <a:t>Specializes in designing, configuring and implementing hardware and network architecture, including servers, network devices, and storage infrastructure.</a:t>
          </a:r>
        </a:p>
      </dgm:t>
    </dgm:pt>
    <dgm:pt modelId="{864A179A-1A21-4552-9DCE-BE79BDDDB942}" type="parTrans" cxnId="{7DE0E0FE-CA6D-4CAF-AAE0-CFA98DCFDA2E}">
      <dgm:prSet/>
      <dgm:spPr/>
      <dgm:t>
        <a:bodyPr/>
        <a:lstStyle/>
        <a:p>
          <a:endParaRPr lang="en-US"/>
        </a:p>
      </dgm:t>
    </dgm:pt>
    <dgm:pt modelId="{7D0D4E46-5F35-4F71-B573-E0A1EF80A391}" type="sibTrans" cxnId="{7DE0E0FE-CA6D-4CAF-AAE0-CFA98DCFDA2E}">
      <dgm:prSet/>
      <dgm:spPr/>
      <dgm:t>
        <a:bodyPr/>
        <a:lstStyle/>
        <a:p>
          <a:endParaRPr lang="en-US"/>
        </a:p>
      </dgm:t>
    </dgm:pt>
    <dgm:pt modelId="{27E30B83-2C0E-42C9-A29C-6A9F47459F20}">
      <dgm:prSet/>
      <dgm:spPr/>
      <dgm:t>
        <a:bodyPr/>
        <a:lstStyle/>
        <a:p>
          <a:r>
            <a:rPr lang="en-US" b="1"/>
            <a:t>Security Architect:</a:t>
          </a:r>
          <a:r>
            <a:rPr lang="en-US"/>
            <a:t> Specializes in creating and maintaining an organization's security architecture. Ensure that the system is protected against unauthorized access, data breaches, and other cyber threats.</a:t>
          </a:r>
        </a:p>
      </dgm:t>
    </dgm:pt>
    <dgm:pt modelId="{ACC6DEF7-FB57-42B5-B783-559B1FA7E11E}" type="parTrans" cxnId="{67169ABE-6B82-40A3-A83F-E967F78BB43C}">
      <dgm:prSet/>
      <dgm:spPr/>
      <dgm:t>
        <a:bodyPr/>
        <a:lstStyle/>
        <a:p>
          <a:endParaRPr lang="en-US"/>
        </a:p>
      </dgm:t>
    </dgm:pt>
    <dgm:pt modelId="{89E20535-6FBA-46E4-BDD0-2F3792CDE03A}" type="sibTrans" cxnId="{67169ABE-6B82-40A3-A83F-E967F78BB43C}">
      <dgm:prSet/>
      <dgm:spPr/>
      <dgm:t>
        <a:bodyPr/>
        <a:lstStyle/>
        <a:p>
          <a:endParaRPr lang="en-US"/>
        </a:p>
      </dgm:t>
    </dgm:pt>
    <dgm:pt modelId="{D05BFF93-3D95-4A59-B463-895C55540FD2}" type="pres">
      <dgm:prSet presAssocID="{D5F5D9CD-49A6-430D-B911-11F44616DC34}" presName="root" presStyleCnt="0">
        <dgm:presLayoutVars>
          <dgm:dir/>
          <dgm:resizeHandles val="exact"/>
        </dgm:presLayoutVars>
      </dgm:prSet>
      <dgm:spPr/>
    </dgm:pt>
    <dgm:pt modelId="{A9B4ADCA-85A5-4CF5-AA7C-923588968016}" type="pres">
      <dgm:prSet presAssocID="{4CA386FD-EDA8-4185-A587-F686B85FFDDE}" presName="compNode" presStyleCnt="0"/>
      <dgm:spPr/>
    </dgm:pt>
    <dgm:pt modelId="{38E7C7C2-8ED0-41B1-844D-3AD945CB9401}" type="pres">
      <dgm:prSet presAssocID="{4CA386FD-EDA8-4185-A587-F686B85FFDDE}" presName="bgRect" presStyleLbl="bgShp" presStyleIdx="0" presStyleCnt="5"/>
      <dgm:spPr/>
    </dgm:pt>
    <dgm:pt modelId="{1DA9072C-19F5-4D06-B437-236B758E5857}" type="pres">
      <dgm:prSet presAssocID="{4CA386FD-EDA8-4185-A587-F686B85FFDD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B117ACF-6178-4C4D-A332-C6B927CF1AB6}" type="pres">
      <dgm:prSet presAssocID="{4CA386FD-EDA8-4185-A587-F686B85FFDDE}" presName="spaceRect" presStyleCnt="0"/>
      <dgm:spPr/>
    </dgm:pt>
    <dgm:pt modelId="{B5795AE4-3FD1-4554-8172-FCCDB9A05AA0}" type="pres">
      <dgm:prSet presAssocID="{4CA386FD-EDA8-4185-A587-F686B85FFDDE}" presName="parTx" presStyleLbl="revTx" presStyleIdx="0" presStyleCnt="5">
        <dgm:presLayoutVars>
          <dgm:chMax val="0"/>
          <dgm:chPref val="0"/>
        </dgm:presLayoutVars>
      </dgm:prSet>
      <dgm:spPr/>
    </dgm:pt>
    <dgm:pt modelId="{34457F13-21B8-49B8-9CEB-D4B96C135B15}" type="pres">
      <dgm:prSet presAssocID="{F2246303-24BC-4134-BF0E-3BF99EF6CFFD}" presName="sibTrans" presStyleCnt="0"/>
      <dgm:spPr/>
    </dgm:pt>
    <dgm:pt modelId="{B5B499E6-F457-4BFA-89F9-FDB1FB2B1A4A}" type="pres">
      <dgm:prSet presAssocID="{CD1A45E7-4F24-4DDC-9C90-055859230D95}" presName="compNode" presStyleCnt="0"/>
      <dgm:spPr/>
    </dgm:pt>
    <dgm:pt modelId="{C73BABBC-3D02-470B-8BF4-FE060D6F3C73}" type="pres">
      <dgm:prSet presAssocID="{CD1A45E7-4F24-4DDC-9C90-055859230D95}" presName="bgRect" presStyleLbl="bgShp" presStyleIdx="1" presStyleCnt="5"/>
      <dgm:spPr/>
    </dgm:pt>
    <dgm:pt modelId="{874A351A-78B1-479B-AD51-BAC0E2B3C950}" type="pres">
      <dgm:prSet presAssocID="{CD1A45E7-4F24-4DDC-9C90-055859230D9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C986ADDE-676D-4A5C-97EC-455992DB487D}" type="pres">
      <dgm:prSet presAssocID="{CD1A45E7-4F24-4DDC-9C90-055859230D95}" presName="spaceRect" presStyleCnt="0"/>
      <dgm:spPr/>
    </dgm:pt>
    <dgm:pt modelId="{9D28D1F0-765A-45E7-BF93-2C694821F93E}" type="pres">
      <dgm:prSet presAssocID="{CD1A45E7-4F24-4DDC-9C90-055859230D95}" presName="parTx" presStyleLbl="revTx" presStyleIdx="1" presStyleCnt="5">
        <dgm:presLayoutVars>
          <dgm:chMax val="0"/>
          <dgm:chPref val="0"/>
        </dgm:presLayoutVars>
      </dgm:prSet>
      <dgm:spPr/>
    </dgm:pt>
    <dgm:pt modelId="{E2077DBD-A5BD-446B-A26E-B2C8453B6DF6}" type="pres">
      <dgm:prSet presAssocID="{77F7B022-A308-417B-9D01-12D467F7B534}" presName="sibTrans" presStyleCnt="0"/>
      <dgm:spPr/>
    </dgm:pt>
    <dgm:pt modelId="{CE3E3FF2-251E-483E-8AF3-CBE2EF1C42FA}" type="pres">
      <dgm:prSet presAssocID="{7BFF81CF-92DB-4ABA-904B-A43FBE116670}" presName="compNode" presStyleCnt="0"/>
      <dgm:spPr/>
    </dgm:pt>
    <dgm:pt modelId="{EC2E5A8E-03BF-407E-8411-1AE37E9C48A9}" type="pres">
      <dgm:prSet presAssocID="{7BFF81CF-92DB-4ABA-904B-A43FBE116670}" presName="bgRect" presStyleLbl="bgShp" presStyleIdx="2" presStyleCnt="5"/>
      <dgm:spPr/>
    </dgm:pt>
    <dgm:pt modelId="{284C4064-D8C9-4D10-BA74-6BFA18F52F38}" type="pres">
      <dgm:prSet presAssocID="{7BFF81CF-92DB-4ABA-904B-A43FBE11667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6C22E4B9-085E-4103-9366-D8E463CB8E05}" type="pres">
      <dgm:prSet presAssocID="{7BFF81CF-92DB-4ABA-904B-A43FBE116670}" presName="spaceRect" presStyleCnt="0"/>
      <dgm:spPr/>
    </dgm:pt>
    <dgm:pt modelId="{294B0BFD-C262-46C5-85DC-248B99A4A24D}" type="pres">
      <dgm:prSet presAssocID="{7BFF81CF-92DB-4ABA-904B-A43FBE116670}" presName="parTx" presStyleLbl="revTx" presStyleIdx="2" presStyleCnt="5">
        <dgm:presLayoutVars>
          <dgm:chMax val="0"/>
          <dgm:chPref val="0"/>
        </dgm:presLayoutVars>
      </dgm:prSet>
      <dgm:spPr/>
    </dgm:pt>
    <dgm:pt modelId="{D90353D6-1BB9-45B4-89CA-A9EC581BC054}" type="pres">
      <dgm:prSet presAssocID="{116F8C2B-D8C0-43AF-9B5C-0A8B8CBE2939}" presName="sibTrans" presStyleCnt="0"/>
      <dgm:spPr/>
    </dgm:pt>
    <dgm:pt modelId="{BFF090E3-27DE-42BE-A747-64796AB38B58}" type="pres">
      <dgm:prSet presAssocID="{23030C14-1069-4792-A734-93D1E42956A6}" presName="compNode" presStyleCnt="0"/>
      <dgm:spPr/>
    </dgm:pt>
    <dgm:pt modelId="{8F910F73-FB83-41C0-AD14-8543A365CF37}" type="pres">
      <dgm:prSet presAssocID="{23030C14-1069-4792-A734-93D1E42956A6}" presName="bgRect" presStyleLbl="bgShp" presStyleIdx="3" presStyleCnt="5"/>
      <dgm:spPr/>
    </dgm:pt>
    <dgm:pt modelId="{89459194-81B6-4D5C-B8D1-669D27C3FB82}" type="pres">
      <dgm:prSet presAssocID="{23030C14-1069-4792-A734-93D1E42956A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8B0525F-BB94-4896-B335-82E933090119}" type="pres">
      <dgm:prSet presAssocID="{23030C14-1069-4792-A734-93D1E42956A6}" presName="spaceRect" presStyleCnt="0"/>
      <dgm:spPr/>
    </dgm:pt>
    <dgm:pt modelId="{806830D5-C34B-4AF0-B84D-1BD07584E5F1}" type="pres">
      <dgm:prSet presAssocID="{23030C14-1069-4792-A734-93D1E42956A6}" presName="parTx" presStyleLbl="revTx" presStyleIdx="3" presStyleCnt="5">
        <dgm:presLayoutVars>
          <dgm:chMax val="0"/>
          <dgm:chPref val="0"/>
        </dgm:presLayoutVars>
      </dgm:prSet>
      <dgm:spPr/>
    </dgm:pt>
    <dgm:pt modelId="{E84B07C1-F057-48B5-AF63-EBA67C833E8A}" type="pres">
      <dgm:prSet presAssocID="{7D0D4E46-5F35-4F71-B573-E0A1EF80A391}" presName="sibTrans" presStyleCnt="0"/>
      <dgm:spPr/>
    </dgm:pt>
    <dgm:pt modelId="{CF944CFC-F2D9-4892-AFA5-5DE462493EFB}" type="pres">
      <dgm:prSet presAssocID="{27E30B83-2C0E-42C9-A29C-6A9F47459F20}" presName="compNode" presStyleCnt="0"/>
      <dgm:spPr/>
    </dgm:pt>
    <dgm:pt modelId="{2427C7A3-040F-42C7-9394-2C2BF4CC71C8}" type="pres">
      <dgm:prSet presAssocID="{27E30B83-2C0E-42C9-A29C-6A9F47459F20}" presName="bgRect" presStyleLbl="bgShp" presStyleIdx="4" presStyleCnt="5"/>
      <dgm:spPr/>
    </dgm:pt>
    <dgm:pt modelId="{A6618924-324B-4317-A710-3799611821D0}" type="pres">
      <dgm:prSet presAssocID="{27E30B83-2C0E-42C9-A29C-6A9F47459F2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986A2C3-0C63-4076-BF1A-E9E55F846FEB}" type="pres">
      <dgm:prSet presAssocID="{27E30B83-2C0E-42C9-A29C-6A9F47459F20}" presName="spaceRect" presStyleCnt="0"/>
      <dgm:spPr/>
    </dgm:pt>
    <dgm:pt modelId="{73B9878F-2771-486B-9B56-2B34E6B235CD}" type="pres">
      <dgm:prSet presAssocID="{27E30B83-2C0E-42C9-A29C-6A9F47459F2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791FA0D-3FBA-419C-9A7C-CE5627636711}" type="presOf" srcId="{D5F5D9CD-49A6-430D-B911-11F44616DC34}" destId="{D05BFF93-3D95-4A59-B463-895C55540FD2}" srcOrd="0" destOrd="0" presId="urn:microsoft.com/office/officeart/2018/2/layout/IconVerticalSolidList"/>
    <dgm:cxn modelId="{769B0916-46B6-4533-B0CF-A0B7F67EBEEF}" type="presOf" srcId="{7BFF81CF-92DB-4ABA-904B-A43FBE116670}" destId="{294B0BFD-C262-46C5-85DC-248B99A4A24D}" srcOrd="0" destOrd="0" presId="urn:microsoft.com/office/officeart/2018/2/layout/IconVerticalSolidList"/>
    <dgm:cxn modelId="{FC34203F-A212-4C50-AF50-588DCD126FB4}" type="presOf" srcId="{23030C14-1069-4792-A734-93D1E42956A6}" destId="{806830D5-C34B-4AF0-B84D-1BD07584E5F1}" srcOrd="0" destOrd="0" presId="urn:microsoft.com/office/officeart/2018/2/layout/IconVerticalSolidList"/>
    <dgm:cxn modelId="{999E8480-3F72-4D26-99C5-9505CEEAD2F4}" srcId="{D5F5D9CD-49A6-430D-B911-11F44616DC34}" destId="{4CA386FD-EDA8-4185-A587-F686B85FFDDE}" srcOrd="0" destOrd="0" parTransId="{D1C18842-FC7D-4471-B275-24FC1AEAC2D9}" sibTransId="{F2246303-24BC-4134-BF0E-3BF99EF6CFFD}"/>
    <dgm:cxn modelId="{B0AADA8F-2A97-4699-8826-4C5544B1ED2E}" type="presOf" srcId="{CD1A45E7-4F24-4DDC-9C90-055859230D95}" destId="{9D28D1F0-765A-45E7-BF93-2C694821F93E}" srcOrd="0" destOrd="0" presId="urn:microsoft.com/office/officeart/2018/2/layout/IconVerticalSolidList"/>
    <dgm:cxn modelId="{4D6E36A9-6606-4A84-B1C3-020603866C2B}" srcId="{D5F5D9CD-49A6-430D-B911-11F44616DC34}" destId="{7BFF81CF-92DB-4ABA-904B-A43FBE116670}" srcOrd="2" destOrd="0" parTransId="{AC20FCEC-F98B-47BB-A0F8-61C27B908885}" sibTransId="{116F8C2B-D8C0-43AF-9B5C-0A8B8CBE2939}"/>
    <dgm:cxn modelId="{4D3621B1-08D8-47F1-8F72-AEA050F51232}" type="presOf" srcId="{4CA386FD-EDA8-4185-A587-F686B85FFDDE}" destId="{B5795AE4-3FD1-4554-8172-FCCDB9A05AA0}" srcOrd="0" destOrd="0" presId="urn:microsoft.com/office/officeart/2018/2/layout/IconVerticalSolidList"/>
    <dgm:cxn modelId="{67169ABE-6B82-40A3-A83F-E967F78BB43C}" srcId="{D5F5D9CD-49A6-430D-B911-11F44616DC34}" destId="{27E30B83-2C0E-42C9-A29C-6A9F47459F20}" srcOrd="4" destOrd="0" parTransId="{ACC6DEF7-FB57-42B5-B783-559B1FA7E11E}" sibTransId="{89E20535-6FBA-46E4-BDD0-2F3792CDE03A}"/>
    <dgm:cxn modelId="{A55F3DC7-3677-4440-AB5D-2DE571383607}" srcId="{D5F5D9CD-49A6-430D-B911-11F44616DC34}" destId="{CD1A45E7-4F24-4DDC-9C90-055859230D95}" srcOrd="1" destOrd="0" parTransId="{919E9AFA-2414-4EE1-887C-3794F02CB499}" sibTransId="{77F7B022-A308-417B-9D01-12D467F7B534}"/>
    <dgm:cxn modelId="{27F552E1-A1C4-4BF8-B301-B545FF72886C}" type="presOf" srcId="{27E30B83-2C0E-42C9-A29C-6A9F47459F20}" destId="{73B9878F-2771-486B-9B56-2B34E6B235CD}" srcOrd="0" destOrd="0" presId="urn:microsoft.com/office/officeart/2018/2/layout/IconVerticalSolidList"/>
    <dgm:cxn modelId="{7DE0E0FE-CA6D-4CAF-AAE0-CFA98DCFDA2E}" srcId="{D5F5D9CD-49A6-430D-B911-11F44616DC34}" destId="{23030C14-1069-4792-A734-93D1E42956A6}" srcOrd="3" destOrd="0" parTransId="{864A179A-1A21-4552-9DCE-BE79BDDDB942}" sibTransId="{7D0D4E46-5F35-4F71-B573-E0A1EF80A391}"/>
    <dgm:cxn modelId="{4F7FF73A-A8A6-4F8D-8A01-5D5014E4D738}" type="presParOf" srcId="{D05BFF93-3D95-4A59-B463-895C55540FD2}" destId="{A9B4ADCA-85A5-4CF5-AA7C-923588968016}" srcOrd="0" destOrd="0" presId="urn:microsoft.com/office/officeart/2018/2/layout/IconVerticalSolidList"/>
    <dgm:cxn modelId="{73053FD5-E3E6-46A8-9018-4AC19CF5A70B}" type="presParOf" srcId="{A9B4ADCA-85A5-4CF5-AA7C-923588968016}" destId="{38E7C7C2-8ED0-41B1-844D-3AD945CB9401}" srcOrd="0" destOrd="0" presId="urn:microsoft.com/office/officeart/2018/2/layout/IconVerticalSolidList"/>
    <dgm:cxn modelId="{3C590C2E-8E4A-470E-84DE-3CB432441158}" type="presParOf" srcId="{A9B4ADCA-85A5-4CF5-AA7C-923588968016}" destId="{1DA9072C-19F5-4D06-B437-236B758E5857}" srcOrd="1" destOrd="0" presId="urn:microsoft.com/office/officeart/2018/2/layout/IconVerticalSolidList"/>
    <dgm:cxn modelId="{B2B5BC51-22AD-4FE0-9F45-48B012D199AB}" type="presParOf" srcId="{A9B4ADCA-85A5-4CF5-AA7C-923588968016}" destId="{7B117ACF-6178-4C4D-A332-C6B927CF1AB6}" srcOrd="2" destOrd="0" presId="urn:microsoft.com/office/officeart/2018/2/layout/IconVerticalSolidList"/>
    <dgm:cxn modelId="{0616C624-F7AF-4D04-B405-55268172C5EA}" type="presParOf" srcId="{A9B4ADCA-85A5-4CF5-AA7C-923588968016}" destId="{B5795AE4-3FD1-4554-8172-FCCDB9A05AA0}" srcOrd="3" destOrd="0" presId="urn:microsoft.com/office/officeart/2018/2/layout/IconVerticalSolidList"/>
    <dgm:cxn modelId="{37797581-EA16-4EBF-81D3-508EA6320008}" type="presParOf" srcId="{D05BFF93-3D95-4A59-B463-895C55540FD2}" destId="{34457F13-21B8-49B8-9CEB-D4B96C135B15}" srcOrd="1" destOrd="0" presId="urn:microsoft.com/office/officeart/2018/2/layout/IconVerticalSolidList"/>
    <dgm:cxn modelId="{C59DE9AF-C98B-489A-AEA2-F96B326FE0DA}" type="presParOf" srcId="{D05BFF93-3D95-4A59-B463-895C55540FD2}" destId="{B5B499E6-F457-4BFA-89F9-FDB1FB2B1A4A}" srcOrd="2" destOrd="0" presId="urn:microsoft.com/office/officeart/2018/2/layout/IconVerticalSolidList"/>
    <dgm:cxn modelId="{D3A88098-7A9F-4D77-A2E8-526C2694C56B}" type="presParOf" srcId="{B5B499E6-F457-4BFA-89F9-FDB1FB2B1A4A}" destId="{C73BABBC-3D02-470B-8BF4-FE060D6F3C73}" srcOrd="0" destOrd="0" presId="urn:microsoft.com/office/officeart/2018/2/layout/IconVerticalSolidList"/>
    <dgm:cxn modelId="{F6EF1D7D-9789-40BA-A357-B19FACD98611}" type="presParOf" srcId="{B5B499E6-F457-4BFA-89F9-FDB1FB2B1A4A}" destId="{874A351A-78B1-479B-AD51-BAC0E2B3C950}" srcOrd="1" destOrd="0" presId="urn:microsoft.com/office/officeart/2018/2/layout/IconVerticalSolidList"/>
    <dgm:cxn modelId="{001319A6-A83D-43CF-8891-4A64B77AA4C1}" type="presParOf" srcId="{B5B499E6-F457-4BFA-89F9-FDB1FB2B1A4A}" destId="{C986ADDE-676D-4A5C-97EC-455992DB487D}" srcOrd="2" destOrd="0" presId="urn:microsoft.com/office/officeart/2018/2/layout/IconVerticalSolidList"/>
    <dgm:cxn modelId="{5744A505-9B81-45E6-80C2-94EF392474B7}" type="presParOf" srcId="{B5B499E6-F457-4BFA-89F9-FDB1FB2B1A4A}" destId="{9D28D1F0-765A-45E7-BF93-2C694821F93E}" srcOrd="3" destOrd="0" presId="urn:microsoft.com/office/officeart/2018/2/layout/IconVerticalSolidList"/>
    <dgm:cxn modelId="{F235854E-B90F-4897-ADDB-274F402576FA}" type="presParOf" srcId="{D05BFF93-3D95-4A59-B463-895C55540FD2}" destId="{E2077DBD-A5BD-446B-A26E-B2C8453B6DF6}" srcOrd="3" destOrd="0" presId="urn:microsoft.com/office/officeart/2018/2/layout/IconVerticalSolidList"/>
    <dgm:cxn modelId="{5363A5CB-DF75-4B42-BB3C-AFCEAA20F31C}" type="presParOf" srcId="{D05BFF93-3D95-4A59-B463-895C55540FD2}" destId="{CE3E3FF2-251E-483E-8AF3-CBE2EF1C42FA}" srcOrd="4" destOrd="0" presId="urn:microsoft.com/office/officeart/2018/2/layout/IconVerticalSolidList"/>
    <dgm:cxn modelId="{B0005B47-806D-435F-B06B-8D929BB44F5A}" type="presParOf" srcId="{CE3E3FF2-251E-483E-8AF3-CBE2EF1C42FA}" destId="{EC2E5A8E-03BF-407E-8411-1AE37E9C48A9}" srcOrd="0" destOrd="0" presId="urn:microsoft.com/office/officeart/2018/2/layout/IconVerticalSolidList"/>
    <dgm:cxn modelId="{0345AEDF-BC1A-4F46-A68D-8D66E22E65AA}" type="presParOf" srcId="{CE3E3FF2-251E-483E-8AF3-CBE2EF1C42FA}" destId="{284C4064-D8C9-4D10-BA74-6BFA18F52F38}" srcOrd="1" destOrd="0" presId="urn:microsoft.com/office/officeart/2018/2/layout/IconVerticalSolidList"/>
    <dgm:cxn modelId="{DA4882CE-F457-46B6-90C4-C0A9A1E9B9FB}" type="presParOf" srcId="{CE3E3FF2-251E-483E-8AF3-CBE2EF1C42FA}" destId="{6C22E4B9-085E-4103-9366-D8E463CB8E05}" srcOrd="2" destOrd="0" presId="urn:microsoft.com/office/officeart/2018/2/layout/IconVerticalSolidList"/>
    <dgm:cxn modelId="{B4775817-FEFA-4F73-9B2E-CE501942CF8A}" type="presParOf" srcId="{CE3E3FF2-251E-483E-8AF3-CBE2EF1C42FA}" destId="{294B0BFD-C262-46C5-85DC-248B99A4A24D}" srcOrd="3" destOrd="0" presId="urn:microsoft.com/office/officeart/2018/2/layout/IconVerticalSolidList"/>
    <dgm:cxn modelId="{90760BC7-2E58-43E3-9FB4-883EAD6BF6C7}" type="presParOf" srcId="{D05BFF93-3D95-4A59-B463-895C55540FD2}" destId="{D90353D6-1BB9-45B4-89CA-A9EC581BC054}" srcOrd="5" destOrd="0" presId="urn:microsoft.com/office/officeart/2018/2/layout/IconVerticalSolidList"/>
    <dgm:cxn modelId="{D3D77098-4439-4263-8D54-07A8F2B53880}" type="presParOf" srcId="{D05BFF93-3D95-4A59-B463-895C55540FD2}" destId="{BFF090E3-27DE-42BE-A747-64796AB38B58}" srcOrd="6" destOrd="0" presId="urn:microsoft.com/office/officeart/2018/2/layout/IconVerticalSolidList"/>
    <dgm:cxn modelId="{00B9039C-959C-459E-B3AD-E03486B640EB}" type="presParOf" srcId="{BFF090E3-27DE-42BE-A747-64796AB38B58}" destId="{8F910F73-FB83-41C0-AD14-8543A365CF37}" srcOrd="0" destOrd="0" presId="urn:microsoft.com/office/officeart/2018/2/layout/IconVerticalSolidList"/>
    <dgm:cxn modelId="{4F8EBECA-BB6C-42B1-B204-8C5830416A09}" type="presParOf" srcId="{BFF090E3-27DE-42BE-A747-64796AB38B58}" destId="{89459194-81B6-4D5C-B8D1-669D27C3FB82}" srcOrd="1" destOrd="0" presId="urn:microsoft.com/office/officeart/2018/2/layout/IconVerticalSolidList"/>
    <dgm:cxn modelId="{D3448469-C7E5-4AAC-9857-8CDC181958BA}" type="presParOf" srcId="{BFF090E3-27DE-42BE-A747-64796AB38B58}" destId="{28B0525F-BB94-4896-B335-82E933090119}" srcOrd="2" destOrd="0" presId="urn:microsoft.com/office/officeart/2018/2/layout/IconVerticalSolidList"/>
    <dgm:cxn modelId="{79E9342E-9C5B-407F-83F1-217BED2F5683}" type="presParOf" srcId="{BFF090E3-27DE-42BE-A747-64796AB38B58}" destId="{806830D5-C34B-4AF0-B84D-1BD07584E5F1}" srcOrd="3" destOrd="0" presId="urn:microsoft.com/office/officeart/2018/2/layout/IconVerticalSolidList"/>
    <dgm:cxn modelId="{3ABC878B-C974-484B-85CA-B362F8402E6C}" type="presParOf" srcId="{D05BFF93-3D95-4A59-B463-895C55540FD2}" destId="{E84B07C1-F057-48B5-AF63-EBA67C833E8A}" srcOrd="7" destOrd="0" presId="urn:microsoft.com/office/officeart/2018/2/layout/IconVerticalSolidList"/>
    <dgm:cxn modelId="{DDF23CD0-E4F5-48EB-A75A-F2B8FE7E110C}" type="presParOf" srcId="{D05BFF93-3D95-4A59-B463-895C55540FD2}" destId="{CF944CFC-F2D9-4892-AFA5-5DE462493EFB}" srcOrd="8" destOrd="0" presId="urn:microsoft.com/office/officeart/2018/2/layout/IconVerticalSolidList"/>
    <dgm:cxn modelId="{999E7456-6C4C-4269-BAEA-1ED7FBDC53FD}" type="presParOf" srcId="{CF944CFC-F2D9-4892-AFA5-5DE462493EFB}" destId="{2427C7A3-040F-42C7-9394-2C2BF4CC71C8}" srcOrd="0" destOrd="0" presId="urn:microsoft.com/office/officeart/2018/2/layout/IconVerticalSolidList"/>
    <dgm:cxn modelId="{E82D2DF6-EBA2-4DAB-962B-C8ECD5195850}" type="presParOf" srcId="{CF944CFC-F2D9-4892-AFA5-5DE462493EFB}" destId="{A6618924-324B-4317-A710-3799611821D0}" srcOrd="1" destOrd="0" presId="urn:microsoft.com/office/officeart/2018/2/layout/IconVerticalSolidList"/>
    <dgm:cxn modelId="{3AA2ADBC-704A-4D17-AD28-B4C79DFAAB23}" type="presParOf" srcId="{CF944CFC-F2D9-4892-AFA5-5DE462493EFB}" destId="{0986A2C3-0C63-4076-BF1A-E9E55F846FEB}" srcOrd="2" destOrd="0" presId="urn:microsoft.com/office/officeart/2018/2/layout/IconVerticalSolidList"/>
    <dgm:cxn modelId="{3D537D20-656C-4238-9D33-34B846268E2A}" type="presParOf" srcId="{CF944CFC-F2D9-4892-AFA5-5DE462493EFB}" destId="{73B9878F-2771-486B-9B56-2B34E6B235C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172332-31E5-49FF-AD70-FC31FAE09F9D}" type="doc">
      <dgm:prSet loTypeId="urn:microsoft.com/office/officeart/2005/8/layout/cycle8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26C4FB2-C234-4CB6-AB78-1E2599F4C819}">
      <dgm:prSet phldrT="[Text]"/>
      <dgm:spPr/>
      <dgm:t>
        <a:bodyPr/>
        <a:lstStyle/>
        <a:p>
          <a:r>
            <a:rPr lang="en-IN" dirty="0"/>
            <a:t>Technical Skills</a:t>
          </a:r>
          <a:endParaRPr lang="en-US" dirty="0"/>
        </a:p>
      </dgm:t>
    </dgm:pt>
    <dgm:pt modelId="{2AA41B98-6324-4AF2-A602-A0DB640BD477}" type="parTrans" cxnId="{10E58ED9-C9E1-4382-871E-F698D79816A1}">
      <dgm:prSet/>
      <dgm:spPr/>
      <dgm:t>
        <a:bodyPr/>
        <a:lstStyle/>
        <a:p>
          <a:endParaRPr lang="en-US"/>
        </a:p>
      </dgm:t>
    </dgm:pt>
    <dgm:pt modelId="{3F42D046-C9BF-4BB6-A59A-BA499715CBAD}" type="sibTrans" cxnId="{10E58ED9-C9E1-4382-871E-F698D79816A1}">
      <dgm:prSet/>
      <dgm:spPr/>
      <dgm:t>
        <a:bodyPr/>
        <a:lstStyle/>
        <a:p>
          <a:endParaRPr lang="en-US"/>
        </a:p>
      </dgm:t>
    </dgm:pt>
    <dgm:pt modelId="{3704E9AA-A54D-45A2-893B-AAC06D04C6BE}">
      <dgm:prSet phldrT="[Text]"/>
      <dgm:spPr/>
      <dgm:t>
        <a:bodyPr/>
        <a:lstStyle/>
        <a:p>
          <a:r>
            <a:rPr lang="en-IN" dirty="0"/>
            <a:t>Soft Skills</a:t>
          </a:r>
          <a:endParaRPr lang="en-US" dirty="0"/>
        </a:p>
      </dgm:t>
    </dgm:pt>
    <dgm:pt modelId="{26DD803F-78D9-41A0-AAE7-0E86695EEC91}" type="parTrans" cxnId="{21F155B6-2DAF-4ED5-8C25-CCBC6DA8D3C7}">
      <dgm:prSet/>
      <dgm:spPr/>
      <dgm:t>
        <a:bodyPr/>
        <a:lstStyle/>
        <a:p>
          <a:endParaRPr lang="en-US"/>
        </a:p>
      </dgm:t>
    </dgm:pt>
    <dgm:pt modelId="{7709AC21-0E52-4256-8FFC-4AFFEBF97879}" type="sibTrans" cxnId="{21F155B6-2DAF-4ED5-8C25-CCBC6DA8D3C7}">
      <dgm:prSet/>
      <dgm:spPr/>
      <dgm:t>
        <a:bodyPr/>
        <a:lstStyle/>
        <a:p>
          <a:endParaRPr lang="en-US"/>
        </a:p>
      </dgm:t>
    </dgm:pt>
    <dgm:pt modelId="{5C04C2A4-EE45-479F-90AE-0A5E0C9071C0}">
      <dgm:prSet phldrT="[Text]"/>
      <dgm:spPr/>
      <dgm:t>
        <a:bodyPr/>
        <a:lstStyle/>
        <a:p>
          <a:r>
            <a:rPr lang="en-IN" dirty="0"/>
            <a:t>Leadership Skills</a:t>
          </a:r>
          <a:endParaRPr lang="en-US" dirty="0"/>
        </a:p>
      </dgm:t>
    </dgm:pt>
    <dgm:pt modelId="{5B370B68-C3AD-46D9-9E78-AA4C83C74E8E}" type="parTrans" cxnId="{F16F7772-E8ED-482A-822B-6E53FDDC8155}">
      <dgm:prSet/>
      <dgm:spPr/>
      <dgm:t>
        <a:bodyPr/>
        <a:lstStyle/>
        <a:p>
          <a:endParaRPr lang="en-US"/>
        </a:p>
      </dgm:t>
    </dgm:pt>
    <dgm:pt modelId="{54D62EA7-DB8E-4DC8-978E-069792564D48}" type="sibTrans" cxnId="{F16F7772-E8ED-482A-822B-6E53FDDC8155}">
      <dgm:prSet/>
      <dgm:spPr/>
      <dgm:t>
        <a:bodyPr/>
        <a:lstStyle/>
        <a:p>
          <a:endParaRPr lang="en-US"/>
        </a:p>
      </dgm:t>
    </dgm:pt>
    <dgm:pt modelId="{5398EDCB-98C8-4168-B13B-0B8927B6301B}">
      <dgm:prSet phldrT="[Text]"/>
      <dgm:spPr/>
      <dgm:t>
        <a:bodyPr/>
        <a:lstStyle/>
        <a:p>
          <a:r>
            <a:rPr lang="en-IN" dirty="0"/>
            <a:t>Problem Solving Skills</a:t>
          </a:r>
          <a:endParaRPr lang="en-US" dirty="0"/>
        </a:p>
      </dgm:t>
    </dgm:pt>
    <dgm:pt modelId="{94188409-1288-425B-84E8-516026AAE851}" type="parTrans" cxnId="{31442A17-6904-45AE-B271-68CAAF354C53}">
      <dgm:prSet/>
      <dgm:spPr/>
      <dgm:t>
        <a:bodyPr/>
        <a:lstStyle/>
        <a:p>
          <a:endParaRPr lang="en-US"/>
        </a:p>
      </dgm:t>
    </dgm:pt>
    <dgm:pt modelId="{C9C9E4ED-8E30-41B3-91D7-25BAE83AD445}" type="sibTrans" cxnId="{31442A17-6904-45AE-B271-68CAAF354C53}">
      <dgm:prSet/>
      <dgm:spPr/>
      <dgm:t>
        <a:bodyPr/>
        <a:lstStyle/>
        <a:p>
          <a:endParaRPr lang="en-US"/>
        </a:p>
      </dgm:t>
    </dgm:pt>
    <dgm:pt modelId="{C300E8ED-E7E7-4832-A8BC-743A12BBC11B}">
      <dgm:prSet phldrT="[Text]"/>
      <dgm:spPr/>
      <dgm:t>
        <a:bodyPr/>
        <a:lstStyle/>
        <a:p>
          <a:r>
            <a:rPr lang="en-IN" dirty="0"/>
            <a:t>Learning Skills</a:t>
          </a:r>
          <a:endParaRPr lang="en-US" dirty="0"/>
        </a:p>
      </dgm:t>
    </dgm:pt>
    <dgm:pt modelId="{F691EF1A-CF07-48A9-8F06-B5EA92376AB0}" type="parTrans" cxnId="{4EEE5736-8F72-40F1-8388-7BC1F84B3293}">
      <dgm:prSet/>
      <dgm:spPr/>
      <dgm:t>
        <a:bodyPr/>
        <a:lstStyle/>
        <a:p>
          <a:endParaRPr lang="en-US"/>
        </a:p>
      </dgm:t>
    </dgm:pt>
    <dgm:pt modelId="{3D60EC16-7E8A-4EAF-AC17-E91D2C6CAF88}" type="sibTrans" cxnId="{4EEE5736-8F72-40F1-8388-7BC1F84B3293}">
      <dgm:prSet/>
      <dgm:spPr/>
      <dgm:t>
        <a:bodyPr/>
        <a:lstStyle/>
        <a:p>
          <a:endParaRPr lang="en-US"/>
        </a:p>
      </dgm:t>
    </dgm:pt>
    <dgm:pt modelId="{DF1373DD-3157-420D-B503-0004A254E25D}" type="pres">
      <dgm:prSet presAssocID="{8B172332-31E5-49FF-AD70-FC31FAE09F9D}" presName="compositeShape" presStyleCnt="0">
        <dgm:presLayoutVars>
          <dgm:chMax val="7"/>
          <dgm:dir/>
          <dgm:resizeHandles val="exact"/>
        </dgm:presLayoutVars>
      </dgm:prSet>
      <dgm:spPr/>
    </dgm:pt>
    <dgm:pt modelId="{B804666E-AAF0-4C25-93A0-088A8ADF9C43}" type="pres">
      <dgm:prSet presAssocID="{8B172332-31E5-49FF-AD70-FC31FAE09F9D}" presName="wedge1" presStyleLbl="node1" presStyleIdx="0" presStyleCnt="5"/>
      <dgm:spPr/>
    </dgm:pt>
    <dgm:pt modelId="{3CCDD717-69BD-484A-8C8C-BC07428F35B0}" type="pres">
      <dgm:prSet presAssocID="{8B172332-31E5-49FF-AD70-FC31FAE09F9D}" presName="dummy1a" presStyleCnt="0"/>
      <dgm:spPr/>
    </dgm:pt>
    <dgm:pt modelId="{02A48044-2004-4F74-B58D-33A968CF7762}" type="pres">
      <dgm:prSet presAssocID="{8B172332-31E5-49FF-AD70-FC31FAE09F9D}" presName="dummy1b" presStyleCnt="0"/>
      <dgm:spPr/>
    </dgm:pt>
    <dgm:pt modelId="{B2193195-F675-46CE-9A43-958EBD9A323E}" type="pres">
      <dgm:prSet presAssocID="{8B172332-31E5-49FF-AD70-FC31FAE09F9D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4A23D33-EFE3-4E51-B87F-EBD19F70AC2D}" type="pres">
      <dgm:prSet presAssocID="{8B172332-31E5-49FF-AD70-FC31FAE09F9D}" presName="wedge2" presStyleLbl="node1" presStyleIdx="1" presStyleCnt="5"/>
      <dgm:spPr/>
    </dgm:pt>
    <dgm:pt modelId="{671B2F2A-4F7E-4B35-9DE5-0DEEFE07790D}" type="pres">
      <dgm:prSet presAssocID="{8B172332-31E5-49FF-AD70-FC31FAE09F9D}" presName="dummy2a" presStyleCnt="0"/>
      <dgm:spPr/>
    </dgm:pt>
    <dgm:pt modelId="{BBF1A728-D558-420B-8A6F-7E31822FC1A9}" type="pres">
      <dgm:prSet presAssocID="{8B172332-31E5-49FF-AD70-FC31FAE09F9D}" presName="dummy2b" presStyleCnt="0"/>
      <dgm:spPr/>
    </dgm:pt>
    <dgm:pt modelId="{18A3474C-F881-4C4F-9FB7-2CD9672400A4}" type="pres">
      <dgm:prSet presAssocID="{8B172332-31E5-49FF-AD70-FC31FAE09F9D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20C214C6-AF99-41D8-B3A2-051D72051C3B}" type="pres">
      <dgm:prSet presAssocID="{8B172332-31E5-49FF-AD70-FC31FAE09F9D}" presName="wedge3" presStyleLbl="node1" presStyleIdx="2" presStyleCnt="5"/>
      <dgm:spPr/>
    </dgm:pt>
    <dgm:pt modelId="{41E7549C-A585-4FE3-9C39-F9B8897A9ACC}" type="pres">
      <dgm:prSet presAssocID="{8B172332-31E5-49FF-AD70-FC31FAE09F9D}" presName="dummy3a" presStyleCnt="0"/>
      <dgm:spPr/>
    </dgm:pt>
    <dgm:pt modelId="{6B11CFA6-A0F0-4B34-9F24-83040DB60182}" type="pres">
      <dgm:prSet presAssocID="{8B172332-31E5-49FF-AD70-FC31FAE09F9D}" presName="dummy3b" presStyleCnt="0"/>
      <dgm:spPr/>
    </dgm:pt>
    <dgm:pt modelId="{9FC06176-9D06-4E13-8AFE-091C7925D524}" type="pres">
      <dgm:prSet presAssocID="{8B172332-31E5-49FF-AD70-FC31FAE09F9D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E2AAFBC-7A63-4561-AC5E-C8CDEE5FD790}" type="pres">
      <dgm:prSet presAssocID="{8B172332-31E5-49FF-AD70-FC31FAE09F9D}" presName="wedge4" presStyleLbl="node1" presStyleIdx="3" presStyleCnt="5"/>
      <dgm:spPr/>
    </dgm:pt>
    <dgm:pt modelId="{EC627C62-D98F-4948-92C4-8CBA99A21A7C}" type="pres">
      <dgm:prSet presAssocID="{8B172332-31E5-49FF-AD70-FC31FAE09F9D}" presName="dummy4a" presStyleCnt="0"/>
      <dgm:spPr/>
    </dgm:pt>
    <dgm:pt modelId="{654BF6CF-4328-4931-AFDB-59129E934223}" type="pres">
      <dgm:prSet presAssocID="{8B172332-31E5-49FF-AD70-FC31FAE09F9D}" presName="dummy4b" presStyleCnt="0"/>
      <dgm:spPr/>
    </dgm:pt>
    <dgm:pt modelId="{C6DF730D-959D-4EBB-BD5D-C84625BF7492}" type="pres">
      <dgm:prSet presAssocID="{8B172332-31E5-49FF-AD70-FC31FAE09F9D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C4602F3-7241-4B01-AA5F-FF2664FD0EC3}" type="pres">
      <dgm:prSet presAssocID="{8B172332-31E5-49FF-AD70-FC31FAE09F9D}" presName="wedge5" presStyleLbl="node1" presStyleIdx="4" presStyleCnt="5"/>
      <dgm:spPr/>
    </dgm:pt>
    <dgm:pt modelId="{34C6AB91-7E31-427D-B4D4-AFE8F4DE39C7}" type="pres">
      <dgm:prSet presAssocID="{8B172332-31E5-49FF-AD70-FC31FAE09F9D}" presName="dummy5a" presStyleCnt="0"/>
      <dgm:spPr/>
    </dgm:pt>
    <dgm:pt modelId="{1B5980AD-589F-45AA-B891-D851A6ACCEF5}" type="pres">
      <dgm:prSet presAssocID="{8B172332-31E5-49FF-AD70-FC31FAE09F9D}" presName="dummy5b" presStyleCnt="0"/>
      <dgm:spPr/>
    </dgm:pt>
    <dgm:pt modelId="{952307EF-2305-4DE5-BBBB-ACC813776CE3}" type="pres">
      <dgm:prSet presAssocID="{8B172332-31E5-49FF-AD70-FC31FAE09F9D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D93C5658-A6BA-4416-BA7A-1A15223086CD}" type="pres">
      <dgm:prSet presAssocID="{C9C9E4ED-8E30-41B3-91D7-25BAE83AD445}" presName="arrowWedge1" presStyleLbl="fgSibTrans2D1" presStyleIdx="0" presStyleCnt="5"/>
      <dgm:spPr/>
    </dgm:pt>
    <dgm:pt modelId="{751D84E7-2977-43C3-ABAD-1A9115658D9E}" type="pres">
      <dgm:prSet presAssocID="{3F42D046-C9BF-4BB6-A59A-BA499715CBAD}" presName="arrowWedge2" presStyleLbl="fgSibTrans2D1" presStyleIdx="1" presStyleCnt="5"/>
      <dgm:spPr/>
    </dgm:pt>
    <dgm:pt modelId="{BE6D91FB-F37A-4611-AE61-347213CD281B}" type="pres">
      <dgm:prSet presAssocID="{7709AC21-0E52-4256-8FFC-4AFFEBF97879}" presName="arrowWedge3" presStyleLbl="fgSibTrans2D1" presStyleIdx="2" presStyleCnt="5"/>
      <dgm:spPr/>
    </dgm:pt>
    <dgm:pt modelId="{C8F88FB4-B87F-4686-8CF9-DDBCED5DCCAA}" type="pres">
      <dgm:prSet presAssocID="{54D62EA7-DB8E-4DC8-978E-069792564D48}" presName="arrowWedge4" presStyleLbl="fgSibTrans2D1" presStyleIdx="3" presStyleCnt="5"/>
      <dgm:spPr/>
    </dgm:pt>
    <dgm:pt modelId="{C304E965-5FBC-4CD4-A1EF-3AA6B6A4C4D8}" type="pres">
      <dgm:prSet presAssocID="{3D60EC16-7E8A-4EAF-AC17-E91D2C6CAF88}" presName="arrowWedge5" presStyleLbl="fgSibTrans2D1" presStyleIdx="4" presStyleCnt="5"/>
      <dgm:spPr/>
    </dgm:pt>
  </dgm:ptLst>
  <dgm:cxnLst>
    <dgm:cxn modelId="{5E8B7701-FFF0-4A8A-92E9-3E41C0E408A4}" type="presOf" srcId="{5C04C2A4-EE45-479F-90AE-0A5E0C9071C0}" destId="{C6DF730D-959D-4EBB-BD5D-C84625BF7492}" srcOrd="1" destOrd="0" presId="urn:microsoft.com/office/officeart/2005/8/layout/cycle8"/>
    <dgm:cxn modelId="{B7701316-48DC-439E-92E4-B859BBE41DE0}" type="presOf" srcId="{3704E9AA-A54D-45A2-893B-AAC06D04C6BE}" destId="{20C214C6-AF99-41D8-B3A2-051D72051C3B}" srcOrd="0" destOrd="0" presId="urn:microsoft.com/office/officeart/2005/8/layout/cycle8"/>
    <dgm:cxn modelId="{31442A17-6904-45AE-B271-68CAAF354C53}" srcId="{8B172332-31E5-49FF-AD70-FC31FAE09F9D}" destId="{5398EDCB-98C8-4168-B13B-0B8927B6301B}" srcOrd="0" destOrd="0" parTransId="{94188409-1288-425B-84E8-516026AAE851}" sibTransId="{C9C9E4ED-8E30-41B3-91D7-25BAE83AD445}"/>
    <dgm:cxn modelId="{85BF8025-A9AF-466E-83BF-A361447C5E9B}" type="presOf" srcId="{C300E8ED-E7E7-4832-A8BC-743A12BBC11B}" destId="{4C4602F3-7241-4B01-AA5F-FF2664FD0EC3}" srcOrd="0" destOrd="0" presId="urn:microsoft.com/office/officeart/2005/8/layout/cycle8"/>
    <dgm:cxn modelId="{4B7C682C-8ACD-457D-B901-A367AB68D782}" type="presOf" srcId="{B26C4FB2-C234-4CB6-AB78-1E2599F4C819}" destId="{18A3474C-F881-4C4F-9FB7-2CD9672400A4}" srcOrd="1" destOrd="0" presId="urn:microsoft.com/office/officeart/2005/8/layout/cycle8"/>
    <dgm:cxn modelId="{4EEE5736-8F72-40F1-8388-7BC1F84B3293}" srcId="{8B172332-31E5-49FF-AD70-FC31FAE09F9D}" destId="{C300E8ED-E7E7-4832-A8BC-743A12BBC11B}" srcOrd="4" destOrd="0" parTransId="{F691EF1A-CF07-48A9-8F06-B5EA92376AB0}" sibTransId="{3D60EC16-7E8A-4EAF-AC17-E91D2C6CAF88}"/>
    <dgm:cxn modelId="{DCE3644A-D870-40D8-B135-07B88FC419AD}" type="presOf" srcId="{C300E8ED-E7E7-4832-A8BC-743A12BBC11B}" destId="{952307EF-2305-4DE5-BBBB-ACC813776CE3}" srcOrd="1" destOrd="0" presId="urn:microsoft.com/office/officeart/2005/8/layout/cycle8"/>
    <dgm:cxn modelId="{F16F7772-E8ED-482A-822B-6E53FDDC8155}" srcId="{8B172332-31E5-49FF-AD70-FC31FAE09F9D}" destId="{5C04C2A4-EE45-479F-90AE-0A5E0C9071C0}" srcOrd="3" destOrd="0" parTransId="{5B370B68-C3AD-46D9-9E78-AA4C83C74E8E}" sibTransId="{54D62EA7-DB8E-4DC8-978E-069792564D48}"/>
    <dgm:cxn modelId="{1D91D59C-4F58-432C-A1CF-DEB8B2BC39C7}" type="presOf" srcId="{8B172332-31E5-49FF-AD70-FC31FAE09F9D}" destId="{DF1373DD-3157-420D-B503-0004A254E25D}" srcOrd="0" destOrd="0" presId="urn:microsoft.com/office/officeart/2005/8/layout/cycle8"/>
    <dgm:cxn modelId="{35984AB5-D6C1-4061-A302-2BE7181CC635}" type="presOf" srcId="{3704E9AA-A54D-45A2-893B-AAC06D04C6BE}" destId="{9FC06176-9D06-4E13-8AFE-091C7925D524}" srcOrd="1" destOrd="0" presId="urn:microsoft.com/office/officeart/2005/8/layout/cycle8"/>
    <dgm:cxn modelId="{21F155B6-2DAF-4ED5-8C25-CCBC6DA8D3C7}" srcId="{8B172332-31E5-49FF-AD70-FC31FAE09F9D}" destId="{3704E9AA-A54D-45A2-893B-AAC06D04C6BE}" srcOrd="2" destOrd="0" parTransId="{26DD803F-78D9-41A0-AAE7-0E86695EEC91}" sibTransId="{7709AC21-0E52-4256-8FFC-4AFFEBF97879}"/>
    <dgm:cxn modelId="{487216D8-FEF1-4D1B-B930-ADE22411F69B}" type="presOf" srcId="{5C04C2A4-EE45-479F-90AE-0A5E0C9071C0}" destId="{DE2AAFBC-7A63-4561-AC5E-C8CDEE5FD790}" srcOrd="0" destOrd="0" presId="urn:microsoft.com/office/officeart/2005/8/layout/cycle8"/>
    <dgm:cxn modelId="{10E58ED9-C9E1-4382-871E-F698D79816A1}" srcId="{8B172332-31E5-49FF-AD70-FC31FAE09F9D}" destId="{B26C4FB2-C234-4CB6-AB78-1E2599F4C819}" srcOrd="1" destOrd="0" parTransId="{2AA41B98-6324-4AF2-A602-A0DB640BD477}" sibTransId="{3F42D046-C9BF-4BB6-A59A-BA499715CBAD}"/>
    <dgm:cxn modelId="{505209DA-5344-49F0-8730-62D649AD2A22}" type="presOf" srcId="{B26C4FB2-C234-4CB6-AB78-1E2599F4C819}" destId="{44A23D33-EFE3-4E51-B87F-EBD19F70AC2D}" srcOrd="0" destOrd="0" presId="urn:microsoft.com/office/officeart/2005/8/layout/cycle8"/>
    <dgm:cxn modelId="{D7C751E7-D80F-4514-AFA1-6F72B7CAE480}" type="presOf" srcId="{5398EDCB-98C8-4168-B13B-0B8927B6301B}" destId="{B804666E-AAF0-4C25-93A0-088A8ADF9C43}" srcOrd="0" destOrd="0" presId="urn:microsoft.com/office/officeart/2005/8/layout/cycle8"/>
    <dgm:cxn modelId="{DCB54EEA-8F11-42C7-B6DD-B1AF4E300E49}" type="presOf" srcId="{5398EDCB-98C8-4168-B13B-0B8927B6301B}" destId="{B2193195-F675-46CE-9A43-958EBD9A323E}" srcOrd="1" destOrd="0" presId="urn:microsoft.com/office/officeart/2005/8/layout/cycle8"/>
    <dgm:cxn modelId="{43AF5E19-6CEE-4D25-8832-BDD4D4932918}" type="presParOf" srcId="{DF1373DD-3157-420D-B503-0004A254E25D}" destId="{B804666E-AAF0-4C25-93A0-088A8ADF9C43}" srcOrd="0" destOrd="0" presId="urn:microsoft.com/office/officeart/2005/8/layout/cycle8"/>
    <dgm:cxn modelId="{2B1ECAAC-8266-4375-A37C-AFB67E8FB23B}" type="presParOf" srcId="{DF1373DD-3157-420D-B503-0004A254E25D}" destId="{3CCDD717-69BD-484A-8C8C-BC07428F35B0}" srcOrd="1" destOrd="0" presId="urn:microsoft.com/office/officeart/2005/8/layout/cycle8"/>
    <dgm:cxn modelId="{FFBBF519-CCA5-4042-B9E1-E430020B6697}" type="presParOf" srcId="{DF1373DD-3157-420D-B503-0004A254E25D}" destId="{02A48044-2004-4F74-B58D-33A968CF7762}" srcOrd="2" destOrd="0" presId="urn:microsoft.com/office/officeart/2005/8/layout/cycle8"/>
    <dgm:cxn modelId="{458F7A87-DC34-49E0-A3CB-44AC6F30DAB0}" type="presParOf" srcId="{DF1373DD-3157-420D-B503-0004A254E25D}" destId="{B2193195-F675-46CE-9A43-958EBD9A323E}" srcOrd="3" destOrd="0" presId="urn:microsoft.com/office/officeart/2005/8/layout/cycle8"/>
    <dgm:cxn modelId="{7FACAF2E-DF9B-4E62-82AE-72EE8CFBEE70}" type="presParOf" srcId="{DF1373DD-3157-420D-B503-0004A254E25D}" destId="{44A23D33-EFE3-4E51-B87F-EBD19F70AC2D}" srcOrd="4" destOrd="0" presId="urn:microsoft.com/office/officeart/2005/8/layout/cycle8"/>
    <dgm:cxn modelId="{1F714E9C-86EF-4CA1-9806-9898AE3555CF}" type="presParOf" srcId="{DF1373DD-3157-420D-B503-0004A254E25D}" destId="{671B2F2A-4F7E-4B35-9DE5-0DEEFE07790D}" srcOrd="5" destOrd="0" presId="urn:microsoft.com/office/officeart/2005/8/layout/cycle8"/>
    <dgm:cxn modelId="{164D68AD-6C88-47EA-9541-B40E9526212B}" type="presParOf" srcId="{DF1373DD-3157-420D-B503-0004A254E25D}" destId="{BBF1A728-D558-420B-8A6F-7E31822FC1A9}" srcOrd="6" destOrd="0" presId="urn:microsoft.com/office/officeart/2005/8/layout/cycle8"/>
    <dgm:cxn modelId="{1E04ECC7-03F3-4173-865A-9D464B5C1AE4}" type="presParOf" srcId="{DF1373DD-3157-420D-B503-0004A254E25D}" destId="{18A3474C-F881-4C4F-9FB7-2CD9672400A4}" srcOrd="7" destOrd="0" presId="urn:microsoft.com/office/officeart/2005/8/layout/cycle8"/>
    <dgm:cxn modelId="{1E169AFF-8E2A-4CE9-A402-1343C7E19ECB}" type="presParOf" srcId="{DF1373DD-3157-420D-B503-0004A254E25D}" destId="{20C214C6-AF99-41D8-B3A2-051D72051C3B}" srcOrd="8" destOrd="0" presId="urn:microsoft.com/office/officeart/2005/8/layout/cycle8"/>
    <dgm:cxn modelId="{087FE25D-2569-468C-8785-9F94C286DD31}" type="presParOf" srcId="{DF1373DD-3157-420D-B503-0004A254E25D}" destId="{41E7549C-A585-4FE3-9C39-F9B8897A9ACC}" srcOrd="9" destOrd="0" presId="urn:microsoft.com/office/officeart/2005/8/layout/cycle8"/>
    <dgm:cxn modelId="{B77F88E8-A9DF-4539-A724-90945818FE4A}" type="presParOf" srcId="{DF1373DD-3157-420D-B503-0004A254E25D}" destId="{6B11CFA6-A0F0-4B34-9F24-83040DB60182}" srcOrd="10" destOrd="0" presId="urn:microsoft.com/office/officeart/2005/8/layout/cycle8"/>
    <dgm:cxn modelId="{74719BFF-326D-4C2C-AC1D-ABB546308858}" type="presParOf" srcId="{DF1373DD-3157-420D-B503-0004A254E25D}" destId="{9FC06176-9D06-4E13-8AFE-091C7925D524}" srcOrd="11" destOrd="0" presId="urn:microsoft.com/office/officeart/2005/8/layout/cycle8"/>
    <dgm:cxn modelId="{4F7A8922-8E8A-4DCF-A8F1-922B7DF763DF}" type="presParOf" srcId="{DF1373DD-3157-420D-B503-0004A254E25D}" destId="{DE2AAFBC-7A63-4561-AC5E-C8CDEE5FD790}" srcOrd="12" destOrd="0" presId="urn:microsoft.com/office/officeart/2005/8/layout/cycle8"/>
    <dgm:cxn modelId="{6F3839D0-432A-433F-8FC8-A221E7ECCEF2}" type="presParOf" srcId="{DF1373DD-3157-420D-B503-0004A254E25D}" destId="{EC627C62-D98F-4948-92C4-8CBA99A21A7C}" srcOrd="13" destOrd="0" presId="urn:microsoft.com/office/officeart/2005/8/layout/cycle8"/>
    <dgm:cxn modelId="{B7E9F097-0755-49E5-B503-F49BB1D39D9A}" type="presParOf" srcId="{DF1373DD-3157-420D-B503-0004A254E25D}" destId="{654BF6CF-4328-4931-AFDB-59129E934223}" srcOrd="14" destOrd="0" presId="urn:microsoft.com/office/officeart/2005/8/layout/cycle8"/>
    <dgm:cxn modelId="{227D581B-922F-4330-A1EB-373D35C8CA28}" type="presParOf" srcId="{DF1373DD-3157-420D-B503-0004A254E25D}" destId="{C6DF730D-959D-4EBB-BD5D-C84625BF7492}" srcOrd="15" destOrd="0" presId="urn:microsoft.com/office/officeart/2005/8/layout/cycle8"/>
    <dgm:cxn modelId="{06F7FB77-C0D7-4BE1-981E-158EEB7F2E52}" type="presParOf" srcId="{DF1373DD-3157-420D-B503-0004A254E25D}" destId="{4C4602F3-7241-4B01-AA5F-FF2664FD0EC3}" srcOrd="16" destOrd="0" presId="urn:microsoft.com/office/officeart/2005/8/layout/cycle8"/>
    <dgm:cxn modelId="{FDE2FED2-BB58-4F5B-A713-6297D3DC938E}" type="presParOf" srcId="{DF1373DD-3157-420D-B503-0004A254E25D}" destId="{34C6AB91-7E31-427D-B4D4-AFE8F4DE39C7}" srcOrd="17" destOrd="0" presId="urn:microsoft.com/office/officeart/2005/8/layout/cycle8"/>
    <dgm:cxn modelId="{58CED8E2-EF8B-4A80-9243-D05958440F9D}" type="presParOf" srcId="{DF1373DD-3157-420D-B503-0004A254E25D}" destId="{1B5980AD-589F-45AA-B891-D851A6ACCEF5}" srcOrd="18" destOrd="0" presId="urn:microsoft.com/office/officeart/2005/8/layout/cycle8"/>
    <dgm:cxn modelId="{37BF9C7F-AA18-4E02-94D9-7B34C00EC1FE}" type="presParOf" srcId="{DF1373DD-3157-420D-B503-0004A254E25D}" destId="{952307EF-2305-4DE5-BBBB-ACC813776CE3}" srcOrd="19" destOrd="0" presId="urn:microsoft.com/office/officeart/2005/8/layout/cycle8"/>
    <dgm:cxn modelId="{1CC7A12F-530F-4712-B25F-0CFBC4B54671}" type="presParOf" srcId="{DF1373DD-3157-420D-B503-0004A254E25D}" destId="{D93C5658-A6BA-4416-BA7A-1A15223086CD}" srcOrd="20" destOrd="0" presId="urn:microsoft.com/office/officeart/2005/8/layout/cycle8"/>
    <dgm:cxn modelId="{55BAE75E-0B3D-4226-AA04-0AC07392E10A}" type="presParOf" srcId="{DF1373DD-3157-420D-B503-0004A254E25D}" destId="{751D84E7-2977-43C3-ABAD-1A9115658D9E}" srcOrd="21" destOrd="0" presId="urn:microsoft.com/office/officeart/2005/8/layout/cycle8"/>
    <dgm:cxn modelId="{B7883F03-6E53-4A12-B890-218088966A06}" type="presParOf" srcId="{DF1373DD-3157-420D-B503-0004A254E25D}" destId="{BE6D91FB-F37A-4611-AE61-347213CD281B}" srcOrd="22" destOrd="0" presId="urn:microsoft.com/office/officeart/2005/8/layout/cycle8"/>
    <dgm:cxn modelId="{518890CE-308A-4115-AA53-A621B9037DF0}" type="presParOf" srcId="{DF1373DD-3157-420D-B503-0004A254E25D}" destId="{C8F88FB4-B87F-4686-8CF9-DDBCED5DCCAA}" srcOrd="23" destOrd="0" presId="urn:microsoft.com/office/officeart/2005/8/layout/cycle8"/>
    <dgm:cxn modelId="{1C5F22A7-E58D-462D-B1AC-A1F54B32B838}" type="presParOf" srcId="{DF1373DD-3157-420D-B503-0004A254E25D}" destId="{C304E965-5FBC-4CD4-A1EF-3AA6B6A4C4D8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543ED-01C3-46C2-9F0C-4E245320A35A}">
      <dsp:nvSpPr>
        <dsp:cNvPr id="0" name=""/>
        <dsp:cNvSpPr/>
      </dsp:nvSpPr>
      <dsp:spPr>
        <a:xfrm>
          <a:off x="0" y="1968"/>
          <a:ext cx="11122056" cy="9974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F08049-BDCB-4196-8485-D1AEE4C20DAA}">
      <dsp:nvSpPr>
        <dsp:cNvPr id="0" name=""/>
        <dsp:cNvSpPr/>
      </dsp:nvSpPr>
      <dsp:spPr>
        <a:xfrm>
          <a:off x="301728" y="226394"/>
          <a:ext cx="548596" cy="5485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03CBC7-1A98-4DCF-BB30-70E6BB90F656}">
      <dsp:nvSpPr>
        <dsp:cNvPr id="0" name=""/>
        <dsp:cNvSpPr/>
      </dsp:nvSpPr>
      <dsp:spPr>
        <a:xfrm>
          <a:off x="1152053" y="1968"/>
          <a:ext cx="9970002" cy="997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563" tIns="105563" rIns="105563" bIns="1055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Enterprise Architect: </a:t>
          </a:r>
          <a:r>
            <a:rPr lang="en-US" sz="1900" kern="1200"/>
            <a:t>Provides a holistic view of an organization's IT strategy, aligning IT projects with business objectives and strategies. They oversee the entire IT infrastructure to ensure it meets the business's goals.</a:t>
          </a:r>
        </a:p>
      </dsp:txBody>
      <dsp:txXfrm>
        <a:off x="1152053" y="1968"/>
        <a:ext cx="9970002" cy="997448"/>
      </dsp:txXfrm>
    </dsp:sp>
    <dsp:sp modelId="{E9D8AB9C-F88B-4F6C-85B5-EDD7C7688947}">
      <dsp:nvSpPr>
        <dsp:cNvPr id="0" name=""/>
        <dsp:cNvSpPr/>
      </dsp:nvSpPr>
      <dsp:spPr>
        <a:xfrm>
          <a:off x="0" y="1248779"/>
          <a:ext cx="11122056" cy="9974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B6934-1B7E-4DBD-B04E-6D1175411B22}">
      <dsp:nvSpPr>
        <dsp:cNvPr id="0" name=""/>
        <dsp:cNvSpPr/>
      </dsp:nvSpPr>
      <dsp:spPr>
        <a:xfrm>
          <a:off x="301728" y="1473205"/>
          <a:ext cx="548596" cy="5485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83CBA-E8F4-47E5-A1C5-7C5CEBD629BC}">
      <dsp:nvSpPr>
        <dsp:cNvPr id="0" name=""/>
        <dsp:cNvSpPr/>
      </dsp:nvSpPr>
      <dsp:spPr>
        <a:xfrm>
          <a:off x="1152053" y="1248779"/>
          <a:ext cx="9970002" cy="997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563" tIns="105563" rIns="105563" bIns="1055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Solution Architect</a:t>
          </a:r>
          <a:r>
            <a:rPr lang="en-US" sz="1900" kern="1200"/>
            <a:t>: Operates at a project level, designing and managing the solution architecture for specific business problems. They ensure the technical solution aligns with the business needs.</a:t>
          </a:r>
        </a:p>
      </dsp:txBody>
      <dsp:txXfrm>
        <a:off x="1152053" y="1248779"/>
        <a:ext cx="9970002" cy="997448"/>
      </dsp:txXfrm>
    </dsp:sp>
    <dsp:sp modelId="{7BFF9194-7193-40C0-A8B8-FC461F6A19F3}">
      <dsp:nvSpPr>
        <dsp:cNvPr id="0" name=""/>
        <dsp:cNvSpPr/>
      </dsp:nvSpPr>
      <dsp:spPr>
        <a:xfrm>
          <a:off x="0" y="2495590"/>
          <a:ext cx="11122056" cy="9974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32A47-D10C-4A38-866E-41B3F71EE34B}">
      <dsp:nvSpPr>
        <dsp:cNvPr id="0" name=""/>
        <dsp:cNvSpPr/>
      </dsp:nvSpPr>
      <dsp:spPr>
        <a:xfrm>
          <a:off x="301728" y="2720016"/>
          <a:ext cx="548596" cy="5485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9450E-B7FD-46FE-AF76-087C37FC0A20}">
      <dsp:nvSpPr>
        <dsp:cNvPr id="0" name=""/>
        <dsp:cNvSpPr/>
      </dsp:nvSpPr>
      <dsp:spPr>
        <a:xfrm>
          <a:off x="1152053" y="2495590"/>
          <a:ext cx="9970002" cy="997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563" tIns="105563" rIns="105563" bIns="1055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Software Architect</a:t>
          </a:r>
          <a:r>
            <a:rPr lang="en-US" sz="1900" kern="1200"/>
            <a:t>: Defines the software architecture for systems, including making decisions about design patterns, software coding standards, and platforms to ensure application performance and reliability.</a:t>
          </a:r>
        </a:p>
      </dsp:txBody>
      <dsp:txXfrm>
        <a:off x="1152053" y="2495590"/>
        <a:ext cx="9970002" cy="997448"/>
      </dsp:txXfrm>
    </dsp:sp>
    <dsp:sp modelId="{348CFD26-3934-43EE-A1FD-F3DDB39815DA}">
      <dsp:nvSpPr>
        <dsp:cNvPr id="0" name=""/>
        <dsp:cNvSpPr/>
      </dsp:nvSpPr>
      <dsp:spPr>
        <a:xfrm>
          <a:off x="0" y="3742401"/>
          <a:ext cx="11122056" cy="9974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B5C0F-F002-49B3-BB61-726FF58A3F18}">
      <dsp:nvSpPr>
        <dsp:cNvPr id="0" name=""/>
        <dsp:cNvSpPr/>
      </dsp:nvSpPr>
      <dsp:spPr>
        <a:xfrm>
          <a:off x="301728" y="3966827"/>
          <a:ext cx="548596" cy="5485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E988E-0648-41F0-9F5E-B91BD7B1D9FF}">
      <dsp:nvSpPr>
        <dsp:cNvPr id="0" name=""/>
        <dsp:cNvSpPr/>
      </dsp:nvSpPr>
      <dsp:spPr>
        <a:xfrm>
          <a:off x="1152053" y="3742401"/>
          <a:ext cx="9970002" cy="997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563" tIns="105563" rIns="105563" bIns="1055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Data Architect: </a:t>
          </a:r>
          <a:r>
            <a:rPr lang="en-US" sz="1900" kern="1200"/>
            <a:t>Designs and implements data management strategies, ensuring data security, reliability, and accessibility.</a:t>
          </a:r>
        </a:p>
      </dsp:txBody>
      <dsp:txXfrm>
        <a:off x="1152053" y="3742401"/>
        <a:ext cx="9970002" cy="9974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E7C7C2-8ED0-41B1-844D-3AD945CB9401}">
      <dsp:nvSpPr>
        <dsp:cNvPr id="0" name=""/>
        <dsp:cNvSpPr/>
      </dsp:nvSpPr>
      <dsp:spPr>
        <a:xfrm>
          <a:off x="0" y="3704"/>
          <a:ext cx="11122056" cy="7890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9072C-19F5-4D06-B437-236B758E5857}">
      <dsp:nvSpPr>
        <dsp:cNvPr id="0" name=""/>
        <dsp:cNvSpPr/>
      </dsp:nvSpPr>
      <dsp:spPr>
        <a:xfrm>
          <a:off x="238693" y="181244"/>
          <a:ext cx="433987" cy="4339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95AE4-3FD1-4554-8172-FCCDB9A05AA0}">
      <dsp:nvSpPr>
        <dsp:cNvPr id="0" name=""/>
        <dsp:cNvSpPr/>
      </dsp:nvSpPr>
      <dsp:spPr>
        <a:xfrm>
          <a:off x="911373" y="3704"/>
          <a:ext cx="10210682" cy="789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10" tIns="83510" rIns="83510" bIns="8351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Frontend Architect:  </a:t>
          </a:r>
          <a:r>
            <a:rPr lang="en-US" sz="1600" kern="1200" dirty="0"/>
            <a:t>Focuses on designing the frontend architecture the application. Ensure the technical implementation of the frontend aligns with the project's objectives and provides rich experience to end-user.</a:t>
          </a:r>
        </a:p>
      </dsp:txBody>
      <dsp:txXfrm>
        <a:off x="911373" y="3704"/>
        <a:ext cx="10210682" cy="789068"/>
      </dsp:txXfrm>
    </dsp:sp>
    <dsp:sp modelId="{C73BABBC-3D02-470B-8BF4-FE060D6F3C73}">
      <dsp:nvSpPr>
        <dsp:cNvPr id="0" name=""/>
        <dsp:cNvSpPr/>
      </dsp:nvSpPr>
      <dsp:spPr>
        <a:xfrm>
          <a:off x="0" y="990039"/>
          <a:ext cx="11122056" cy="7890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4A351A-78B1-479B-AD51-BAC0E2B3C950}">
      <dsp:nvSpPr>
        <dsp:cNvPr id="0" name=""/>
        <dsp:cNvSpPr/>
      </dsp:nvSpPr>
      <dsp:spPr>
        <a:xfrm>
          <a:off x="238693" y="1167580"/>
          <a:ext cx="433987" cy="4339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8D1F0-765A-45E7-BF93-2C694821F93E}">
      <dsp:nvSpPr>
        <dsp:cNvPr id="0" name=""/>
        <dsp:cNvSpPr/>
      </dsp:nvSpPr>
      <dsp:spPr>
        <a:xfrm>
          <a:off x="911373" y="990039"/>
          <a:ext cx="10210682" cy="789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10" tIns="83510" rIns="83510" bIns="8351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Technical Architect</a:t>
          </a:r>
          <a:r>
            <a:rPr lang="en-US" sz="1800" kern="1200" dirty="0"/>
            <a:t>: Possesses in-depth knowledge of specific technologies or domain, providing technical expertise and guidance on their implementation.</a:t>
          </a:r>
        </a:p>
      </dsp:txBody>
      <dsp:txXfrm>
        <a:off x="911373" y="990039"/>
        <a:ext cx="10210682" cy="789068"/>
      </dsp:txXfrm>
    </dsp:sp>
    <dsp:sp modelId="{EC2E5A8E-03BF-407E-8411-1AE37E9C48A9}">
      <dsp:nvSpPr>
        <dsp:cNvPr id="0" name=""/>
        <dsp:cNvSpPr/>
      </dsp:nvSpPr>
      <dsp:spPr>
        <a:xfrm>
          <a:off x="0" y="1976374"/>
          <a:ext cx="11122056" cy="7890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C4064-D8C9-4D10-BA74-6BFA18F52F38}">
      <dsp:nvSpPr>
        <dsp:cNvPr id="0" name=""/>
        <dsp:cNvSpPr/>
      </dsp:nvSpPr>
      <dsp:spPr>
        <a:xfrm>
          <a:off x="238693" y="2153915"/>
          <a:ext cx="433987" cy="4339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B0BFD-C262-46C5-85DC-248B99A4A24D}">
      <dsp:nvSpPr>
        <dsp:cNvPr id="0" name=""/>
        <dsp:cNvSpPr/>
      </dsp:nvSpPr>
      <dsp:spPr>
        <a:xfrm>
          <a:off x="911373" y="1976374"/>
          <a:ext cx="10210682" cy="789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10" tIns="83510" rIns="83510" bIns="8351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Cloud Architect: </a:t>
          </a:r>
          <a:r>
            <a:rPr lang="en-US" sz="1700" kern="1200"/>
            <a:t>Designs and manages an organization's cloud computing strategy, including the adoption of cloud services, cloud application design, and cloud management and monitoring.</a:t>
          </a:r>
        </a:p>
      </dsp:txBody>
      <dsp:txXfrm>
        <a:off x="911373" y="1976374"/>
        <a:ext cx="10210682" cy="789068"/>
      </dsp:txXfrm>
    </dsp:sp>
    <dsp:sp modelId="{8F910F73-FB83-41C0-AD14-8543A365CF37}">
      <dsp:nvSpPr>
        <dsp:cNvPr id="0" name=""/>
        <dsp:cNvSpPr/>
      </dsp:nvSpPr>
      <dsp:spPr>
        <a:xfrm>
          <a:off x="0" y="2962710"/>
          <a:ext cx="11122056" cy="7890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59194-81B6-4D5C-B8D1-669D27C3FB82}">
      <dsp:nvSpPr>
        <dsp:cNvPr id="0" name=""/>
        <dsp:cNvSpPr/>
      </dsp:nvSpPr>
      <dsp:spPr>
        <a:xfrm>
          <a:off x="238693" y="3140250"/>
          <a:ext cx="433987" cy="4339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830D5-C34B-4AF0-B84D-1BD07584E5F1}">
      <dsp:nvSpPr>
        <dsp:cNvPr id="0" name=""/>
        <dsp:cNvSpPr/>
      </dsp:nvSpPr>
      <dsp:spPr>
        <a:xfrm>
          <a:off x="911373" y="2962710"/>
          <a:ext cx="10210682" cy="789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10" tIns="83510" rIns="83510" bIns="8351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Infrastructure Architect</a:t>
          </a:r>
          <a:r>
            <a:rPr lang="en-IN" sz="1700" kern="1200"/>
            <a:t>: </a:t>
          </a:r>
          <a:r>
            <a:rPr lang="en-US" sz="1700" kern="1200"/>
            <a:t>Specializes in designing, configuring and implementing hardware and network architecture, including servers, network devices, and storage infrastructure.</a:t>
          </a:r>
        </a:p>
      </dsp:txBody>
      <dsp:txXfrm>
        <a:off x="911373" y="2962710"/>
        <a:ext cx="10210682" cy="789068"/>
      </dsp:txXfrm>
    </dsp:sp>
    <dsp:sp modelId="{2427C7A3-040F-42C7-9394-2C2BF4CC71C8}">
      <dsp:nvSpPr>
        <dsp:cNvPr id="0" name=""/>
        <dsp:cNvSpPr/>
      </dsp:nvSpPr>
      <dsp:spPr>
        <a:xfrm>
          <a:off x="0" y="3949045"/>
          <a:ext cx="11122056" cy="7890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618924-324B-4317-A710-3799611821D0}">
      <dsp:nvSpPr>
        <dsp:cNvPr id="0" name=""/>
        <dsp:cNvSpPr/>
      </dsp:nvSpPr>
      <dsp:spPr>
        <a:xfrm>
          <a:off x="238693" y="4126585"/>
          <a:ext cx="433987" cy="4339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9878F-2771-486B-9B56-2B34E6B235CD}">
      <dsp:nvSpPr>
        <dsp:cNvPr id="0" name=""/>
        <dsp:cNvSpPr/>
      </dsp:nvSpPr>
      <dsp:spPr>
        <a:xfrm>
          <a:off x="911373" y="3949045"/>
          <a:ext cx="10210682" cy="789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10" tIns="83510" rIns="83510" bIns="8351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Security Architect:</a:t>
          </a:r>
          <a:r>
            <a:rPr lang="en-US" sz="1700" kern="1200"/>
            <a:t> Specializes in creating and maintaining an organization's security architecture. Ensure that the system is protected against unauthorized access, data breaches, and other cyber threats.</a:t>
          </a:r>
        </a:p>
      </dsp:txBody>
      <dsp:txXfrm>
        <a:off x="911373" y="3949045"/>
        <a:ext cx="10210682" cy="789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04666E-AAF0-4C25-93A0-088A8ADF9C43}">
      <dsp:nvSpPr>
        <dsp:cNvPr id="0" name=""/>
        <dsp:cNvSpPr/>
      </dsp:nvSpPr>
      <dsp:spPr>
        <a:xfrm>
          <a:off x="938668" y="303166"/>
          <a:ext cx="4114052" cy="4114052"/>
        </a:xfrm>
        <a:prstGeom prst="pie">
          <a:avLst>
            <a:gd name="adj1" fmla="val 16200000"/>
            <a:gd name="adj2" fmla="val 2052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Problem Solving Skills</a:t>
          </a:r>
          <a:endParaRPr lang="en-US" sz="1900" kern="1200" dirty="0"/>
        </a:p>
      </dsp:txBody>
      <dsp:txXfrm>
        <a:off x="3084832" y="994719"/>
        <a:ext cx="1322374" cy="881582"/>
      </dsp:txXfrm>
    </dsp:sp>
    <dsp:sp modelId="{44A23D33-EFE3-4E51-B87F-EBD19F70AC2D}">
      <dsp:nvSpPr>
        <dsp:cNvPr id="0" name=""/>
        <dsp:cNvSpPr/>
      </dsp:nvSpPr>
      <dsp:spPr>
        <a:xfrm>
          <a:off x="973931" y="412874"/>
          <a:ext cx="4114052" cy="4114052"/>
        </a:xfrm>
        <a:prstGeom prst="pie">
          <a:avLst>
            <a:gd name="adj1" fmla="val 20520000"/>
            <a:gd name="adj2" fmla="val 3240000"/>
          </a:avLst>
        </a:prstGeom>
        <a:solidFill>
          <a:schemeClr val="accent4">
            <a:hueOff val="1649984"/>
            <a:satOff val="-7300"/>
            <a:lumOff val="-12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Technical Skills</a:t>
          </a:r>
          <a:endParaRPr lang="en-US" sz="1900" kern="1200" dirty="0"/>
        </a:p>
      </dsp:txBody>
      <dsp:txXfrm>
        <a:off x="3623577" y="2292604"/>
        <a:ext cx="1224420" cy="979536"/>
      </dsp:txXfrm>
    </dsp:sp>
    <dsp:sp modelId="{20C214C6-AF99-41D8-B3A2-051D72051C3B}">
      <dsp:nvSpPr>
        <dsp:cNvPr id="0" name=""/>
        <dsp:cNvSpPr/>
      </dsp:nvSpPr>
      <dsp:spPr>
        <a:xfrm>
          <a:off x="880875" y="480462"/>
          <a:ext cx="4114052" cy="4114052"/>
        </a:xfrm>
        <a:prstGeom prst="pie">
          <a:avLst>
            <a:gd name="adj1" fmla="val 3240000"/>
            <a:gd name="adj2" fmla="val 7560000"/>
          </a:avLst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Soft Skills</a:t>
          </a:r>
          <a:endParaRPr lang="en-US" sz="1900" kern="1200" dirty="0"/>
        </a:p>
      </dsp:txBody>
      <dsp:txXfrm>
        <a:off x="2350180" y="3370094"/>
        <a:ext cx="1175443" cy="1077490"/>
      </dsp:txXfrm>
    </dsp:sp>
    <dsp:sp modelId="{DE2AAFBC-7A63-4561-AC5E-C8CDEE5FD790}">
      <dsp:nvSpPr>
        <dsp:cNvPr id="0" name=""/>
        <dsp:cNvSpPr/>
      </dsp:nvSpPr>
      <dsp:spPr>
        <a:xfrm>
          <a:off x="787819" y="412874"/>
          <a:ext cx="4114052" cy="4114052"/>
        </a:xfrm>
        <a:prstGeom prst="pie">
          <a:avLst>
            <a:gd name="adj1" fmla="val 7560000"/>
            <a:gd name="adj2" fmla="val 11880000"/>
          </a:avLst>
        </a:prstGeom>
        <a:solidFill>
          <a:schemeClr val="accent4">
            <a:hueOff val="4949952"/>
            <a:satOff val="-21901"/>
            <a:lumOff val="-36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Leadership Skills</a:t>
          </a:r>
          <a:endParaRPr lang="en-US" sz="1900" kern="1200" dirty="0"/>
        </a:p>
      </dsp:txBody>
      <dsp:txXfrm>
        <a:off x="1027806" y="2292604"/>
        <a:ext cx="1224420" cy="979536"/>
      </dsp:txXfrm>
    </dsp:sp>
    <dsp:sp modelId="{4C4602F3-7241-4B01-AA5F-FF2664FD0EC3}">
      <dsp:nvSpPr>
        <dsp:cNvPr id="0" name=""/>
        <dsp:cNvSpPr/>
      </dsp:nvSpPr>
      <dsp:spPr>
        <a:xfrm>
          <a:off x="823082" y="303166"/>
          <a:ext cx="4114052" cy="4114052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Learning Skills</a:t>
          </a:r>
          <a:endParaRPr lang="en-US" sz="1900" kern="1200" dirty="0"/>
        </a:p>
      </dsp:txBody>
      <dsp:txXfrm>
        <a:off x="1468597" y="994719"/>
        <a:ext cx="1322374" cy="881582"/>
      </dsp:txXfrm>
    </dsp:sp>
    <dsp:sp modelId="{D93C5658-A6BA-4416-BA7A-1A15223086CD}">
      <dsp:nvSpPr>
        <dsp:cNvPr id="0" name=""/>
        <dsp:cNvSpPr/>
      </dsp:nvSpPr>
      <dsp:spPr>
        <a:xfrm>
          <a:off x="683795" y="48487"/>
          <a:ext cx="4623411" cy="4623411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D84E7-2977-43C3-ABAD-1A9115658D9E}">
      <dsp:nvSpPr>
        <dsp:cNvPr id="0" name=""/>
        <dsp:cNvSpPr/>
      </dsp:nvSpPr>
      <dsp:spPr>
        <a:xfrm>
          <a:off x="719536" y="158159"/>
          <a:ext cx="4623411" cy="4623411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4">
            <a:hueOff val="1649984"/>
            <a:satOff val="-7300"/>
            <a:lumOff val="-12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6D91FB-F37A-4611-AE61-347213CD281B}">
      <dsp:nvSpPr>
        <dsp:cNvPr id="0" name=""/>
        <dsp:cNvSpPr/>
      </dsp:nvSpPr>
      <dsp:spPr>
        <a:xfrm>
          <a:off x="626196" y="225953"/>
          <a:ext cx="4623411" cy="4623411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88FB4-B87F-4686-8CF9-DDBCED5DCCAA}">
      <dsp:nvSpPr>
        <dsp:cNvPr id="0" name=""/>
        <dsp:cNvSpPr/>
      </dsp:nvSpPr>
      <dsp:spPr>
        <a:xfrm>
          <a:off x="532855" y="158159"/>
          <a:ext cx="4623411" cy="4623411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4">
            <a:hueOff val="4949952"/>
            <a:satOff val="-21901"/>
            <a:lumOff val="-36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4E965-5FBC-4CD4-A1EF-3AA6B6A4C4D8}">
      <dsp:nvSpPr>
        <dsp:cNvPr id="0" name=""/>
        <dsp:cNvSpPr/>
      </dsp:nvSpPr>
      <dsp:spPr>
        <a:xfrm>
          <a:off x="568597" y="48487"/>
          <a:ext cx="4623411" cy="4623411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15C61-0398-4C51-8D5A-E7C1224117FB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B3E6D-78B7-448A-943B-FF5E6AE1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8773F-F672-41CF-AE0C-76B333D9A322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DD7D5-A1E7-4E59-B251-136D919D9E0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81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67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04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29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78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15356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66961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52815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7147EF-FB40-3467-A3E6-7280599F4904}"/>
              </a:ext>
            </a:extLst>
          </p:cNvPr>
          <p:cNvCxnSpPr>
            <a:cxnSpLocks/>
          </p:cNvCxnSpPr>
          <p:nvPr userDrawn="1"/>
        </p:nvCxnSpPr>
        <p:spPr>
          <a:xfrm>
            <a:off x="-15677" y="1216948"/>
            <a:ext cx="1222457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83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07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62394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90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23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98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55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36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154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7912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404583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36840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424367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98925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07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FB2AC-BB1F-B4B6-7BFC-121865167651}"/>
              </a:ext>
            </a:extLst>
          </p:cNvPr>
          <p:cNvSpPr/>
          <p:nvPr userDrawn="1"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F514C0-04E5-421D-93F5-7EA3145A6B9B}"/>
              </a:ext>
            </a:extLst>
          </p:cNvPr>
          <p:cNvCxnSpPr>
            <a:cxnSpLocks/>
          </p:cNvCxnSpPr>
          <p:nvPr userDrawn="1"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93FB5D06-40CC-BDA5-E413-4406B32E3D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7B96B02-BCBE-06E8-5B99-794B22781936}"/>
              </a:ext>
            </a:extLst>
          </p:cNvPr>
          <p:cNvSpPr/>
          <p:nvPr userDrawn="1"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688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30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7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9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E5C18-6CBA-896A-CD99-78160F4D2A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Roles for Software Architecture</a:t>
            </a:r>
          </a:p>
          <a:p>
            <a:pPr>
              <a:lnSpc>
                <a:spcPct val="100000"/>
              </a:lnSpc>
            </a:pPr>
            <a:r>
              <a:rPr lang="en-US" dirty="0"/>
              <a:t>Types of Architect</a:t>
            </a:r>
          </a:p>
          <a:p>
            <a:pPr>
              <a:lnSpc>
                <a:spcPct val="100000"/>
              </a:lnSpc>
            </a:pPr>
            <a:r>
              <a:rPr lang="en-US" dirty="0"/>
              <a:t>Who is Solution Architect?</a:t>
            </a:r>
          </a:p>
          <a:p>
            <a:pPr>
              <a:lnSpc>
                <a:spcPct val="100000"/>
              </a:lnSpc>
            </a:pPr>
            <a:r>
              <a:rPr lang="en-US" dirty="0"/>
              <a:t>Roles and Responsibilities of SA</a:t>
            </a:r>
          </a:p>
          <a:p>
            <a:pPr>
              <a:lnSpc>
                <a:spcPct val="100000"/>
              </a:lnSpc>
            </a:pPr>
            <a:r>
              <a:rPr lang="en-US" dirty="0"/>
              <a:t>Who can become Solution Architect?</a:t>
            </a:r>
          </a:p>
          <a:p>
            <a:pPr>
              <a:lnSpc>
                <a:spcPct val="100000"/>
              </a:lnSpc>
            </a:pPr>
            <a:r>
              <a:rPr lang="en-US" dirty="0"/>
              <a:t>Skills to Become Solution Architect</a:t>
            </a:r>
          </a:p>
          <a:p>
            <a:pPr>
              <a:lnSpc>
                <a:spcPct val="100000"/>
              </a:lnSpc>
            </a:pPr>
            <a:r>
              <a:rPr lang="en-US" dirty="0"/>
              <a:t>Pros/Cons of Solution Architect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BAAD7-C5EB-DB6B-6CD5-91EAF15D743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 Architect (SA)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C3EB7-8F6C-CFDB-289A-6BB54C526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8471678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9D8F86-A6FE-C4B2-CFC3-0337F2D338C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64547955"/>
              </p:ext>
            </p:extLst>
          </p:nvPr>
        </p:nvGraphicFramePr>
        <p:xfrm>
          <a:off x="493713" y="1268413"/>
          <a:ext cx="11122024" cy="320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908">
                  <a:extLst>
                    <a:ext uri="{9D8B030D-6E8A-4147-A177-3AD203B41FA5}">
                      <a16:colId xmlns:a16="http://schemas.microsoft.com/office/drawing/2014/main" val="480012850"/>
                    </a:ext>
                  </a:extLst>
                </a:gridCol>
                <a:gridCol w="5226522">
                  <a:extLst>
                    <a:ext uri="{9D8B030D-6E8A-4147-A177-3AD203B41FA5}">
                      <a16:colId xmlns:a16="http://schemas.microsoft.com/office/drawing/2014/main" val="779236530"/>
                    </a:ext>
                  </a:extLst>
                </a:gridCol>
                <a:gridCol w="3444594">
                  <a:extLst>
                    <a:ext uri="{9D8B030D-6E8A-4147-A177-3AD203B41FA5}">
                      <a16:colId xmlns:a16="http://schemas.microsoft.com/office/drawing/2014/main" val="2057047632"/>
                    </a:ext>
                  </a:extLst>
                </a:gridCol>
              </a:tblGrid>
              <a:tr h="355324">
                <a:tc>
                  <a:txBody>
                    <a:bodyPr/>
                    <a:lstStyle/>
                    <a:p>
                      <a:r>
                        <a:rPr lang="en-IN" dirty="0"/>
                        <a:t>Focus Area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Typical Roles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Prospect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642571"/>
                  </a:ext>
                </a:extLst>
              </a:tr>
              <a:tr h="548730">
                <a:tc>
                  <a:txBody>
                    <a:bodyPr/>
                    <a:lstStyle/>
                    <a:p>
                      <a:r>
                        <a:rPr lang="en-IN" sz="1800" dirty="0"/>
                        <a:t>Strategy/Enterprise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Enterprise Architect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Business/Technical/Support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78385"/>
                  </a:ext>
                </a:extLst>
              </a:tr>
              <a:tr h="548730">
                <a:tc>
                  <a:txBody>
                    <a:bodyPr/>
                    <a:lstStyle/>
                    <a:p>
                      <a:r>
                        <a:rPr lang="en-IN" sz="1800" dirty="0"/>
                        <a:t>Solution/Product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Solution Architect, Product Architect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Business/Developer/Technical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960821"/>
                  </a:ext>
                </a:extLst>
              </a:tr>
              <a:tr h="548730">
                <a:tc>
                  <a:txBody>
                    <a:bodyPr/>
                    <a:lstStyle/>
                    <a:p>
                      <a:r>
                        <a:rPr lang="en-IN" sz="1800" dirty="0"/>
                        <a:t>Application/Software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Software Architect, Frontend Architect, Data Architect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Developer/Technical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326054"/>
                  </a:ext>
                </a:extLst>
              </a:tr>
              <a:tr h="548730">
                <a:tc>
                  <a:txBody>
                    <a:bodyPr/>
                    <a:lstStyle/>
                    <a:p>
                      <a:r>
                        <a:rPr lang="en-IN" sz="1800" dirty="0"/>
                        <a:t>Technologies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Technical Architect, Cloud Architect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Developer/Technical/Operation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559697"/>
                  </a:ext>
                </a:extLst>
              </a:tr>
              <a:tr h="548730">
                <a:tc>
                  <a:txBody>
                    <a:bodyPr/>
                    <a:lstStyle/>
                    <a:p>
                      <a:r>
                        <a:rPr lang="en-IN" sz="1800" dirty="0"/>
                        <a:t>Operations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Infrastructure Architect, Security Architect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Operation/Technical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60646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0AE03-0DE9-06D8-9217-33D2EC4EA3F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Roles for Software Architecture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39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06731B96-3F2B-C63F-8B83-A402C603BF2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07861174"/>
              </p:ext>
            </p:extLst>
          </p:nvPr>
        </p:nvGraphicFramePr>
        <p:xfrm>
          <a:off x="493295" y="1404827"/>
          <a:ext cx="11122056" cy="4741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F4C889-3956-EB0B-D7BB-1C4626DAA27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Architect</a:t>
            </a:r>
          </a:p>
        </p:txBody>
      </p:sp>
    </p:spTree>
    <p:extLst>
      <p:ext uri="{BB962C8B-B14F-4D97-AF65-F5344CB8AC3E}">
        <p14:creationId xmlns:p14="http://schemas.microsoft.com/office/powerpoint/2010/main" val="222359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9E6DA000-B33B-1599-AF57-6DAFE255B96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55692189"/>
              </p:ext>
            </p:extLst>
          </p:nvPr>
        </p:nvGraphicFramePr>
        <p:xfrm>
          <a:off x="493295" y="1227767"/>
          <a:ext cx="11122056" cy="4741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739C4-D94F-85DE-49DF-D5A4C2FB2E5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Architect Contd..</a:t>
            </a:r>
          </a:p>
        </p:txBody>
      </p:sp>
    </p:spTree>
    <p:extLst>
      <p:ext uri="{BB962C8B-B14F-4D97-AF65-F5344CB8AC3E}">
        <p14:creationId xmlns:p14="http://schemas.microsoft.com/office/powerpoint/2010/main" val="1146004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BE941-9308-4A59-909B-6CDAC597EBD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Who is Solution Architect?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8E211-4241-4C35-A84E-5CD302140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8461862" cy="4877624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Create a desired solution for the specific needs and requirements of a business or organization. </a:t>
            </a:r>
          </a:p>
          <a:p>
            <a:pPr algn="just"/>
            <a:r>
              <a:rPr lang="en-US" sz="2400" dirty="0"/>
              <a:t>Having a strong understanding of both business and technology to bridge the gap between business needs and technical implementation.</a:t>
            </a:r>
          </a:p>
          <a:p>
            <a:pPr algn="just"/>
            <a:r>
              <a:rPr lang="en-US" sz="2400" dirty="0"/>
              <a:t>Involved throughout the entire project lifecycle, from initial planning and design to implementation and deployment.</a:t>
            </a:r>
          </a:p>
          <a:p>
            <a:pPr algn="just"/>
            <a:r>
              <a:rPr lang="en-US" sz="2400" dirty="0"/>
              <a:t>In short, A SUPERMAN!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026BF-CE3D-AA32-04A6-5716B67B7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920" y="1593931"/>
            <a:ext cx="2676899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5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756C93-E888-D692-6788-DCB4EC3577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Responsible for Technology Selection</a:t>
            </a:r>
          </a:p>
          <a:p>
            <a:r>
              <a:rPr lang="en-US" sz="2400" dirty="0"/>
              <a:t>Converts Functional Requirements to Technical Architecture</a:t>
            </a:r>
          </a:p>
          <a:p>
            <a:r>
              <a:rPr lang="en-US" sz="2400" dirty="0"/>
              <a:t>Carefully Balances Patterns/Requirements/Concepts</a:t>
            </a:r>
          </a:p>
          <a:p>
            <a:r>
              <a:rPr lang="en-US" sz="2400" dirty="0"/>
              <a:t>Implementation of Design Patterns</a:t>
            </a:r>
          </a:p>
          <a:p>
            <a:r>
              <a:rPr lang="en-US" sz="2400" dirty="0"/>
              <a:t>Implementation of Architectural Patterns</a:t>
            </a:r>
          </a:p>
          <a:p>
            <a:r>
              <a:rPr lang="en-US" sz="2400" dirty="0"/>
              <a:t>Motivates and guides Development Team</a:t>
            </a:r>
          </a:p>
          <a:p>
            <a:r>
              <a:rPr lang="en-US" sz="2400" dirty="0"/>
              <a:t>Address Performance and Security Concerns</a:t>
            </a:r>
          </a:p>
          <a:p>
            <a:r>
              <a:rPr lang="en-US" sz="2400" dirty="0"/>
              <a:t>Ensure Project Success and Timely Delivery</a:t>
            </a:r>
          </a:p>
          <a:p>
            <a:r>
              <a:rPr lang="en-US" sz="2400" dirty="0"/>
              <a:t>Ensure Continuous Improvement inside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06DC8-BACB-BA64-1F2B-85C454BED1A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Roles and Responsibilities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59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9F4A43-DCD9-53E7-8BB6-7630643BA8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Sr. Software Engineer</a:t>
            </a:r>
          </a:p>
          <a:p>
            <a:r>
              <a:rPr lang="en-IN" dirty="0"/>
              <a:t>Sr. System Analyst</a:t>
            </a:r>
          </a:p>
          <a:p>
            <a:r>
              <a:rPr lang="en-IN" dirty="0"/>
              <a:t>Team Leader/Tech Lead</a:t>
            </a:r>
          </a:p>
          <a:p>
            <a:r>
              <a:rPr lang="en-IN" dirty="0"/>
              <a:t>Project Lead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FC8F2-CC78-C385-7866-ECC2D17286B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Who Can become Solution Architect?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79040-BF5E-0F98-E169-788D53675B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7" r="18653"/>
          <a:stretch/>
        </p:blipFill>
        <p:spPr>
          <a:xfrm>
            <a:off x="7526215" y="1474780"/>
            <a:ext cx="3446299" cy="486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1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8973FFA-A3C9-65C4-79BB-FDA304E61D3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4432667" y="1535255"/>
          <a:ext cx="5875804" cy="4897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altLang="en-US" dirty="0"/>
              <a:t>Skills to </a:t>
            </a:r>
            <a:r>
              <a:rPr lang="en-IN" altLang="en-US"/>
              <a:t>Become A </a:t>
            </a:r>
            <a:r>
              <a:rPr lang="en-IN" altLang="en-US" dirty="0"/>
              <a:t>Solution Architect</a:t>
            </a:r>
          </a:p>
        </p:txBody>
      </p:sp>
      <p:pic>
        <p:nvPicPr>
          <p:cNvPr id="2" name="image3.png">
            <a:extLst>
              <a:ext uri="{FF2B5EF4-FFF2-40B4-BE49-F238E27FC236}">
                <a16:creationId xmlns:a16="http://schemas.microsoft.com/office/drawing/2014/main" id="{FB4C6A2F-865F-D0AF-B0F0-ED6A3BA8AB9B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42461" y="1468624"/>
            <a:ext cx="2680701" cy="4658638"/>
          </a:xfrm>
          <a:prstGeom prst="rect">
            <a:avLst/>
          </a:prstGeom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B986E7-3510-A1B3-443E-4B50CA569E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Pros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• High Demand position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• Great Salary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• Visible Role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• Leadership Position</a:t>
            </a:r>
          </a:p>
          <a:p>
            <a:pPr marL="0" indent="0">
              <a:buNone/>
            </a:pPr>
            <a:r>
              <a:rPr lang="en-US" b="1" u="sng" dirty="0"/>
              <a:t>Cons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• Difficult to stay up to date in technologies and trends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• Difficulties to take right decisions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• Difficult to manage team members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• Sometimes get bad requirements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• First in line to receive blame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40C6D-7EF6-E481-4D3A-0310F4FC264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Pros/Cons of the Solution Architect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94065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1485</TotalTime>
  <Words>577</Words>
  <Application>Microsoft Office PowerPoint</Application>
  <PresentationFormat>Widescreen</PresentationFormat>
  <Paragraphs>78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Apps with Angular, Ionic, Web API and NgCordova</dc:title>
  <dc:creator>Shailendra Chauhan</dc:creator>
  <cp:lastModifiedBy>Shailendra Chauhan</cp:lastModifiedBy>
  <cp:revision>1021</cp:revision>
  <dcterms:created xsi:type="dcterms:W3CDTF">2015-04-26T09:42:00Z</dcterms:created>
  <dcterms:modified xsi:type="dcterms:W3CDTF">2025-06-03T06:06:16Z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1033-11.2.0.8942</vt:lpwstr>
  </property>
</Properties>
</file>