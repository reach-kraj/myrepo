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95" r:id="rId1"/>
  </p:sldMasterIdLst>
  <p:notesMasterIdLst>
    <p:notesMasterId r:id="rId14"/>
  </p:notesMasterIdLst>
  <p:handoutMasterIdLst>
    <p:handoutMasterId r:id="rId15"/>
  </p:handoutMasterIdLst>
  <p:sldIdLst>
    <p:sldId id="698" r:id="rId2"/>
    <p:sldId id="552" r:id="rId3"/>
    <p:sldId id="588" r:id="rId4"/>
    <p:sldId id="541" r:id="rId5"/>
    <p:sldId id="540" r:id="rId6"/>
    <p:sldId id="544" r:id="rId7"/>
    <p:sldId id="545" r:id="rId8"/>
    <p:sldId id="527" r:id="rId9"/>
    <p:sldId id="542" r:id="rId10"/>
    <p:sldId id="543" r:id="rId11"/>
    <p:sldId id="551" r:id="rId12"/>
    <p:sldId id="54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B044"/>
    <a:srgbClr val="FF9933"/>
    <a:srgbClr val="A365D1"/>
    <a:srgbClr val="BA8BDD"/>
    <a:srgbClr val="F4814E"/>
    <a:srgbClr val="146BD8"/>
    <a:srgbClr val="F58F61"/>
    <a:srgbClr val="FFB061"/>
    <a:srgbClr val="FF9900"/>
    <a:srgbClr val="FFCB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EC1443-CDC7-44B9-B356-0A19014814D1}" v="6" dt="2024-10-14T09:57:31.5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84434" autoAdjust="0"/>
  </p:normalViewPr>
  <p:slideViewPr>
    <p:cSldViewPr snapToGrid="0">
      <p:cViewPr varScale="1">
        <p:scale>
          <a:sx n="123" d="100"/>
          <a:sy n="123" d="100"/>
        </p:scale>
        <p:origin x="108" y="126"/>
      </p:cViewPr>
      <p:guideLst/>
    </p:cSldViewPr>
  </p:slideViewPr>
  <p:notesTextViewPr>
    <p:cViewPr>
      <p:scale>
        <a:sx n="1" d="1"/>
        <a:sy n="1" d="1"/>
      </p:scale>
      <p:origin x="0" y="0"/>
    </p:cViewPr>
  </p:notesTextViewPr>
  <p:notesViewPr>
    <p:cSldViewPr snapToGrid="0">
      <p:cViewPr varScale="1">
        <p:scale>
          <a:sx n="55" d="100"/>
          <a:sy n="55" d="100"/>
        </p:scale>
        <p:origin x="2880"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ilendra Chauhan" userId="a7d3133f-e197-4b90-bf63-99a63a264234" providerId="ADAL" clId="{78EC1443-CDC7-44B9-B356-0A19014814D1}"/>
    <pc:docChg chg="undo custSel modSld">
      <pc:chgData name="Shailendra Chauhan" userId="a7d3133f-e197-4b90-bf63-99a63a264234" providerId="ADAL" clId="{78EC1443-CDC7-44B9-B356-0A19014814D1}" dt="2024-10-14T09:57:31.585" v="136" actId="1076"/>
      <pc:docMkLst>
        <pc:docMk/>
      </pc:docMkLst>
      <pc:sldChg chg="modSp mod">
        <pc:chgData name="Shailendra Chauhan" userId="a7d3133f-e197-4b90-bf63-99a63a264234" providerId="ADAL" clId="{78EC1443-CDC7-44B9-B356-0A19014814D1}" dt="2024-10-14T09:56:06.635" v="123" actId="27636"/>
        <pc:sldMkLst>
          <pc:docMk/>
          <pc:sldMk cId="1266926929" sldId="527"/>
        </pc:sldMkLst>
        <pc:spChg chg="mod">
          <ac:chgData name="Shailendra Chauhan" userId="a7d3133f-e197-4b90-bf63-99a63a264234" providerId="ADAL" clId="{78EC1443-CDC7-44B9-B356-0A19014814D1}" dt="2024-10-14T09:56:06.635" v="123" actId="27636"/>
          <ac:spMkLst>
            <pc:docMk/>
            <pc:sldMk cId="1266926929" sldId="527"/>
            <ac:spMk id="3" creationId="{00000000-0000-0000-0000-000000000000}"/>
          </ac:spMkLst>
        </pc:spChg>
      </pc:sldChg>
      <pc:sldChg chg="modSp mod setBg modClrScheme chgLayout">
        <pc:chgData name="Shailendra Chauhan" userId="a7d3133f-e197-4b90-bf63-99a63a264234" providerId="ADAL" clId="{78EC1443-CDC7-44B9-B356-0A19014814D1}" dt="2024-10-14T09:57:09.909" v="134" actId="14100"/>
        <pc:sldMkLst>
          <pc:docMk/>
          <pc:sldMk cId="1734363350" sldId="540"/>
        </pc:sldMkLst>
        <pc:spChg chg="mod ord">
          <ac:chgData name="Shailendra Chauhan" userId="a7d3133f-e197-4b90-bf63-99a63a264234" providerId="ADAL" clId="{78EC1443-CDC7-44B9-B356-0A19014814D1}" dt="2024-10-14T09:57:09.909" v="134" actId="14100"/>
          <ac:spMkLst>
            <pc:docMk/>
            <pc:sldMk cId="1734363350" sldId="540"/>
            <ac:spMk id="2" creationId="{00000000-0000-0000-0000-000000000000}"/>
          </ac:spMkLst>
        </pc:spChg>
        <pc:spChg chg="mod ord">
          <ac:chgData name="Shailendra Chauhan" userId="a7d3133f-e197-4b90-bf63-99a63a264234" providerId="ADAL" clId="{78EC1443-CDC7-44B9-B356-0A19014814D1}" dt="2024-10-14T09:56:50.154" v="129" actId="700"/>
          <ac:spMkLst>
            <pc:docMk/>
            <pc:sldMk cId="1734363350" sldId="540"/>
            <ac:spMk id="3" creationId="{00000000-0000-0000-0000-000000000000}"/>
          </ac:spMkLst>
        </pc:spChg>
        <pc:picChg chg="mod">
          <ac:chgData name="Shailendra Chauhan" userId="a7d3133f-e197-4b90-bf63-99a63a264234" providerId="ADAL" clId="{78EC1443-CDC7-44B9-B356-0A19014814D1}" dt="2024-10-14T09:57:05.028" v="133" actId="1076"/>
          <ac:picMkLst>
            <pc:docMk/>
            <pc:sldMk cId="1734363350" sldId="540"/>
            <ac:picMk id="4" creationId="{00000000-0000-0000-0000-000000000000}"/>
          </ac:picMkLst>
        </pc:picChg>
      </pc:sldChg>
      <pc:sldChg chg="modSp mod modClrScheme chgLayout">
        <pc:chgData name="Shailendra Chauhan" userId="a7d3133f-e197-4b90-bf63-99a63a264234" providerId="ADAL" clId="{78EC1443-CDC7-44B9-B356-0A19014814D1}" dt="2024-10-14T09:52:57.355" v="97" actId="208"/>
        <pc:sldMkLst>
          <pc:docMk/>
          <pc:sldMk cId="3793380760" sldId="541"/>
        </pc:sldMkLst>
        <pc:spChg chg="mod ord">
          <ac:chgData name="Shailendra Chauhan" userId="a7d3133f-e197-4b90-bf63-99a63a264234" providerId="ADAL" clId="{78EC1443-CDC7-44B9-B356-0A19014814D1}" dt="2024-10-14T09:51:55.103" v="91" actId="700"/>
          <ac:spMkLst>
            <pc:docMk/>
            <pc:sldMk cId="3793380760" sldId="541"/>
            <ac:spMk id="3" creationId="{00000000-0000-0000-0000-000000000000}"/>
          </ac:spMkLst>
        </pc:spChg>
        <pc:spChg chg="mod">
          <ac:chgData name="Shailendra Chauhan" userId="a7d3133f-e197-4b90-bf63-99a63a264234" providerId="ADAL" clId="{78EC1443-CDC7-44B9-B356-0A19014814D1}" dt="2024-10-14T09:47:05.856" v="23" actId="1076"/>
          <ac:spMkLst>
            <pc:docMk/>
            <pc:sldMk cId="3793380760" sldId="541"/>
            <ac:spMk id="5" creationId="{3711F1CA-1771-4342-8F9F-F452C7237094}"/>
          </ac:spMkLst>
        </pc:spChg>
        <pc:spChg chg="mod">
          <ac:chgData name="Shailendra Chauhan" userId="a7d3133f-e197-4b90-bf63-99a63a264234" providerId="ADAL" clId="{78EC1443-CDC7-44B9-B356-0A19014814D1}" dt="2024-10-14T09:52:12.470" v="92" actId="207"/>
          <ac:spMkLst>
            <pc:docMk/>
            <pc:sldMk cId="3793380760" sldId="541"/>
            <ac:spMk id="31" creationId="{E4FE8826-ACA8-4C90-A4DD-5DC40E020C01}"/>
          </ac:spMkLst>
        </pc:spChg>
        <pc:spChg chg="mod">
          <ac:chgData name="Shailendra Chauhan" userId="a7d3133f-e197-4b90-bf63-99a63a264234" providerId="ADAL" clId="{78EC1443-CDC7-44B9-B356-0A19014814D1}" dt="2024-10-14T09:52:24.671" v="96" actId="207"/>
          <ac:spMkLst>
            <pc:docMk/>
            <pc:sldMk cId="3793380760" sldId="541"/>
            <ac:spMk id="32" creationId="{03FA8C41-B531-4D33-9164-6633B72FD3C8}"/>
          </ac:spMkLst>
        </pc:spChg>
        <pc:spChg chg="mod">
          <ac:chgData name="Shailendra Chauhan" userId="a7d3133f-e197-4b90-bf63-99a63a264234" providerId="ADAL" clId="{78EC1443-CDC7-44B9-B356-0A19014814D1}" dt="2024-10-14T09:52:21.956" v="95" actId="207"/>
          <ac:spMkLst>
            <pc:docMk/>
            <pc:sldMk cId="3793380760" sldId="541"/>
            <ac:spMk id="33" creationId="{E64EB9E6-853A-4B24-A819-A3B7C9FF1EF4}"/>
          </ac:spMkLst>
        </pc:spChg>
        <pc:spChg chg="mod">
          <ac:chgData name="Shailendra Chauhan" userId="a7d3133f-e197-4b90-bf63-99a63a264234" providerId="ADAL" clId="{78EC1443-CDC7-44B9-B356-0A19014814D1}" dt="2024-10-14T09:52:19.134" v="94" actId="207"/>
          <ac:spMkLst>
            <pc:docMk/>
            <pc:sldMk cId="3793380760" sldId="541"/>
            <ac:spMk id="40" creationId="{0C5E71C3-2413-4057-800A-52E1B5F3B36E}"/>
          </ac:spMkLst>
        </pc:spChg>
        <pc:spChg chg="mod">
          <ac:chgData name="Shailendra Chauhan" userId="a7d3133f-e197-4b90-bf63-99a63a264234" providerId="ADAL" clId="{78EC1443-CDC7-44B9-B356-0A19014814D1}" dt="2024-10-14T09:52:15.694" v="93" actId="207"/>
          <ac:spMkLst>
            <pc:docMk/>
            <pc:sldMk cId="3793380760" sldId="541"/>
            <ac:spMk id="60" creationId="{13F1F627-B235-417C-8C4A-4B78A85B1C4C}"/>
          </ac:spMkLst>
        </pc:spChg>
        <pc:grpChg chg="mod">
          <ac:chgData name="Shailendra Chauhan" userId="a7d3133f-e197-4b90-bf63-99a63a264234" providerId="ADAL" clId="{78EC1443-CDC7-44B9-B356-0A19014814D1}" dt="2024-10-14T09:51:42.572" v="90" actId="1076"/>
          <ac:grpSpMkLst>
            <pc:docMk/>
            <pc:sldMk cId="3793380760" sldId="541"/>
            <ac:grpSpMk id="61" creationId="{87D26508-4019-44A9-A389-C663EF0CE212}"/>
          </ac:grpSpMkLst>
        </pc:grpChg>
        <pc:cxnChg chg="mod">
          <ac:chgData name="Shailendra Chauhan" userId="a7d3133f-e197-4b90-bf63-99a63a264234" providerId="ADAL" clId="{78EC1443-CDC7-44B9-B356-0A19014814D1}" dt="2024-10-14T09:52:57.355" v="97" actId="208"/>
          <ac:cxnSpMkLst>
            <pc:docMk/>
            <pc:sldMk cId="3793380760" sldId="541"/>
            <ac:cxnSpMk id="11" creationId="{928A92CD-D997-46DB-AB0B-EC7C49BEE07C}"/>
          </ac:cxnSpMkLst>
        </pc:cxnChg>
        <pc:cxnChg chg="mod">
          <ac:chgData name="Shailendra Chauhan" userId="a7d3133f-e197-4b90-bf63-99a63a264234" providerId="ADAL" clId="{78EC1443-CDC7-44B9-B356-0A19014814D1}" dt="2024-10-14T09:52:57.355" v="97" actId="208"/>
          <ac:cxnSpMkLst>
            <pc:docMk/>
            <pc:sldMk cId="3793380760" sldId="541"/>
            <ac:cxnSpMk id="12" creationId="{16A8F96A-6AFB-4AC3-AA5E-215B53AA36BB}"/>
          </ac:cxnSpMkLst>
        </pc:cxnChg>
        <pc:cxnChg chg="mod">
          <ac:chgData name="Shailendra Chauhan" userId="a7d3133f-e197-4b90-bf63-99a63a264234" providerId="ADAL" clId="{78EC1443-CDC7-44B9-B356-0A19014814D1}" dt="2024-10-14T09:52:57.355" v="97" actId="208"/>
          <ac:cxnSpMkLst>
            <pc:docMk/>
            <pc:sldMk cId="3793380760" sldId="541"/>
            <ac:cxnSpMk id="15" creationId="{185274E9-1536-4399-B24D-ACD09F4FB707}"/>
          </ac:cxnSpMkLst>
        </pc:cxnChg>
        <pc:cxnChg chg="mod">
          <ac:chgData name="Shailendra Chauhan" userId="a7d3133f-e197-4b90-bf63-99a63a264234" providerId="ADAL" clId="{78EC1443-CDC7-44B9-B356-0A19014814D1}" dt="2024-10-14T09:52:57.355" v="97" actId="208"/>
          <ac:cxnSpMkLst>
            <pc:docMk/>
            <pc:sldMk cId="3793380760" sldId="541"/>
            <ac:cxnSpMk id="17" creationId="{99FDE3B1-DF9C-4913-B082-C76AAA3E60F1}"/>
          </ac:cxnSpMkLst>
        </pc:cxnChg>
        <pc:cxnChg chg="mod">
          <ac:chgData name="Shailendra Chauhan" userId="a7d3133f-e197-4b90-bf63-99a63a264234" providerId="ADAL" clId="{78EC1443-CDC7-44B9-B356-0A19014814D1}" dt="2024-10-14T09:52:57.355" v="97" actId="208"/>
          <ac:cxnSpMkLst>
            <pc:docMk/>
            <pc:sldMk cId="3793380760" sldId="541"/>
            <ac:cxnSpMk id="19" creationId="{87A9FB67-40D5-4EA3-89D7-C28F14D33788}"/>
          </ac:cxnSpMkLst>
        </pc:cxnChg>
        <pc:cxnChg chg="mod">
          <ac:chgData name="Shailendra Chauhan" userId="a7d3133f-e197-4b90-bf63-99a63a264234" providerId="ADAL" clId="{78EC1443-CDC7-44B9-B356-0A19014814D1}" dt="2024-10-14T09:52:57.355" v="97" actId="208"/>
          <ac:cxnSpMkLst>
            <pc:docMk/>
            <pc:sldMk cId="3793380760" sldId="541"/>
            <ac:cxnSpMk id="21" creationId="{7AB2E636-4E69-4F92-BCF3-83C35DF1ADCA}"/>
          </ac:cxnSpMkLst>
        </pc:cxnChg>
        <pc:cxnChg chg="mod">
          <ac:chgData name="Shailendra Chauhan" userId="a7d3133f-e197-4b90-bf63-99a63a264234" providerId="ADAL" clId="{78EC1443-CDC7-44B9-B356-0A19014814D1}" dt="2024-10-14T09:52:57.355" v="97" actId="208"/>
          <ac:cxnSpMkLst>
            <pc:docMk/>
            <pc:sldMk cId="3793380760" sldId="541"/>
            <ac:cxnSpMk id="23" creationId="{43CC845B-E6D8-4BD7-8C72-584CA930BD0B}"/>
          </ac:cxnSpMkLst>
        </pc:cxnChg>
        <pc:cxnChg chg="mod">
          <ac:chgData name="Shailendra Chauhan" userId="a7d3133f-e197-4b90-bf63-99a63a264234" providerId="ADAL" clId="{78EC1443-CDC7-44B9-B356-0A19014814D1}" dt="2024-10-14T09:52:57.355" v="97" actId="208"/>
          <ac:cxnSpMkLst>
            <pc:docMk/>
            <pc:sldMk cId="3793380760" sldId="541"/>
            <ac:cxnSpMk id="43" creationId="{E95B9F70-4975-4967-9070-E41118AC0565}"/>
          </ac:cxnSpMkLst>
        </pc:cxnChg>
      </pc:sldChg>
      <pc:sldChg chg="addSp delSp modSp mod modClrScheme chgLayout">
        <pc:chgData name="Shailendra Chauhan" userId="a7d3133f-e197-4b90-bf63-99a63a264234" providerId="ADAL" clId="{78EC1443-CDC7-44B9-B356-0A19014814D1}" dt="2024-10-14T09:53:37.633" v="102" actId="207"/>
        <pc:sldMkLst>
          <pc:docMk/>
          <pc:sldMk cId="777465109" sldId="542"/>
        </pc:sldMkLst>
        <pc:spChg chg="mod ord">
          <ac:chgData name="Shailendra Chauhan" userId="a7d3133f-e197-4b90-bf63-99a63a264234" providerId="ADAL" clId="{78EC1443-CDC7-44B9-B356-0A19014814D1}" dt="2024-10-14T09:53:13.035" v="98" actId="700"/>
          <ac:spMkLst>
            <pc:docMk/>
            <pc:sldMk cId="777465109" sldId="542"/>
            <ac:spMk id="3" creationId="{00000000-0000-0000-0000-000000000000}"/>
          </ac:spMkLst>
        </pc:spChg>
        <pc:spChg chg="add mod">
          <ac:chgData name="Shailendra Chauhan" userId="a7d3133f-e197-4b90-bf63-99a63a264234" providerId="ADAL" clId="{78EC1443-CDC7-44B9-B356-0A19014814D1}" dt="2024-10-14T09:49:14.370" v="87" actId="1036"/>
          <ac:spMkLst>
            <pc:docMk/>
            <pc:sldMk cId="777465109" sldId="542"/>
            <ac:spMk id="4" creationId="{FBF94E49-534E-13C0-F738-FAC0E5EED14A}"/>
          </ac:spMkLst>
        </pc:spChg>
        <pc:spChg chg="add mod">
          <ac:chgData name="Shailendra Chauhan" userId="a7d3133f-e197-4b90-bf63-99a63a264234" providerId="ADAL" clId="{78EC1443-CDC7-44B9-B356-0A19014814D1}" dt="2024-10-14T09:49:14.370" v="87" actId="1036"/>
          <ac:spMkLst>
            <pc:docMk/>
            <pc:sldMk cId="777465109" sldId="542"/>
            <ac:spMk id="5" creationId="{35016165-25F4-16DF-D947-9C082FFDDDA8}"/>
          </ac:spMkLst>
        </pc:spChg>
        <pc:spChg chg="mod">
          <ac:chgData name="Shailendra Chauhan" userId="a7d3133f-e197-4b90-bf63-99a63a264234" providerId="ADAL" clId="{78EC1443-CDC7-44B9-B356-0A19014814D1}" dt="2024-10-14T09:53:28.262" v="99" actId="207"/>
          <ac:spMkLst>
            <pc:docMk/>
            <pc:sldMk cId="777465109" sldId="542"/>
            <ac:spMk id="6" creationId="{00000000-0000-0000-0000-000000000000}"/>
          </ac:spMkLst>
        </pc:spChg>
        <pc:spChg chg="mod">
          <ac:chgData name="Shailendra Chauhan" userId="a7d3133f-e197-4b90-bf63-99a63a264234" providerId="ADAL" clId="{78EC1443-CDC7-44B9-B356-0A19014814D1}" dt="2024-10-14T09:53:37.633" v="102" actId="207"/>
          <ac:spMkLst>
            <pc:docMk/>
            <pc:sldMk cId="777465109" sldId="542"/>
            <ac:spMk id="7" creationId="{00000000-0000-0000-0000-000000000000}"/>
          </ac:spMkLst>
        </pc:spChg>
        <pc:spChg chg="mod">
          <ac:chgData name="Shailendra Chauhan" userId="a7d3133f-e197-4b90-bf63-99a63a264234" providerId="ADAL" clId="{78EC1443-CDC7-44B9-B356-0A19014814D1}" dt="2024-10-14T09:47:42.868" v="40" actId="1076"/>
          <ac:spMkLst>
            <pc:docMk/>
            <pc:sldMk cId="777465109" sldId="542"/>
            <ac:spMk id="15" creationId="{CF39483B-015E-439E-A47B-6FFB5EDACD13}"/>
          </ac:spMkLst>
        </pc:spChg>
        <pc:spChg chg="mod">
          <ac:chgData name="Shailendra Chauhan" userId="a7d3133f-e197-4b90-bf63-99a63a264234" providerId="ADAL" clId="{78EC1443-CDC7-44B9-B356-0A19014814D1}" dt="2024-10-14T09:48:08.783" v="51" actId="1076"/>
          <ac:spMkLst>
            <pc:docMk/>
            <pc:sldMk cId="777465109" sldId="542"/>
            <ac:spMk id="16" creationId="{8D06F02E-B145-4F46-A1E7-4482B5CF2C70}"/>
          </ac:spMkLst>
        </pc:spChg>
        <pc:spChg chg="mod">
          <ac:chgData name="Shailendra Chauhan" userId="a7d3133f-e197-4b90-bf63-99a63a264234" providerId="ADAL" clId="{78EC1443-CDC7-44B9-B356-0A19014814D1}" dt="2024-10-14T09:53:31.488" v="100" actId="207"/>
          <ac:spMkLst>
            <pc:docMk/>
            <pc:sldMk cId="777465109" sldId="542"/>
            <ac:spMk id="18" creationId="{89067295-D4C2-46C1-B25F-C37305308CA4}"/>
          </ac:spMkLst>
        </pc:spChg>
        <pc:spChg chg="add del">
          <ac:chgData name="Shailendra Chauhan" userId="a7d3133f-e197-4b90-bf63-99a63a264234" providerId="ADAL" clId="{78EC1443-CDC7-44B9-B356-0A19014814D1}" dt="2024-10-14T09:48:29.651" v="54" actId="478"/>
          <ac:spMkLst>
            <pc:docMk/>
            <pc:sldMk cId="777465109" sldId="542"/>
            <ac:spMk id="23" creationId="{C09B45EE-5B74-4D39-9BA3-913D53161E83}"/>
          </ac:spMkLst>
        </pc:spChg>
        <pc:spChg chg="del">
          <ac:chgData name="Shailendra Chauhan" userId="a7d3133f-e197-4b90-bf63-99a63a264234" providerId="ADAL" clId="{78EC1443-CDC7-44B9-B356-0A19014814D1}" dt="2024-10-14T09:48:32.025" v="55" actId="478"/>
          <ac:spMkLst>
            <pc:docMk/>
            <pc:sldMk cId="777465109" sldId="542"/>
            <ac:spMk id="30" creationId="{4F4AD3E5-2EBC-4043-A541-902819893DB3}"/>
          </ac:spMkLst>
        </pc:spChg>
        <pc:spChg chg="del">
          <ac:chgData name="Shailendra Chauhan" userId="a7d3133f-e197-4b90-bf63-99a63a264234" providerId="ADAL" clId="{78EC1443-CDC7-44B9-B356-0A19014814D1}" dt="2024-10-14T09:48:26.515" v="52" actId="478"/>
          <ac:spMkLst>
            <pc:docMk/>
            <pc:sldMk cId="777465109" sldId="542"/>
            <ac:spMk id="31" creationId="{1E19835F-D85F-4D3B-9EB4-34AC1C628372}"/>
          </ac:spMkLst>
        </pc:spChg>
        <pc:spChg chg="mod">
          <ac:chgData name="Shailendra Chauhan" userId="a7d3133f-e197-4b90-bf63-99a63a264234" providerId="ADAL" clId="{78EC1443-CDC7-44B9-B356-0A19014814D1}" dt="2024-10-14T09:53:34.616" v="101" actId="207"/>
          <ac:spMkLst>
            <pc:docMk/>
            <pc:sldMk cId="777465109" sldId="542"/>
            <ac:spMk id="32" creationId="{D35EE9FC-B4CB-4D6B-81E3-4F6A7CA36935}"/>
          </ac:spMkLst>
        </pc:spChg>
        <pc:grpChg chg="mod">
          <ac:chgData name="Shailendra Chauhan" userId="a7d3133f-e197-4b90-bf63-99a63a264234" providerId="ADAL" clId="{78EC1443-CDC7-44B9-B356-0A19014814D1}" dt="2024-10-14T09:49:14.370" v="87" actId="1036"/>
          <ac:grpSpMkLst>
            <pc:docMk/>
            <pc:sldMk cId="777465109" sldId="542"/>
            <ac:grpSpMk id="36" creationId="{4F2C15DA-F6BC-40D4-A8FE-0FDDF71C21AC}"/>
          </ac:grpSpMkLst>
        </pc:grpChg>
        <pc:grpChg chg="mod">
          <ac:chgData name="Shailendra Chauhan" userId="a7d3133f-e197-4b90-bf63-99a63a264234" providerId="ADAL" clId="{78EC1443-CDC7-44B9-B356-0A19014814D1}" dt="2024-10-14T09:49:14.370" v="87" actId="1036"/>
          <ac:grpSpMkLst>
            <pc:docMk/>
            <pc:sldMk cId="777465109" sldId="542"/>
            <ac:grpSpMk id="37" creationId="{03829925-F1D5-4ADB-AE12-F733D3E32194}"/>
          </ac:grpSpMkLst>
        </pc:grpChg>
      </pc:sldChg>
      <pc:sldChg chg="modSp mod modClrScheme chgLayout">
        <pc:chgData name="Shailendra Chauhan" userId="a7d3133f-e197-4b90-bf63-99a63a264234" providerId="ADAL" clId="{78EC1443-CDC7-44B9-B356-0A19014814D1}" dt="2024-10-14T09:54:18.168" v="109" actId="700"/>
        <pc:sldMkLst>
          <pc:docMk/>
          <pc:sldMk cId="579766178" sldId="543"/>
        </pc:sldMkLst>
        <pc:spChg chg="mod ord">
          <ac:chgData name="Shailendra Chauhan" userId="a7d3133f-e197-4b90-bf63-99a63a264234" providerId="ADAL" clId="{78EC1443-CDC7-44B9-B356-0A19014814D1}" dt="2024-10-14T09:54:18.168" v="109" actId="700"/>
          <ac:spMkLst>
            <pc:docMk/>
            <pc:sldMk cId="579766178" sldId="543"/>
            <ac:spMk id="2" creationId="{00000000-0000-0000-0000-000000000000}"/>
          </ac:spMkLst>
        </pc:spChg>
        <pc:spChg chg="mod ord">
          <ac:chgData name="Shailendra Chauhan" userId="a7d3133f-e197-4b90-bf63-99a63a264234" providerId="ADAL" clId="{78EC1443-CDC7-44B9-B356-0A19014814D1}" dt="2024-10-14T09:54:18.168" v="109" actId="700"/>
          <ac:spMkLst>
            <pc:docMk/>
            <pc:sldMk cId="579766178" sldId="543"/>
            <ac:spMk id="3" creationId="{00000000-0000-0000-0000-000000000000}"/>
          </ac:spMkLst>
        </pc:spChg>
      </pc:sldChg>
      <pc:sldChg chg="modSp mod setBg modClrScheme chgLayout">
        <pc:chgData name="Shailendra Chauhan" userId="a7d3133f-e197-4b90-bf63-99a63a264234" providerId="ADAL" clId="{78EC1443-CDC7-44B9-B356-0A19014814D1}" dt="2024-10-14T09:56:35.683" v="128"/>
        <pc:sldMkLst>
          <pc:docMk/>
          <pc:sldMk cId="1731677482" sldId="544"/>
        </pc:sldMkLst>
        <pc:spChg chg="mod ord">
          <ac:chgData name="Shailendra Chauhan" userId="a7d3133f-e197-4b90-bf63-99a63a264234" providerId="ADAL" clId="{78EC1443-CDC7-44B9-B356-0A19014814D1}" dt="2024-10-14T09:56:25.640" v="127" actId="700"/>
          <ac:spMkLst>
            <pc:docMk/>
            <pc:sldMk cId="1731677482" sldId="544"/>
            <ac:spMk id="2" creationId="{E975448C-6D7B-40A2-A0F5-3BA0DDC8EC98}"/>
          </ac:spMkLst>
        </pc:spChg>
        <pc:spChg chg="mod ord">
          <ac:chgData name="Shailendra Chauhan" userId="a7d3133f-e197-4b90-bf63-99a63a264234" providerId="ADAL" clId="{78EC1443-CDC7-44B9-B356-0A19014814D1}" dt="2024-10-14T09:56:25.640" v="127" actId="700"/>
          <ac:spMkLst>
            <pc:docMk/>
            <pc:sldMk cId="1731677482" sldId="544"/>
            <ac:spMk id="3" creationId="{1B48F5C5-9974-4C5C-BEBA-E09CF119F694}"/>
          </ac:spMkLst>
        </pc:spChg>
        <pc:picChg chg="mod">
          <ac:chgData name="Shailendra Chauhan" userId="a7d3133f-e197-4b90-bf63-99a63a264234" providerId="ADAL" clId="{78EC1443-CDC7-44B9-B356-0A19014814D1}" dt="2024-10-14T09:56:17.696" v="126" actId="1076"/>
          <ac:picMkLst>
            <pc:docMk/>
            <pc:sldMk cId="1731677482" sldId="544"/>
            <ac:picMk id="5" creationId="{6565074A-5104-4A4F-872F-C0D632D54F7C}"/>
          </ac:picMkLst>
        </pc:picChg>
      </pc:sldChg>
      <pc:sldChg chg="modSp mod modClrScheme chgLayout">
        <pc:chgData name="Shailendra Chauhan" userId="a7d3133f-e197-4b90-bf63-99a63a264234" providerId="ADAL" clId="{78EC1443-CDC7-44B9-B356-0A19014814D1}" dt="2024-10-14T09:55:43.192" v="120" actId="1076"/>
        <pc:sldMkLst>
          <pc:docMk/>
          <pc:sldMk cId="2142037845" sldId="545"/>
        </pc:sldMkLst>
        <pc:spChg chg="mod ord">
          <ac:chgData name="Shailendra Chauhan" userId="a7d3133f-e197-4b90-bf63-99a63a264234" providerId="ADAL" clId="{78EC1443-CDC7-44B9-B356-0A19014814D1}" dt="2024-10-14T09:55:28.299" v="119" actId="20577"/>
          <ac:spMkLst>
            <pc:docMk/>
            <pc:sldMk cId="2142037845" sldId="545"/>
            <ac:spMk id="2" creationId="{75E131AA-B7B2-4980-8FA0-BE24640FDAD3}"/>
          </ac:spMkLst>
        </pc:spChg>
        <pc:spChg chg="mod ord">
          <ac:chgData name="Shailendra Chauhan" userId="a7d3133f-e197-4b90-bf63-99a63a264234" providerId="ADAL" clId="{78EC1443-CDC7-44B9-B356-0A19014814D1}" dt="2024-10-14T09:54:23.346" v="110" actId="700"/>
          <ac:spMkLst>
            <pc:docMk/>
            <pc:sldMk cId="2142037845" sldId="545"/>
            <ac:spMk id="3" creationId="{DEBD61A1-F40B-43BB-87AC-37C6FBF267CD}"/>
          </ac:spMkLst>
        </pc:spChg>
        <pc:spChg chg="mod">
          <ac:chgData name="Shailendra Chauhan" userId="a7d3133f-e197-4b90-bf63-99a63a264234" providerId="ADAL" clId="{78EC1443-CDC7-44B9-B356-0A19014814D1}" dt="2024-10-14T09:55:43.192" v="120" actId="1076"/>
          <ac:spMkLst>
            <pc:docMk/>
            <pc:sldMk cId="2142037845" sldId="545"/>
            <ac:spMk id="6" creationId="{F64F1986-2580-4C55-A2A3-2BC0C6B1589A}"/>
          </ac:spMkLst>
        </pc:spChg>
        <pc:spChg chg="mod">
          <ac:chgData name="Shailendra Chauhan" userId="a7d3133f-e197-4b90-bf63-99a63a264234" providerId="ADAL" clId="{78EC1443-CDC7-44B9-B356-0A19014814D1}" dt="2024-10-14T09:55:43.192" v="120" actId="1076"/>
          <ac:spMkLst>
            <pc:docMk/>
            <pc:sldMk cId="2142037845" sldId="545"/>
            <ac:spMk id="7" creationId="{0593091C-AED2-4B43-AB11-FD7DFA6E8666}"/>
          </ac:spMkLst>
        </pc:spChg>
      </pc:sldChg>
      <pc:sldChg chg="modSp mod modClrScheme chgLayout">
        <pc:chgData name="Shailendra Chauhan" userId="a7d3133f-e197-4b90-bf63-99a63a264234" providerId="ADAL" clId="{78EC1443-CDC7-44B9-B356-0A19014814D1}" dt="2024-10-14T09:57:31.585" v="136" actId="1076"/>
        <pc:sldMkLst>
          <pc:docMk/>
          <pc:sldMk cId="733111310" sldId="546"/>
        </pc:sldMkLst>
        <pc:spChg chg="mod ord">
          <ac:chgData name="Shailendra Chauhan" userId="a7d3133f-e197-4b90-bf63-99a63a264234" providerId="ADAL" clId="{78EC1443-CDC7-44B9-B356-0A19014814D1}" dt="2024-10-14T09:57:26.873" v="135" actId="404"/>
          <ac:spMkLst>
            <pc:docMk/>
            <pc:sldMk cId="733111310" sldId="546"/>
            <ac:spMk id="2" creationId="{E26EF100-D5A5-4C75-9339-0131F91BCEE5}"/>
          </ac:spMkLst>
        </pc:spChg>
        <pc:spChg chg="mod ord">
          <ac:chgData name="Shailendra Chauhan" userId="a7d3133f-e197-4b90-bf63-99a63a264234" providerId="ADAL" clId="{78EC1443-CDC7-44B9-B356-0A19014814D1}" dt="2024-10-14T09:54:12.204" v="108" actId="700"/>
          <ac:spMkLst>
            <pc:docMk/>
            <pc:sldMk cId="733111310" sldId="546"/>
            <ac:spMk id="3" creationId="{7E832C88-D11E-4E44-B407-BAADFEA3CFD9}"/>
          </ac:spMkLst>
        </pc:spChg>
        <pc:spChg chg="mod">
          <ac:chgData name="Shailendra Chauhan" userId="a7d3133f-e197-4b90-bf63-99a63a264234" providerId="ADAL" clId="{78EC1443-CDC7-44B9-B356-0A19014814D1}" dt="2024-10-14T09:57:31.585" v="136" actId="1076"/>
          <ac:spMkLst>
            <pc:docMk/>
            <pc:sldMk cId="733111310" sldId="546"/>
            <ac:spMk id="4" creationId="{C0B3C340-593B-4824-803A-AB4A86FA2998}"/>
          </ac:spMkLst>
        </pc:spChg>
      </pc:sldChg>
      <pc:sldChg chg="modSp mod modClrScheme chgLayout">
        <pc:chgData name="Shailendra Chauhan" userId="a7d3133f-e197-4b90-bf63-99a63a264234" providerId="ADAL" clId="{78EC1443-CDC7-44B9-B356-0A19014814D1}" dt="2024-10-14T09:54:07.200" v="107" actId="700"/>
        <pc:sldMkLst>
          <pc:docMk/>
          <pc:sldMk cId="1859593775" sldId="551"/>
        </pc:sldMkLst>
        <pc:spChg chg="mod ord">
          <ac:chgData name="Shailendra Chauhan" userId="a7d3133f-e197-4b90-bf63-99a63a264234" providerId="ADAL" clId="{78EC1443-CDC7-44B9-B356-0A19014814D1}" dt="2024-10-14T09:54:07.200" v="107" actId="700"/>
          <ac:spMkLst>
            <pc:docMk/>
            <pc:sldMk cId="1859593775" sldId="551"/>
            <ac:spMk id="2" creationId="{D0DF0452-6D10-41E9-BF55-8EFDFAF4AAE9}"/>
          </ac:spMkLst>
        </pc:spChg>
        <pc:spChg chg="mod ord">
          <ac:chgData name="Shailendra Chauhan" userId="a7d3133f-e197-4b90-bf63-99a63a264234" providerId="ADAL" clId="{78EC1443-CDC7-44B9-B356-0A19014814D1}" dt="2024-10-14T09:54:07.200" v="107" actId="700"/>
          <ac:spMkLst>
            <pc:docMk/>
            <pc:sldMk cId="1859593775" sldId="551"/>
            <ac:spMk id="3" creationId="{ECE779EA-9295-49A4-8497-71BCED9E64CC}"/>
          </ac:spMkLst>
        </pc:spChg>
      </pc:sldChg>
      <pc:sldChg chg="modSp mod">
        <pc:chgData name="Shailendra Chauhan" userId="a7d3133f-e197-4b90-bf63-99a63a264234" providerId="ADAL" clId="{78EC1443-CDC7-44B9-B356-0A19014814D1}" dt="2024-10-10T09:23:50.672" v="22" actId="20577"/>
        <pc:sldMkLst>
          <pc:docMk/>
          <pc:sldMk cId="4033475902" sldId="698"/>
        </pc:sldMkLst>
        <pc:spChg chg="mod">
          <ac:chgData name="Shailendra Chauhan" userId="a7d3133f-e197-4b90-bf63-99a63a264234" providerId="ADAL" clId="{78EC1443-CDC7-44B9-B356-0A19014814D1}" dt="2024-10-10T09:23:50.672" v="22" actId="20577"/>
          <ac:spMkLst>
            <pc:docMk/>
            <pc:sldMk cId="4033475902" sldId="698"/>
            <ac:spMk id="2" creationId="{823E00A1-78F8-8F2A-3CD6-7B1C4099A102}"/>
          </ac:spMkLst>
        </pc:spChg>
      </pc:sldChg>
    </pc:docChg>
  </pc:docChgLst>
  <pc:docChgLst>
    <pc:chgData name="Shailendra Chauhan" userId="a7d3133f-e197-4b90-bf63-99a63a264234" providerId="ADAL" clId="{E9C278EB-94A7-40B7-BF04-E76077E81AEE}"/>
    <pc:docChg chg="modSld">
      <pc:chgData name="Shailendra Chauhan" userId="a7d3133f-e197-4b90-bf63-99a63a264234" providerId="ADAL" clId="{E9C278EB-94A7-40B7-BF04-E76077E81AEE}" dt="2024-04-02T15:45:12.269" v="3" actId="20577"/>
      <pc:docMkLst>
        <pc:docMk/>
      </pc:docMkLst>
      <pc:sldChg chg="modSp mod">
        <pc:chgData name="Shailendra Chauhan" userId="a7d3133f-e197-4b90-bf63-99a63a264234" providerId="ADAL" clId="{E9C278EB-94A7-40B7-BF04-E76077E81AEE}" dt="2024-04-02T15:45:12.269" v="3" actId="20577"/>
        <pc:sldMkLst>
          <pc:docMk/>
          <pc:sldMk cId="3793380760" sldId="541"/>
        </pc:sldMkLst>
        <pc:spChg chg="mod">
          <ac:chgData name="Shailendra Chauhan" userId="a7d3133f-e197-4b90-bf63-99a63a264234" providerId="ADAL" clId="{E9C278EB-94A7-40B7-BF04-E76077E81AEE}" dt="2024-04-02T15:45:12.269" v="3" actId="20577"/>
          <ac:spMkLst>
            <pc:docMk/>
            <pc:sldMk cId="3793380760" sldId="541"/>
            <ac:spMk id="8" creationId="{65BAA0A9-BBDC-48C3-807E-99FB014946F6}"/>
          </ac:spMkLst>
        </pc:spChg>
      </pc:sldChg>
    </pc:docChg>
  </pc:docChgLst>
  <pc:docChgLst>
    <pc:chgData name="Shailendra Chauhan" userId="a7d3133f-e197-4b90-bf63-99a63a264234" providerId="ADAL" clId="{13EE493F-BE36-4F1A-A681-6E3B764960F3}"/>
    <pc:docChg chg="undo custSel addSld delSld modSld modMainMaster">
      <pc:chgData name="Shailendra Chauhan" userId="a7d3133f-e197-4b90-bf63-99a63a264234" providerId="ADAL" clId="{13EE493F-BE36-4F1A-A681-6E3B764960F3}" dt="2024-07-28T14:30:11.127" v="108" actId="1076"/>
      <pc:docMkLst>
        <pc:docMk/>
      </pc:docMkLst>
      <pc:sldChg chg="modSp mod modClrScheme chgLayout">
        <pc:chgData name="Shailendra Chauhan" userId="a7d3133f-e197-4b90-bf63-99a63a264234" providerId="ADAL" clId="{13EE493F-BE36-4F1A-A681-6E3B764960F3}" dt="2024-07-15T17:41:14.161" v="61" actId="700"/>
        <pc:sldMkLst>
          <pc:docMk/>
          <pc:sldMk cId="1266926929" sldId="527"/>
        </pc:sldMkLst>
        <pc:spChg chg="mod ord">
          <ac:chgData name="Shailendra Chauhan" userId="a7d3133f-e197-4b90-bf63-99a63a264234" providerId="ADAL" clId="{13EE493F-BE36-4F1A-A681-6E3B764960F3}" dt="2024-07-15T17:41:14.161" v="61" actId="700"/>
          <ac:spMkLst>
            <pc:docMk/>
            <pc:sldMk cId="1266926929" sldId="527"/>
            <ac:spMk id="3" creationId="{00000000-0000-0000-0000-000000000000}"/>
          </ac:spMkLst>
        </pc:spChg>
        <pc:spChg chg="mod ord">
          <ac:chgData name="Shailendra Chauhan" userId="a7d3133f-e197-4b90-bf63-99a63a264234" providerId="ADAL" clId="{13EE493F-BE36-4F1A-A681-6E3B764960F3}" dt="2024-07-15T17:41:14.161" v="61" actId="700"/>
          <ac:spMkLst>
            <pc:docMk/>
            <pc:sldMk cId="1266926929" sldId="527"/>
            <ac:spMk id="4" creationId="{00000000-0000-0000-0000-000000000000}"/>
          </ac:spMkLst>
        </pc:spChg>
      </pc:sldChg>
      <pc:sldChg chg="modSp mod modClrScheme chgLayout">
        <pc:chgData name="Shailendra Chauhan" userId="a7d3133f-e197-4b90-bf63-99a63a264234" providerId="ADAL" clId="{13EE493F-BE36-4F1A-A681-6E3B764960F3}" dt="2024-07-15T17:40:17.025" v="7" actId="14100"/>
        <pc:sldMkLst>
          <pc:docMk/>
          <pc:sldMk cId="1734363350" sldId="540"/>
        </pc:sldMkLst>
        <pc:spChg chg="mod ord">
          <ac:chgData name="Shailendra Chauhan" userId="a7d3133f-e197-4b90-bf63-99a63a264234" providerId="ADAL" clId="{13EE493F-BE36-4F1A-A681-6E3B764960F3}" dt="2024-07-15T17:40:09.134" v="6" actId="700"/>
          <ac:spMkLst>
            <pc:docMk/>
            <pc:sldMk cId="1734363350" sldId="540"/>
            <ac:spMk id="2" creationId="{00000000-0000-0000-0000-000000000000}"/>
          </ac:spMkLst>
        </pc:spChg>
        <pc:spChg chg="mod ord">
          <ac:chgData name="Shailendra Chauhan" userId="a7d3133f-e197-4b90-bf63-99a63a264234" providerId="ADAL" clId="{13EE493F-BE36-4F1A-A681-6E3B764960F3}" dt="2024-07-15T17:40:09.134" v="6" actId="700"/>
          <ac:spMkLst>
            <pc:docMk/>
            <pc:sldMk cId="1734363350" sldId="540"/>
            <ac:spMk id="3" creationId="{00000000-0000-0000-0000-000000000000}"/>
          </ac:spMkLst>
        </pc:spChg>
        <pc:picChg chg="mod">
          <ac:chgData name="Shailendra Chauhan" userId="a7d3133f-e197-4b90-bf63-99a63a264234" providerId="ADAL" clId="{13EE493F-BE36-4F1A-A681-6E3B764960F3}" dt="2024-07-15T17:40:17.025" v="7" actId="14100"/>
          <ac:picMkLst>
            <pc:docMk/>
            <pc:sldMk cId="1734363350" sldId="540"/>
            <ac:picMk id="4" creationId="{00000000-0000-0000-0000-000000000000}"/>
          </ac:picMkLst>
        </pc:picChg>
      </pc:sldChg>
      <pc:sldChg chg="modSp mod modClrScheme chgLayout">
        <pc:chgData name="Shailendra Chauhan" userId="a7d3133f-e197-4b90-bf63-99a63a264234" providerId="ADAL" clId="{13EE493F-BE36-4F1A-A681-6E3B764960F3}" dt="2024-07-15T17:42:18.373" v="73" actId="14100"/>
        <pc:sldMkLst>
          <pc:docMk/>
          <pc:sldMk cId="3793380760" sldId="541"/>
        </pc:sldMkLst>
        <pc:spChg chg="mod ord">
          <ac:chgData name="Shailendra Chauhan" userId="a7d3133f-e197-4b90-bf63-99a63a264234" providerId="ADAL" clId="{13EE493F-BE36-4F1A-A681-6E3B764960F3}" dt="2024-07-15T17:42:12.728" v="72" actId="700"/>
          <ac:spMkLst>
            <pc:docMk/>
            <pc:sldMk cId="3793380760" sldId="541"/>
            <ac:spMk id="3" creationId="{00000000-0000-0000-0000-000000000000}"/>
          </ac:spMkLst>
        </pc:spChg>
        <pc:spChg chg="mod">
          <ac:chgData name="Shailendra Chauhan" userId="a7d3133f-e197-4b90-bf63-99a63a264234" providerId="ADAL" clId="{13EE493F-BE36-4F1A-A681-6E3B764960F3}" dt="2024-07-15T17:42:18.373" v="73" actId="14100"/>
          <ac:spMkLst>
            <pc:docMk/>
            <pc:sldMk cId="3793380760" sldId="541"/>
            <ac:spMk id="60" creationId="{13F1F627-B235-417C-8C4A-4B78A85B1C4C}"/>
          </ac:spMkLst>
        </pc:spChg>
      </pc:sldChg>
      <pc:sldChg chg="modSp mod modClrScheme chgLayout">
        <pc:chgData name="Shailendra Chauhan" userId="a7d3133f-e197-4b90-bf63-99a63a264234" providerId="ADAL" clId="{13EE493F-BE36-4F1A-A681-6E3B764960F3}" dt="2024-07-15T17:41:22.954" v="62" actId="700"/>
        <pc:sldMkLst>
          <pc:docMk/>
          <pc:sldMk cId="777465109" sldId="542"/>
        </pc:sldMkLst>
        <pc:spChg chg="mod ord">
          <ac:chgData name="Shailendra Chauhan" userId="a7d3133f-e197-4b90-bf63-99a63a264234" providerId="ADAL" clId="{13EE493F-BE36-4F1A-A681-6E3B764960F3}" dt="2024-07-15T17:41:22.954" v="62" actId="700"/>
          <ac:spMkLst>
            <pc:docMk/>
            <pc:sldMk cId="777465109" sldId="542"/>
            <ac:spMk id="3" creationId="{00000000-0000-0000-0000-000000000000}"/>
          </ac:spMkLst>
        </pc:spChg>
      </pc:sldChg>
      <pc:sldChg chg="delSp modSp mod modClrScheme chgLayout">
        <pc:chgData name="Shailendra Chauhan" userId="a7d3133f-e197-4b90-bf63-99a63a264234" providerId="ADAL" clId="{13EE493F-BE36-4F1A-A681-6E3B764960F3}" dt="2024-07-15T17:41:42.426" v="67" actId="27636"/>
        <pc:sldMkLst>
          <pc:docMk/>
          <pc:sldMk cId="579766178" sldId="543"/>
        </pc:sldMkLst>
        <pc:spChg chg="mod ord">
          <ac:chgData name="Shailendra Chauhan" userId="a7d3133f-e197-4b90-bf63-99a63a264234" providerId="ADAL" clId="{13EE493F-BE36-4F1A-A681-6E3B764960F3}" dt="2024-07-15T17:41:42.426" v="67" actId="27636"/>
          <ac:spMkLst>
            <pc:docMk/>
            <pc:sldMk cId="579766178" sldId="543"/>
            <ac:spMk id="2" creationId="{00000000-0000-0000-0000-000000000000}"/>
          </ac:spMkLst>
        </pc:spChg>
        <pc:spChg chg="mod ord">
          <ac:chgData name="Shailendra Chauhan" userId="a7d3133f-e197-4b90-bf63-99a63a264234" providerId="ADAL" clId="{13EE493F-BE36-4F1A-A681-6E3B764960F3}" dt="2024-07-15T17:41:29.389" v="63" actId="700"/>
          <ac:spMkLst>
            <pc:docMk/>
            <pc:sldMk cId="579766178" sldId="543"/>
            <ac:spMk id="3" creationId="{00000000-0000-0000-0000-000000000000}"/>
          </ac:spMkLst>
        </pc:spChg>
        <pc:picChg chg="del">
          <ac:chgData name="Shailendra Chauhan" userId="a7d3133f-e197-4b90-bf63-99a63a264234" providerId="ADAL" clId="{13EE493F-BE36-4F1A-A681-6E3B764960F3}" dt="2024-07-15T17:41:39.267" v="65" actId="478"/>
          <ac:picMkLst>
            <pc:docMk/>
            <pc:sldMk cId="579766178" sldId="543"/>
            <ac:picMk id="6" creationId="{04A2795B-146C-4193-8447-10D770D1D6D9}"/>
          </ac:picMkLst>
        </pc:picChg>
      </pc:sldChg>
      <pc:sldChg chg="modSp mod modClrScheme chgLayout">
        <pc:chgData name="Shailendra Chauhan" userId="a7d3133f-e197-4b90-bf63-99a63a264234" providerId="ADAL" clId="{13EE493F-BE36-4F1A-A681-6E3B764960F3}" dt="2024-07-21T13:51:23.217" v="107" actId="27636"/>
        <pc:sldMkLst>
          <pc:docMk/>
          <pc:sldMk cId="1731677482" sldId="544"/>
        </pc:sldMkLst>
        <pc:spChg chg="mod ord">
          <ac:chgData name="Shailendra Chauhan" userId="a7d3133f-e197-4b90-bf63-99a63a264234" providerId="ADAL" clId="{13EE493F-BE36-4F1A-A681-6E3B764960F3}" dt="2024-07-21T13:51:23.217" v="107" actId="27636"/>
          <ac:spMkLst>
            <pc:docMk/>
            <pc:sldMk cId="1731677482" sldId="544"/>
            <ac:spMk id="2" creationId="{E975448C-6D7B-40A2-A0F5-3BA0DDC8EC98}"/>
          </ac:spMkLst>
        </pc:spChg>
        <pc:spChg chg="mod ord">
          <ac:chgData name="Shailendra Chauhan" userId="a7d3133f-e197-4b90-bf63-99a63a264234" providerId="ADAL" clId="{13EE493F-BE36-4F1A-A681-6E3B764960F3}" dt="2024-07-21T13:51:23.205" v="106" actId="27636"/>
          <ac:spMkLst>
            <pc:docMk/>
            <pc:sldMk cId="1731677482" sldId="544"/>
            <ac:spMk id="3" creationId="{1B48F5C5-9974-4C5C-BEBA-E09CF119F694}"/>
          </ac:spMkLst>
        </pc:spChg>
        <pc:picChg chg="mod">
          <ac:chgData name="Shailendra Chauhan" userId="a7d3133f-e197-4b90-bf63-99a63a264234" providerId="ADAL" clId="{13EE493F-BE36-4F1A-A681-6E3B764960F3}" dt="2024-07-15T17:40:36.211" v="23" actId="1036"/>
          <ac:picMkLst>
            <pc:docMk/>
            <pc:sldMk cId="1731677482" sldId="544"/>
            <ac:picMk id="5" creationId="{6565074A-5104-4A4F-872F-C0D632D54F7C}"/>
          </ac:picMkLst>
        </pc:picChg>
      </pc:sldChg>
      <pc:sldChg chg="modSp mod modClrScheme chgLayout">
        <pc:chgData name="Shailendra Chauhan" userId="a7d3133f-e197-4b90-bf63-99a63a264234" providerId="ADAL" clId="{13EE493F-BE36-4F1A-A681-6E3B764960F3}" dt="2024-07-15T17:41:04.238" v="60" actId="1035"/>
        <pc:sldMkLst>
          <pc:docMk/>
          <pc:sldMk cId="2142037845" sldId="545"/>
        </pc:sldMkLst>
        <pc:spChg chg="mod ord">
          <ac:chgData name="Shailendra Chauhan" userId="a7d3133f-e197-4b90-bf63-99a63a264234" providerId="ADAL" clId="{13EE493F-BE36-4F1A-A681-6E3B764960F3}" dt="2024-07-15T17:40:47.924" v="27" actId="27636"/>
          <ac:spMkLst>
            <pc:docMk/>
            <pc:sldMk cId="2142037845" sldId="545"/>
            <ac:spMk id="2" creationId="{75E131AA-B7B2-4980-8FA0-BE24640FDAD3}"/>
          </ac:spMkLst>
        </pc:spChg>
        <pc:spChg chg="mod ord">
          <ac:chgData name="Shailendra Chauhan" userId="a7d3133f-e197-4b90-bf63-99a63a264234" providerId="ADAL" clId="{13EE493F-BE36-4F1A-A681-6E3B764960F3}" dt="2024-07-15T17:40:43.933" v="24" actId="700"/>
          <ac:spMkLst>
            <pc:docMk/>
            <pc:sldMk cId="2142037845" sldId="545"/>
            <ac:spMk id="3" creationId="{DEBD61A1-F40B-43BB-87AC-37C6FBF267CD}"/>
          </ac:spMkLst>
        </pc:spChg>
        <pc:spChg chg="mod">
          <ac:chgData name="Shailendra Chauhan" userId="a7d3133f-e197-4b90-bf63-99a63a264234" providerId="ADAL" clId="{13EE493F-BE36-4F1A-A681-6E3B764960F3}" dt="2024-07-15T17:41:04.238" v="60" actId="1035"/>
          <ac:spMkLst>
            <pc:docMk/>
            <pc:sldMk cId="2142037845" sldId="545"/>
            <ac:spMk id="6" creationId="{F64F1986-2580-4C55-A2A3-2BC0C6B1589A}"/>
          </ac:spMkLst>
        </pc:spChg>
        <pc:spChg chg="mod">
          <ac:chgData name="Shailendra Chauhan" userId="a7d3133f-e197-4b90-bf63-99a63a264234" providerId="ADAL" clId="{13EE493F-BE36-4F1A-A681-6E3B764960F3}" dt="2024-07-15T17:41:04.238" v="60" actId="1035"/>
          <ac:spMkLst>
            <pc:docMk/>
            <pc:sldMk cId="2142037845" sldId="545"/>
            <ac:spMk id="7" creationId="{0593091C-AED2-4B43-AB11-FD7DFA6E8666}"/>
          </ac:spMkLst>
        </pc:spChg>
      </pc:sldChg>
      <pc:sldChg chg="modSp mod modClrScheme chgLayout">
        <pc:chgData name="Shailendra Chauhan" userId="a7d3133f-e197-4b90-bf63-99a63a264234" providerId="ADAL" clId="{13EE493F-BE36-4F1A-A681-6E3B764960F3}" dt="2024-07-28T14:30:11.127" v="108" actId="1076"/>
        <pc:sldMkLst>
          <pc:docMk/>
          <pc:sldMk cId="733111310" sldId="546"/>
        </pc:sldMkLst>
        <pc:spChg chg="mod ord">
          <ac:chgData name="Shailendra Chauhan" userId="a7d3133f-e197-4b90-bf63-99a63a264234" providerId="ADAL" clId="{13EE493F-BE36-4F1A-A681-6E3B764960F3}" dt="2024-07-15T17:42:00.093" v="70" actId="700"/>
          <ac:spMkLst>
            <pc:docMk/>
            <pc:sldMk cId="733111310" sldId="546"/>
            <ac:spMk id="2" creationId="{E26EF100-D5A5-4C75-9339-0131F91BCEE5}"/>
          </ac:spMkLst>
        </pc:spChg>
        <pc:spChg chg="mod ord">
          <ac:chgData name="Shailendra Chauhan" userId="a7d3133f-e197-4b90-bf63-99a63a264234" providerId="ADAL" clId="{13EE493F-BE36-4F1A-A681-6E3B764960F3}" dt="2024-07-15T17:42:00.093" v="70" actId="700"/>
          <ac:spMkLst>
            <pc:docMk/>
            <pc:sldMk cId="733111310" sldId="546"/>
            <ac:spMk id="3" creationId="{7E832C88-D11E-4E44-B407-BAADFEA3CFD9}"/>
          </ac:spMkLst>
        </pc:spChg>
        <pc:spChg chg="mod">
          <ac:chgData name="Shailendra Chauhan" userId="a7d3133f-e197-4b90-bf63-99a63a264234" providerId="ADAL" clId="{13EE493F-BE36-4F1A-A681-6E3B764960F3}" dt="2024-07-15T17:42:03.254" v="71" actId="1076"/>
          <ac:spMkLst>
            <pc:docMk/>
            <pc:sldMk cId="733111310" sldId="546"/>
            <ac:spMk id="4" creationId="{C0B3C340-593B-4824-803A-AB4A86FA2998}"/>
          </ac:spMkLst>
        </pc:spChg>
        <pc:picChg chg="mod">
          <ac:chgData name="Shailendra Chauhan" userId="a7d3133f-e197-4b90-bf63-99a63a264234" providerId="ADAL" clId="{13EE493F-BE36-4F1A-A681-6E3B764960F3}" dt="2024-07-28T14:30:11.127" v="108" actId="1076"/>
          <ac:picMkLst>
            <pc:docMk/>
            <pc:sldMk cId="733111310" sldId="546"/>
            <ac:picMk id="5" creationId="{0D372947-FA16-47EE-BE7A-8B9310D29815}"/>
          </ac:picMkLst>
        </pc:picChg>
      </pc:sldChg>
      <pc:sldChg chg="modSp mod modClrScheme chgLayout">
        <pc:chgData name="Shailendra Chauhan" userId="a7d3133f-e197-4b90-bf63-99a63a264234" providerId="ADAL" clId="{13EE493F-BE36-4F1A-A681-6E3B764960F3}" dt="2024-07-15T17:41:53.738" v="69" actId="27636"/>
        <pc:sldMkLst>
          <pc:docMk/>
          <pc:sldMk cId="1859593775" sldId="551"/>
        </pc:sldMkLst>
        <pc:spChg chg="mod ord">
          <ac:chgData name="Shailendra Chauhan" userId="a7d3133f-e197-4b90-bf63-99a63a264234" providerId="ADAL" clId="{13EE493F-BE36-4F1A-A681-6E3B764960F3}" dt="2024-07-15T17:41:53.738" v="69" actId="27636"/>
          <ac:spMkLst>
            <pc:docMk/>
            <pc:sldMk cId="1859593775" sldId="551"/>
            <ac:spMk id="2" creationId="{D0DF0452-6D10-41E9-BF55-8EFDFAF4AAE9}"/>
          </ac:spMkLst>
        </pc:spChg>
        <pc:spChg chg="mod ord">
          <ac:chgData name="Shailendra Chauhan" userId="a7d3133f-e197-4b90-bf63-99a63a264234" providerId="ADAL" clId="{13EE493F-BE36-4F1A-A681-6E3B764960F3}" dt="2024-07-15T17:41:53.706" v="68" actId="700"/>
          <ac:spMkLst>
            <pc:docMk/>
            <pc:sldMk cId="1859593775" sldId="551"/>
            <ac:spMk id="3" creationId="{ECE779EA-9295-49A4-8497-71BCED9E64CC}"/>
          </ac:spMkLst>
        </pc:spChg>
      </pc:sldChg>
      <pc:sldChg chg="modSp mod modClrScheme chgLayout">
        <pc:chgData name="Shailendra Chauhan" userId="a7d3133f-e197-4b90-bf63-99a63a264234" providerId="ADAL" clId="{13EE493F-BE36-4F1A-A681-6E3B764960F3}" dt="2024-07-15T17:39:47.817" v="3" actId="700"/>
        <pc:sldMkLst>
          <pc:docMk/>
          <pc:sldMk cId="2795957056" sldId="552"/>
        </pc:sldMkLst>
        <pc:spChg chg="mod ord">
          <ac:chgData name="Shailendra Chauhan" userId="a7d3133f-e197-4b90-bf63-99a63a264234" providerId="ADAL" clId="{13EE493F-BE36-4F1A-A681-6E3B764960F3}" dt="2024-07-15T17:39:47.817" v="3" actId="700"/>
          <ac:spMkLst>
            <pc:docMk/>
            <pc:sldMk cId="2795957056" sldId="552"/>
            <ac:spMk id="3" creationId="{00000000-0000-0000-0000-000000000000}"/>
          </ac:spMkLst>
        </pc:spChg>
        <pc:spChg chg="mod ord">
          <ac:chgData name="Shailendra Chauhan" userId="a7d3133f-e197-4b90-bf63-99a63a264234" providerId="ADAL" clId="{13EE493F-BE36-4F1A-A681-6E3B764960F3}" dt="2024-07-15T17:39:47.817" v="3" actId="700"/>
          <ac:spMkLst>
            <pc:docMk/>
            <pc:sldMk cId="2795957056" sldId="552"/>
            <ac:spMk id="4" creationId="{00000000-0000-0000-0000-000000000000}"/>
          </ac:spMkLst>
        </pc:spChg>
      </pc:sldChg>
      <pc:sldChg chg="delSp modSp mod modClrScheme modAnim chgLayout">
        <pc:chgData name="Shailendra Chauhan" userId="a7d3133f-e197-4b90-bf63-99a63a264234" providerId="ADAL" clId="{13EE493F-BE36-4F1A-A681-6E3B764960F3}" dt="2024-07-15T17:40:01.108" v="5" actId="478"/>
        <pc:sldMkLst>
          <pc:docMk/>
          <pc:sldMk cId="3368115204" sldId="588"/>
        </pc:sldMkLst>
        <pc:spChg chg="mod ord">
          <ac:chgData name="Shailendra Chauhan" userId="a7d3133f-e197-4b90-bf63-99a63a264234" providerId="ADAL" clId="{13EE493F-BE36-4F1A-A681-6E3B764960F3}" dt="2024-07-15T17:39:52.724" v="4" actId="700"/>
          <ac:spMkLst>
            <pc:docMk/>
            <pc:sldMk cId="3368115204" sldId="588"/>
            <ac:spMk id="3" creationId="{61FFF1E4-3CEE-431F-B430-060C772A16A7}"/>
          </ac:spMkLst>
        </pc:spChg>
        <pc:spChg chg="mod ord">
          <ac:chgData name="Shailendra Chauhan" userId="a7d3133f-e197-4b90-bf63-99a63a264234" providerId="ADAL" clId="{13EE493F-BE36-4F1A-A681-6E3B764960F3}" dt="2024-07-15T17:39:52.724" v="4" actId="700"/>
          <ac:spMkLst>
            <pc:docMk/>
            <pc:sldMk cId="3368115204" sldId="588"/>
            <ac:spMk id="4" creationId="{A9171455-B809-43CC-A238-90780011615B}"/>
          </ac:spMkLst>
        </pc:spChg>
        <pc:picChg chg="del">
          <ac:chgData name="Shailendra Chauhan" userId="a7d3133f-e197-4b90-bf63-99a63a264234" providerId="ADAL" clId="{13EE493F-BE36-4F1A-A681-6E3B764960F3}" dt="2024-07-15T17:40:01.108" v="5" actId="478"/>
          <ac:picMkLst>
            <pc:docMk/>
            <pc:sldMk cId="3368115204" sldId="588"/>
            <ac:picMk id="1026" creationId="{E1EBF8B6-329A-4421-9B58-D98E87F79B39}"/>
          </ac:picMkLst>
        </pc:picChg>
      </pc:sldChg>
      <pc:sldChg chg="modSp del">
        <pc:chgData name="Shailendra Chauhan" userId="a7d3133f-e197-4b90-bf63-99a63a264234" providerId="ADAL" clId="{13EE493F-BE36-4F1A-A681-6E3B764960F3}" dt="2024-07-15T17:43:07.534" v="92" actId="2696"/>
        <pc:sldMkLst>
          <pc:docMk/>
          <pc:sldMk cId="2487471563" sldId="697"/>
        </pc:sldMkLst>
        <pc:spChg chg="mod">
          <ac:chgData name="Shailendra Chauhan" userId="a7d3133f-e197-4b90-bf63-99a63a264234" providerId="ADAL" clId="{13EE493F-BE36-4F1A-A681-6E3B764960F3}" dt="2024-07-15T17:39:41.577" v="0"/>
          <ac:spMkLst>
            <pc:docMk/>
            <pc:sldMk cId="2487471563" sldId="697"/>
            <ac:spMk id="2" creationId="{13EA158D-E649-C501-C4C8-188523B0D28D}"/>
          </ac:spMkLst>
        </pc:spChg>
        <pc:spChg chg="mod">
          <ac:chgData name="Shailendra Chauhan" userId="a7d3133f-e197-4b90-bf63-99a63a264234" providerId="ADAL" clId="{13EE493F-BE36-4F1A-A681-6E3B764960F3}" dt="2024-07-15T17:39:41.577" v="0"/>
          <ac:spMkLst>
            <pc:docMk/>
            <pc:sldMk cId="2487471563" sldId="697"/>
            <ac:spMk id="3" creationId="{7A85BC5B-E866-56A1-742F-451979A8F0F5}"/>
          </ac:spMkLst>
        </pc:spChg>
      </pc:sldChg>
      <pc:sldChg chg="modSp new mod">
        <pc:chgData name="Shailendra Chauhan" userId="a7d3133f-e197-4b90-bf63-99a63a264234" providerId="ADAL" clId="{13EE493F-BE36-4F1A-A681-6E3B764960F3}" dt="2024-07-15T17:43:59.382" v="104" actId="27636"/>
        <pc:sldMkLst>
          <pc:docMk/>
          <pc:sldMk cId="4033475902" sldId="698"/>
        </pc:sldMkLst>
        <pc:spChg chg="mod">
          <ac:chgData name="Shailendra Chauhan" userId="a7d3133f-e197-4b90-bf63-99a63a264234" providerId="ADAL" clId="{13EE493F-BE36-4F1A-A681-6E3B764960F3}" dt="2024-07-15T17:43:00.645" v="85" actId="15"/>
          <ac:spMkLst>
            <pc:docMk/>
            <pc:sldMk cId="4033475902" sldId="698"/>
            <ac:spMk id="2" creationId="{823E00A1-78F8-8F2A-3CD6-7B1C4099A102}"/>
          </ac:spMkLst>
        </pc:spChg>
        <pc:spChg chg="mod">
          <ac:chgData name="Shailendra Chauhan" userId="a7d3133f-e197-4b90-bf63-99a63a264234" providerId="ADAL" clId="{13EE493F-BE36-4F1A-A681-6E3B764960F3}" dt="2024-07-15T17:43:59.382" v="104" actId="27636"/>
          <ac:spMkLst>
            <pc:docMk/>
            <pc:sldMk cId="4033475902" sldId="698"/>
            <ac:spMk id="3" creationId="{AB886E03-AC2A-2E66-BB03-DA035E26E2C8}"/>
          </ac:spMkLst>
        </pc:spChg>
        <pc:spChg chg="mod">
          <ac:chgData name="Shailendra Chauhan" userId="a7d3133f-e197-4b90-bf63-99a63a264234" providerId="ADAL" clId="{13EE493F-BE36-4F1A-A681-6E3B764960F3}" dt="2024-07-15T17:43:03.853" v="91" actId="20577"/>
          <ac:spMkLst>
            <pc:docMk/>
            <pc:sldMk cId="4033475902" sldId="698"/>
            <ac:spMk id="4" creationId="{18AEF030-223B-A1E3-714F-AFFB43569F2C}"/>
          </ac:spMkLst>
        </pc:spChg>
      </pc:sldChg>
      <pc:sldMasterChg chg="modSldLayout">
        <pc:chgData name="Shailendra Chauhan" userId="a7d3133f-e197-4b90-bf63-99a63a264234" providerId="ADAL" clId="{13EE493F-BE36-4F1A-A681-6E3B764960F3}" dt="2024-07-15T17:39:41.577" v="0"/>
        <pc:sldMasterMkLst>
          <pc:docMk/>
          <pc:sldMasterMk cId="55211598" sldId="2147483695"/>
        </pc:sldMasterMkLst>
        <pc:sldLayoutChg chg="delSp">
          <pc:chgData name="Shailendra Chauhan" userId="a7d3133f-e197-4b90-bf63-99a63a264234" providerId="ADAL" clId="{13EE493F-BE36-4F1A-A681-6E3B764960F3}" dt="2024-07-15T17:39:41.577" v="0"/>
          <pc:sldLayoutMkLst>
            <pc:docMk/>
            <pc:sldMasterMk cId="55211598" sldId="2147483695"/>
            <pc:sldLayoutMk cId="2309171898" sldId="2147483721"/>
          </pc:sldLayoutMkLst>
          <pc:cxnChg chg="del">
            <ac:chgData name="Shailendra Chauhan" userId="a7d3133f-e197-4b90-bf63-99a63a264234" providerId="ADAL" clId="{13EE493F-BE36-4F1A-A681-6E3B764960F3}" dt="2024-07-15T17:39:41.577" v="0"/>
            <ac:cxnSpMkLst>
              <pc:docMk/>
              <pc:sldMasterMk cId="55211598" sldId="2147483695"/>
              <pc:sldLayoutMk cId="2309171898" sldId="2147483721"/>
              <ac:cxnSpMk id="12" creationId="{CA2E5177-4099-498A-9014-2DDCBC92556F}"/>
            </ac:cxnSpMkLst>
          </pc:cxn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455A6C-8570-481C-B650-679F59D2D196}" type="datetimeFigureOut">
              <a:rPr lang="en-US" smtClean="0"/>
              <a:t>10/14/2024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F86080D-7700-48E4-9421-502ABB94370D}"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28773F-F672-41CF-AE0C-76B333D9A322}" type="datetimeFigureOut">
              <a:rPr lang="en-US" smtClean="0"/>
              <a:t>10/14/2024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2DD7D5-A1E7-4E59-B251-136D919D9E0A}"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docs.microsoft.com/en-us/azure/active-directory/active-directory-whatis"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docs.microsoft.com/en-us/azure/architecture/reference-architectures/containers/aks-microservices/aks-microservices"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docs.microsoft.com/en-us/dotnet/architecture/microservices/implement-resilient-applications/implement-circuit-breaker-pattern"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s://github.com/App-vNext/Polly/wiki/Circuit-Breaker"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github.com/App-vNext/Polly"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rehansaeed.com/open-telemetry-for-asp-net-core/" TargetMode="External"/><Relationship Id="rId2" Type="http://schemas.openxmlformats.org/officeDocument/2006/relationships/slide" Target="../slides/slide12.xml"/><Relationship Id="rId1" Type="http://schemas.openxmlformats.org/officeDocument/2006/relationships/notesMaster" Target="../notesMasters/notesMaster1.xml"/><Relationship Id="rId4" Type="http://schemas.openxmlformats.org/officeDocument/2006/relationships/hyperlink" Target="https://github.com/open-telemetry/opentelemetry-dotnet/tree/main/examples/AspNetCore"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crosscutting concern</a:t>
            </a:r>
            <a:r>
              <a:rPr lang="en-US" sz="1200" b="0" i="0" kern="1200" dirty="0">
                <a:solidFill>
                  <a:schemeClr val="tx1"/>
                </a:solidFill>
                <a:effectLst/>
                <a:latin typeface="+mn-lt"/>
                <a:ea typeface="+mn-ea"/>
                <a:cs typeface="+mn-cs"/>
              </a:rPr>
              <a:t> is a </a:t>
            </a:r>
            <a:r>
              <a:rPr lang="en-US" sz="1200" b="1" i="0" kern="1200" dirty="0">
                <a:solidFill>
                  <a:schemeClr val="tx1"/>
                </a:solidFill>
                <a:effectLst/>
                <a:latin typeface="+mn-lt"/>
                <a:ea typeface="+mn-ea"/>
                <a:cs typeface="+mn-cs"/>
              </a:rPr>
              <a:t>concern</a:t>
            </a:r>
            <a:r>
              <a:rPr lang="en-US" sz="1200" b="0" i="0" kern="1200" dirty="0">
                <a:solidFill>
                  <a:schemeClr val="tx1"/>
                </a:solidFill>
                <a:effectLst/>
                <a:latin typeface="+mn-lt"/>
                <a:ea typeface="+mn-ea"/>
                <a:cs typeface="+mn-cs"/>
              </a:rPr>
              <a:t> which is applicable throughout the application and it affects the entire application. For example: logging, security and data transfer are the </a:t>
            </a:r>
            <a:r>
              <a:rPr lang="en-US" sz="1200" b="1" i="0" kern="1200" dirty="0">
                <a:solidFill>
                  <a:schemeClr val="tx1"/>
                </a:solidFill>
                <a:effectLst/>
                <a:latin typeface="+mn-lt"/>
                <a:ea typeface="+mn-ea"/>
                <a:cs typeface="+mn-cs"/>
              </a:rPr>
              <a:t>concerns</a:t>
            </a:r>
            <a:r>
              <a:rPr lang="en-US" sz="1200" b="0" i="0" kern="1200" dirty="0">
                <a:solidFill>
                  <a:schemeClr val="tx1"/>
                </a:solidFill>
                <a:effectLst/>
                <a:latin typeface="+mn-lt"/>
                <a:ea typeface="+mn-ea"/>
                <a:cs typeface="+mn-cs"/>
              </a:rPr>
              <a:t> which are needed in almost every module of an application, hence they are </a:t>
            </a:r>
            <a:r>
              <a:rPr lang="en-US" sz="1200" b="1" i="0" kern="1200" dirty="0">
                <a:solidFill>
                  <a:schemeClr val="tx1"/>
                </a:solidFill>
                <a:effectLst/>
                <a:latin typeface="+mn-lt"/>
                <a:ea typeface="+mn-ea"/>
                <a:cs typeface="+mn-cs"/>
              </a:rPr>
              <a:t>cross</a:t>
            </a:r>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cutting concerns</a:t>
            </a:r>
            <a:r>
              <a:rPr lang="en-US" sz="1200" b="0" i="0" kern="1200" dirty="0">
                <a:solidFill>
                  <a:schemeClr val="tx1"/>
                </a:solidFill>
                <a:effectLst/>
                <a:latin typeface="+mn-lt"/>
                <a:ea typeface="+mn-ea"/>
                <a:cs typeface="+mn-cs"/>
              </a:rPr>
              <a:t>.</a:t>
            </a:r>
            <a:endParaRPr lang="en-IN" dirty="0"/>
          </a:p>
        </p:txBody>
      </p:sp>
      <p:sp>
        <p:nvSpPr>
          <p:cNvPr id="4" name="Slide Number Placeholder 3"/>
          <p:cNvSpPr>
            <a:spLocks noGrp="1"/>
          </p:cNvSpPr>
          <p:nvPr>
            <p:ph type="sldNum" sz="quarter" idx="5"/>
          </p:nvPr>
        </p:nvSpPr>
        <p:spPr/>
        <p:txBody>
          <a:bodyPr/>
          <a:lstStyle/>
          <a:p>
            <a:fld id="{572DD7D5-A1E7-4E59-B251-136D919D9E0A}" type="slidenum">
              <a:rPr lang="en-US" smtClean="0"/>
              <a:t>2</a:t>
            </a:fld>
            <a:endParaRPr lang="en-US"/>
          </a:p>
        </p:txBody>
      </p:sp>
    </p:spTree>
    <p:extLst>
      <p:ext uri="{BB962C8B-B14F-4D97-AF65-F5344CB8AC3E}">
        <p14:creationId xmlns:p14="http://schemas.microsoft.com/office/powerpoint/2010/main" val="11551216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Tenant</a:t>
            </a:r>
            <a:r>
              <a:rPr lang="en-US" sz="1200" b="0" i="0" kern="1200" dirty="0">
                <a:solidFill>
                  <a:schemeClr val="tx1"/>
                </a:solidFill>
                <a:effectLst/>
                <a:latin typeface="+mn-lt"/>
                <a:ea typeface="+mn-ea"/>
                <a:cs typeface="+mn-cs"/>
              </a:rPr>
              <a:t>: A tenant is the organization that owns and manages a specific instance of Microsoft cloud services. It’s most often used in an exact manner to refer to the set of Azure and Office 365 services for an organization.</a:t>
            </a:r>
          </a:p>
          <a:p>
            <a:r>
              <a:rPr lang="en-US" sz="1200" b="1" i="0" kern="1200" dirty="0">
                <a:solidFill>
                  <a:schemeClr val="tx1"/>
                </a:solidFill>
                <a:effectLst/>
                <a:latin typeface="+mn-lt"/>
                <a:ea typeface="+mn-ea"/>
                <a:cs typeface="+mn-cs"/>
              </a:rPr>
              <a:t>Vault owner</a:t>
            </a:r>
            <a:r>
              <a:rPr lang="en-US" sz="1200" b="0" i="0" kern="1200" dirty="0">
                <a:solidFill>
                  <a:schemeClr val="tx1"/>
                </a:solidFill>
                <a:effectLst/>
                <a:latin typeface="+mn-lt"/>
                <a:ea typeface="+mn-ea"/>
                <a:cs typeface="+mn-cs"/>
              </a:rPr>
              <a:t>: A vault owner can create a key vault and gain full access and control over it. The vault owner can also set up auditing to log who accesses secrets and keys. Administrators can control the key lifecycle. They can roll to a new version of the key, back it up, and do related tasks.</a:t>
            </a:r>
          </a:p>
          <a:p>
            <a:r>
              <a:rPr lang="en-US" sz="1200" b="1" i="0" kern="1200" dirty="0">
                <a:solidFill>
                  <a:schemeClr val="tx1"/>
                </a:solidFill>
                <a:effectLst/>
                <a:latin typeface="+mn-lt"/>
                <a:ea typeface="+mn-ea"/>
                <a:cs typeface="+mn-cs"/>
              </a:rPr>
              <a:t>Resource</a:t>
            </a:r>
            <a:r>
              <a:rPr lang="en-US" sz="1200" b="0" i="0" kern="1200" dirty="0">
                <a:solidFill>
                  <a:schemeClr val="tx1"/>
                </a:solidFill>
                <a:effectLst/>
                <a:latin typeface="+mn-lt"/>
                <a:ea typeface="+mn-ea"/>
                <a:cs typeface="+mn-cs"/>
              </a:rPr>
              <a:t>: A resource is a manageable item that's available through Azure. Some common resources are a virtual machine, storage account, web app, database, and virtual network, but there are many more.</a:t>
            </a:r>
          </a:p>
          <a:p>
            <a:r>
              <a:rPr lang="en-US" sz="1200" b="1" i="0" kern="1200" dirty="0">
                <a:solidFill>
                  <a:schemeClr val="tx1"/>
                </a:solidFill>
                <a:effectLst/>
                <a:latin typeface="+mn-lt"/>
                <a:ea typeface="+mn-ea"/>
                <a:cs typeface="+mn-cs"/>
              </a:rPr>
              <a:t>Resource group</a:t>
            </a:r>
            <a:r>
              <a:rPr lang="en-US" sz="1200" b="0" i="0" kern="1200" dirty="0">
                <a:solidFill>
                  <a:schemeClr val="tx1"/>
                </a:solidFill>
                <a:effectLst/>
                <a:latin typeface="+mn-lt"/>
                <a:ea typeface="+mn-ea"/>
                <a:cs typeface="+mn-cs"/>
              </a:rPr>
              <a:t>: A resource group is a container that holds related resources for an Azure solution. The resource group can include all the resources for the solution, or only those resources that you want to manage as a group. You decide how you want to allocate resources to resource groups, based on what makes the most sense for your organization.</a:t>
            </a:r>
          </a:p>
          <a:p>
            <a:r>
              <a:rPr lang="en-US" sz="1200" b="1" i="0" kern="1200" dirty="0">
                <a:solidFill>
                  <a:schemeClr val="tx1"/>
                </a:solidFill>
                <a:effectLst/>
                <a:latin typeface="+mn-lt"/>
                <a:ea typeface="+mn-ea"/>
                <a:cs typeface="+mn-cs"/>
              </a:rPr>
              <a:t>Vault consumer</a:t>
            </a:r>
            <a:r>
              <a:rPr lang="en-US" sz="1200" b="0" i="0" kern="1200" dirty="0">
                <a:solidFill>
                  <a:schemeClr val="tx1"/>
                </a:solidFill>
                <a:effectLst/>
                <a:latin typeface="+mn-lt"/>
                <a:ea typeface="+mn-ea"/>
                <a:cs typeface="+mn-cs"/>
              </a:rPr>
              <a:t>: A vault consumer can perform actions on the assets inside the key vault when the vault owner grants the consumer access. The available actions depend on the permissions granted.</a:t>
            </a:r>
          </a:p>
          <a:p>
            <a:r>
              <a:rPr lang="en-US" sz="1200" b="1" i="0" u="none" strike="noStrike" kern="1200" dirty="0">
                <a:solidFill>
                  <a:schemeClr val="tx1"/>
                </a:solidFill>
                <a:effectLst/>
                <a:latin typeface="+mn-lt"/>
                <a:ea typeface="+mn-ea"/>
                <a:cs typeface="+mn-cs"/>
                <a:hlinkClick r:id="rId3"/>
              </a:rPr>
              <a:t>Azure Active Directory (Azure AD)</a:t>
            </a:r>
            <a:r>
              <a:rPr lang="en-US" sz="1200" b="0" i="0" kern="1200" dirty="0">
                <a:solidFill>
                  <a:schemeClr val="tx1"/>
                </a:solidFill>
                <a:effectLst/>
                <a:latin typeface="+mn-lt"/>
                <a:ea typeface="+mn-ea"/>
                <a:cs typeface="+mn-cs"/>
              </a:rPr>
              <a:t>: Azure AD is the Active Directory service for a tenant. Each directory has one or more domains. A directory can have many subscriptions associated with it, but only one tenant.</a:t>
            </a:r>
          </a:p>
          <a:p>
            <a:r>
              <a:rPr lang="en-US" sz="1200" b="1" i="0" kern="1200" dirty="0">
                <a:solidFill>
                  <a:schemeClr val="tx1"/>
                </a:solidFill>
                <a:effectLst/>
                <a:latin typeface="+mn-lt"/>
                <a:ea typeface="+mn-ea"/>
                <a:cs typeface="+mn-cs"/>
              </a:rPr>
              <a:t>Azure tenant ID</a:t>
            </a:r>
            <a:r>
              <a:rPr lang="en-US" sz="1200" b="0" i="0" kern="1200" dirty="0">
                <a:solidFill>
                  <a:schemeClr val="tx1"/>
                </a:solidFill>
                <a:effectLst/>
                <a:latin typeface="+mn-lt"/>
                <a:ea typeface="+mn-ea"/>
                <a:cs typeface="+mn-cs"/>
              </a:rPr>
              <a:t>: A tenant ID is a unique way to identify an Azure AD instance within an Azure subscription.</a:t>
            </a:r>
          </a:p>
          <a:p>
            <a:r>
              <a:rPr lang="en-US" sz="1200" b="1" i="0" kern="1200" dirty="0">
                <a:solidFill>
                  <a:schemeClr val="tx1"/>
                </a:solidFill>
                <a:effectLst/>
                <a:latin typeface="+mn-lt"/>
                <a:ea typeface="+mn-ea"/>
                <a:cs typeface="+mn-cs"/>
              </a:rPr>
              <a:t>Managed Service Identity</a:t>
            </a:r>
            <a:r>
              <a:rPr lang="en-US" sz="1200" b="0" i="0" kern="1200" dirty="0">
                <a:solidFill>
                  <a:schemeClr val="tx1"/>
                </a:solidFill>
                <a:effectLst/>
                <a:latin typeface="+mn-lt"/>
                <a:ea typeface="+mn-ea"/>
                <a:cs typeface="+mn-cs"/>
              </a:rPr>
              <a:t>: Azure Key Vault provides a way to securely store credentials and other keys and secrets, but your code needs to authenticate to Key Vault to retrieve them. </a:t>
            </a:r>
          </a:p>
          <a:p>
            <a:endParaRPr lang="en-US" dirty="0"/>
          </a:p>
        </p:txBody>
      </p:sp>
      <p:sp>
        <p:nvSpPr>
          <p:cNvPr id="4" name="Slide Number Placeholder 3"/>
          <p:cNvSpPr>
            <a:spLocks noGrp="1"/>
          </p:cNvSpPr>
          <p:nvPr>
            <p:ph type="sldNum" sz="quarter" idx="10"/>
          </p:nvPr>
        </p:nvSpPr>
        <p:spPr/>
        <p:txBody>
          <a:bodyPr/>
          <a:lstStyle/>
          <a:p>
            <a:fld id="{75D51ECD-1E00-4FCF-BCA1-B11779BB67E6}" type="slidenum">
              <a:rPr lang="en-US" smtClean="0"/>
              <a:t>3</a:t>
            </a:fld>
            <a:endParaRPr lang="en-US"/>
          </a:p>
        </p:txBody>
      </p:sp>
    </p:spTree>
    <p:extLst>
      <p:ext uri="{BB962C8B-B14F-4D97-AF65-F5344CB8AC3E}">
        <p14:creationId xmlns:p14="http://schemas.microsoft.com/office/powerpoint/2010/main" val="42266438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https://www.c-sharpcorner.com/article/building-api-gateway-using-ocelot-in-asp-net-core-service-discovery-consul/</a:t>
            </a:r>
          </a:p>
          <a:p>
            <a:endParaRPr lang="en-US" dirty="0">
              <a:hlinkClick r:id="rId3"/>
            </a:endParaRPr>
          </a:p>
          <a:p>
            <a:r>
              <a:rPr lang="en-US" dirty="0" err="1">
                <a:hlinkClick r:id="rId3"/>
              </a:rPr>
              <a:t>Microservices</a:t>
            </a:r>
            <a:r>
              <a:rPr lang="en-US" dirty="0">
                <a:hlinkClick r:id="rId3"/>
              </a:rPr>
              <a:t> architecture on Azure Kubernetes Service (AKS) - Azure Architecture Center | Microsoft Docs</a:t>
            </a:r>
            <a:endParaRPr lang="en-US" dirty="0"/>
          </a:p>
          <a:p>
            <a:endParaRPr lang="en-US" dirty="0"/>
          </a:p>
          <a:p>
            <a:r>
              <a:rPr lang="en-US" sz="1200" b="0" i="0" kern="1200" dirty="0">
                <a:solidFill>
                  <a:schemeClr val="tx1"/>
                </a:solidFill>
                <a:effectLst/>
                <a:latin typeface="+mn-lt"/>
                <a:ea typeface="+mn-ea"/>
                <a:cs typeface="+mn-cs"/>
              </a:rPr>
              <a:t>The Kubernetes </a:t>
            </a:r>
            <a:r>
              <a:rPr lang="en-US" sz="1200" b="1" i="0" kern="1200" dirty="0">
                <a:solidFill>
                  <a:schemeClr val="tx1"/>
                </a:solidFill>
                <a:effectLst/>
                <a:latin typeface="+mn-lt"/>
                <a:ea typeface="+mn-ea"/>
                <a:cs typeface="+mn-cs"/>
              </a:rPr>
              <a:t>Service</a:t>
            </a:r>
            <a:r>
              <a:rPr lang="en-US" sz="1200" b="0" i="0" kern="1200" dirty="0">
                <a:solidFill>
                  <a:schemeClr val="tx1"/>
                </a:solidFill>
                <a:effectLst/>
                <a:latin typeface="+mn-lt"/>
                <a:ea typeface="+mn-ea"/>
                <a:cs typeface="+mn-cs"/>
              </a:rPr>
              <a:t> object provides a set of capabilities that match the </a:t>
            </a:r>
            <a:r>
              <a:rPr lang="en-US" sz="1200" b="0" i="0" kern="1200" dirty="0" err="1">
                <a:solidFill>
                  <a:schemeClr val="tx1"/>
                </a:solidFill>
                <a:effectLst/>
                <a:latin typeface="+mn-lt"/>
                <a:ea typeface="+mn-ea"/>
                <a:cs typeface="+mn-cs"/>
              </a:rPr>
              <a:t>microservices</a:t>
            </a:r>
            <a:r>
              <a:rPr lang="en-US" sz="1200" b="0" i="0" kern="1200" dirty="0">
                <a:solidFill>
                  <a:schemeClr val="tx1"/>
                </a:solidFill>
                <a:effectLst/>
                <a:latin typeface="+mn-lt"/>
                <a:ea typeface="+mn-ea"/>
                <a:cs typeface="+mn-cs"/>
              </a:rPr>
              <a:t> requirements for service discoverability:</a:t>
            </a:r>
            <a:endParaRPr lang="en-US" dirty="0"/>
          </a:p>
        </p:txBody>
      </p:sp>
      <p:sp>
        <p:nvSpPr>
          <p:cNvPr id="4" name="Slide Number Placeholder 3"/>
          <p:cNvSpPr>
            <a:spLocks noGrp="1"/>
          </p:cNvSpPr>
          <p:nvPr>
            <p:ph type="sldNum" sz="quarter" idx="10"/>
          </p:nvPr>
        </p:nvSpPr>
        <p:spPr/>
        <p:txBody>
          <a:bodyPr/>
          <a:lstStyle/>
          <a:p>
            <a:fld id="{572DD7D5-A1E7-4E59-B251-136D919D9E0A}" type="slidenum">
              <a:rPr lang="en-US" smtClean="0"/>
              <a:t>5</a:t>
            </a:fld>
            <a:endParaRPr lang="en-US"/>
          </a:p>
        </p:txBody>
      </p:sp>
    </p:spTree>
    <p:extLst>
      <p:ext uri="{BB962C8B-B14F-4D97-AF65-F5344CB8AC3E}">
        <p14:creationId xmlns:p14="http://schemas.microsoft.com/office/powerpoint/2010/main" val="8929496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t>A circuit breaker is an electronic component like fuse that opens a circuit so that no current can flow through it. As a result, it prevents the damage caused by excess current from an overload or short circuit.</a:t>
            </a:r>
          </a:p>
          <a:p>
            <a:pPr algn="just"/>
            <a:endParaRPr lang="en-US" dirty="0"/>
          </a:p>
          <a:p>
            <a:pPr algn="l"/>
            <a:r>
              <a:rPr lang="en-US" b="0" i="0" dirty="0">
                <a:solidFill>
                  <a:srgbClr val="E6E6E6"/>
                </a:solidFill>
                <a:effectLst/>
                <a:latin typeface="Segoe UI" panose="020B0502040204020203" pitchFamily="34" charset="0"/>
              </a:rPr>
              <a:t>This pattern isn't recommended:</a:t>
            </a:r>
          </a:p>
          <a:p>
            <a:pPr algn="l">
              <a:buFont typeface="Arial" panose="020B0604020202020204" pitchFamily="34" charset="0"/>
              <a:buChar char="•"/>
            </a:pPr>
            <a:r>
              <a:rPr lang="en-US" b="0" i="0" dirty="0">
                <a:solidFill>
                  <a:srgbClr val="E6E6E6"/>
                </a:solidFill>
                <a:effectLst/>
                <a:latin typeface="Segoe UI" panose="020B0502040204020203" pitchFamily="34" charset="0"/>
              </a:rPr>
              <a:t>For handling access to local private resources in an application, such as in-memory data structure. In this environment, using a circuit breaker would add overhead to your system.</a:t>
            </a:r>
          </a:p>
          <a:p>
            <a:pPr algn="l">
              <a:buFont typeface="Arial" panose="020B0604020202020204" pitchFamily="34" charset="0"/>
              <a:buChar char="•"/>
            </a:pPr>
            <a:r>
              <a:rPr lang="en-US" b="0" i="0" dirty="0">
                <a:solidFill>
                  <a:srgbClr val="E6E6E6"/>
                </a:solidFill>
                <a:effectLst/>
                <a:latin typeface="Segoe UI" panose="020B0502040204020203" pitchFamily="34" charset="0"/>
              </a:rPr>
              <a:t>As a substitute for handling exceptions in the business logic of your applications.</a:t>
            </a:r>
          </a:p>
          <a:p>
            <a:pPr algn="just"/>
            <a:endParaRPr lang="en-US" dirty="0"/>
          </a:p>
          <a:p>
            <a:pPr algn="just"/>
            <a:r>
              <a:rPr lang="en-US" dirty="0">
                <a:hlinkClick r:id="rId3"/>
              </a:rPr>
              <a:t>Implementing the Circuit Breaker pattern | Microsoft Docs</a:t>
            </a:r>
            <a:endParaRPr lang="en-US" dirty="0"/>
          </a:p>
          <a:p>
            <a:pPr algn="just"/>
            <a:r>
              <a:rPr lang="en-US" dirty="0">
                <a:hlinkClick r:id="rId4"/>
              </a:rPr>
              <a:t>Circuit Breaker · App-</a:t>
            </a:r>
            <a:r>
              <a:rPr lang="en-US" dirty="0" err="1">
                <a:hlinkClick r:id="rId4"/>
              </a:rPr>
              <a:t>vNext</a:t>
            </a:r>
            <a:r>
              <a:rPr lang="en-US" dirty="0">
                <a:hlinkClick r:id="rId4"/>
              </a:rPr>
              <a:t>/Polly Wiki (github.com)</a:t>
            </a:r>
            <a:endParaRPr lang="en-US" dirty="0"/>
          </a:p>
          <a:p>
            <a:pPr algn="just"/>
            <a:endParaRPr lang="en-US" dirty="0"/>
          </a:p>
        </p:txBody>
      </p:sp>
      <p:sp>
        <p:nvSpPr>
          <p:cNvPr id="4" name="Slide Number Placeholder 3"/>
          <p:cNvSpPr>
            <a:spLocks noGrp="1"/>
          </p:cNvSpPr>
          <p:nvPr>
            <p:ph type="sldNum" sz="quarter" idx="5"/>
          </p:nvPr>
        </p:nvSpPr>
        <p:spPr/>
        <p:txBody>
          <a:bodyPr/>
          <a:lstStyle/>
          <a:p>
            <a:fld id="{572DD7D5-A1E7-4E59-B251-136D919D9E0A}" type="slidenum">
              <a:rPr lang="en-US" smtClean="0"/>
              <a:t>6</a:t>
            </a:fld>
            <a:endParaRPr lang="en-US"/>
          </a:p>
        </p:txBody>
      </p:sp>
    </p:spTree>
    <p:extLst>
      <p:ext uri="{BB962C8B-B14F-4D97-AF65-F5344CB8AC3E}">
        <p14:creationId xmlns:p14="http://schemas.microsoft.com/office/powerpoint/2010/main" val="42068680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App-</a:t>
            </a:r>
            <a:r>
              <a:rPr lang="en-US" dirty="0" err="1">
                <a:hlinkClick r:id="rId3"/>
              </a:rPr>
              <a:t>vNext</a:t>
            </a:r>
            <a:r>
              <a:rPr lang="en-US" dirty="0">
                <a:hlinkClick r:id="rId3"/>
              </a:rPr>
              <a:t>/Polly: Polly is a .NET resilience and transient-fault-handling library that allows developers to express policies such as Retry, Circuit Breaker, Timeout, Bulkhead Isolation, and Fallback in a fluent and thread-safe manner. From version 6.0.1, Polly targets .NET Standard 1.1 and 2.0+. (github.com)</a:t>
            </a:r>
            <a:endParaRPr lang="en-US" dirty="0"/>
          </a:p>
        </p:txBody>
      </p:sp>
      <p:sp>
        <p:nvSpPr>
          <p:cNvPr id="4" name="Slide Number Placeholder 3"/>
          <p:cNvSpPr>
            <a:spLocks noGrp="1"/>
          </p:cNvSpPr>
          <p:nvPr>
            <p:ph type="sldNum" sz="quarter" idx="5"/>
          </p:nvPr>
        </p:nvSpPr>
        <p:spPr/>
        <p:txBody>
          <a:bodyPr/>
          <a:lstStyle/>
          <a:p>
            <a:fld id="{572DD7D5-A1E7-4E59-B251-136D919D9E0A}" type="slidenum">
              <a:rPr lang="en-US" smtClean="0"/>
              <a:t>7</a:t>
            </a:fld>
            <a:endParaRPr lang="en-US"/>
          </a:p>
        </p:txBody>
      </p:sp>
    </p:spTree>
    <p:extLst>
      <p:ext uri="{BB962C8B-B14F-4D97-AF65-F5344CB8AC3E}">
        <p14:creationId xmlns:p14="http://schemas.microsoft.com/office/powerpoint/2010/main" val="28475955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observability</a:t>
            </a:r>
            <a:r>
              <a:rPr lang="en-US" sz="1200" b="0" i="0" kern="1200" dirty="0">
                <a:solidFill>
                  <a:schemeClr val="tx1"/>
                </a:solidFill>
                <a:effectLst/>
                <a:latin typeface="+mn-lt"/>
                <a:ea typeface="+mn-ea"/>
                <a:cs typeface="+mn-cs"/>
              </a:rPr>
              <a:t> is a measure of how well internal states of a system can be inferred from knowledge of its external outputs. In contrast to monitoring which is something we actually do, observability (as a noun), is more a property of a system.</a:t>
            </a:r>
            <a:r>
              <a:rPr lang="en-US" sz="1200" b="1" i="0" kern="1200" dirty="0">
                <a:solidFill>
                  <a:schemeClr val="tx1"/>
                </a:solidFill>
                <a:effectLst/>
                <a:latin typeface="+mn-lt"/>
                <a:ea typeface="+mn-ea"/>
                <a:cs typeface="+mn-cs"/>
              </a:rPr>
              <a:t> </a:t>
            </a:r>
            <a:r>
              <a:rPr lang="en-US" b="1" i="0" dirty="0">
                <a:solidFill>
                  <a:srgbClr val="333333"/>
                </a:solidFill>
                <a:effectLst/>
                <a:latin typeface="Segoe UI" panose="020B0502040204020203" pitchFamily="34" charset="0"/>
              </a:rPr>
              <a:t>Observability is Built on 3 Pillars.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kern="1200" dirty="0">
              <a:solidFill>
                <a:srgbClr val="333333"/>
              </a:solidFill>
              <a:effectLst/>
              <a:latin typeface="Segoe UI" panose="020B0502040204020203" pitchFamily="34" charset="0"/>
              <a:ea typeface="+mn-ea"/>
              <a:cs typeface="+mn-cs"/>
            </a:endParaRPr>
          </a:p>
          <a:p>
            <a:pPr algn="l">
              <a:buFont typeface="Arial" panose="020B0604020202020204" pitchFamily="34" charset="0"/>
              <a:buChar char="•"/>
            </a:pPr>
            <a:r>
              <a:rPr lang="en-US" b="1" i="0" dirty="0">
                <a:solidFill>
                  <a:srgbClr val="333333"/>
                </a:solidFill>
                <a:effectLst/>
                <a:latin typeface="Segoe UI" panose="020B0502040204020203" pitchFamily="34" charset="0"/>
              </a:rPr>
              <a:t>Logging</a:t>
            </a:r>
            <a:r>
              <a:rPr lang="en-US" b="0" i="0" dirty="0">
                <a:solidFill>
                  <a:srgbClr val="333333"/>
                </a:solidFill>
                <a:effectLst/>
                <a:latin typeface="Segoe UI" panose="020B0502040204020203" pitchFamily="34" charset="0"/>
              </a:rPr>
              <a:t>: collects information about events happening in the system. Helping the team analyze unexpected application behavior. Searching through the logs of suspect services can provide the necessary hint to identify the problem root cause. Such as: service throwing out of memory exceptions and app configuration not reflecting expected values. As well as calls to external service with incorrect address, calls to external service returns with unexpected results, and incoming requests with unexpected input.</a:t>
            </a:r>
          </a:p>
          <a:p>
            <a:pPr algn="l">
              <a:buFont typeface="Arial" panose="020B0604020202020204" pitchFamily="34" charset="0"/>
              <a:buChar char="•"/>
            </a:pPr>
            <a:r>
              <a:rPr lang="en-US" b="1" i="0" dirty="0">
                <a:solidFill>
                  <a:srgbClr val="333333"/>
                </a:solidFill>
                <a:effectLst/>
                <a:latin typeface="Segoe UI" panose="020B0502040204020203" pitchFamily="34" charset="0"/>
              </a:rPr>
              <a:t>Tracing</a:t>
            </a:r>
            <a:r>
              <a:rPr lang="en-US" b="0" i="0" dirty="0">
                <a:solidFill>
                  <a:srgbClr val="333333"/>
                </a:solidFill>
                <a:effectLst/>
                <a:latin typeface="Segoe UI" panose="020B0502040204020203" pitchFamily="34" charset="0"/>
              </a:rPr>
              <a:t>: collects information to create an end-to-end view of how transactions are executed in a distributed system. A trace is like a stack trace spanning multiple applications. Once a problem has been recognized, traces are a good starting point in identifying the source in distributed operations. Like calls from service A to B are taking longer than normal, service payment calls are failing, etc.</a:t>
            </a:r>
          </a:p>
          <a:p>
            <a:pPr algn="l">
              <a:buFont typeface="Arial" panose="020B0604020202020204" pitchFamily="34" charset="0"/>
              <a:buChar char="•"/>
            </a:pPr>
            <a:r>
              <a:rPr lang="en-US" b="1" i="0" dirty="0">
                <a:solidFill>
                  <a:srgbClr val="333333"/>
                </a:solidFill>
                <a:effectLst/>
                <a:latin typeface="Segoe UI" panose="020B0502040204020203" pitchFamily="34" charset="0"/>
              </a:rPr>
              <a:t>Metrics</a:t>
            </a:r>
            <a:r>
              <a:rPr lang="en-US" b="0" i="0" dirty="0">
                <a:solidFill>
                  <a:srgbClr val="333333"/>
                </a:solidFill>
                <a:effectLst/>
                <a:latin typeface="Segoe UI" panose="020B0502040204020203" pitchFamily="34" charset="0"/>
              </a:rPr>
              <a:t>: provide a real-time indication of how the system is running. It can be leveraged to build alerts, allowing proactive reactance to unexpected values. As opposed to logs and traces, the amount of data collected using metrics remains constant as the system load increases. Application problems are often first detected through abnormal metric values. Such as CPU usage being higher than before, payment error count spiking, and queued item count keeps growing.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kern="1200" dirty="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5"/>
          </p:nvPr>
        </p:nvSpPr>
        <p:spPr/>
        <p:txBody>
          <a:bodyPr/>
          <a:lstStyle/>
          <a:p>
            <a:fld id="{572DD7D5-A1E7-4E59-B251-136D919D9E0A}" type="slidenum">
              <a:rPr lang="en-US" smtClean="0"/>
              <a:t>8</a:t>
            </a:fld>
            <a:endParaRPr lang="en-US"/>
          </a:p>
        </p:txBody>
      </p:sp>
    </p:spTree>
    <p:extLst>
      <p:ext uri="{BB962C8B-B14F-4D97-AF65-F5344CB8AC3E}">
        <p14:creationId xmlns:p14="http://schemas.microsoft.com/office/powerpoint/2010/main" val="35424919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2DD7D5-A1E7-4E59-B251-136D919D9E0A}" type="slidenum">
              <a:rPr lang="en-US" smtClean="0"/>
              <a:t>10</a:t>
            </a:fld>
            <a:endParaRPr lang="en-US"/>
          </a:p>
        </p:txBody>
      </p:sp>
    </p:spTree>
    <p:extLst>
      <p:ext uri="{BB962C8B-B14F-4D97-AF65-F5344CB8AC3E}">
        <p14:creationId xmlns:p14="http://schemas.microsoft.com/office/powerpoint/2010/main" val="30657213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Management &gt; Stack Management &gt; Kibana &gt; </a:t>
            </a:r>
            <a:r>
              <a:rPr lang="en-IN" dirty="0" err="1"/>
              <a:t>DataView</a:t>
            </a:r>
            <a:r>
              <a:rPr lang="en-IN" dirty="0"/>
              <a:t> &gt; Create Data View</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Management &gt; Stack Management &gt; Data &gt; Index Management &gt; Create Index</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endParaRPr lang="en-US" dirty="0"/>
          </a:p>
        </p:txBody>
      </p:sp>
      <p:sp>
        <p:nvSpPr>
          <p:cNvPr id="4" name="Slide Number Placeholder 3"/>
          <p:cNvSpPr>
            <a:spLocks noGrp="1"/>
          </p:cNvSpPr>
          <p:nvPr>
            <p:ph type="sldNum" sz="quarter" idx="10"/>
          </p:nvPr>
        </p:nvSpPr>
        <p:spPr/>
        <p:txBody>
          <a:bodyPr/>
          <a:lstStyle/>
          <a:p>
            <a:fld id="{572DD7D5-A1E7-4E59-B251-136D919D9E0A}" type="slidenum">
              <a:rPr lang="en-US" smtClean="0"/>
              <a:t>11</a:t>
            </a:fld>
            <a:endParaRPr lang="en-US"/>
          </a:p>
        </p:txBody>
      </p:sp>
    </p:spTree>
    <p:extLst>
      <p:ext uri="{BB962C8B-B14F-4D97-AF65-F5344CB8AC3E}">
        <p14:creationId xmlns:p14="http://schemas.microsoft.com/office/powerpoint/2010/main" val="28149190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Open Telemetry for ASP.NET Core - Muhammad </a:t>
            </a:r>
            <a:r>
              <a:rPr lang="en-US" dirty="0" err="1">
                <a:hlinkClick r:id="rId3"/>
              </a:rPr>
              <a:t>Rehan</a:t>
            </a:r>
            <a:r>
              <a:rPr lang="en-US" dirty="0">
                <a:hlinkClick r:id="rId3"/>
              </a:rPr>
              <a:t> Saeed</a:t>
            </a:r>
            <a:endParaRPr lang="en-US" dirty="0"/>
          </a:p>
          <a:p>
            <a:r>
              <a:rPr lang="en-US" dirty="0" err="1">
                <a:hlinkClick r:id="rId4"/>
              </a:rPr>
              <a:t>opentelemetry</a:t>
            </a:r>
            <a:r>
              <a:rPr lang="en-US" dirty="0">
                <a:hlinkClick r:id="rId4"/>
              </a:rPr>
              <a:t>-dotnet/examples/</a:t>
            </a:r>
            <a:r>
              <a:rPr lang="en-US" dirty="0" err="1">
                <a:hlinkClick r:id="rId4"/>
              </a:rPr>
              <a:t>AspNetCore</a:t>
            </a:r>
            <a:r>
              <a:rPr lang="en-US" dirty="0">
                <a:hlinkClick r:id="rId4"/>
              </a:rPr>
              <a:t> at main · open-telemetry/</a:t>
            </a:r>
            <a:r>
              <a:rPr lang="en-US" dirty="0" err="1">
                <a:hlinkClick r:id="rId4"/>
              </a:rPr>
              <a:t>opentelemetry</a:t>
            </a:r>
            <a:r>
              <a:rPr lang="en-US" dirty="0">
                <a:hlinkClick r:id="rId4"/>
              </a:rPr>
              <a:t>-dotnet · GitHub</a:t>
            </a:r>
            <a:endParaRPr lang="en-US" dirty="0"/>
          </a:p>
        </p:txBody>
      </p:sp>
      <p:sp>
        <p:nvSpPr>
          <p:cNvPr id="4" name="Slide Number Placeholder 3"/>
          <p:cNvSpPr>
            <a:spLocks noGrp="1"/>
          </p:cNvSpPr>
          <p:nvPr>
            <p:ph type="sldNum" sz="quarter" idx="5"/>
          </p:nvPr>
        </p:nvSpPr>
        <p:spPr/>
        <p:txBody>
          <a:bodyPr/>
          <a:lstStyle/>
          <a:p>
            <a:fld id="{572DD7D5-A1E7-4E59-B251-136D919D9E0A}" type="slidenum">
              <a:rPr lang="en-US" smtClean="0"/>
              <a:t>12</a:t>
            </a:fld>
            <a:endParaRPr lang="en-US"/>
          </a:p>
        </p:txBody>
      </p:sp>
    </p:spTree>
    <p:extLst>
      <p:ext uri="{BB962C8B-B14F-4D97-AF65-F5344CB8AC3E}">
        <p14:creationId xmlns:p14="http://schemas.microsoft.com/office/powerpoint/2010/main" val="1023073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Introduction and Speaker">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493295" y="2535606"/>
            <a:ext cx="11143910"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Module Title</a:t>
            </a:r>
          </a:p>
        </p:txBody>
      </p:sp>
      <p:sp>
        <p:nvSpPr>
          <p:cNvPr id="14" name="Content Placeholder 2"/>
          <p:cNvSpPr>
            <a:spLocks noGrp="1"/>
          </p:cNvSpPr>
          <p:nvPr>
            <p:ph sz="half" idx="1" hasCustomPrompt="1"/>
          </p:nvPr>
        </p:nvSpPr>
        <p:spPr>
          <a:xfrm>
            <a:off x="2646866" y="3545457"/>
            <a:ext cx="6026871" cy="533139"/>
          </a:xfrm>
          <a:prstGeom prst="rect">
            <a:avLst/>
          </a:prstGeom>
        </p:spPr>
        <p:txBody>
          <a:bodyPr lIns="91440">
            <a:normAutofit/>
          </a:bodyPr>
          <a:lstStyle>
            <a:lvl1pPr marL="0" indent="0">
              <a:buFont typeface="Arial" panose="020B0604020202020204" pitchFamily="34" charset="0"/>
              <a:buNone/>
              <a:defRPr sz="2800">
                <a:solidFill>
                  <a:srgbClr val="00F0EA"/>
                </a:solidFill>
                <a:latin typeface="+mj-lt"/>
                <a:ea typeface="Roboto Light" panose="02000000000000000000" pitchFamily="2" charset="0"/>
              </a:defRPr>
            </a:lvl1pPr>
          </a:lstStyle>
          <a:p>
            <a:pPr lvl="0"/>
            <a:r>
              <a:rPr lang="en-US" dirty="0"/>
              <a:t>Speaker Name</a:t>
            </a:r>
          </a:p>
        </p:txBody>
      </p:sp>
      <p:sp>
        <p:nvSpPr>
          <p:cNvPr id="15" name="Content Placeholder 2"/>
          <p:cNvSpPr>
            <a:spLocks noGrp="1"/>
          </p:cNvSpPr>
          <p:nvPr>
            <p:ph sz="half" idx="10" hasCustomPrompt="1"/>
          </p:nvPr>
        </p:nvSpPr>
        <p:spPr>
          <a:xfrm>
            <a:off x="2646866" y="4195390"/>
            <a:ext cx="6026871" cy="738664"/>
          </a:xfrm>
          <a:prstGeom prst="rect">
            <a:avLst/>
          </a:prstGeom>
        </p:spPr>
        <p:txBody>
          <a:bodyPr lIns="91440">
            <a:normAutofit/>
          </a:bodyPr>
          <a:lstStyle>
            <a:lvl1pPr marL="0" indent="0">
              <a:buFont typeface="Arial" panose="020B0604020202020204" pitchFamily="34" charset="0"/>
              <a:buNone/>
              <a:defRPr sz="24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Designation</a:t>
            </a:r>
          </a:p>
        </p:txBody>
      </p:sp>
      <p:sp>
        <p:nvSpPr>
          <p:cNvPr id="16" name="Content Placeholder 2"/>
          <p:cNvSpPr>
            <a:spLocks noGrp="1"/>
          </p:cNvSpPr>
          <p:nvPr>
            <p:ph sz="half" idx="11" hasCustomPrompt="1"/>
          </p:nvPr>
        </p:nvSpPr>
        <p:spPr>
          <a:xfrm>
            <a:off x="493295" y="3446463"/>
            <a:ext cx="1975585" cy="1586663"/>
          </a:xfrm>
          <a:prstGeom prst="rect">
            <a:avLst/>
          </a:prstGeom>
        </p:spPr>
        <p:txBody>
          <a:bodyPr lIns="91440">
            <a:normAutofit/>
          </a:bodyPr>
          <a:lstStyle>
            <a:lvl1pPr marL="0" indent="0" algn="ctr">
              <a:buFont typeface="Arial" panose="020B0604020202020204" pitchFamily="34" charset="0"/>
              <a:buNone/>
              <a:defRPr sz="20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Photo</a:t>
            </a:r>
          </a:p>
        </p:txBody>
      </p:sp>
      <p:cxnSp>
        <p:nvCxnSpPr>
          <p:cNvPr id="18" name="Straight Connector 17"/>
          <p:cNvCxnSpPr>
            <a:cxnSpLocks/>
          </p:cNvCxnSpPr>
          <p:nvPr/>
        </p:nvCxnSpPr>
        <p:spPr>
          <a:xfrm>
            <a:off x="2658569" y="4127748"/>
            <a:ext cx="8978636"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0602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xEl>
                                              <p:pRg st="0" end="0"/>
                                            </p:txEl>
                                          </p:spTgt>
                                        </p:tgtEl>
                                        <p:attrNameLst>
                                          <p:attrName>style.visibility</p:attrName>
                                        </p:attrNameLst>
                                      </p:cBhvr>
                                      <p:to>
                                        <p:strVal val="visible"/>
                                      </p:to>
                                    </p:set>
                                    <p:animEffect transition="in" filter="fade">
                                      <p:cBhvr>
                                        <p:cTn id="12" dur="500"/>
                                        <p:tgtEl>
                                          <p:spTgt spid="16">
                                            <p:txEl>
                                              <p:pRg st="0" end="0"/>
                                            </p:txEl>
                                          </p:spTgt>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4">
                                            <p:txEl>
                                              <p:pRg st="0" end="0"/>
                                            </p:txEl>
                                          </p:spTgt>
                                        </p:tgtEl>
                                        <p:attrNameLst>
                                          <p:attrName>style.visibility</p:attrName>
                                        </p:attrNameLst>
                                      </p:cBhvr>
                                      <p:to>
                                        <p:strVal val="visible"/>
                                      </p:to>
                                    </p:set>
                                    <p:animEffect transition="in" filter="fade">
                                      <p:cBhvr>
                                        <p:cTn id="16" dur="500"/>
                                        <p:tgtEl>
                                          <p:spTgt spid="14">
                                            <p:txEl>
                                              <p:pRg st="0" end="0"/>
                                            </p:txEl>
                                          </p:spTgt>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animEffect transition="in" filter="fade">
                                      <p:cBhvr>
                                        <p:cTn id="23"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build="p">
        <p:tmplLst>
          <p:tmpl lvl="1">
            <p:tnLst>
              <p:par>
                <p:cTn presetID="10" presetClass="entr" presetSubtype="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15" grpId="0" build="p">
        <p:tmplLst>
          <p:tmpl lvl="1">
            <p:tnLst>
              <p:par>
                <p:cTn presetID="10"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P spid="16" grpId="0" uiExpand="1" build="p">
        <p:tmplLst>
          <p:tmpl lvl="1">
            <p:tnLst>
              <p:par>
                <p:cTn presetID="10"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fade">
                      <p:cBhvr>
                        <p:cTn dur="500"/>
                        <p:tgtEl>
                          <p:spTgt spid="16"/>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_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340BAD-F134-4A9B-BB47-F01A0DB9BE57}"/>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dirty="0">
              <a:solidFill>
                <a:srgbClr val="3B2E58"/>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8CBB1D18-B779-46CB-8922-58A7E189328F}"/>
              </a:ext>
            </a:extLst>
          </p:cNvPr>
          <p:cNvCxnSpPr>
            <a:cxnSpLocks/>
          </p:cNvCxnSpPr>
          <p:nvPr/>
        </p:nvCxnSpPr>
        <p:spPr>
          <a:xfrm>
            <a:off x="526819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2C1690B5-E6B0-489E-9947-42FF8A998CB2}"/>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4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sz="2000">
                <a:solidFill>
                  <a:schemeClr val="tx2">
                    <a:lumMod val="10000"/>
                    <a:lumOff val="90000"/>
                  </a:schemeClr>
                </a:solidFill>
              </a:defRPr>
            </a:lvl2pPr>
            <a:lvl3pPr>
              <a:buClr>
                <a:schemeClr val="tx2">
                  <a:lumMod val="10000"/>
                  <a:lumOff val="90000"/>
                </a:schemeClr>
              </a:buClr>
              <a:defRPr sz="1800">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8" name="Content Placeholder 2">
            <a:extLst>
              <a:ext uri="{FF2B5EF4-FFF2-40B4-BE49-F238E27FC236}">
                <a16:creationId xmlns:a16="http://schemas.microsoft.com/office/drawing/2014/main" id="{58F43BE9-EBA0-4400-9E48-87F01782F126}"/>
              </a:ext>
            </a:extLst>
          </p:cNvPr>
          <p:cNvSpPr>
            <a:spLocks noGrp="1"/>
          </p:cNvSpPr>
          <p:nvPr>
            <p:ph sz="half" idx="10" hasCustomPrompt="1"/>
          </p:nvPr>
        </p:nvSpPr>
        <p:spPr>
          <a:xfrm>
            <a:off x="5719316" y="422699"/>
            <a:ext cx="6098865" cy="552091"/>
          </a:xfrm>
          <a:prstGeom prst="rect">
            <a:avLst/>
          </a:prstGeom>
        </p:spPr>
        <p:txBody>
          <a:bodyPr lIns="91440">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9" name="Title 1">
            <a:extLst>
              <a:ext uri="{FF2B5EF4-FFF2-40B4-BE49-F238E27FC236}">
                <a16:creationId xmlns:a16="http://schemas.microsoft.com/office/drawing/2014/main" id="{F4755BF9-73C5-D8AB-816C-90E629949EC7}"/>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Heading Text</a:t>
            </a:r>
          </a:p>
        </p:txBody>
      </p:sp>
      <p:pic>
        <p:nvPicPr>
          <p:cNvPr id="4" name="Picture 3" descr="A black and white logo&#10;&#10;Description automatically generated">
            <a:extLst>
              <a:ext uri="{FF2B5EF4-FFF2-40B4-BE49-F238E27FC236}">
                <a16:creationId xmlns:a16="http://schemas.microsoft.com/office/drawing/2014/main" id="{2403F204-1D2A-936B-B63A-B88F4147509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2130350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9"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ading and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Tx/>
              <a:defRPr>
                <a:solidFill>
                  <a:schemeClr val="tx2">
                    <a:lumMod val="10000"/>
                    <a:lumOff val="90000"/>
                  </a:schemeClr>
                </a:solidFill>
              </a:defRPr>
            </a:lvl2pPr>
            <a:lvl3pPr>
              <a:buClrTx/>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20" name="Content Placeholder 2"/>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5762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ouble Heading and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0F0EA"/>
                </a:solidFill>
                <a:latin typeface="+mj-lt"/>
                <a:ea typeface="Roboto Light" panose="02000000000000000000" pitchFamily="2" charset="0"/>
              </a:defRPr>
            </a:lvl1pPr>
          </a:lstStyle>
          <a:p>
            <a:pPr lvl="0"/>
            <a:r>
              <a:rPr lang="en-US" dirty="0"/>
              <a:t>Two Lines</a:t>
            </a:r>
          </a:p>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7092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eading and 50X50 Content">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E96A12E5-B765-A316-598E-79FCC3546E58}"/>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7" name="Straight Connector 6">
            <a:extLst>
              <a:ext uri="{FF2B5EF4-FFF2-40B4-BE49-F238E27FC236}">
                <a16:creationId xmlns:a16="http://schemas.microsoft.com/office/drawing/2014/main" id="{73C33269-C4E9-ECDC-EFF1-00EDC8F021B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960ABE32-DEB1-638B-DBEF-113B4466A218}"/>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10" name="Content Placeholder 2">
            <a:extLst>
              <a:ext uri="{FF2B5EF4-FFF2-40B4-BE49-F238E27FC236}">
                <a16:creationId xmlns:a16="http://schemas.microsoft.com/office/drawing/2014/main" id="{2CB300AE-1402-CDA0-A938-939F32869FB8}"/>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1391123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0"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eading and Comparison">
    <p:spTree>
      <p:nvGrpSpPr>
        <p:cNvPr id="1" name=""/>
        <p:cNvGrpSpPr/>
        <p:nvPr/>
      </p:nvGrpSpPr>
      <p:grpSpPr>
        <a:xfrm>
          <a:off x="0" y="0"/>
          <a:ext cx="0" cy="0"/>
          <a:chOff x="0" y="0"/>
          <a:chExt cx="0" cy="0"/>
        </a:xfrm>
      </p:grpSpPr>
      <p:cxnSp>
        <p:nvCxnSpPr>
          <p:cNvPr id="7" name="Straight Connector 6"/>
          <p:cNvCxnSpPr>
            <a:cxnSpLocks/>
          </p:cNvCxnSpPr>
          <p:nvPr/>
        </p:nvCxnSpPr>
        <p:spPr>
          <a:xfrm>
            <a:off x="6026992" y="1268087"/>
            <a:ext cx="0" cy="4877624"/>
          </a:xfrm>
          <a:prstGeom prst="line">
            <a:avLst/>
          </a:prstGeom>
          <a:ln w="28575">
            <a:solidFill>
              <a:srgbClr val="00D1CF"/>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DA7A390F-F982-47EC-24A7-50208BCC4F9B}"/>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4" name="Straight Connector 3">
            <a:extLst>
              <a:ext uri="{FF2B5EF4-FFF2-40B4-BE49-F238E27FC236}">
                <a16:creationId xmlns:a16="http://schemas.microsoft.com/office/drawing/2014/main" id="{6AD5A432-AC3D-5822-6821-0D13158E63F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5E38A476-939B-F252-631A-BE94D9A4BB2A}"/>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9" name="Content Placeholder 2">
            <a:extLst>
              <a:ext uri="{FF2B5EF4-FFF2-40B4-BE49-F238E27FC236}">
                <a16:creationId xmlns:a16="http://schemas.microsoft.com/office/drawing/2014/main" id="{BC8E9192-631B-274D-CE53-FF3C8CFC7CDA}"/>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2238725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Heading, Content and Image Horizontal">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5B4CCE-59D3-C027-843D-E2F26AE032BA}"/>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6" name="Straight Connector 5">
            <a:extLst>
              <a:ext uri="{FF2B5EF4-FFF2-40B4-BE49-F238E27FC236}">
                <a16:creationId xmlns:a16="http://schemas.microsoft.com/office/drawing/2014/main" id="{7F3739F4-3F13-0704-9D4B-73CB2DF95DC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21204C57-DA88-64F5-98EC-2BBD5C1A59A3}"/>
              </a:ext>
            </a:extLst>
          </p:cNvPr>
          <p:cNvSpPr>
            <a:spLocks noGrp="1"/>
          </p:cNvSpPr>
          <p:nvPr>
            <p:ph sz="half" idx="1" hasCustomPrompt="1"/>
          </p:nvPr>
        </p:nvSpPr>
        <p:spPr>
          <a:xfrm>
            <a:off x="493295" y="1268098"/>
            <a:ext cx="669250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835137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Heading Content and Image Vertical">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D712C30-FC98-4B35-653F-C664E715A71C}"/>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6" name="Straight Connector 5">
            <a:extLst>
              <a:ext uri="{FF2B5EF4-FFF2-40B4-BE49-F238E27FC236}">
                <a16:creationId xmlns:a16="http://schemas.microsoft.com/office/drawing/2014/main" id="{22B2798B-8FA7-BD6B-6F3F-5844CD4A4CC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7C023B4F-B1EE-8820-2299-7FEEE89E1467}"/>
              </a:ext>
            </a:extLst>
          </p:cNvPr>
          <p:cNvSpPr>
            <a:spLocks noGrp="1"/>
          </p:cNvSpPr>
          <p:nvPr>
            <p:ph sz="half" idx="1" hasCustomPrompt="1"/>
          </p:nvPr>
        </p:nvSpPr>
        <p:spPr>
          <a:xfrm>
            <a:off x="493295" y="1268098"/>
            <a:ext cx="11122056" cy="2424007"/>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322349623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ing and Image">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A3D5DC78-B617-F542-BE22-DE3865674D50}"/>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5" name="Straight Connector 4">
            <a:extLst>
              <a:ext uri="{FF2B5EF4-FFF2-40B4-BE49-F238E27FC236}">
                <a16:creationId xmlns:a16="http://schemas.microsoft.com/office/drawing/2014/main" id="{93BBF960-78E3-C281-C2B7-60720E032B7E}"/>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2595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Heading and Content - Light Them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488631-35A3-4F61-C943-9B2BFF32C4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4C4A1324-6B3C-BE00-19F4-70450903AEE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7" name="Content Placeholder 2">
            <a:extLst>
              <a:ext uri="{FF2B5EF4-FFF2-40B4-BE49-F238E27FC236}">
                <a16:creationId xmlns:a16="http://schemas.microsoft.com/office/drawing/2014/main" id="{25192635-521E-502F-8451-5FB12A798FE6}"/>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0" name="Straight Connector 9">
            <a:extLst>
              <a:ext uri="{FF2B5EF4-FFF2-40B4-BE49-F238E27FC236}">
                <a16:creationId xmlns:a16="http://schemas.microsoft.com/office/drawing/2014/main" id="{06FE78FC-0FC4-1656-5703-EFCA022CDB3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10E85BF5-779B-9199-ACC3-E02B8F0F4C05}"/>
              </a:ext>
            </a:extLst>
          </p:cNvPr>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3272913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0"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Double Heading and Content - Light Theme">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D3B4F"/>
                </a:solidFill>
                <a:latin typeface="+mj-lt"/>
                <a:ea typeface="Roboto Light" panose="02000000000000000000" pitchFamily="2" charset="0"/>
              </a:defRPr>
            </a:lvl1pPr>
          </a:lstStyle>
          <a:p>
            <a:pPr lvl="0"/>
            <a:r>
              <a:rPr lang="en-US" dirty="0"/>
              <a:t>Two Lines</a:t>
            </a:r>
          </a:p>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96CF70EC-83CE-E5E3-D8F1-DDD8587049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0ACD6EA5-6A65-0363-EB73-5A2B18D8205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625545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Heading, Content and Image Horizontal - Light Theme">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03D440-C62C-19B5-98B0-DEBDF6B4CE17}"/>
              </a:ext>
            </a:extLst>
          </p:cNvPr>
          <p:cNvSpPr>
            <a:spLocks noGrp="1"/>
          </p:cNvSpPr>
          <p:nvPr>
            <p:ph sz="half" idx="1"/>
          </p:nvPr>
        </p:nvSpPr>
        <p:spPr>
          <a:xfrm>
            <a:off x="493295" y="1272484"/>
            <a:ext cx="6613183" cy="4877624"/>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2" name="Picture 1">
            <a:extLst>
              <a:ext uri="{FF2B5EF4-FFF2-40B4-BE49-F238E27FC236}">
                <a16:creationId xmlns:a16="http://schemas.microsoft.com/office/drawing/2014/main" id="{573E270D-8E27-43C3-1CFA-AE933E98D9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E98E921-6245-1FEC-223E-A51E004E63E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9" name="Content Placeholder 2">
            <a:extLst>
              <a:ext uri="{FF2B5EF4-FFF2-40B4-BE49-F238E27FC236}">
                <a16:creationId xmlns:a16="http://schemas.microsoft.com/office/drawing/2014/main" id="{1B01110F-3187-24A0-57E8-EE1DED0DC212}"/>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0" name="Straight Connector 9">
            <a:extLst>
              <a:ext uri="{FF2B5EF4-FFF2-40B4-BE49-F238E27FC236}">
                <a16:creationId xmlns:a16="http://schemas.microsoft.com/office/drawing/2014/main" id="{F9889FEC-E510-C186-0EC9-024E667186E2}"/>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6408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Heading, Content and Image Vertical - Light Theme">
    <p:bg>
      <p:bgPr>
        <a:solidFill>
          <a:schemeClr val="bg1"/>
        </a:solidFill>
        <a:effectLst/>
      </p:bgPr>
    </p:bg>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AD55CEA4-E206-DAB7-8B5B-9B1ABBCB8E4D}"/>
              </a:ext>
            </a:extLst>
          </p:cNvPr>
          <p:cNvSpPr>
            <a:spLocks noGrp="1"/>
          </p:cNvSpPr>
          <p:nvPr>
            <p:ph sz="half" idx="1"/>
          </p:nvPr>
        </p:nvSpPr>
        <p:spPr>
          <a:xfrm>
            <a:off x="493295" y="1276715"/>
            <a:ext cx="11122056" cy="2289188"/>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B8E7CD97-BF95-AF28-447D-BB1E2EDFBB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D15C720-9D69-8C23-58AD-23F46026915A}"/>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10" name="Content Placeholder 2">
            <a:extLst>
              <a:ext uri="{FF2B5EF4-FFF2-40B4-BE49-F238E27FC236}">
                <a16:creationId xmlns:a16="http://schemas.microsoft.com/office/drawing/2014/main" id="{E242FC20-AD5F-00A9-16A6-C284D0D466C9}"/>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1" name="Straight Connector 10">
            <a:extLst>
              <a:ext uri="{FF2B5EF4-FFF2-40B4-BE49-F238E27FC236}">
                <a16:creationId xmlns:a16="http://schemas.microsoft.com/office/drawing/2014/main" id="{89287459-B6A1-E08F-15D2-D77E87D9A983}"/>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8045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10" presetClass="entr" presetSubtype="0" fill="hold" nodeType="with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Heading and Image - Light Theme">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D58C075-9A2A-EDE0-63C2-EBE96D93954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E35370DA-0C40-FE6A-9E5C-347165ED93C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8" name="Content Placeholder 2">
            <a:extLst>
              <a:ext uri="{FF2B5EF4-FFF2-40B4-BE49-F238E27FC236}">
                <a16:creationId xmlns:a16="http://schemas.microsoft.com/office/drawing/2014/main" id="{FC10E24D-4C7D-D667-FE78-B7ED99A0DDFE}"/>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9" name="Straight Connector 8">
            <a:extLst>
              <a:ext uri="{FF2B5EF4-FFF2-40B4-BE49-F238E27FC236}">
                <a16:creationId xmlns:a16="http://schemas.microsoft.com/office/drawing/2014/main" id="{1663113E-FA48-4730-D9F0-33740E995D8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18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Agenda Light">
    <p:bg>
      <p:bgPr>
        <a:solidFill>
          <a:schemeClr val="bg1"/>
        </a:solidFill>
        <a:effectLst/>
      </p:bgPr>
    </p:bg>
    <p:spTree>
      <p:nvGrpSpPr>
        <p:cNvPr id="1" name=""/>
        <p:cNvGrpSpPr/>
        <p:nvPr/>
      </p:nvGrpSpPr>
      <p:grpSpPr>
        <a:xfrm>
          <a:off x="0" y="0"/>
          <a:ext cx="0" cy="0"/>
          <a:chOff x="0" y="0"/>
          <a:chExt cx="0" cy="0"/>
        </a:xfrm>
      </p:grpSpPr>
      <p:pic>
        <p:nvPicPr>
          <p:cNvPr id="5" name="Picture 4" descr="A black and white logo&#10;&#10;Description automatically generated">
            <a:extLst>
              <a:ext uri="{FF2B5EF4-FFF2-40B4-BE49-F238E27FC236}">
                <a16:creationId xmlns:a16="http://schemas.microsoft.com/office/drawing/2014/main" id="{C6DF01AD-F736-C2C7-0FAA-55FF8A2CFF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8962" y="6383986"/>
            <a:ext cx="1494944" cy="319988"/>
          </a:xfrm>
          <a:prstGeom prst="rect">
            <a:avLst/>
          </a:prstGeom>
        </p:spPr>
      </p:pic>
      <p:sp>
        <p:nvSpPr>
          <p:cNvPr id="8" name="Content Placeholder 2">
            <a:extLst>
              <a:ext uri="{FF2B5EF4-FFF2-40B4-BE49-F238E27FC236}">
                <a16:creationId xmlns:a16="http://schemas.microsoft.com/office/drawing/2014/main" id="{1D19E02B-56E8-ACD8-1B70-805BA4633E04}"/>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Tx/>
              <a:buFont typeface="Arial" panose="020B0604020202020204" pitchFamily="34" charset="0"/>
              <a:buChar char="•"/>
              <a:defRPr sz="2400">
                <a:solidFill>
                  <a:srgbClr val="0D3B4F"/>
                </a:solidFill>
                <a:latin typeface="Roboto Light" panose="02000000000000000000" pitchFamily="2" charset="0"/>
                <a:ea typeface="Roboto Light" panose="02000000000000000000" pitchFamily="2" charset="0"/>
              </a:defRPr>
            </a:lvl1pPr>
            <a:lvl2pPr>
              <a:buClrTx/>
              <a:defRPr sz="2000">
                <a:solidFill>
                  <a:srgbClr val="0D3B4F"/>
                </a:solidFill>
              </a:defRPr>
            </a:lvl2pPr>
            <a:lvl3pPr>
              <a:buClrTx/>
              <a:defRPr sz="1800">
                <a:solidFill>
                  <a:srgbClr val="0D3B4F"/>
                </a:solidFill>
              </a:defRPr>
            </a:lvl3pPr>
          </a:lstStyle>
          <a:p>
            <a:pPr lvl="0"/>
            <a:r>
              <a:rPr lang="en-US" dirty="0"/>
              <a:t>First Level</a:t>
            </a:r>
          </a:p>
          <a:p>
            <a:pPr lvl="1"/>
            <a:r>
              <a:rPr lang="en-US" dirty="0"/>
              <a:t>Second Level</a:t>
            </a:r>
          </a:p>
          <a:p>
            <a:pPr lvl="2"/>
            <a:r>
              <a:rPr lang="en-US" dirty="0"/>
              <a:t>Third Level</a:t>
            </a:r>
          </a:p>
          <a:p>
            <a:pPr lvl="0"/>
            <a:endParaRPr lang="en-US" dirty="0"/>
          </a:p>
          <a:p>
            <a:pPr lvl="0"/>
            <a:endParaRPr lang="en-US" dirty="0"/>
          </a:p>
        </p:txBody>
      </p:sp>
      <p:sp>
        <p:nvSpPr>
          <p:cNvPr id="9" name="Content Placeholder 2">
            <a:extLst>
              <a:ext uri="{FF2B5EF4-FFF2-40B4-BE49-F238E27FC236}">
                <a16:creationId xmlns:a16="http://schemas.microsoft.com/office/drawing/2014/main" id="{444138E5-EED3-8D63-A785-F95739F3F154}"/>
              </a:ext>
            </a:extLst>
          </p:cNvPr>
          <p:cNvSpPr>
            <a:spLocks noGrp="1"/>
          </p:cNvSpPr>
          <p:nvPr>
            <p:ph sz="half" idx="10" hasCustomPrompt="1"/>
          </p:nvPr>
        </p:nvSpPr>
        <p:spPr>
          <a:xfrm>
            <a:off x="5719316" y="422703"/>
            <a:ext cx="6098865" cy="552091"/>
          </a:xfrm>
          <a:prstGeom prst="rect">
            <a:avLst/>
          </a:prstGeom>
        </p:spPr>
        <p:txBody>
          <a:bodyPr lIns="91440">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sp>
        <p:nvSpPr>
          <p:cNvPr id="10" name="Rectangle 9">
            <a:extLst>
              <a:ext uri="{FF2B5EF4-FFF2-40B4-BE49-F238E27FC236}">
                <a16:creationId xmlns:a16="http://schemas.microsoft.com/office/drawing/2014/main" id="{E9C55C16-DF64-F949-0239-27F0F3861759}"/>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dirty="0">
              <a:solidFill>
                <a:srgbClr val="3B2E58"/>
              </a:solidFill>
              <a:ea typeface="Segoe UI" pitchFamily="34" charset="0"/>
              <a:cs typeface="Segoe UI" pitchFamily="34" charset="0"/>
            </a:endParaRPr>
          </a:p>
        </p:txBody>
      </p:sp>
      <p:cxnSp>
        <p:nvCxnSpPr>
          <p:cNvPr id="12" name="Straight Connector 11">
            <a:extLst>
              <a:ext uri="{FF2B5EF4-FFF2-40B4-BE49-F238E27FC236}">
                <a16:creationId xmlns:a16="http://schemas.microsoft.com/office/drawing/2014/main" id="{31A9AEAF-EC84-0313-4DD0-1538620521F6}"/>
              </a:ext>
            </a:extLst>
          </p:cNvPr>
          <p:cNvCxnSpPr>
            <a:cxnSpLocks/>
          </p:cNvCxnSpPr>
          <p:nvPr/>
        </p:nvCxnSpPr>
        <p:spPr>
          <a:xfrm>
            <a:off x="5259569"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9943E9D6-1CCF-2BAA-1FB2-4053F7BD1BFD}"/>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Heading Text</a:t>
            </a:r>
          </a:p>
        </p:txBody>
      </p:sp>
      <p:pic>
        <p:nvPicPr>
          <p:cNvPr id="3" name="Picture 2" descr="A black and white logo&#10;&#10;Description automatically generated">
            <a:extLst>
              <a:ext uri="{FF2B5EF4-FFF2-40B4-BE49-F238E27FC236}">
                <a16:creationId xmlns:a16="http://schemas.microsoft.com/office/drawing/2014/main" id="{59073438-1C62-6B9F-70AD-9967DD3325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4" name="TextBox 3">
            <a:extLst>
              <a:ext uri="{FF2B5EF4-FFF2-40B4-BE49-F238E27FC236}">
                <a16:creationId xmlns:a16="http://schemas.microsoft.com/office/drawing/2014/main" id="{5BF99588-797B-A32D-414C-F7D05E0D5EFD}"/>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174307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13" grpId="0"/>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Vertical Heading and Large Imag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2473485"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302520" y="2357938"/>
            <a:ext cx="1907827"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dirty="0"/>
              <a:t>Heading</a:t>
            </a:r>
            <a:endParaRPr lang="en-US" dirty="0">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24852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descr="A black and white logo&#10;&#10;Description automatically generated">
            <a:extLst>
              <a:ext uri="{FF2B5EF4-FFF2-40B4-BE49-F238E27FC236}">
                <a16:creationId xmlns:a16="http://schemas.microsoft.com/office/drawing/2014/main" id="{C8F4B77F-0D0D-0DC6-3F9E-303AAF78DE0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12F5F5B0-3542-BD53-B3C3-511B7DF3B642}"/>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8215886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Vertical Heading and Imag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3657600"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280562" y="2801136"/>
            <a:ext cx="3096475"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dirty="0"/>
              <a:t>Heading Text</a:t>
            </a:r>
            <a:endParaRPr lang="en-US" dirty="0">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3677942"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7" name="Picture 6" descr="A black and white logo&#10;&#10;Description automatically generated">
            <a:extLst>
              <a:ext uri="{FF2B5EF4-FFF2-40B4-BE49-F238E27FC236}">
                <a16:creationId xmlns:a16="http://schemas.microsoft.com/office/drawing/2014/main" id="{7CA36C7E-9368-2FEC-4C6C-0E9EE11FC6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E0F102C1-9945-8365-90E1-0591D7ABB75E}"/>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9362161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emo">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DEMO</a:t>
            </a:r>
          </a:p>
        </p:txBody>
      </p:sp>
      <p:sp>
        <p:nvSpPr>
          <p:cNvPr id="4" name="Content Placeholder 2">
            <a:extLst>
              <a:ext uri="{FF2B5EF4-FFF2-40B4-BE49-F238E27FC236}">
                <a16:creationId xmlns:a16="http://schemas.microsoft.com/office/drawing/2014/main" id="{66B66E12-9BB3-7E03-ED63-6F68DD490DDA}"/>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Title text</a:t>
            </a:r>
          </a:p>
        </p:txBody>
      </p:sp>
    </p:spTree>
    <p:extLst>
      <p:ext uri="{BB962C8B-B14F-4D97-AF65-F5344CB8AC3E}">
        <p14:creationId xmlns:p14="http://schemas.microsoft.com/office/powerpoint/2010/main" val="4244969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tmplLst>
          <p:tmpl lvl="1">
            <p:tnLst>
              <p:par>
                <p:cTn presetID="10"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emo Dark">
    <p:bg>
      <p:bgPr>
        <a:solidFill>
          <a:srgbClr val="0821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DEMO</a:t>
            </a:r>
          </a:p>
        </p:txBody>
      </p:sp>
      <p:sp>
        <p:nvSpPr>
          <p:cNvPr id="3" name="Content Placeholder 2">
            <a:extLst>
              <a:ext uri="{FF2B5EF4-FFF2-40B4-BE49-F238E27FC236}">
                <a16:creationId xmlns:a16="http://schemas.microsoft.com/office/drawing/2014/main" id="{C5DA8C8F-C9FF-E150-0975-AC8DD67162F4}"/>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Title text</a:t>
            </a:r>
          </a:p>
        </p:txBody>
      </p:sp>
    </p:spTree>
    <p:extLst>
      <p:ext uri="{BB962C8B-B14F-4D97-AF65-F5344CB8AC3E}">
        <p14:creationId xmlns:p14="http://schemas.microsoft.com/office/powerpoint/2010/main" val="48506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New Section">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49B69F4-6542-CC32-13BB-1EDC8016C7F0}"/>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Section Heading Text</a:t>
            </a:r>
          </a:p>
        </p:txBody>
      </p:sp>
    </p:spTree>
    <p:extLst>
      <p:ext uri="{BB962C8B-B14F-4D97-AF65-F5344CB8AC3E}">
        <p14:creationId xmlns:p14="http://schemas.microsoft.com/office/powerpoint/2010/main" val="3852321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New Section Dark">
    <p:bg>
      <p:bgPr>
        <a:solidFill>
          <a:srgbClr val="0821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9197C-A14F-EF49-12E9-8F9D65AAF709}"/>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Section Heading Text</a:t>
            </a:r>
          </a:p>
        </p:txBody>
      </p:sp>
    </p:spTree>
    <p:extLst>
      <p:ext uri="{BB962C8B-B14F-4D97-AF65-F5344CB8AC3E}">
        <p14:creationId xmlns:p14="http://schemas.microsoft.com/office/powerpoint/2010/main" val="821580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emo Horizonta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4F10F2F3-E7C9-5A3B-5A3A-2F657B7544C5}"/>
              </a:ext>
            </a:extLst>
          </p:cNvPr>
          <p:cNvSpPr>
            <a:spLocks noGrp="1"/>
          </p:cNvSpPr>
          <p:nvPr>
            <p:ph sz="half" idx="1" hasCustomPrompt="1"/>
          </p:nvPr>
        </p:nvSpPr>
        <p:spPr>
          <a:xfrm>
            <a:off x="493295" y="1276153"/>
            <a:ext cx="5156998"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5" name="Content Placeholder 2">
            <a:extLst>
              <a:ext uri="{FF2B5EF4-FFF2-40B4-BE49-F238E27FC236}">
                <a16:creationId xmlns:a16="http://schemas.microsoft.com/office/drawing/2014/main" id="{16573F37-5E38-4DE7-D01D-29CB325BB933}"/>
              </a:ext>
            </a:extLst>
          </p:cNvPr>
          <p:cNvSpPr>
            <a:spLocks noGrp="1"/>
          </p:cNvSpPr>
          <p:nvPr>
            <p:ph sz="half" idx="10" hasCustomPrompt="1"/>
          </p:nvPr>
        </p:nvSpPr>
        <p:spPr>
          <a:xfrm>
            <a:off x="493295" y="431324"/>
            <a:ext cx="5156994"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8" name="TextBox 7">
            <a:extLst>
              <a:ext uri="{FF2B5EF4-FFF2-40B4-BE49-F238E27FC236}">
                <a16:creationId xmlns:a16="http://schemas.microsoft.com/office/drawing/2014/main" id="{DFAAD7D6-23BD-096F-D2AC-99E21B392F8C}"/>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41794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10"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emo Bloc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C1B2F07E-0C00-421A-9195-523EDBF7749E}"/>
              </a:ext>
            </a:extLst>
          </p:cNvPr>
          <p:cNvPicPr>
            <a:picLocks noChangeAspect="1"/>
          </p:cNvPicPr>
          <p:nvPr/>
        </p:nvPicPr>
        <p:blipFill>
          <a:blip r:embed="rId2">
            <a:duotone>
              <a:schemeClr val="accent4">
                <a:shade val="45000"/>
                <a:satMod val="135000"/>
              </a:schemeClr>
              <a:prstClr val="white"/>
            </a:duotone>
          </a:blip>
          <a:stretch>
            <a:fillRect/>
          </a:stretch>
        </p:blipFill>
        <p:spPr>
          <a:xfrm>
            <a:off x="4307351" y="837219"/>
            <a:ext cx="8605921" cy="6110204"/>
          </a:xfrm>
          <a:prstGeom prst="rect">
            <a:avLst/>
          </a:prstGeom>
        </p:spPr>
      </p:pic>
      <p:sp>
        <p:nvSpPr>
          <p:cNvPr id="5" name="Rectangle 4">
            <a:extLst>
              <a:ext uri="{FF2B5EF4-FFF2-40B4-BE49-F238E27FC236}">
                <a16:creationId xmlns:a16="http://schemas.microsoft.com/office/drawing/2014/main" id="{31334A2F-1DF6-47E4-9342-6176E6E9DA35}"/>
              </a:ext>
            </a:extLst>
          </p:cNvPr>
          <p:cNvSpPr/>
          <p:nvPr/>
        </p:nvSpPr>
        <p:spPr bwMode="auto">
          <a:xfrm>
            <a:off x="5600700" y="1883304"/>
            <a:ext cx="6000750" cy="335799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7" name="Content Placeholder 2">
            <a:extLst>
              <a:ext uri="{FF2B5EF4-FFF2-40B4-BE49-F238E27FC236}">
                <a16:creationId xmlns:a16="http://schemas.microsoft.com/office/drawing/2014/main" id="{1B189F03-5212-6C02-3901-900E58D9C2EB}"/>
              </a:ext>
            </a:extLst>
          </p:cNvPr>
          <p:cNvSpPr>
            <a:spLocks noGrp="1"/>
          </p:cNvSpPr>
          <p:nvPr>
            <p:ph sz="half" idx="1" hasCustomPrompt="1"/>
          </p:nvPr>
        </p:nvSpPr>
        <p:spPr>
          <a:xfrm>
            <a:off x="493295" y="1282787"/>
            <a:ext cx="473697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8" name="Content Placeholder 2">
            <a:extLst>
              <a:ext uri="{FF2B5EF4-FFF2-40B4-BE49-F238E27FC236}">
                <a16:creationId xmlns:a16="http://schemas.microsoft.com/office/drawing/2014/main" id="{78DCC069-2BEA-5F9E-9129-62A5B1B8703F}"/>
              </a:ext>
            </a:extLst>
          </p:cNvPr>
          <p:cNvSpPr>
            <a:spLocks noGrp="1"/>
          </p:cNvSpPr>
          <p:nvPr>
            <p:ph sz="half" idx="10" hasCustomPrompt="1"/>
          </p:nvPr>
        </p:nvSpPr>
        <p:spPr>
          <a:xfrm>
            <a:off x="493295" y="431324"/>
            <a:ext cx="4736967"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10" name="TextBox 9">
            <a:extLst>
              <a:ext uri="{FF2B5EF4-FFF2-40B4-BE49-F238E27FC236}">
                <a16:creationId xmlns:a16="http://schemas.microsoft.com/office/drawing/2014/main" id="{4E8A636B-F90E-6AC1-F66C-DD7F07E87CA1}"/>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90886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Title diagonal">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E6DD577C-C13B-4699-AEF8-7A86F0FC6BC3}"/>
              </a:ext>
            </a:extLst>
          </p:cNvPr>
          <p:cNvSpPr/>
          <p:nvPr/>
        </p:nvSpPr>
        <p:spPr bwMode="auto">
          <a:xfrm>
            <a:off x="5088049" y="0"/>
            <a:ext cx="7103952" cy="6858000"/>
          </a:xfrm>
          <a:custGeom>
            <a:avLst/>
            <a:gdLst>
              <a:gd name="connsiteX0" fmla="*/ 1544125 w 8382633"/>
              <a:gd name="connsiteY0" fmla="*/ 0 h 6858000"/>
              <a:gd name="connsiteX1" fmla="*/ 3077650 w 8382633"/>
              <a:gd name="connsiteY1" fmla="*/ 0 h 6858000"/>
              <a:gd name="connsiteX2" fmla="*/ 6849108 w 8382633"/>
              <a:gd name="connsiteY2" fmla="*/ 0 h 6858000"/>
              <a:gd name="connsiteX3" fmla="*/ 8382633 w 8382633"/>
              <a:gd name="connsiteY3" fmla="*/ 0 h 6858000"/>
              <a:gd name="connsiteX4" fmla="*/ 8382633 w 8382633"/>
              <a:gd name="connsiteY4" fmla="*/ 6858000 h 6858000"/>
              <a:gd name="connsiteX5" fmla="*/ 6849108 w 8382633"/>
              <a:gd name="connsiteY5" fmla="*/ 6858000 h 6858000"/>
              <a:gd name="connsiteX6" fmla="*/ 1533525 w 8382633"/>
              <a:gd name="connsiteY6" fmla="*/ 6858000 h 6858000"/>
              <a:gd name="connsiteX7" fmla="*/ 0 w 8382633"/>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82633" h="6858000">
                <a:moveTo>
                  <a:pt x="1544125" y="0"/>
                </a:moveTo>
                <a:lnTo>
                  <a:pt x="3077650" y="0"/>
                </a:lnTo>
                <a:lnTo>
                  <a:pt x="6849108" y="0"/>
                </a:lnTo>
                <a:lnTo>
                  <a:pt x="8382633" y="0"/>
                </a:lnTo>
                <a:lnTo>
                  <a:pt x="8382633" y="6858000"/>
                </a:lnTo>
                <a:lnTo>
                  <a:pt x="6849108" y="6858000"/>
                </a:lnTo>
                <a:lnTo>
                  <a:pt x="1533525" y="6858000"/>
                </a:lnTo>
                <a:lnTo>
                  <a:pt x="0" y="6858000"/>
                </a:lnTo>
                <a:close/>
              </a:path>
            </a:pathLst>
          </a:cu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 name="Text Placeholder 16">
            <a:extLst>
              <a:ext uri="{FF2B5EF4-FFF2-40B4-BE49-F238E27FC236}">
                <a16:creationId xmlns:a16="http://schemas.microsoft.com/office/drawing/2014/main" id="{90A267F1-327F-405E-AAAF-F4D7F4F5399C}"/>
              </a:ext>
            </a:extLst>
          </p:cNvPr>
          <p:cNvSpPr>
            <a:spLocks noGrp="1"/>
          </p:cNvSpPr>
          <p:nvPr>
            <p:ph type="body" sz="quarter" idx="10" hasCustomPrompt="1"/>
          </p:nvPr>
        </p:nvSpPr>
        <p:spPr>
          <a:xfrm>
            <a:off x="534713" y="3306563"/>
            <a:ext cx="4563275" cy="430887"/>
          </a:xfrm>
        </p:spPr>
        <p:txBody>
          <a:bodyPr/>
          <a:lstStyle>
            <a:lvl1pPr marL="0" indent="0" algn="l">
              <a:buNone/>
              <a:defRPr>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Subheading Text</a:t>
            </a:r>
          </a:p>
        </p:txBody>
      </p:sp>
      <p:cxnSp>
        <p:nvCxnSpPr>
          <p:cNvPr id="5" name="Straight Connector 4">
            <a:extLst>
              <a:ext uri="{FF2B5EF4-FFF2-40B4-BE49-F238E27FC236}">
                <a16:creationId xmlns:a16="http://schemas.microsoft.com/office/drawing/2014/main" id="{67B110AE-7CE8-4541-ACC8-0A2D5097F2B6}"/>
              </a:ext>
            </a:extLst>
          </p:cNvPr>
          <p:cNvCxnSpPr>
            <a:cxnSpLocks/>
            <a:stCxn id="10" idx="0"/>
          </p:cNvCxnSpPr>
          <p:nvPr/>
        </p:nvCxnSpPr>
        <p:spPr>
          <a:xfrm flipH="1">
            <a:off x="5088049" y="0"/>
            <a:ext cx="1308585"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Title 9">
            <a:extLst>
              <a:ext uri="{FF2B5EF4-FFF2-40B4-BE49-F238E27FC236}">
                <a16:creationId xmlns:a16="http://schemas.microsoft.com/office/drawing/2014/main" id="{302E1A16-F6D6-87D2-5332-F90F1125F35A}"/>
              </a:ext>
            </a:extLst>
          </p:cNvPr>
          <p:cNvSpPr txBox="1">
            <a:spLocks/>
          </p:cNvSpPr>
          <p:nvPr/>
        </p:nvSpPr>
        <p:spPr>
          <a:xfrm>
            <a:off x="524774" y="2592697"/>
            <a:ext cx="4563275" cy="627864"/>
          </a:xfrm>
          <a:prstGeom prst="rect">
            <a:avLst/>
          </a:prstGeom>
        </p:spPr>
        <p:txBody>
          <a:bodyPr wrap="square" lIns="91440" tIns="91440" rIns="91440" bIns="91440" anchor="t" anchorCtr="0">
            <a:spAutoFit/>
          </a:bodyPr>
          <a:lstStyle>
            <a:lvl1pPr algn="l" defTabSz="914400" rtl="0" eaLnBrk="1" latinLnBrk="0" hangingPunct="1">
              <a:lnSpc>
                <a:spcPct val="90000"/>
              </a:lnSpc>
              <a:spcBef>
                <a:spcPct val="0"/>
              </a:spcBef>
              <a:buNone/>
              <a:defRPr sz="3200" kern="1200">
                <a:solidFill>
                  <a:srgbClr val="00F0EA"/>
                </a:solidFill>
                <a:latin typeface="+mj-lt"/>
                <a:ea typeface="Roboto Light" panose="02000000000000000000" pitchFamily="2" charset="0"/>
                <a:cs typeface="+mj-cs"/>
              </a:defRPr>
            </a:lvl1pPr>
          </a:lstStyle>
          <a:p>
            <a:r>
              <a:rPr lang="en-US" dirty="0"/>
              <a:t>Heading Text</a:t>
            </a:r>
            <a:endParaRPr lang="en-US" dirty="0">
              <a:cs typeface="Calibri Light"/>
            </a:endParaRPr>
          </a:p>
        </p:txBody>
      </p:sp>
      <p:sp>
        <p:nvSpPr>
          <p:cNvPr id="2" name="TextBox 1">
            <a:extLst>
              <a:ext uri="{FF2B5EF4-FFF2-40B4-BE49-F238E27FC236}">
                <a16:creationId xmlns:a16="http://schemas.microsoft.com/office/drawing/2014/main" id="{FC610E22-E52D-0F2B-F3EC-79E2497C0DC6}"/>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823402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400">
          <p15:clr>
            <a:srgbClr val="5ACBF0"/>
          </p15:clr>
        </p15:guide>
        <p15:guide id="3" orient="horz" pos="1910">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Thanks and Question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E84F745-6E6C-4684-863E-D8BE5579F4B8}"/>
              </a:ext>
            </a:extLst>
          </p:cNvPr>
          <p:cNvPicPr>
            <a:picLocks noChangeAspect="1"/>
          </p:cNvPicPr>
          <p:nvPr/>
        </p:nvPicPr>
        <p:blipFill rotWithShape="1">
          <a:blip r:embed="rId2">
            <a:extLst>
              <a:ext uri="{28A0092B-C50C-407E-A947-70E740481C1C}">
                <a14:useLocalDpi xmlns:a14="http://schemas.microsoft.com/office/drawing/2010/main" val="0"/>
              </a:ext>
            </a:extLst>
          </a:blip>
          <a:srcRect b="1947"/>
          <a:stretch/>
        </p:blipFill>
        <p:spPr>
          <a:xfrm>
            <a:off x="6876547" y="1736436"/>
            <a:ext cx="5223242" cy="5121564"/>
          </a:xfrm>
          <a:prstGeom prst="rect">
            <a:avLst/>
          </a:prstGeom>
        </p:spPr>
      </p:pic>
      <p:sp>
        <p:nvSpPr>
          <p:cNvPr id="11" name="TextBox 10">
            <a:extLst>
              <a:ext uri="{FF2B5EF4-FFF2-40B4-BE49-F238E27FC236}">
                <a16:creationId xmlns:a16="http://schemas.microsoft.com/office/drawing/2014/main" id="{A6428E25-5016-4039-B7A7-2F931DFE040A}"/>
              </a:ext>
            </a:extLst>
          </p:cNvPr>
          <p:cNvSpPr txBox="1"/>
          <p:nvPr/>
        </p:nvSpPr>
        <p:spPr>
          <a:xfrm>
            <a:off x="1192928" y="1913415"/>
            <a:ext cx="4988932"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0" dirty="0">
                <a:solidFill>
                  <a:srgbClr val="00F0EA"/>
                </a:solidFill>
                <a:latin typeface="+mj-lt"/>
                <a:ea typeface="Roboto Light" panose="02000000000000000000" pitchFamily="2" charset="0"/>
              </a:rPr>
              <a:t>THANKS</a:t>
            </a:r>
          </a:p>
        </p:txBody>
      </p:sp>
      <p:sp>
        <p:nvSpPr>
          <p:cNvPr id="12" name="TextBox 11">
            <a:extLst>
              <a:ext uri="{FF2B5EF4-FFF2-40B4-BE49-F238E27FC236}">
                <a16:creationId xmlns:a16="http://schemas.microsoft.com/office/drawing/2014/main" id="{AA060C8B-A3BA-485F-8BFF-B1AF78623F0F}"/>
              </a:ext>
            </a:extLst>
          </p:cNvPr>
          <p:cNvSpPr txBox="1"/>
          <p:nvPr/>
        </p:nvSpPr>
        <p:spPr>
          <a:xfrm>
            <a:off x="1253192" y="3167420"/>
            <a:ext cx="48135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000" dirty="0">
                <a:solidFill>
                  <a:schemeClr val="tx2">
                    <a:lumMod val="10000"/>
                    <a:lumOff val="90000"/>
                  </a:schemeClr>
                </a:solidFill>
                <a:latin typeface="Roboto Light" panose="02000000000000000000" pitchFamily="2" charset="0"/>
                <a:ea typeface="Roboto Light" panose="02000000000000000000" pitchFamily="2" charset="0"/>
              </a:rPr>
              <a:t>Any Questions?</a:t>
            </a:r>
          </a:p>
        </p:txBody>
      </p:sp>
      <p:pic>
        <p:nvPicPr>
          <p:cNvPr id="2" name="Picture 1" descr="A black and white logo&#10;&#10;Description automatically generated">
            <a:extLst>
              <a:ext uri="{FF2B5EF4-FFF2-40B4-BE49-F238E27FC236}">
                <a16:creationId xmlns:a16="http://schemas.microsoft.com/office/drawing/2014/main" id="{730FCD30-4F72-67F5-7820-B4427DFB43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2832505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Heading and Content Level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593670"/>
            <a:ext cx="11122056" cy="4741818"/>
          </a:xfrm>
          <a:prstGeom prst="rect">
            <a:avLst/>
          </a:prstGeom>
        </p:spPr>
        <p:txBody>
          <a:bodyPr lIns="91440">
            <a:normAutofit/>
          </a:bodyPr>
          <a:lstStyle>
            <a:lvl1pPr marL="228600" indent="-228600">
              <a:lnSpc>
                <a:spcPct val="100000"/>
              </a:lnSpc>
              <a:buFont typeface="Arial" panose="020B0604020202020204" pitchFamily="34" charset="0"/>
              <a:buChar char="•"/>
              <a:defRPr sz="2800">
                <a:solidFill>
                  <a:srgbClr val="002060"/>
                </a:solidFill>
                <a:latin typeface="+mj-lt"/>
              </a:defRPr>
            </a:lvl1pPr>
            <a:lvl2pPr marL="685800" marR="0" indent="-228600" algn="l" defTabSz="914400" rtl="0" eaLnBrk="1" fontAlgn="auto" latinLnBrk="0" hangingPunct="1">
              <a:lnSpc>
                <a:spcPct val="100000"/>
              </a:lnSpc>
              <a:spcBef>
                <a:spcPts val="500"/>
              </a:spcBef>
              <a:spcAft>
                <a:spcPts val="0"/>
              </a:spcAft>
              <a:buClrTx/>
              <a:buSzTx/>
              <a:buFont typeface="Arial" panose="020B0604020202020204" pitchFamily="34" charset="0"/>
              <a:buChar char="•"/>
              <a:defRPr sz="2400" baseline="0">
                <a:solidFill>
                  <a:srgbClr val="002060"/>
                </a:solidFill>
                <a:latin typeface="+mj-lt"/>
              </a:defRPr>
            </a:lvl2pPr>
            <a:lvl3pPr>
              <a:lnSpc>
                <a:spcPct val="100000"/>
              </a:lnSpc>
              <a:defRPr sz="2000">
                <a:solidFill>
                  <a:srgbClr val="002060"/>
                </a:solidFill>
                <a:latin typeface="+mj-lt"/>
              </a:defRPr>
            </a:lvl3pPr>
          </a:lstStyle>
          <a:p>
            <a:pPr lvl="0"/>
            <a:r>
              <a:rPr lang="en-US"/>
              <a:t>Click to edit Master text styles</a:t>
            </a:r>
          </a:p>
          <a:p>
            <a:pPr lvl="1"/>
            <a:r>
              <a:rPr lang="en-US"/>
              <a:t>Second level</a:t>
            </a:r>
          </a:p>
          <a:p>
            <a:pPr lvl="2"/>
            <a:r>
              <a:rPr lang="en-US"/>
              <a:t>Third level</a:t>
            </a:r>
          </a:p>
        </p:txBody>
      </p:sp>
      <p:sp>
        <p:nvSpPr>
          <p:cNvPr id="2" name="Content Placeholder 2">
            <a:extLst>
              <a:ext uri="{FF2B5EF4-FFF2-40B4-BE49-F238E27FC236}">
                <a16:creationId xmlns:a16="http://schemas.microsoft.com/office/drawing/2014/main" id="{25FCD1B7-37B1-8313-3EBF-3154A075CF7A}"/>
              </a:ext>
            </a:extLst>
          </p:cNvPr>
          <p:cNvSpPr>
            <a:spLocks noGrp="1"/>
          </p:cNvSpPr>
          <p:nvPr>
            <p:ph sz="half" idx="10"/>
          </p:nvPr>
        </p:nvSpPr>
        <p:spPr>
          <a:xfrm>
            <a:off x="493295" y="522513"/>
            <a:ext cx="11122056" cy="633428"/>
          </a:xfrm>
          <a:prstGeom prst="rect">
            <a:avLst/>
          </a:prstGeom>
        </p:spPr>
        <p:txBody>
          <a:bodyPr lIns="91440">
            <a:normAutofit/>
          </a:bodyPr>
          <a:lstStyle>
            <a:lvl1pPr marL="0" indent="0">
              <a:buFontTx/>
              <a:buNone/>
              <a:defRPr sz="3600" b="0">
                <a:solidFill>
                  <a:srgbClr val="0070C0"/>
                </a:solidFill>
                <a:latin typeface="+mj-lt"/>
              </a:defRPr>
            </a:lvl1pPr>
          </a:lstStyle>
          <a:p>
            <a:pPr lvl="0"/>
            <a:r>
              <a:rPr lang="en-US"/>
              <a:t>Click to edit Master text styles</a:t>
            </a:r>
          </a:p>
        </p:txBody>
      </p:sp>
    </p:spTree>
    <p:extLst>
      <p:ext uri="{BB962C8B-B14F-4D97-AF65-F5344CB8AC3E}">
        <p14:creationId xmlns:p14="http://schemas.microsoft.com/office/powerpoint/2010/main" val="2309171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1">
            <a:lumMod val="7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B23353-AC87-47E7-BD54-928306F48010}"/>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pic>
        <p:nvPicPr>
          <p:cNvPr id="5" name="Picture 4" descr="A black and white logo&#10;&#10;Description automatically generated">
            <a:extLst>
              <a:ext uri="{FF2B5EF4-FFF2-40B4-BE49-F238E27FC236}">
                <a16:creationId xmlns:a16="http://schemas.microsoft.com/office/drawing/2014/main" id="{A4BB0AE5-CB5F-4D47-C947-B0E87FD9B4F0}"/>
              </a:ext>
            </a:extLst>
          </p:cNvPr>
          <p:cNvPicPr>
            <a:picLocks noChangeAspect="1"/>
          </p:cNvPicPr>
          <p:nvPr/>
        </p:nvPicPr>
        <p:blipFill>
          <a:blip r:embed="rId28"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55211598"/>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 id="2147483718" r:id="rId23"/>
    <p:sldLayoutId id="2147483719" r:id="rId24"/>
    <p:sldLayoutId id="2147483720" r:id="rId25"/>
    <p:sldLayoutId id="2147483721" r:id="rId2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localhost:9200/" TargetMode="Externa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3E00A1-78F8-8F2A-3CD6-7B1C4099A102}"/>
              </a:ext>
            </a:extLst>
          </p:cNvPr>
          <p:cNvSpPr>
            <a:spLocks noGrp="1"/>
          </p:cNvSpPr>
          <p:nvPr>
            <p:ph sz="half" idx="1"/>
          </p:nvPr>
        </p:nvSpPr>
        <p:spPr/>
        <p:txBody>
          <a:bodyPr/>
          <a:lstStyle/>
          <a:p>
            <a:r>
              <a:rPr lang="en-US" dirty="0"/>
              <a:t>Cross-Cutting Concern Patterns</a:t>
            </a:r>
          </a:p>
          <a:p>
            <a:pPr lvl="1"/>
            <a:r>
              <a:rPr lang="en-US" dirty="0"/>
              <a:t>Externalized Configuration </a:t>
            </a:r>
          </a:p>
          <a:p>
            <a:pPr lvl="1"/>
            <a:r>
              <a:rPr lang="en-US" dirty="0"/>
              <a:t>Service Discovery</a:t>
            </a:r>
          </a:p>
          <a:p>
            <a:pPr lvl="1"/>
            <a:r>
              <a:rPr lang="en-US" dirty="0"/>
              <a:t>Circuit Breaker</a:t>
            </a:r>
          </a:p>
          <a:p>
            <a:pPr lvl="1"/>
            <a:r>
              <a:rPr lang="en-US" dirty="0"/>
              <a:t>Retry Pattern</a:t>
            </a:r>
          </a:p>
          <a:p>
            <a:pPr lvl="1"/>
            <a:r>
              <a:rPr lang="en-US" dirty="0"/>
              <a:t>Rate Limiting Pattern</a:t>
            </a:r>
          </a:p>
          <a:p>
            <a:r>
              <a:rPr lang="en-US" dirty="0"/>
              <a:t>Observability Patterns</a:t>
            </a:r>
          </a:p>
          <a:p>
            <a:pPr lvl="1"/>
            <a:r>
              <a:rPr lang="en-US" dirty="0"/>
              <a:t>Microservices Logging</a:t>
            </a:r>
          </a:p>
          <a:p>
            <a:pPr lvl="1"/>
            <a:r>
              <a:rPr lang="en-US" dirty="0"/>
              <a:t>Microservices Tracing</a:t>
            </a:r>
          </a:p>
          <a:p>
            <a:pPr lvl="1"/>
            <a:r>
              <a:rPr lang="en-US" dirty="0"/>
              <a:t>Microservices Monitoring</a:t>
            </a:r>
          </a:p>
          <a:p>
            <a:endParaRPr lang="en-US" dirty="0"/>
          </a:p>
        </p:txBody>
      </p:sp>
      <p:sp>
        <p:nvSpPr>
          <p:cNvPr id="3" name="Content Placeholder 2">
            <a:extLst>
              <a:ext uri="{FF2B5EF4-FFF2-40B4-BE49-F238E27FC236}">
                <a16:creationId xmlns:a16="http://schemas.microsoft.com/office/drawing/2014/main" id="{AB886E03-AC2A-2E66-BB03-DA035E26E2C8}"/>
              </a:ext>
            </a:extLst>
          </p:cNvPr>
          <p:cNvSpPr>
            <a:spLocks noGrp="1"/>
          </p:cNvSpPr>
          <p:nvPr>
            <p:ph sz="half" idx="10"/>
          </p:nvPr>
        </p:nvSpPr>
        <p:spPr>
          <a:xfrm>
            <a:off x="5719316" y="294467"/>
            <a:ext cx="6098865" cy="922150"/>
          </a:xfrm>
        </p:spPr>
        <p:txBody>
          <a:bodyPr>
            <a:normAutofit fontScale="92500" lnSpcReduction="20000"/>
          </a:bodyPr>
          <a:lstStyle/>
          <a:p>
            <a:r>
              <a:rPr lang="en-US" dirty="0"/>
              <a:t>Cross-Cutting Concern &amp; </a:t>
            </a:r>
          </a:p>
          <a:p>
            <a:r>
              <a:rPr lang="en-US" dirty="0"/>
              <a:t>Observability Patterns</a:t>
            </a:r>
          </a:p>
        </p:txBody>
      </p:sp>
      <p:sp>
        <p:nvSpPr>
          <p:cNvPr id="4" name="Title 3">
            <a:extLst>
              <a:ext uri="{FF2B5EF4-FFF2-40B4-BE49-F238E27FC236}">
                <a16:creationId xmlns:a16="http://schemas.microsoft.com/office/drawing/2014/main" id="{18AEF030-223B-A1E3-714F-AFFB43569F2C}"/>
              </a:ext>
            </a:extLst>
          </p:cNvPr>
          <p:cNvSpPr>
            <a:spLocks noGrp="1"/>
          </p:cNvSpPr>
          <p:nvPr>
            <p:ph type="title"/>
          </p:nvPr>
        </p:nvSpPr>
        <p:spPr/>
        <p:txBody>
          <a:bodyPr/>
          <a:lstStyle/>
          <a:p>
            <a:r>
              <a:rPr lang="en-IN" dirty="0"/>
              <a:t>Agenda</a:t>
            </a:r>
            <a:endParaRPr lang="en-US" dirty="0"/>
          </a:p>
        </p:txBody>
      </p:sp>
    </p:spTree>
    <p:extLst>
      <p:ext uri="{BB962C8B-B14F-4D97-AF65-F5344CB8AC3E}">
        <p14:creationId xmlns:p14="http://schemas.microsoft.com/office/powerpoint/2010/main" val="403347590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oAutofit/>
          </a:bodyPr>
          <a:lstStyle/>
          <a:p>
            <a:pPr marL="0" indent="0" algn="just">
              <a:lnSpc>
                <a:spcPct val="110000"/>
              </a:lnSpc>
              <a:buNone/>
            </a:pPr>
            <a:r>
              <a:rPr lang="en-US" b="1" dirty="0"/>
              <a:t>Problem:</a:t>
            </a:r>
            <a:r>
              <a:rPr lang="en-US" dirty="0"/>
              <a:t> How to handle cross-cutting concerns? </a:t>
            </a:r>
          </a:p>
          <a:p>
            <a:pPr algn="just">
              <a:lnSpc>
                <a:spcPct val="100000"/>
              </a:lnSpc>
            </a:pPr>
            <a:r>
              <a:rPr lang="en-US" sz="2800" b="1" dirty="0"/>
              <a:t>Externalized configuration</a:t>
            </a:r>
            <a:r>
              <a:rPr lang="en-US" sz="2800" dirty="0"/>
              <a:t> - externalize all configurations such as database location and credentials</a:t>
            </a:r>
          </a:p>
          <a:p>
            <a:pPr algn="just">
              <a:lnSpc>
                <a:spcPct val="100000"/>
              </a:lnSpc>
            </a:pPr>
            <a:r>
              <a:rPr lang="en-US" sz="2800" b="1" dirty="0"/>
              <a:t>Service discovery</a:t>
            </a:r>
            <a:r>
              <a:rPr lang="en-US" sz="2800" dirty="0"/>
              <a:t> - How does the client of an RPI-based service discover the network location of a service instance?</a:t>
            </a:r>
          </a:p>
          <a:p>
            <a:pPr algn="just">
              <a:lnSpc>
                <a:spcPct val="100000"/>
              </a:lnSpc>
            </a:pPr>
            <a:r>
              <a:rPr lang="en-US" sz="2800" b="1" dirty="0"/>
              <a:t>Circuit Breaker</a:t>
            </a:r>
            <a:r>
              <a:rPr lang="en-US" sz="2800" dirty="0"/>
              <a:t> - invoke a remote service via a proxy that fails immediately when the failure rate of the remote call exceeds a threshold</a:t>
            </a:r>
          </a:p>
        </p:txBody>
      </p:sp>
      <p:sp>
        <p:nvSpPr>
          <p:cNvPr id="4" name="Content Placeholder 3"/>
          <p:cNvSpPr>
            <a:spLocks noGrp="1"/>
          </p:cNvSpPr>
          <p:nvPr>
            <p:ph sz="half" idx="10"/>
          </p:nvPr>
        </p:nvSpPr>
        <p:spPr/>
        <p:txBody>
          <a:bodyPr/>
          <a:lstStyle/>
          <a:p>
            <a:r>
              <a:rPr lang="en-IN" dirty="0"/>
              <a:t>Cross Cutting Concern Patterns</a:t>
            </a:r>
          </a:p>
        </p:txBody>
      </p:sp>
    </p:spTree>
    <p:extLst>
      <p:ext uri="{BB962C8B-B14F-4D97-AF65-F5344CB8AC3E}">
        <p14:creationId xmlns:p14="http://schemas.microsoft.com/office/powerpoint/2010/main" val="27959570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FFF1E4-3CEE-431F-B430-060C772A16A7}"/>
              </a:ext>
            </a:extLst>
          </p:cNvPr>
          <p:cNvSpPr>
            <a:spLocks noGrp="1"/>
          </p:cNvSpPr>
          <p:nvPr>
            <p:ph sz="half" idx="1"/>
          </p:nvPr>
        </p:nvSpPr>
        <p:spPr/>
        <p:txBody>
          <a:bodyPr/>
          <a:lstStyle/>
          <a:p>
            <a:pPr algn="just">
              <a:lnSpc>
                <a:spcPct val="100000"/>
              </a:lnSpc>
            </a:pPr>
            <a:r>
              <a:rPr lang="en-US" dirty="0"/>
              <a:t> Azure Key Vault is a safe place to store passwords, connection strings, access codes, and certificate keys</a:t>
            </a:r>
          </a:p>
          <a:p>
            <a:pPr algn="just">
              <a:lnSpc>
                <a:spcPct val="100000"/>
              </a:lnSpc>
            </a:pPr>
            <a:r>
              <a:rPr lang="en-US" dirty="0"/>
              <a:t> Fully managed by Azure, so you don’t have to worry about the underlying infrastructure. </a:t>
            </a:r>
          </a:p>
          <a:p>
            <a:pPr algn="just">
              <a:lnSpc>
                <a:spcPct val="100000"/>
              </a:lnSpc>
            </a:pPr>
            <a:r>
              <a:rPr lang="en-US" dirty="0"/>
              <a:t> You can use Azure Key Vault from your .NET application using the </a:t>
            </a:r>
            <a:r>
              <a:rPr lang="en-US" i="1" dirty="0" err="1"/>
              <a:t>Azure.Security.KeyVault.Secrets</a:t>
            </a:r>
            <a:r>
              <a:rPr lang="en-US" dirty="0"/>
              <a:t> NuGet package</a:t>
            </a:r>
          </a:p>
        </p:txBody>
      </p:sp>
      <p:sp>
        <p:nvSpPr>
          <p:cNvPr id="4" name="Content Placeholder 3">
            <a:extLst>
              <a:ext uri="{FF2B5EF4-FFF2-40B4-BE49-F238E27FC236}">
                <a16:creationId xmlns:a16="http://schemas.microsoft.com/office/drawing/2014/main" id="{A9171455-B809-43CC-A238-90780011615B}"/>
              </a:ext>
            </a:extLst>
          </p:cNvPr>
          <p:cNvSpPr>
            <a:spLocks noGrp="1"/>
          </p:cNvSpPr>
          <p:nvPr>
            <p:ph sz="half" idx="10"/>
          </p:nvPr>
        </p:nvSpPr>
        <p:spPr/>
        <p:txBody>
          <a:bodyPr/>
          <a:lstStyle/>
          <a:p>
            <a:r>
              <a:rPr lang="en-US" dirty="0"/>
              <a:t>Externalized Configuration: Azure Key Vault</a:t>
            </a:r>
          </a:p>
        </p:txBody>
      </p:sp>
    </p:spTree>
    <p:extLst>
      <p:ext uri="{BB962C8B-B14F-4D97-AF65-F5344CB8AC3E}">
        <p14:creationId xmlns:p14="http://schemas.microsoft.com/office/powerpoint/2010/main" val="3368115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0"/>
          </p:nvPr>
        </p:nvSpPr>
        <p:spPr/>
        <p:txBody>
          <a:bodyPr/>
          <a:lstStyle/>
          <a:p>
            <a:r>
              <a:rPr lang="en-US" dirty="0"/>
              <a:t>Service Discovery</a:t>
            </a:r>
          </a:p>
        </p:txBody>
      </p:sp>
      <p:grpSp>
        <p:nvGrpSpPr>
          <p:cNvPr id="61" name="Group 60">
            <a:extLst>
              <a:ext uri="{FF2B5EF4-FFF2-40B4-BE49-F238E27FC236}">
                <a16:creationId xmlns:a16="http://schemas.microsoft.com/office/drawing/2014/main" id="{87D26508-4019-44A9-A389-C663EF0CE212}"/>
              </a:ext>
            </a:extLst>
          </p:cNvPr>
          <p:cNvGrpSpPr/>
          <p:nvPr/>
        </p:nvGrpSpPr>
        <p:grpSpPr>
          <a:xfrm>
            <a:off x="762597" y="1897283"/>
            <a:ext cx="10207206" cy="3318263"/>
            <a:chOff x="716102" y="2137506"/>
            <a:chExt cx="10207206" cy="3318263"/>
          </a:xfrm>
        </p:grpSpPr>
        <p:sp>
          <p:nvSpPr>
            <p:cNvPr id="2" name="Rectangle 1">
              <a:extLst>
                <a:ext uri="{FF2B5EF4-FFF2-40B4-BE49-F238E27FC236}">
                  <a16:creationId xmlns:a16="http://schemas.microsoft.com/office/drawing/2014/main" id="{85CC388F-82ED-4B06-AE04-6DC547231CFF}"/>
                </a:ext>
              </a:extLst>
            </p:cNvPr>
            <p:cNvSpPr/>
            <p:nvPr/>
          </p:nvSpPr>
          <p:spPr>
            <a:xfrm>
              <a:off x="716102" y="3141987"/>
              <a:ext cx="1662110" cy="711200"/>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Client</a:t>
              </a:r>
            </a:p>
          </p:txBody>
        </p:sp>
        <p:sp>
          <p:nvSpPr>
            <p:cNvPr id="5" name="Rectangle 4">
              <a:extLst>
                <a:ext uri="{FF2B5EF4-FFF2-40B4-BE49-F238E27FC236}">
                  <a16:creationId xmlns:a16="http://schemas.microsoft.com/office/drawing/2014/main" id="{3711F1CA-1771-4342-8F9F-F452C7237094}"/>
                </a:ext>
              </a:extLst>
            </p:cNvPr>
            <p:cNvSpPr/>
            <p:nvPr/>
          </p:nvSpPr>
          <p:spPr>
            <a:xfrm>
              <a:off x="3266830" y="3141987"/>
              <a:ext cx="1793631" cy="711200"/>
            </a:xfrm>
            <a:prstGeom prst="rect">
              <a:avLst/>
            </a:prstGeom>
            <a:solidFill>
              <a:srgbClr val="FF9933"/>
            </a:solidFill>
            <a:ln>
              <a:solidFill>
                <a:srgbClr val="F2B04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API Gateway</a:t>
              </a:r>
            </a:p>
          </p:txBody>
        </p:sp>
        <p:sp>
          <p:nvSpPr>
            <p:cNvPr id="6" name="Rectangle 5">
              <a:extLst>
                <a:ext uri="{FF2B5EF4-FFF2-40B4-BE49-F238E27FC236}">
                  <a16:creationId xmlns:a16="http://schemas.microsoft.com/office/drawing/2014/main" id="{7AA7E98A-EB51-4DCA-8B6D-6A9D55BFA5B8}"/>
                </a:ext>
              </a:extLst>
            </p:cNvPr>
            <p:cNvSpPr/>
            <p:nvPr/>
          </p:nvSpPr>
          <p:spPr>
            <a:xfrm>
              <a:off x="7026036" y="2137506"/>
              <a:ext cx="1828800" cy="7112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Service Discovery</a:t>
              </a:r>
            </a:p>
          </p:txBody>
        </p:sp>
        <p:sp>
          <p:nvSpPr>
            <p:cNvPr id="7" name="Rectangle 6">
              <a:extLst>
                <a:ext uri="{FF2B5EF4-FFF2-40B4-BE49-F238E27FC236}">
                  <a16:creationId xmlns:a16="http://schemas.microsoft.com/office/drawing/2014/main" id="{DE598C2C-DE81-4FCB-806A-04EF6E9497A7}"/>
                </a:ext>
              </a:extLst>
            </p:cNvPr>
            <p:cNvSpPr/>
            <p:nvPr/>
          </p:nvSpPr>
          <p:spPr>
            <a:xfrm>
              <a:off x="5060461" y="4744569"/>
              <a:ext cx="1668586" cy="711200"/>
            </a:xfrm>
            <a:prstGeom prst="rect">
              <a:avLst/>
            </a:prstGeom>
            <a:solidFill>
              <a:srgbClr val="A365D1"/>
            </a:solidFill>
            <a:ln>
              <a:solidFill>
                <a:srgbClr val="A365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Catalog Service</a:t>
              </a:r>
            </a:p>
          </p:txBody>
        </p:sp>
        <p:sp>
          <p:nvSpPr>
            <p:cNvPr id="8" name="Rectangle 7">
              <a:extLst>
                <a:ext uri="{FF2B5EF4-FFF2-40B4-BE49-F238E27FC236}">
                  <a16:creationId xmlns:a16="http://schemas.microsoft.com/office/drawing/2014/main" id="{65BAA0A9-BBDC-48C3-807E-99FB014946F6}"/>
                </a:ext>
              </a:extLst>
            </p:cNvPr>
            <p:cNvSpPr/>
            <p:nvPr/>
          </p:nvSpPr>
          <p:spPr>
            <a:xfrm>
              <a:off x="7151076" y="4744569"/>
              <a:ext cx="1668586" cy="71120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Cart </a:t>
              </a:r>
              <a:r>
                <a:rPr lang="en-US" dirty="0"/>
                <a:t>Service</a:t>
              </a:r>
            </a:p>
          </p:txBody>
        </p:sp>
        <p:sp>
          <p:nvSpPr>
            <p:cNvPr id="9" name="Rectangle 8">
              <a:extLst>
                <a:ext uri="{FF2B5EF4-FFF2-40B4-BE49-F238E27FC236}">
                  <a16:creationId xmlns:a16="http://schemas.microsoft.com/office/drawing/2014/main" id="{8A2BDA18-9AEC-46AA-9329-5008F4CE831F}"/>
                </a:ext>
              </a:extLst>
            </p:cNvPr>
            <p:cNvSpPr/>
            <p:nvPr/>
          </p:nvSpPr>
          <p:spPr>
            <a:xfrm>
              <a:off x="9254722" y="4744569"/>
              <a:ext cx="1668586" cy="711200"/>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Auth Service</a:t>
              </a:r>
            </a:p>
          </p:txBody>
        </p:sp>
        <p:cxnSp>
          <p:nvCxnSpPr>
            <p:cNvPr id="11" name="Straight Arrow Connector 10">
              <a:extLst>
                <a:ext uri="{FF2B5EF4-FFF2-40B4-BE49-F238E27FC236}">
                  <a16:creationId xmlns:a16="http://schemas.microsoft.com/office/drawing/2014/main" id="{928A92CD-D997-46DB-AB0B-EC7C49BEE07C}"/>
                </a:ext>
              </a:extLst>
            </p:cNvPr>
            <p:cNvCxnSpPr>
              <a:cxnSpLocks/>
            </p:cNvCxnSpPr>
            <p:nvPr/>
          </p:nvCxnSpPr>
          <p:spPr>
            <a:xfrm flipV="1">
              <a:off x="6256404" y="2848707"/>
              <a:ext cx="1457380" cy="1895861"/>
            </a:xfrm>
            <a:prstGeom prst="straightConnector1">
              <a:avLst/>
            </a:prstGeom>
            <a:ln w="38100">
              <a:solidFill>
                <a:schemeClr val="accent4">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16A8F96A-6AFB-4AC3-AA5E-215B53AA36BB}"/>
                </a:ext>
              </a:extLst>
            </p:cNvPr>
            <p:cNvCxnSpPr>
              <a:cxnSpLocks/>
              <a:stCxn id="8" idx="0"/>
            </p:cNvCxnSpPr>
            <p:nvPr/>
          </p:nvCxnSpPr>
          <p:spPr>
            <a:xfrm flipH="1" flipV="1">
              <a:off x="7937879" y="2848707"/>
              <a:ext cx="47490" cy="1895862"/>
            </a:xfrm>
            <a:prstGeom prst="straightConnector1">
              <a:avLst/>
            </a:prstGeom>
            <a:ln w="38100">
              <a:solidFill>
                <a:schemeClr val="accent4">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85274E9-1536-4399-B24D-ACD09F4FB707}"/>
                </a:ext>
              </a:extLst>
            </p:cNvPr>
            <p:cNvCxnSpPr>
              <a:cxnSpLocks/>
              <a:stCxn id="9" idx="0"/>
            </p:cNvCxnSpPr>
            <p:nvPr/>
          </p:nvCxnSpPr>
          <p:spPr>
            <a:xfrm flipH="1" flipV="1">
              <a:off x="8223139" y="2835345"/>
              <a:ext cx="1865876" cy="1909224"/>
            </a:xfrm>
            <a:prstGeom prst="straightConnector1">
              <a:avLst/>
            </a:prstGeom>
            <a:ln w="38100">
              <a:solidFill>
                <a:schemeClr val="accent4">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99FDE3B1-DF9C-4913-B082-C76AAA3E60F1}"/>
                </a:ext>
              </a:extLst>
            </p:cNvPr>
            <p:cNvCxnSpPr>
              <a:cxnSpLocks/>
              <a:endCxn id="6" idx="1"/>
            </p:cNvCxnSpPr>
            <p:nvPr/>
          </p:nvCxnSpPr>
          <p:spPr>
            <a:xfrm flipV="1">
              <a:off x="5060461" y="2493106"/>
              <a:ext cx="1965575" cy="834917"/>
            </a:xfrm>
            <a:prstGeom prst="straightConnector1">
              <a:avLst/>
            </a:prstGeom>
            <a:ln w="38100">
              <a:solidFill>
                <a:schemeClr val="accent4">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7A9FB67-40D5-4EA3-89D7-C28F14D33788}"/>
                </a:ext>
              </a:extLst>
            </p:cNvPr>
            <p:cNvCxnSpPr>
              <a:cxnSpLocks/>
              <a:stCxn id="5" idx="3"/>
              <a:endCxn id="7" idx="0"/>
            </p:cNvCxnSpPr>
            <p:nvPr/>
          </p:nvCxnSpPr>
          <p:spPr>
            <a:xfrm>
              <a:off x="5060461" y="3497587"/>
              <a:ext cx="834293" cy="1246982"/>
            </a:xfrm>
            <a:prstGeom prst="straightConnector1">
              <a:avLst/>
            </a:prstGeom>
            <a:ln w="38100">
              <a:solidFill>
                <a:schemeClr val="accent4">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AB2E636-4E69-4F92-BCF3-83C35DF1ADCA}"/>
                </a:ext>
              </a:extLst>
            </p:cNvPr>
            <p:cNvCxnSpPr>
              <a:cxnSpLocks/>
              <a:stCxn id="5" idx="3"/>
            </p:cNvCxnSpPr>
            <p:nvPr/>
          </p:nvCxnSpPr>
          <p:spPr>
            <a:xfrm>
              <a:off x="5060461" y="3497587"/>
              <a:ext cx="2504831" cy="1231550"/>
            </a:xfrm>
            <a:prstGeom prst="straightConnector1">
              <a:avLst/>
            </a:prstGeom>
            <a:ln w="38100">
              <a:solidFill>
                <a:schemeClr val="accent4">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3CC845B-E6D8-4BD7-8C72-584CA930BD0B}"/>
                </a:ext>
              </a:extLst>
            </p:cNvPr>
            <p:cNvCxnSpPr>
              <a:cxnSpLocks/>
              <a:stCxn id="5" idx="3"/>
            </p:cNvCxnSpPr>
            <p:nvPr/>
          </p:nvCxnSpPr>
          <p:spPr>
            <a:xfrm>
              <a:off x="5060461" y="3497587"/>
              <a:ext cx="4753327" cy="1223105"/>
            </a:xfrm>
            <a:prstGeom prst="straightConnector1">
              <a:avLst/>
            </a:prstGeom>
            <a:ln w="38100">
              <a:solidFill>
                <a:schemeClr val="accent4">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E4FE8826-ACA8-4C90-A4DD-5DC40E020C01}"/>
                </a:ext>
              </a:extLst>
            </p:cNvPr>
            <p:cNvSpPr txBox="1"/>
            <p:nvPr/>
          </p:nvSpPr>
          <p:spPr>
            <a:xfrm rot="20220454">
              <a:off x="5038570" y="2637206"/>
              <a:ext cx="1725152" cy="307777"/>
            </a:xfrm>
            <a:prstGeom prst="rect">
              <a:avLst/>
            </a:prstGeom>
            <a:noFill/>
          </p:spPr>
          <p:txBody>
            <a:bodyPr wrap="none" rtlCol="0">
              <a:spAutoFit/>
            </a:bodyPr>
            <a:lstStyle/>
            <a:p>
              <a:r>
                <a:rPr lang="en-US" sz="1400" dirty="0">
                  <a:solidFill>
                    <a:schemeClr val="bg1"/>
                  </a:solidFill>
                </a:rPr>
                <a:t>Get("ServiceName")</a:t>
              </a:r>
            </a:p>
          </p:txBody>
        </p:sp>
        <p:sp>
          <p:nvSpPr>
            <p:cNvPr id="32" name="TextBox 31">
              <a:extLst>
                <a:ext uri="{FF2B5EF4-FFF2-40B4-BE49-F238E27FC236}">
                  <a16:creationId xmlns:a16="http://schemas.microsoft.com/office/drawing/2014/main" id="{03FA8C41-B531-4D33-9164-6633B72FD3C8}"/>
                </a:ext>
              </a:extLst>
            </p:cNvPr>
            <p:cNvSpPr txBox="1"/>
            <p:nvPr/>
          </p:nvSpPr>
          <p:spPr>
            <a:xfrm rot="18463491">
              <a:off x="6696244" y="3108283"/>
              <a:ext cx="1013974" cy="307777"/>
            </a:xfrm>
            <a:prstGeom prst="rect">
              <a:avLst/>
            </a:prstGeom>
            <a:noFill/>
          </p:spPr>
          <p:txBody>
            <a:bodyPr wrap="square" rtlCol="0">
              <a:spAutoFit/>
            </a:bodyPr>
            <a:lstStyle/>
            <a:p>
              <a:r>
                <a:rPr lang="en-US" sz="1400" dirty="0">
                  <a:solidFill>
                    <a:schemeClr val="bg1"/>
                  </a:solidFill>
                </a:rPr>
                <a:t>Register</a:t>
              </a:r>
            </a:p>
          </p:txBody>
        </p:sp>
        <p:sp>
          <p:nvSpPr>
            <p:cNvPr id="33" name="TextBox 32">
              <a:extLst>
                <a:ext uri="{FF2B5EF4-FFF2-40B4-BE49-F238E27FC236}">
                  <a16:creationId xmlns:a16="http://schemas.microsoft.com/office/drawing/2014/main" id="{E64EB9E6-853A-4B24-A819-A3B7C9FF1EF4}"/>
                </a:ext>
              </a:extLst>
            </p:cNvPr>
            <p:cNvSpPr txBox="1"/>
            <p:nvPr/>
          </p:nvSpPr>
          <p:spPr>
            <a:xfrm rot="16200000">
              <a:off x="7375404" y="3279334"/>
              <a:ext cx="855551" cy="307777"/>
            </a:xfrm>
            <a:prstGeom prst="rect">
              <a:avLst/>
            </a:prstGeom>
            <a:noFill/>
          </p:spPr>
          <p:txBody>
            <a:bodyPr wrap="square" rtlCol="0">
              <a:spAutoFit/>
            </a:bodyPr>
            <a:lstStyle/>
            <a:p>
              <a:r>
                <a:rPr lang="en-US" sz="1400" dirty="0">
                  <a:solidFill>
                    <a:schemeClr val="bg1"/>
                  </a:solidFill>
                </a:rPr>
                <a:t>Register</a:t>
              </a:r>
            </a:p>
          </p:txBody>
        </p:sp>
        <p:sp>
          <p:nvSpPr>
            <p:cNvPr id="40" name="TextBox 39">
              <a:extLst>
                <a:ext uri="{FF2B5EF4-FFF2-40B4-BE49-F238E27FC236}">
                  <a16:creationId xmlns:a16="http://schemas.microsoft.com/office/drawing/2014/main" id="{0C5E71C3-2413-4057-800A-52E1B5F3B36E}"/>
                </a:ext>
              </a:extLst>
            </p:cNvPr>
            <p:cNvSpPr txBox="1"/>
            <p:nvPr/>
          </p:nvSpPr>
          <p:spPr>
            <a:xfrm rot="2732365">
              <a:off x="8573580" y="3306369"/>
              <a:ext cx="1013974" cy="307777"/>
            </a:xfrm>
            <a:prstGeom prst="rect">
              <a:avLst/>
            </a:prstGeom>
            <a:noFill/>
          </p:spPr>
          <p:txBody>
            <a:bodyPr wrap="square" rtlCol="0">
              <a:spAutoFit/>
            </a:bodyPr>
            <a:lstStyle/>
            <a:p>
              <a:r>
                <a:rPr lang="en-US" sz="1400" dirty="0">
                  <a:solidFill>
                    <a:schemeClr val="bg1"/>
                  </a:solidFill>
                </a:rPr>
                <a:t>Register</a:t>
              </a:r>
            </a:p>
          </p:txBody>
        </p:sp>
        <p:cxnSp>
          <p:nvCxnSpPr>
            <p:cNvPr id="43" name="Straight Arrow Connector 42">
              <a:extLst>
                <a:ext uri="{FF2B5EF4-FFF2-40B4-BE49-F238E27FC236}">
                  <a16:creationId xmlns:a16="http://schemas.microsoft.com/office/drawing/2014/main" id="{E95B9F70-4975-4967-9070-E41118AC0565}"/>
                </a:ext>
              </a:extLst>
            </p:cNvPr>
            <p:cNvCxnSpPr>
              <a:cxnSpLocks/>
              <a:stCxn id="2" idx="3"/>
              <a:endCxn id="5" idx="1"/>
            </p:cNvCxnSpPr>
            <p:nvPr/>
          </p:nvCxnSpPr>
          <p:spPr>
            <a:xfrm>
              <a:off x="2378212" y="3497587"/>
              <a:ext cx="888618" cy="0"/>
            </a:xfrm>
            <a:prstGeom prst="straightConnector1">
              <a:avLst/>
            </a:prstGeom>
            <a:ln w="38100">
              <a:solidFill>
                <a:schemeClr val="accent4">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13F1F627-B235-417C-8C4A-4B78A85B1C4C}"/>
                </a:ext>
              </a:extLst>
            </p:cNvPr>
            <p:cNvSpPr txBox="1"/>
            <p:nvPr/>
          </p:nvSpPr>
          <p:spPr>
            <a:xfrm rot="769381">
              <a:off x="5121544" y="3431003"/>
              <a:ext cx="1579069" cy="307777"/>
            </a:xfrm>
            <a:prstGeom prst="rect">
              <a:avLst/>
            </a:prstGeom>
            <a:noFill/>
          </p:spPr>
          <p:txBody>
            <a:bodyPr wrap="square" rtlCol="0">
              <a:spAutoFit/>
            </a:bodyPr>
            <a:lstStyle/>
            <a:p>
              <a:r>
                <a:rPr lang="en-US" sz="1400" dirty="0">
                  <a:solidFill>
                    <a:schemeClr val="bg1"/>
                  </a:solidFill>
                </a:rPr>
                <a:t>API Request(s)</a:t>
              </a:r>
            </a:p>
          </p:txBody>
        </p:sp>
      </p:grpSp>
    </p:spTree>
    <p:extLst>
      <p:ext uri="{BB962C8B-B14F-4D97-AF65-F5344CB8AC3E}">
        <p14:creationId xmlns:p14="http://schemas.microsoft.com/office/powerpoint/2010/main" val="37933807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0"/>
          </p:nvPr>
        </p:nvSpPr>
        <p:spPr/>
        <p:txBody>
          <a:bodyPr/>
          <a:lstStyle/>
          <a:p>
            <a:r>
              <a:rPr lang="en-US" dirty="0"/>
              <a:t>Service Discovery Using Consul</a:t>
            </a:r>
          </a:p>
        </p:txBody>
      </p:sp>
      <p:sp>
        <p:nvSpPr>
          <p:cNvPr id="2" name="Content Placeholder 1"/>
          <p:cNvSpPr>
            <a:spLocks noGrp="1"/>
          </p:cNvSpPr>
          <p:nvPr>
            <p:ph sz="half" idx="1"/>
          </p:nvPr>
        </p:nvSpPr>
        <p:spPr>
          <a:xfrm>
            <a:off x="493295" y="1268098"/>
            <a:ext cx="7162868" cy="4877624"/>
          </a:xfrm>
        </p:spPr>
        <p:txBody>
          <a:bodyPr>
            <a:normAutofit/>
          </a:bodyPr>
          <a:lstStyle/>
          <a:p>
            <a:pPr algn="just"/>
            <a:r>
              <a:rPr lang="en-US" dirty="0"/>
              <a:t>Discover, Register, and Resolve services for application workloads across any cloud. </a:t>
            </a:r>
          </a:p>
          <a:p>
            <a:pPr algn="just"/>
            <a:r>
              <a:rPr lang="en-US" dirty="0"/>
              <a:t>Automatically add and remove services based on health checking.</a:t>
            </a:r>
          </a:p>
        </p:txBody>
      </p:sp>
      <p:pic>
        <p:nvPicPr>
          <p:cNvPr id="4" name="Picture 3"/>
          <p:cNvPicPr>
            <a:picLocks noChangeAspect="1"/>
          </p:cNvPicPr>
          <p:nvPr/>
        </p:nvPicPr>
        <p:blipFill rotWithShape="1">
          <a:blip r:embed="rId3" cstate="print">
            <a:extLst>
              <a:ext uri="{28A0092B-C50C-407E-A947-70E740481C1C}">
                <a14:useLocalDpi xmlns:a14="http://schemas.microsoft.com/office/drawing/2010/main" val="0"/>
              </a:ext>
            </a:extLst>
          </a:blip>
          <a:srcRect l="3016" t="5021" r="4866" b="5021"/>
          <a:stretch/>
        </p:blipFill>
        <p:spPr>
          <a:xfrm>
            <a:off x="7997272" y="1441577"/>
            <a:ext cx="3618079" cy="2758464"/>
          </a:xfrm>
          <a:prstGeom prst="rect">
            <a:avLst/>
          </a:prstGeom>
        </p:spPr>
      </p:pic>
      <p:sp>
        <p:nvSpPr>
          <p:cNvPr id="5" name="Rectangle 4"/>
          <p:cNvSpPr/>
          <p:nvPr/>
        </p:nvSpPr>
        <p:spPr>
          <a:xfrm>
            <a:off x="698436" y="4106847"/>
            <a:ext cx="5876046" cy="1477328"/>
          </a:xfrm>
          <a:prstGeom prst="rect">
            <a:avLst/>
          </a:prstGeom>
          <a:solidFill>
            <a:schemeClr val="bg1">
              <a:lumMod val="95000"/>
            </a:schemeClr>
          </a:solidFill>
          <a:ln>
            <a:solidFill>
              <a:schemeClr val="bg1">
                <a:lumMod val="85000"/>
              </a:schemeClr>
            </a:solidFill>
          </a:ln>
        </p:spPr>
        <p:txBody>
          <a:bodyPr wrap="square">
            <a:spAutoFit/>
          </a:bodyPr>
          <a:lstStyle/>
          <a:p>
            <a:r>
              <a:rPr lang="en-US" dirty="0"/>
              <a:t>&gt; docker pull consul</a:t>
            </a:r>
          </a:p>
          <a:p>
            <a:r>
              <a:rPr lang="en-US" dirty="0"/>
              <a:t>&gt; docker run -p 8500:8500 consul</a:t>
            </a:r>
          </a:p>
          <a:p>
            <a:endParaRPr lang="en-US" dirty="0"/>
          </a:p>
          <a:p>
            <a:r>
              <a:rPr lang="en-US" dirty="0">
                <a:solidFill>
                  <a:srgbClr val="00B050"/>
                </a:solidFill>
              </a:rPr>
              <a:t>//inside </a:t>
            </a:r>
            <a:r>
              <a:rPr lang="en-US" dirty="0" err="1">
                <a:solidFill>
                  <a:srgbClr val="00B050"/>
                </a:solidFill>
              </a:rPr>
              <a:t>docker</a:t>
            </a:r>
            <a:r>
              <a:rPr lang="en-US" dirty="0">
                <a:solidFill>
                  <a:srgbClr val="00B050"/>
                </a:solidFill>
              </a:rPr>
              <a:t> instance</a:t>
            </a:r>
          </a:p>
          <a:p>
            <a:r>
              <a:rPr lang="en-US" dirty="0"/>
              <a:t>&gt; consul services deregister -id=web</a:t>
            </a:r>
          </a:p>
        </p:txBody>
      </p:sp>
    </p:spTree>
    <p:extLst>
      <p:ext uri="{BB962C8B-B14F-4D97-AF65-F5344CB8AC3E}">
        <p14:creationId xmlns:p14="http://schemas.microsoft.com/office/powerpoint/2010/main" val="1734363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fade">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975448C-6D7B-40A2-A0F5-3BA0DDC8EC98}"/>
              </a:ext>
            </a:extLst>
          </p:cNvPr>
          <p:cNvSpPr>
            <a:spLocks noGrp="1"/>
          </p:cNvSpPr>
          <p:nvPr>
            <p:ph sz="half" idx="1"/>
          </p:nvPr>
        </p:nvSpPr>
        <p:spPr/>
        <p:txBody>
          <a:bodyPr>
            <a:normAutofit/>
          </a:bodyPr>
          <a:lstStyle/>
          <a:p>
            <a:pPr algn="just">
              <a:lnSpc>
                <a:spcPct val="100000"/>
              </a:lnSpc>
            </a:pPr>
            <a:r>
              <a:rPr lang="en-US" sz="2400" dirty="0"/>
              <a:t>A circuit breaker is an electronic component like fuse that opens a circuit so that no current can flow through it. As a result, it prevents the damage caused by excess current from an overload or short circuit.</a:t>
            </a:r>
          </a:p>
          <a:p>
            <a:pPr algn="just">
              <a:lnSpc>
                <a:spcPct val="100000"/>
              </a:lnSpc>
            </a:pPr>
            <a:endParaRPr lang="en-US" sz="2400" dirty="0"/>
          </a:p>
          <a:p>
            <a:pPr marL="0" indent="0" algn="just">
              <a:lnSpc>
                <a:spcPct val="100000"/>
              </a:lnSpc>
              <a:buNone/>
            </a:pPr>
            <a:endParaRPr lang="en-US" sz="2400" dirty="0"/>
          </a:p>
          <a:p>
            <a:pPr algn="just">
              <a:lnSpc>
                <a:spcPct val="100000"/>
              </a:lnSpc>
            </a:pPr>
            <a:r>
              <a:rPr lang="en-US" sz="2400" dirty="0"/>
              <a:t>To prevent an application from trying to invoke a remote service or access a shared resource if this operation is highly likely to fail.</a:t>
            </a:r>
          </a:p>
          <a:p>
            <a:pPr algn="just">
              <a:lnSpc>
                <a:spcPct val="100000"/>
              </a:lnSpc>
            </a:pPr>
            <a:r>
              <a:rPr lang="en-US" sz="2400" dirty="0"/>
              <a:t>The circuit-breaker tracks the number of times an API call has failed. Once it crosses a threshold number of failures in a row, it doesn't even try to call the API for subsequent requests.</a:t>
            </a:r>
          </a:p>
        </p:txBody>
      </p:sp>
      <p:sp>
        <p:nvSpPr>
          <p:cNvPr id="3" name="Content Placeholder 2">
            <a:extLst>
              <a:ext uri="{FF2B5EF4-FFF2-40B4-BE49-F238E27FC236}">
                <a16:creationId xmlns:a16="http://schemas.microsoft.com/office/drawing/2014/main" id="{1B48F5C5-9974-4C5C-BEBA-E09CF119F694}"/>
              </a:ext>
            </a:extLst>
          </p:cNvPr>
          <p:cNvSpPr>
            <a:spLocks noGrp="1"/>
          </p:cNvSpPr>
          <p:nvPr>
            <p:ph sz="half" idx="10"/>
          </p:nvPr>
        </p:nvSpPr>
        <p:spPr/>
        <p:txBody>
          <a:bodyPr>
            <a:normAutofit fontScale="85000" lnSpcReduction="20000"/>
          </a:bodyPr>
          <a:lstStyle/>
          <a:p>
            <a:r>
              <a:rPr lang="en-IN" sz="4400" b="0" kern="1200" dirty="0"/>
              <a:t>Circuit Breaker Pattern</a:t>
            </a:r>
          </a:p>
        </p:txBody>
      </p:sp>
      <p:pic>
        <p:nvPicPr>
          <p:cNvPr id="5" name="Picture 4">
            <a:extLst>
              <a:ext uri="{FF2B5EF4-FFF2-40B4-BE49-F238E27FC236}">
                <a16:creationId xmlns:a16="http://schemas.microsoft.com/office/drawing/2014/main" id="{6565074A-5104-4A4F-872F-C0D632D54F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0355" y="2505103"/>
            <a:ext cx="2007935" cy="923897"/>
          </a:xfrm>
          <a:prstGeom prst="rect">
            <a:avLst/>
          </a:prstGeom>
        </p:spPr>
      </p:pic>
    </p:spTree>
    <p:extLst>
      <p:ext uri="{BB962C8B-B14F-4D97-AF65-F5344CB8AC3E}">
        <p14:creationId xmlns:p14="http://schemas.microsoft.com/office/powerpoint/2010/main" val="1731677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fade">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fade">
                                      <p:cBhvr>
                                        <p:cTn id="2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5E131AA-B7B2-4980-8FA0-BE24640FDAD3}"/>
              </a:ext>
            </a:extLst>
          </p:cNvPr>
          <p:cNvSpPr>
            <a:spLocks noGrp="1"/>
          </p:cNvSpPr>
          <p:nvPr>
            <p:ph sz="half" idx="1"/>
          </p:nvPr>
        </p:nvSpPr>
        <p:spPr/>
        <p:txBody>
          <a:bodyPr>
            <a:normAutofit/>
          </a:bodyPr>
          <a:lstStyle/>
          <a:p>
            <a:pPr algn="just">
              <a:lnSpc>
                <a:spcPct val="100000"/>
              </a:lnSpc>
            </a:pPr>
            <a:r>
              <a:rPr lang="en-US" sz="2400" dirty="0"/>
              <a:t>A .NET library that allows to express policies such as Retry, Circuit Breaker, Timeout, Bulkhead Isolation, and Fallback in a fluent and thread-safe manner.</a:t>
            </a:r>
          </a:p>
          <a:p>
            <a:pPr algn="just">
              <a:lnSpc>
                <a:spcPct val="100000"/>
              </a:lnSpc>
            </a:pPr>
            <a:r>
              <a:rPr lang="en-US" sz="2400" dirty="0"/>
              <a:t>If the failure scenario is occurring due to load issues (e.g. a database is trying to handle too many operations), a circuit-breaker policy will prevent the situation from getting worse whereas a retry policy would almost certainly have cause a bigger problem</a:t>
            </a:r>
          </a:p>
        </p:txBody>
      </p:sp>
      <p:sp>
        <p:nvSpPr>
          <p:cNvPr id="3" name="Content Placeholder 2">
            <a:extLst>
              <a:ext uri="{FF2B5EF4-FFF2-40B4-BE49-F238E27FC236}">
                <a16:creationId xmlns:a16="http://schemas.microsoft.com/office/drawing/2014/main" id="{DEBD61A1-F40B-43BB-87AC-37C6FBF267CD}"/>
              </a:ext>
            </a:extLst>
          </p:cNvPr>
          <p:cNvSpPr>
            <a:spLocks noGrp="1"/>
          </p:cNvSpPr>
          <p:nvPr>
            <p:ph sz="half" idx="10"/>
          </p:nvPr>
        </p:nvSpPr>
        <p:spPr/>
        <p:txBody>
          <a:bodyPr/>
          <a:lstStyle/>
          <a:p>
            <a:r>
              <a:rPr lang="en-US" dirty="0"/>
              <a:t>Polly</a:t>
            </a:r>
          </a:p>
        </p:txBody>
      </p:sp>
      <p:pic>
        <p:nvPicPr>
          <p:cNvPr id="5" name="Picture 4">
            <a:extLst>
              <a:ext uri="{FF2B5EF4-FFF2-40B4-BE49-F238E27FC236}">
                <a16:creationId xmlns:a16="http://schemas.microsoft.com/office/drawing/2014/main" id="{7FAF4931-6474-4A9D-833E-DA31A505E7C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28776" y="221065"/>
            <a:ext cx="969929" cy="969929"/>
          </a:xfrm>
          <a:prstGeom prst="rect">
            <a:avLst/>
          </a:prstGeom>
        </p:spPr>
      </p:pic>
      <p:sp>
        <p:nvSpPr>
          <p:cNvPr id="6" name="TextBox 5">
            <a:extLst>
              <a:ext uri="{FF2B5EF4-FFF2-40B4-BE49-F238E27FC236}">
                <a16:creationId xmlns:a16="http://schemas.microsoft.com/office/drawing/2014/main" id="{F64F1986-2580-4C55-A2A3-2BC0C6B1589A}"/>
              </a:ext>
            </a:extLst>
          </p:cNvPr>
          <p:cNvSpPr txBox="1"/>
          <p:nvPr/>
        </p:nvSpPr>
        <p:spPr>
          <a:xfrm>
            <a:off x="697028" y="4222349"/>
            <a:ext cx="5116749" cy="1200329"/>
          </a:xfrm>
          <a:prstGeom prst="rect">
            <a:avLst/>
          </a:prstGeom>
          <a:solidFill>
            <a:schemeClr val="tx2">
              <a:lumMod val="10000"/>
              <a:lumOff val="90000"/>
            </a:schemeClr>
          </a:solidFill>
          <a:ln>
            <a:solidFill>
              <a:schemeClr val="bg1">
                <a:lumMod val="75000"/>
              </a:schemeClr>
            </a:solidFill>
          </a:ln>
        </p:spPr>
        <p:txBody>
          <a:bodyPr wrap="square">
            <a:spAutoFit/>
          </a:bodyPr>
          <a:lstStyle/>
          <a:p>
            <a:r>
              <a:rPr lang="en-US" sz="1200" dirty="0">
                <a:solidFill>
                  <a:srgbClr val="0000FF"/>
                </a:solidFill>
                <a:latin typeface="Consolas" panose="020B0609020204030204" pitchFamily="49" charset="0"/>
              </a:rPr>
              <a:t>public</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void</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ConfigureServices</a:t>
            </a:r>
            <a:r>
              <a:rPr lang="en-US" sz="1200" dirty="0">
                <a:solidFill>
                  <a:srgbClr val="000000"/>
                </a:solidFill>
                <a:latin typeface="Consolas" panose="020B0609020204030204" pitchFamily="49" charset="0"/>
              </a:rPr>
              <a:t>(</a:t>
            </a:r>
            <a:r>
              <a:rPr lang="en-US" sz="1200" dirty="0" err="1">
                <a:solidFill>
                  <a:srgbClr val="000000"/>
                </a:solidFill>
                <a:latin typeface="Consolas" panose="020B0609020204030204" pitchFamily="49" charset="0"/>
              </a:rPr>
              <a:t>IServiceCollection</a:t>
            </a:r>
            <a:r>
              <a:rPr lang="en-US" sz="1200" dirty="0">
                <a:solidFill>
                  <a:srgbClr val="000000"/>
                </a:solidFill>
                <a:latin typeface="Consolas" panose="020B0609020204030204" pitchFamily="49" charset="0"/>
              </a:rPr>
              <a:t> services)</a:t>
            </a:r>
          </a:p>
          <a:p>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services.AddHttpClient</a:t>
            </a:r>
            <a:r>
              <a:rPr lang="en-US" sz="1200" dirty="0">
                <a:solidFill>
                  <a:srgbClr val="000000"/>
                </a:solidFill>
                <a:latin typeface="Consolas" panose="020B0609020204030204" pitchFamily="49" charset="0"/>
              </a:rPr>
              <a:t>(</a:t>
            </a:r>
            <a:r>
              <a:rPr lang="en-US" sz="1200" dirty="0">
                <a:solidFill>
                  <a:srgbClr val="A31515"/>
                </a:solidFill>
                <a:latin typeface="Consolas" panose="020B0609020204030204" pitchFamily="49" charset="0"/>
              </a:rPr>
              <a:t>"</a:t>
            </a:r>
            <a:r>
              <a:rPr lang="en-US" sz="1200" dirty="0" err="1">
                <a:solidFill>
                  <a:srgbClr val="A31515"/>
                </a:solidFill>
                <a:latin typeface="Consolas" panose="020B0609020204030204" pitchFamily="49" charset="0"/>
              </a:rPr>
              <a:t>basketapi</a:t>
            </a:r>
            <a:r>
              <a:rPr lang="en-US" sz="1200" dirty="0">
                <a:solidFill>
                  <a:srgbClr val="A31515"/>
                </a:solidFill>
                <a:latin typeface="Consolas" panose="020B0609020204030204" pitchFamily="49" charset="0"/>
              </a:rPr>
              <a:t>"</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SetHandlerLifetime</a:t>
            </a:r>
            <a:r>
              <a:rPr lang="en-US" sz="1200" dirty="0">
                <a:solidFill>
                  <a:srgbClr val="000000"/>
                </a:solidFill>
                <a:latin typeface="Consolas" panose="020B0609020204030204" pitchFamily="49" charset="0"/>
              </a:rPr>
              <a:t>(</a:t>
            </a:r>
            <a:r>
              <a:rPr lang="en-US" sz="1200" dirty="0" err="1">
                <a:solidFill>
                  <a:srgbClr val="000000"/>
                </a:solidFill>
                <a:latin typeface="Consolas" panose="020B0609020204030204" pitchFamily="49" charset="0"/>
              </a:rPr>
              <a:t>TimeSpan.FromMinutes</a:t>
            </a:r>
            <a:r>
              <a:rPr lang="en-US" sz="1200" dirty="0">
                <a:solidFill>
                  <a:srgbClr val="000000"/>
                </a:solidFill>
                <a:latin typeface="Consolas" panose="020B0609020204030204" pitchFamily="49" charset="0"/>
              </a:rPr>
              <a:t>(5))</a:t>
            </a:r>
          </a:p>
          <a:p>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AddPolicyHandler</a:t>
            </a:r>
            <a:r>
              <a:rPr lang="en-US" sz="1200" dirty="0">
                <a:solidFill>
                  <a:srgbClr val="000000"/>
                </a:solidFill>
                <a:latin typeface="Consolas" panose="020B0609020204030204" pitchFamily="49" charset="0"/>
              </a:rPr>
              <a:t>(</a:t>
            </a:r>
            <a:r>
              <a:rPr lang="en-US" sz="1200" dirty="0" err="1">
                <a:solidFill>
                  <a:srgbClr val="000000"/>
                </a:solidFill>
                <a:latin typeface="Consolas" panose="020B0609020204030204" pitchFamily="49" charset="0"/>
              </a:rPr>
              <a:t>GetCircuitBreakerPolicy</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a:t>
            </a:r>
            <a:endParaRPr lang="en-US" sz="1200" dirty="0"/>
          </a:p>
        </p:txBody>
      </p:sp>
      <p:sp>
        <p:nvSpPr>
          <p:cNvPr id="7" name="TextBox 6">
            <a:extLst>
              <a:ext uri="{FF2B5EF4-FFF2-40B4-BE49-F238E27FC236}">
                <a16:creationId xmlns:a16="http://schemas.microsoft.com/office/drawing/2014/main" id="{0593091C-AED2-4B43-AB11-FD7DFA6E8666}"/>
              </a:ext>
            </a:extLst>
          </p:cNvPr>
          <p:cNvSpPr txBox="1"/>
          <p:nvPr/>
        </p:nvSpPr>
        <p:spPr>
          <a:xfrm>
            <a:off x="5901145" y="4211061"/>
            <a:ext cx="5797560" cy="1200329"/>
          </a:xfrm>
          <a:prstGeom prst="rect">
            <a:avLst/>
          </a:prstGeom>
          <a:solidFill>
            <a:schemeClr val="tx2">
              <a:lumMod val="10000"/>
              <a:lumOff val="90000"/>
            </a:schemeClr>
          </a:solidFill>
          <a:ln>
            <a:solidFill>
              <a:schemeClr val="bg1">
                <a:lumMod val="75000"/>
              </a:schemeClr>
            </a:solidFill>
          </a:ln>
        </p:spPr>
        <p:txBody>
          <a:bodyPr wrap="square">
            <a:spAutoFit/>
          </a:bodyPr>
          <a:lstStyle/>
          <a:p>
            <a:r>
              <a:rPr lang="en-US" sz="1200" dirty="0">
                <a:solidFill>
                  <a:srgbClr val="0000FF"/>
                </a:solidFill>
                <a:latin typeface="Consolas" panose="020B0609020204030204" pitchFamily="49" charset="0"/>
              </a:rPr>
              <a:t>static</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IAsyncPolicy</a:t>
            </a:r>
            <a:r>
              <a:rPr lang="en-US" sz="1200" dirty="0">
                <a:solidFill>
                  <a:srgbClr val="000000"/>
                </a:solidFill>
                <a:latin typeface="Consolas" panose="020B0609020204030204" pitchFamily="49" charset="0"/>
              </a:rPr>
              <a:t>&lt;</a:t>
            </a:r>
            <a:r>
              <a:rPr lang="en-US" sz="1200" dirty="0" err="1">
                <a:solidFill>
                  <a:srgbClr val="000000"/>
                </a:solidFill>
                <a:latin typeface="Consolas" panose="020B0609020204030204" pitchFamily="49" charset="0"/>
              </a:rPr>
              <a:t>HttpResponseMessage</a:t>
            </a:r>
            <a:r>
              <a:rPr lang="en-US" sz="1200" dirty="0">
                <a:solidFill>
                  <a:srgbClr val="000000"/>
                </a:solidFill>
                <a:latin typeface="Consolas" panose="020B0609020204030204" pitchFamily="49" charset="0"/>
              </a:rPr>
              <a:t>&gt; </a:t>
            </a:r>
            <a:r>
              <a:rPr lang="en-US" sz="1200" dirty="0" err="1">
                <a:solidFill>
                  <a:srgbClr val="000000"/>
                </a:solidFill>
                <a:latin typeface="Consolas" panose="020B0609020204030204" pitchFamily="49" charset="0"/>
              </a:rPr>
              <a:t>GetCircuitBreakerPolicy</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a:t>
            </a:r>
          </a:p>
          <a:p>
            <a:r>
              <a:rPr lang="en-US" sz="1200" dirty="0">
                <a:solidFill>
                  <a:srgbClr val="0000FF"/>
                </a:solidFill>
                <a:latin typeface="Consolas" panose="020B0609020204030204" pitchFamily="49" charset="0"/>
              </a:rPr>
              <a:t>    return</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HttpPolicyExtensions</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HandleTransientHttpError</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CircuitBreakerAsync</a:t>
            </a:r>
            <a:r>
              <a:rPr lang="en-US" sz="1200" dirty="0">
                <a:solidFill>
                  <a:srgbClr val="000000"/>
                </a:solidFill>
                <a:latin typeface="Consolas" panose="020B0609020204030204" pitchFamily="49" charset="0"/>
              </a:rPr>
              <a:t>(2, </a:t>
            </a:r>
            <a:r>
              <a:rPr lang="en-US" sz="1200" dirty="0" err="1">
                <a:solidFill>
                  <a:srgbClr val="000000"/>
                </a:solidFill>
                <a:latin typeface="Consolas" panose="020B0609020204030204" pitchFamily="49" charset="0"/>
              </a:rPr>
              <a:t>TimeSpan.FromSeconds</a:t>
            </a:r>
            <a:r>
              <a:rPr lang="en-US" sz="1200" dirty="0">
                <a:solidFill>
                  <a:srgbClr val="000000"/>
                </a:solidFill>
                <a:latin typeface="Consolas" panose="020B0609020204030204" pitchFamily="49" charset="0"/>
              </a:rPr>
              <a:t>(10));</a:t>
            </a:r>
          </a:p>
          <a:p>
            <a:r>
              <a:rPr lang="en-US" sz="12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2142037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ormAutofit/>
          </a:bodyPr>
          <a:lstStyle/>
          <a:p>
            <a:pPr marL="0" indent="0" algn="just">
              <a:spcBef>
                <a:spcPts val="600"/>
              </a:spcBef>
              <a:buNone/>
            </a:pPr>
            <a:r>
              <a:rPr lang="en-US" sz="2400" b="1" dirty="0"/>
              <a:t>Problem:</a:t>
            </a:r>
            <a:r>
              <a:rPr lang="en-US" sz="2400" dirty="0"/>
              <a:t> How to understand the behavior of an application and troubleshoot problems? </a:t>
            </a:r>
          </a:p>
          <a:p>
            <a:pPr algn="just">
              <a:spcBef>
                <a:spcPts val="600"/>
              </a:spcBef>
            </a:pPr>
            <a:r>
              <a:rPr lang="en-US" sz="2400" b="1" dirty="0"/>
              <a:t>Log aggregation</a:t>
            </a:r>
            <a:r>
              <a:rPr lang="en-US" sz="2400" dirty="0"/>
              <a:t> - aggregate the application logs</a:t>
            </a:r>
          </a:p>
          <a:p>
            <a:pPr algn="just">
              <a:spcBef>
                <a:spcPts val="600"/>
              </a:spcBef>
            </a:pPr>
            <a:r>
              <a:rPr lang="en-US" sz="2400" b="1" dirty="0"/>
              <a:t>Application metrics</a:t>
            </a:r>
            <a:r>
              <a:rPr lang="en-US" sz="2400" dirty="0"/>
              <a:t> - instrument a service’s code to gather statistics about operations</a:t>
            </a:r>
          </a:p>
          <a:p>
            <a:pPr algn="just">
              <a:spcBef>
                <a:spcPts val="600"/>
              </a:spcBef>
            </a:pPr>
            <a:r>
              <a:rPr lang="en-US" sz="2400" b="1" dirty="0"/>
              <a:t>Exception tracking</a:t>
            </a:r>
            <a:r>
              <a:rPr lang="en-US" sz="2400" dirty="0"/>
              <a:t> - report all exceptions to a centralized exception tracking service that aggregates and tracks exceptions and notifies developers.</a:t>
            </a:r>
          </a:p>
          <a:p>
            <a:pPr algn="just">
              <a:spcBef>
                <a:spcPts val="600"/>
              </a:spcBef>
            </a:pPr>
            <a:r>
              <a:rPr lang="en-US" sz="2400" b="1" dirty="0"/>
              <a:t>Health check API</a:t>
            </a:r>
            <a:r>
              <a:rPr lang="en-US" sz="2400" dirty="0"/>
              <a:t> - service API (e.g. HTTP endpoint) that returns the health of the service and can be pinged, for example, by a monitoring service</a:t>
            </a:r>
          </a:p>
          <a:p>
            <a:pPr algn="just">
              <a:spcBef>
                <a:spcPts val="600"/>
              </a:spcBef>
            </a:pPr>
            <a:r>
              <a:rPr lang="en-US" sz="2400" b="1" dirty="0"/>
              <a:t>Audit logging</a:t>
            </a:r>
            <a:r>
              <a:rPr lang="en-US" sz="2400" dirty="0"/>
              <a:t> - record user activity in a database</a:t>
            </a:r>
          </a:p>
        </p:txBody>
      </p:sp>
      <p:sp>
        <p:nvSpPr>
          <p:cNvPr id="4" name="Content Placeholder 3"/>
          <p:cNvSpPr>
            <a:spLocks noGrp="1"/>
          </p:cNvSpPr>
          <p:nvPr>
            <p:ph sz="half" idx="10"/>
          </p:nvPr>
        </p:nvSpPr>
        <p:spPr/>
        <p:txBody>
          <a:bodyPr/>
          <a:lstStyle/>
          <a:p>
            <a:r>
              <a:rPr lang="en-IN" dirty="0"/>
              <a:t>Observability Patterns</a:t>
            </a:r>
          </a:p>
        </p:txBody>
      </p:sp>
    </p:spTree>
    <p:extLst>
      <p:ext uri="{BB962C8B-B14F-4D97-AF65-F5344CB8AC3E}">
        <p14:creationId xmlns:p14="http://schemas.microsoft.com/office/powerpoint/2010/main" val="12669269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0"/>
          </p:nvPr>
        </p:nvSpPr>
        <p:spPr/>
        <p:txBody>
          <a:bodyPr/>
          <a:lstStyle/>
          <a:p>
            <a:r>
              <a:rPr lang="en-US" dirty="0"/>
              <a:t>Microservices Logging</a:t>
            </a:r>
          </a:p>
        </p:txBody>
      </p:sp>
      <p:grpSp>
        <p:nvGrpSpPr>
          <p:cNvPr id="36" name="Group 35">
            <a:extLst>
              <a:ext uri="{FF2B5EF4-FFF2-40B4-BE49-F238E27FC236}">
                <a16:creationId xmlns:a16="http://schemas.microsoft.com/office/drawing/2014/main" id="{4F2C15DA-F6BC-40D4-A8FE-0FDDF71C21AC}"/>
              </a:ext>
            </a:extLst>
          </p:cNvPr>
          <p:cNvGrpSpPr/>
          <p:nvPr/>
        </p:nvGrpSpPr>
        <p:grpSpPr>
          <a:xfrm>
            <a:off x="814903" y="1581468"/>
            <a:ext cx="3889215" cy="4150070"/>
            <a:chOff x="668576" y="1558595"/>
            <a:chExt cx="3889215" cy="4150070"/>
          </a:xfrm>
        </p:grpSpPr>
        <p:sp>
          <p:nvSpPr>
            <p:cNvPr id="17" name="Rectangle 16">
              <a:extLst>
                <a:ext uri="{FF2B5EF4-FFF2-40B4-BE49-F238E27FC236}">
                  <a16:creationId xmlns:a16="http://schemas.microsoft.com/office/drawing/2014/main" id="{D33BF911-5B38-4320-9B1B-DCD6D2DF7ADB}"/>
                </a:ext>
              </a:extLst>
            </p:cNvPr>
            <p:cNvSpPr/>
            <p:nvPr/>
          </p:nvSpPr>
          <p:spPr>
            <a:xfrm>
              <a:off x="668577" y="1943094"/>
              <a:ext cx="3889214" cy="2394443"/>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B695F7B-3069-4A72-A6BC-FE9B52DD811A}"/>
                </a:ext>
              </a:extLst>
            </p:cNvPr>
            <p:cNvSpPr/>
            <p:nvPr/>
          </p:nvSpPr>
          <p:spPr>
            <a:xfrm>
              <a:off x="2715829" y="2282092"/>
              <a:ext cx="1555261" cy="180535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CAEBDB25-D701-484D-8797-9F7D5A13B36A}"/>
                </a:ext>
              </a:extLst>
            </p:cNvPr>
            <p:cNvSpPr/>
            <p:nvPr/>
          </p:nvSpPr>
          <p:spPr>
            <a:xfrm>
              <a:off x="906585" y="2282092"/>
              <a:ext cx="1555261" cy="180535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563763" y="5370111"/>
              <a:ext cx="2107115" cy="338554"/>
            </a:xfrm>
            <a:prstGeom prst="rect">
              <a:avLst/>
            </a:prstGeom>
          </p:spPr>
          <p:txBody>
            <a:bodyPr wrap="none">
              <a:spAutoFit/>
            </a:bodyPr>
            <a:lstStyle/>
            <a:p>
              <a:r>
                <a:rPr lang="en-US" sz="1600" dirty="0">
                  <a:solidFill>
                    <a:schemeClr val="bg1"/>
                  </a:solidFill>
                  <a:latin typeface="charter"/>
                </a:rPr>
                <a:t>Logging in Each Service</a:t>
              </a:r>
              <a:endParaRPr lang="en-US" sz="1600" dirty="0">
                <a:solidFill>
                  <a:schemeClr val="bg1"/>
                </a:solidFill>
              </a:endParaRPr>
            </a:p>
          </p:txBody>
        </p:sp>
        <p:sp>
          <p:nvSpPr>
            <p:cNvPr id="8" name="Rectangle 7">
              <a:extLst>
                <a:ext uri="{FF2B5EF4-FFF2-40B4-BE49-F238E27FC236}">
                  <a16:creationId xmlns:a16="http://schemas.microsoft.com/office/drawing/2014/main" id="{C339D45F-24DA-4FEF-A9E1-4F64BC5C3D4C}"/>
                </a:ext>
              </a:extLst>
            </p:cNvPr>
            <p:cNvSpPr/>
            <p:nvPr/>
          </p:nvSpPr>
          <p:spPr>
            <a:xfrm>
              <a:off x="1078525" y="3290479"/>
              <a:ext cx="1227016" cy="711200"/>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Logging Framework</a:t>
              </a:r>
            </a:p>
          </p:txBody>
        </p:sp>
        <p:sp>
          <p:nvSpPr>
            <p:cNvPr id="9" name="Rectangle 8">
              <a:extLst>
                <a:ext uri="{FF2B5EF4-FFF2-40B4-BE49-F238E27FC236}">
                  <a16:creationId xmlns:a16="http://schemas.microsoft.com/office/drawing/2014/main" id="{7E7A845E-A98A-4082-AC9E-2064E3C754D8}"/>
                </a:ext>
              </a:extLst>
            </p:cNvPr>
            <p:cNvSpPr/>
            <p:nvPr/>
          </p:nvSpPr>
          <p:spPr>
            <a:xfrm>
              <a:off x="2887751" y="3290479"/>
              <a:ext cx="1211419" cy="711200"/>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Logging Framework</a:t>
              </a:r>
            </a:p>
          </p:txBody>
        </p:sp>
        <p:sp>
          <p:nvSpPr>
            <p:cNvPr id="11" name="Rectangle 10">
              <a:extLst>
                <a:ext uri="{FF2B5EF4-FFF2-40B4-BE49-F238E27FC236}">
                  <a16:creationId xmlns:a16="http://schemas.microsoft.com/office/drawing/2014/main" id="{E4931680-E5FD-4C44-8C71-ED9DF0B5F377}"/>
                </a:ext>
              </a:extLst>
            </p:cNvPr>
            <p:cNvSpPr/>
            <p:nvPr/>
          </p:nvSpPr>
          <p:spPr>
            <a:xfrm>
              <a:off x="668576" y="4594631"/>
              <a:ext cx="3889215" cy="589644"/>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Log Destination</a:t>
              </a:r>
            </a:p>
          </p:txBody>
        </p:sp>
        <p:sp>
          <p:nvSpPr>
            <p:cNvPr id="14" name="Arrow: Down 13">
              <a:extLst>
                <a:ext uri="{FF2B5EF4-FFF2-40B4-BE49-F238E27FC236}">
                  <a16:creationId xmlns:a16="http://schemas.microsoft.com/office/drawing/2014/main" id="{2AF1BC39-CF0D-4AF9-8B4F-857B503B41AF}"/>
                </a:ext>
              </a:extLst>
            </p:cNvPr>
            <p:cNvSpPr/>
            <p:nvPr/>
          </p:nvSpPr>
          <p:spPr>
            <a:xfrm>
              <a:off x="3364388" y="4087446"/>
              <a:ext cx="265723" cy="496277"/>
            </a:xfrm>
            <a:prstGeom prst="downArrow">
              <a:avLst/>
            </a:prstGeom>
            <a:solidFill>
              <a:schemeClr val="accent1">
                <a:lumMod val="20000"/>
                <a:lumOff val="8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F39483B-015E-439E-A47B-6FFB5EDACD13}"/>
                </a:ext>
              </a:extLst>
            </p:cNvPr>
            <p:cNvSpPr txBox="1"/>
            <p:nvPr/>
          </p:nvSpPr>
          <p:spPr>
            <a:xfrm>
              <a:off x="928396" y="2617239"/>
              <a:ext cx="1500732" cy="307777"/>
            </a:xfrm>
            <a:prstGeom prst="rect">
              <a:avLst/>
            </a:prstGeom>
            <a:noFill/>
          </p:spPr>
          <p:txBody>
            <a:bodyPr wrap="none" rtlCol="0">
              <a:spAutoFit/>
            </a:bodyPr>
            <a:lstStyle/>
            <a:p>
              <a:r>
                <a:rPr lang="en-US" sz="1400" dirty="0"/>
                <a:t>Payment Service</a:t>
              </a:r>
            </a:p>
          </p:txBody>
        </p:sp>
        <p:sp>
          <p:nvSpPr>
            <p:cNvPr id="16" name="TextBox 15">
              <a:extLst>
                <a:ext uri="{FF2B5EF4-FFF2-40B4-BE49-F238E27FC236}">
                  <a16:creationId xmlns:a16="http://schemas.microsoft.com/office/drawing/2014/main" id="{8D06F02E-B145-4F46-A1E7-4482B5CF2C70}"/>
                </a:ext>
              </a:extLst>
            </p:cNvPr>
            <p:cNvSpPr txBox="1"/>
            <p:nvPr/>
          </p:nvSpPr>
          <p:spPr>
            <a:xfrm>
              <a:off x="2887751" y="2617238"/>
              <a:ext cx="1236236" cy="307777"/>
            </a:xfrm>
            <a:prstGeom prst="rect">
              <a:avLst/>
            </a:prstGeom>
            <a:noFill/>
          </p:spPr>
          <p:txBody>
            <a:bodyPr wrap="none" rtlCol="0">
              <a:spAutoFit/>
            </a:bodyPr>
            <a:lstStyle/>
            <a:p>
              <a:r>
                <a:rPr lang="en-US" sz="1400" dirty="0"/>
                <a:t>Order Service</a:t>
              </a:r>
            </a:p>
          </p:txBody>
        </p:sp>
        <p:sp>
          <p:nvSpPr>
            <p:cNvPr id="18" name="TextBox 17">
              <a:extLst>
                <a:ext uri="{FF2B5EF4-FFF2-40B4-BE49-F238E27FC236}">
                  <a16:creationId xmlns:a16="http://schemas.microsoft.com/office/drawing/2014/main" id="{89067295-D4C2-46C1-B25F-C37305308CA4}"/>
                </a:ext>
              </a:extLst>
            </p:cNvPr>
            <p:cNvSpPr txBox="1"/>
            <p:nvPr/>
          </p:nvSpPr>
          <p:spPr>
            <a:xfrm>
              <a:off x="1311833" y="1558595"/>
              <a:ext cx="2754280" cy="369332"/>
            </a:xfrm>
            <a:prstGeom prst="rect">
              <a:avLst/>
            </a:prstGeom>
            <a:noFill/>
          </p:spPr>
          <p:txBody>
            <a:bodyPr wrap="none" rtlCol="0">
              <a:spAutoFit/>
            </a:bodyPr>
            <a:lstStyle/>
            <a:p>
              <a:r>
                <a:rPr lang="en-US" dirty="0">
                  <a:solidFill>
                    <a:schemeClr val="bg1"/>
                  </a:solidFill>
                </a:rPr>
                <a:t>Microservice Architecture</a:t>
              </a:r>
            </a:p>
          </p:txBody>
        </p:sp>
        <p:sp>
          <p:nvSpPr>
            <p:cNvPr id="13" name="Arrow: Down 12">
              <a:extLst>
                <a:ext uri="{FF2B5EF4-FFF2-40B4-BE49-F238E27FC236}">
                  <a16:creationId xmlns:a16="http://schemas.microsoft.com/office/drawing/2014/main" id="{20487683-CFFA-447B-8705-794B7E95E2A6}"/>
                </a:ext>
              </a:extLst>
            </p:cNvPr>
            <p:cNvSpPr/>
            <p:nvPr/>
          </p:nvSpPr>
          <p:spPr>
            <a:xfrm>
              <a:off x="1570892" y="4087446"/>
              <a:ext cx="265723" cy="496277"/>
            </a:xfrm>
            <a:prstGeom prst="downArrow">
              <a:avLst/>
            </a:prstGeom>
            <a:solidFill>
              <a:schemeClr val="accent1">
                <a:lumMod val="20000"/>
                <a:lumOff val="8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03829925-F1D5-4ADB-AE12-F733D3E32194}"/>
              </a:ext>
            </a:extLst>
          </p:cNvPr>
          <p:cNvGrpSpPr/>
          <p:nvPr/>
        </p:nvGrpSpPr>
        <p:grpSpPr>
          <a:xfrm>
            <a:off x="7225747" y="1358432"/>
            <a:ext cx="3864348" cy="4390044"/>
            <a:chOff x="7659075" y="1358460"/>
            <a:chExt cx="3864348" cy="4390044"/>
          </a:xfrm>
        </p:grpSpPr>
        <p:sp>
          <p:nvSpPr>
            <p:cNvPr id="7" name="Rectangle 6"/>
            <p:cNvSpPr/>
            <p:nvPr/>
          </p:nvSpPr>
          <p:spPr>
            <a:xfrm>
              <a:off x="8521636" y="5409950"/>
              <a:ext cx="2449197" cy="338554"/>
            </a:xfrm>
            <a:prstGeom prst="rect">
              <a:avLst/>
            </a:prstGeom>
          </p:spPr>
          <p:txBody>
            <a:bodyPr wrap="none">
              <a:spAutoFit/>
            </a:bodyPr>
            <a:lstStyle/>
            <a:p>
              <a:r>
                <a:rPr lang="en-US" sz="1600" dirty="0">
                  <a:solidFill>
                    <a:schemeClr val="bg1"/>
                  </a:solidFill>
                  <a:latin typeface="charter"/>
                </a:rPr>
                <a:t>Centralized Logging Service</a:t>
              </a:r>
              <a:endParaRPr lang="en-US" sz="1600" dirty="0">
                <a:solidFill>
                  <a:schemeClr val="bg1"/>
                </a:solidFill>
              </a:endParaRPr>
            </a:p>
          </p:txBody>
        </p:sp>
        <p:sp>
          <p:nvSpPr>
            <p:cNvPr id="21" name="Rectangle 20">
              <a:extLst>
                <a:ext uri="{FF2B5EF4-FFF2-40B4-BE49-F238E27FC236}">
                  <a16:creationId xmlns:a16="http://schemas.microsoft.com/office/drawing/2014/main" id="{B6031626-9F6F-43EE-A08B-59D8332604BF}"/>
                </a:ext>
              </a:extLst>
            </p:cNvPr>
            <p:cNvSpPr/>
            <p:nvPr/>
          </p:nvSpPr>
          <p:spPr>
            <a:xfrm>
              <a:off x="7659076" y="1742057"/>
              <a:ext cx="3864347" cy="265209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B230E65-090F-4102-A0E9-A5A42071B5CB}"/>
                </a:ext>
              </a:extLst>
            </p:cNvPr>
            <p:cNvSpPr/>
            <p:nvPr/>
          </p:nvSpPr>
          <p:spPr>
            <a:xfrm>
              <a:off x="9728104" y="1993838"/>
              <a:ext cx="1555261" cy="1291386"/>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09B45EE-5B74-4D39-9BA3-913D53161E83}"/>
                </a:ext>
              </a:extLst>
            </p:cNvPr>
            <p:cNvSpPr/>
            <p:nvPr/>
          </p:nvSpPr>
          <p:spPr>
            <a:xfrm>
              <a:off x="7918860" y="1993838"/>
              <a:ext cx="1555261" cy="1291386"/>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B1748482-C756-4B35-BE24-3DC8239A44DA}"/>
                </a:ext>
              </a:extLst>
            </p:cNvPr>
            <p:cNvSpPr/>
            <p:nvPr/>
          </p:nvSpPr>
          <p:spPr>
            <a:xfrm>
              <a:off x="8090800" y="2718574"/>
              <a:ext cx="1227016" cy="480883"/>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Log Source</a:t>
              </a:r>
            </a:p>
          </p:txBody>
        </p:sp>
        <p:sp>
          <p:nvSpPr>
            <p:cNvPr id="26" name="Rectangle 25">
              <a:extLst>
                <a:ext uri="{FF2B5EF4-FFF2-40B4-BE49-F238E27FC236}">
                  <a16:creationId xmlns:a16="http://schemas.microsoft.com/office/drawing/2014/main" id="{82B39A8D-70F0-436B-BD27-0B17716A3235}"/>
                </a:ext>
              </a:extLst>
            </p:cNvPr>
            <p:cNvSpPr/>
            <p:nvPr/>
          </p:nvSpPr>
          <p:spPr>
            <a:xfrm>
              <a:off x="9900026" y="2710128"/>
              <a:ext cx="1211419" cy="489329"/>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Log Source</a:t>
              </a:r>
            </a:p>
          </p:txBody>
        </p:sp>
        <p:sp>
          <p:nvSpPr>
            <p:cNvPr id="27" name="Rectangle 26">
              <a:extLst>
                <a:ext uri="{FF2B5EF4-FFF2-40B4-BE49-F238E27FC236}">
                  <a16:creationId xmlns:a16="http://schemas.microsoft.com/office/drawing/2014/main" id="{5DB2FAAB-6431-448A-9B68-16B8EC738C97}"/>
                </a:ext>
              </a:extLst>
            </p:cNvPr>
            <p:cNvSpPr/>
            <p:nvPr/>
          </p:nvSpPr>
          <p:spPr>
            <a:xfrm>
              <a:off x="7659075" y="4704573"/>
              <a:ext cx="3864347" cy="56423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Log Destination</a:t>
              </a:r>
            </a:p>
          </p:txBody>
        </p:sp>
        <p:sp>
          <p:nvSpPr>
            <p:cNvPr id="28" name="Arrow: Down 27">
              <a:extLst>
                <a:ext uri="{FF2B5EF4-FFF2-40B4-BE49-F238E27FC236}">
                  <a16:creationId xmlns:a16="http://schemas.microsoft.com/office/drawing/2014/main" id="{25EAB6B5-BAE0-4E6B-86AE-5D1E22B16728}"/>
                </a:ext>
              </a:extLst>
            </p:cNvPr>
            <p:cNvSpPr/>
            <p:nvPr/>
          </p:nvSpPr>
          <p:spPr>
            <a:xfrm>
              <a:off x="8583167" y="3285225"/>
              <a:ext cx="265723" cy="349205"/>
            </a:xfrm>
            <a:prstGeom prst="downArrow">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Arrow: Down 28">
              <a:extLst>
                <a:ext uri="{FF2B5EF4-FFF2-40B4-BE49-F238E27FC236}">
                  <a16:creationId xmlns:a16="http://schemas.microsoft.com/office/drawing/2014/main" id="{28C1D9C9-495F-4B9A-9121-58E7C0894A15}"/>
                </a:ext>
              </a:extLst>
            </p:cNvPr>
            <p:cNvSpPr/>
            <p:nvPr/>
          </p:nvSpPr>
          <p:spPr>
            <a:xfrm>
              <a:off x="10376663" y="3285225"/>
              <a:ext cx="265723" cy="349205"/>
            </a:xfrm>
            <a:prstGeom prst="downArrow">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D35EE9FC-B4CB-4D6B-81E3-4F6A7CA36935}"/>
                </a:ext>
              </a:extLst>
            </p:cNvPr>
            <p:cNvSpPr txBox="1"/>
            <p:nvPr/>
          </p:nvSpPr>
          <p:spPr>
            <a:xfrm>
              <a:off x="8371001" y="1358460"/>
              <a:ext cx="2754280" cy="369332"/>
            </a:xfrm>
            <a:prstGeom prst="rect">
              <a:avLst/>
            </a:prstGeom>
            <a:noFill/>
          </p:spPr>
          <p:txBody>
            <a:bodyPr wrap="none" rtlCol="0">
              <a:spAutoFit/>
            </a:bodyPr>
            <a:lstStyle/>
            <a:p>
              <a:r>
                <a:rPr lang="en-US" dirty="0">
                  <a:solidFill>
                    <a:schemeClr val="bg1"/>
                  </a:solidFill>
                </a:rPr>
                <a:t>Microservice Architecture</a:t>
              </a:r>
            </a:p>
          </p:txBody>
        </p:sp>
        <p:sp>
          <p:nvSpPr>
            <p:cNvPr id="33" name="Rectangle 32">
              <a:extLst>
                <a:ext uri="{FF2B5EF4-FFF2-40B4-BE49-F238E27FC236}">
                  <a16:creationId xmlns:a16="http://schemas.microsoft.com/office/drawing/2014/main" id="{F293719B-08F6-478C-ACF3-93977A829F4A}"/>
                </a:ext>
              </a:extLst>
            </p:cNvPr>
            <p:cNvSpPr/>
            <p:nvPr/>
          </p:nvSpPr>
          <p:spPr>
            <a:xfrm>
              <a:off x="7918860" y="3662961"/>
              <a:ext cx="3359844" cy="578586"/>
            </a:xfrm>
            <a:prstGeom prst="rect">
              <a:avLst/>
            </a:prstGeom>
            <a:solidFill>
              <a:srgbClr val="F2B044"/>
            </a:solidFill>
            <a:ln>
              <a:solidFill>
                <a:srgbClr val="F2B04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Centralized Logging Service </a:t>
              </a:r>
            </a:p>
          </p:txBody>
        </p:sp>
        <p:sp>
          <p:nvSpPr>
            <p:cNvPr id="35" name="Arrow: Down 34">
              <a:extLst>
                <a:ext uri="{FF2B5EF4-FFF2-40B4-BE49-F238E27FC236}">
                  <a16:creationId xmlns:a16="http://schemas.microsoft.com/office/drawing/2014/main" id="{5FF9E2CA-565A-406A-974C-43E0BEC2B625}"/>
                </a:ext>
              </a:extLst>
            </p:cNvPr>
            <p:cNvSpPr/>
            <p:nvPr/>
          </p:nvSpPr>
          <p:spPr>
            <a:xfrm>
              <a:off x="9406628" y="4241548"/>
              <a:ext cx="265723" cy="463026"/>
            </a:xfrm>
            <a:prstGeom prst="downArrow">
              <a:avLst/>
            </a:prstGeom>
            <a:solidFill>
              <a:schemeClr val="accent2">
                <a:lumMod val="20000"/>
                <a:lumOff val="8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extBox 3">
            <a:extLst>
              <a:ext uri="{FF2B5EF4-FFF2-40B4-BE49-F238E27FC236}">
                <a16:creationId xmlns:a16="http://schemas.microsoft.com/office/drawing/2014/main" id="{FBF94E49-534E-13C0-F738-FAC0E5EED14A}"/>
              </a:ext>
            </a:extLst>
          </p:cNvPr>
          <p:cNvSpPr txBox="1"/>
          <p:nvPr/>
        </p:nvSpPr>
        <p:spPr>
          <a:xfrm>
            <a:off x="7520614" y="2167408"/>
            <a:ext cx="1500732" cy="307777"/>
          </a:xfrm>
          <a:prstGeom prst="rect">
            <a:avLst/>
          </a:prstGeom>
          <a:noFill/>
        </p:spPr>
        <p:txBody>
          <a:bodyPr wrap="none" rtlCol="0">
            <a:spAutoFit/>
          </a:bodyPr>
          <a:lstStyle/>
          <a:p>
            <a:r>
              <a:rPr lang="en-US" sz="1400" dirty="0"/>
              <a:t>Payment Service</a:t>
            </a:r>
          </a:p>
        </p:txBody>
      </p:sp>
      <p:sp>
        <p:nvSpPr>
          <p:cNvPr id="5" name="TextBox 4">
            <a:extLst>
              <a:ext uri="{FF2B5EF4-FFF2-40B4-BE49-F238E27FC236}">
                <a16:creationId xmlns:a16="http://schemas.microsoft.com/office/drawing/2014/main" id="{35016165-25F4-16DF-D947-9C082FFDDDA8}"/>
              </a:ext>
            </a:extLst>
          </p:cNvPr>
          <p:cNvSpPr txBox="1"/>
          <p:nvPr/>
        </p:nvSpPr>
        <p:spPr>
          <a:xfrm>
            <a:off x="9461440" y="2178474"/>
            <a:ext cx="1236236" cy="307777"/>
          </a:xfrm>
          <a:prstGeom prst="rect">
            <a:avLst/>
          </a:prstGeom>
          <a:noFill/>
        </p:spPr>
        <p:txBody>
          <a:bodyPr wrap="none" rtlCol="0">
            <a:spAutoFit/>
          </a:bodyPr>
          <a:lstStyle/>
          <a:p>
            <a:r>
              <a:rPr lang="en-US" sz="1400" dirty="0"/>
              <a:t>Order Service</a:t>
            </a:r>
          </a:p>
        </p:txBody>
      </p:sp>
    </p:spTree>
    <p:extLst>
      <p:ext uri="{BB962C8B-B14F-4D97-AF65-F5344CB8AC3E}">
        <p14:creationId xmlns:p14="http://schemas.microsoft.com/office/powerpoint/2010/main" val="7774651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pPr algn="just">
              <a:lnSpc>
                <a:spcPct val="100000"/>
              </a:lnSpc>
            </a:pPr>
            <a:r>
              <a:rPr lang="en-US" sz="2400" b="1" dirty="0"/>
              <a:t>Elastic Search </a:t>
            </a:r>
            <a:r>
              <a:rPr lang="en-US" sz="2400" dirty="0"/>
              <a:t>is a NoSQL database that is capable of taking all logs, index them and making them searchable. </a:t>
            </a:r>
          </a:p>
          <a:p>
            <a:pPr algn="just">
              <a:lnSpc>
                <a:spcPct val="100000"/>
              </a:lnSpc>
            </a:pPr>
            <a:r>
              <a:rPr lang="en-US" sz="2400" b="1" dirty="0" err="1"/>
              <a:t>LogStash</a:t>
            </a:r>
            <a:r>
              <a:rPr lang="en-US" sz="2400" dirty="0"/>
              <a:t> is a log collector for storing logs in a structured JSON format. </a:t>
            </a:r>
          </a:p>
          <a:p>
            <a:pPr algn="just">
              <a:lnSpc>
                <a:spcPct val="100000"/>
              </a:lnSpc>
            </a:pPr>
            <a:r>
              <a:rPr lang="en-US" sz="2400" b="1" dirty="0"/>
              <a:t>Kibana</a:t>
            </a:r>
            <a:r>
              <a:rPr lang="en-US" sz="2400" dirty="0"/>
              <a:t> is a UI that can connect to Elastic Search and provide a usable interface for searching logs, making queries, and dashboards and charts out of those queries. </a:t>
            </a:r>
          </a:p>
        </p:txBody>
      </p:sp>
      <p:sp>
        <p:nvSpPr>
          <p:cNvPr id="3" name="Content Placeholder 2"/>
          <p:cNvSpPr>
            <a:spLocks noGrp="1"/>
          </p:cNvSpPr>
          <p:nvPr>
            <p:ph sz="half" idx="10"/>
          </p:nvPr>
        </p:nvSpPr>
        <p:spPr/>
        <p:txBody>
          <a:bodyPr>
            <a:normAutofit/>
          </a:bodyPr>
          <a:lstStyle/>
          <a:p>
            <a:r>
              <a:rPr lang="en-US" dirty="0"/>
              <a:t>Logging with ELK Stack</a:t>
            </a:r>
          </a:p>
        </p:txBody>
      </p:sp>
      <p:pic>
        <p:nvPicPr>
          <p:cNvPr id="7" name="Picture 6">
            <a:extLst>
              <a:ext uri="{FF2B5EF4-FFF2-40B4-BE49-F238E27FC236}">
                <a16:creationId xmlns:a16="http://schemas.microsoft.com/office/drawing/2014/main" id="{1C3EEF12-0840-09C0-4216-9E566CE0FE0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4645" y="3909658"/>
            <a:ext cx="6655335" cy="1984540"/>
          </a:xfrm>
          <a:prstGeom prst="rect">
            <a:avLst/>
          </a:prstGeom>
        </p:spPr>
      </p:pic>
    </p:spTree>
    <p:extLst>
      <p:ext uri="{BB962C8B-B14F-4D97-AF65-F5344CB8AC3E}">
        <p14:creationId xmlns:p14="http://schemas.microsoft.com/office/powerpoint/2010/main" val="579766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0DF0452-6D10-41E9-BF55-8EFDFAF4AAE9}"/>
              </a:ext>
            </a:extLst>
          </p:cNvPr>
          <p:cNvSpPr>
            <a:spLocks noGrp="1"/>
          </p:cNvSpPr>
          <p:nvPr>
            <p:ph sz="half" idx="1"/>
          </p:nvPr>
        </p:nvSpPr>
        <p:spPr/>
        <p:txBody>
          <a:bodyPr>
            <a:normAutofit fontScale="85000" lnSpcReduction="20000"/>
          </a:bodyPr>
          <a:lstStyle/>
          <a:p>
            <a:pPr marL="0" indent="0">
              <a:buNone/>
            </a:pPr>
            <a:r>
              <a:rPr lang="en-US" dirty="0"/>
              <a:t>&gt; git clone https://github.com/deviantony/docker-elk.git</a:t>
            </a:r>
          </a:p>
          <a:p>
            <a:pPr marL="0" indent="0">
              <a:buNone/>
            </a:pPr>
            <a:r>
              <a:rPr lang="en-US" dirty="0"/>
              <a:t>&gt; cd docker-elk</a:t>
            </a:r>
          </a:p>
          <a:p>
            <a:r>
              <a:rPr lang="en-US" dirty="0"/>
              <a:t>Change Credential in .env file, if needed:</a:t>
            </a:r>
          </a:p>
          <a:p>
            <a:pPr marL="457200" lvl="1" indent="0">
              <a:buNone/>
            </a:pPr>
            <a:r>
              <a:rPr lang="en-US" dirty="0"/>
              <a:t>- </a:t>
            </a:r>
            <a:r>
              <a:rPr lang="en-US" dirty="0" err="1"/>
              <a:t>username:elastic</a:t>
            </a:r>
            <a:endParaRPr lang="en-US" dirty="0"/>
          </a:p>
          <a:p>
            <a:pPr marL="457200" lvl="1" indent="0">
              <a:buNone/>
            </a:pPr>
            <a:r>
              <a:rPr lang="en-US" dirty="0"/>
              <a:t>- </a:t>
            </a:r>
            <a:r>
              <a:rPr lang="en-US" dirty="0" err="1"/>
              <a:t>password:changeme</a:t>
            </a:r>
            <a:endParaRPr lang="en-US" dirty="0"/>
          </a:p>
          <a:p>
            <a:pPr marL="0" indent="0">
              <a:buNone/>
            </a:pPr>
            <a:r>
              <a:rPr lang="en-US" dirty="0"/>
              <a:t>&gt; docker-compose up setup</a:t>
            </a:r>
          </a:p>
          <a:p>
            <a:pPr marL="0" indent="0">
              <a:buNone/>
            </a:pPr>
            <a:r>
              <a:rPr lang="en-US" dirty="0"/>
              <a:t>&gt; docker-compose up</a:t>
            </a:r>
          </a:p>
          <a:p>
            <a:r>
              <a:rPr lang="en-US" dirty="0"/>
              <a:t>Accessing Dashboard</a:t>
            </a:r>
            <a:endParaRPr lang="en-US" dirty="0">
              <a:hlinkClick r:id="rId3">
                <a:extLst>
                  <a:ext uri="{A12FA001-AC4F-418D-AE19-62706E023703}">
                    <ahyp:hlinkClr xmlns:ahyp="http://schemas.microsoft.com/office/drawing/2018/hyperlinkcolor" val="tx"/>
                  </a:ext>
                </a:extLst>
              </a:hlinkClick>
            </a:endParaRPr>
          </a:p>
          <a:p>
            <a:pPr lvl="1"/>
            <a:r>
              <a:rPr lang="en-US" dirty="0"/>
              <a:t>Kibana: </a:t>
            </a:r>
            <a:r>
              <a:rPr lang="en-US" i="1" dirty="0"/>
              <a:t>localhost:9200</a:t>
            </a:r>
          </a:p>
          <a:p>
            <a:pPr marL="685800" lvl="2">
              <a:spcBef>
                <a:spcPts val="1000"/>
              </a:spcBef>
            </a:pPr>
            <a:r>
              <a:rPr lang="en-US" sz="2800" dirty="0"/>
              <a:t>Elastic Search UI: </a:t>
            </a:r>
            <a:r>
              <a:rPr lang="en-US" sz="2800" i="1" dirty="0"/>
              <a:t>localhost:5601</a:t>
            </a:r>
            <a:endParaRPr lang="en-IN" dirty="0"/>
          </a:p>
          <a:p>
            <a:r>
              <a:rPr lang="en-IN" dirty="0"/>
              <a:t>Create a custom index for logging using UI as: </a:t>
            </a:r>
          </a:p>
          <a:p>
            <a:pPr lvl="1"/>
            <a:r>
              <a:rPr lang="en-IN" dirty="0"/>
              <a:t>Management &gt; Stack Management &gt; Kibana &gt; </a:t>
            </a:r>
            <a:r>
              <a:rPr lang="en-IN" dirty="0" err="1"/>
              <a:t>DataView</a:t>
            </a:r>
            <a:r>
              <a:rPr lang="en-IN" dirty="0"/>
              <a:t> &gt; Create Data View</a:t>
            </a:r>
          </a:p>
          <a:p>
            <a:pPr lvl="1"/>
            <a:r>
              <a:rPr lang="en-IN" dirty="0"/>
              <a:t>OR: Management &gt; Stack Management &gt; Data &gt; Index Management &gt; Create Index</a:t>
            </a:r>
            <a:endParaRPr lang="en-US" sz="2800" i="1" dirty="0"/>
          </a:p>
        </p:txBody>
      </p:sp>
      <p:sp>
        <p:nvSpPr>
          <p:cNvPr id="3" name="Content Placeholder 2">
            <a:extLst>
              <a:ext uri="{FF2B5EF4-FFF2-40B4-BE49-F238E27FC236}">
                <a16:creationId xmlns:a16="http://schemas.microsoft.com/office/drawing/2014/main" id="{ECE779EA-9295-49A4-8497-71BCED9E64CC}"/>
              </a:ext>
            </a:extLst>
          </p:cNvPr>
          <p:cNvSpPr>
            <a:spLocks noGrp="1"/>
          </p:cNvSpPr>
          <p:nvPr>
            <p:ph sz="half" idx="10"/>
          </p:nvPr>
        </p:nvSpPr>
        <p:spPr/>
        <p:txBody>
          <a:bodyPr/>
          <a:lstStyle/>
          <a:p>
            <a:r>
              <a:rPr lang="en-US" dirty="0"/>
              <a:t>ELK Stack</a:t>
            </a:r>
            <a:r>
              <a:rPr lang="en-IN" dirty="0"/>
              <a:t> Docker Setup</a:t>
            </a:r>
          </a:p>
        </p:txBody>
      </p:sp>
    </p:spTree>
    <p:extLst>
      <p:ext uri="{BB962C8B-B14F-4D97-AF65-F5344CB8AC3E}">
        <p14:creationId xmlns:p14="http://schemas.microsoft.com/office/powerpoint/2010/main" val="1859593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6EF100-D5A5-4C75-9339-0131F91BCEE5}"/>
              </a:ext>
            </a:extLst>
          </p:cNvPr>
          <p:cNvSpPr>
            <a:spLocks noGrp="1"/>
          </p:cNvSpPr>
          <p:nvPr>
            <p:ph sz="half" idx="1"/>
          </p:nvPr>
        </p:nvSpPr>
        <p:spPr/>
        <p:txBody>
          <a:bodyPr>
            <a:normAutofit/>
          </a:bodyPr>
          <a:lstStyle/>
          <a:p>
            <a:pPr algn="just">
              <a:lnSpc>
                <a:spcPct val="100000"/>
              </a:lnSpc>
            </a:pPr>
            <a:r>
              <a:rPr lang="en-US" sz="2400" dirty="0"/>
              <a:t>An observability framework for cloud-native software.</a:t>
            </a:r>
          </a:p>
          <a:p>
            <a:pPr algn="just">
              <a:lnSpc>
                <a:spcPct val="100000"/>
              </a:lnSpc>
            </a:pPr>
            <a:r>
              <a:rPr lang="en-US" sz="2400" dirty="0"/>
              <a:t>Used to the instrument, generate, collect, and export telemetry data (metrics, logs, and traces) for analysis in order to understand your software's performance and behavior.</a:t>
            </a:r>
          </a:p>
          <a:p>
            <a:pPr algn="just">
              <a:lnSpc>
                <a:spcPct val="100000"/>
              </a:lnSpc>
            </a:pPr>
            <a:r>
              <a:rPr lang="en-US" sz="2400" dirty="0"/>
              <a:t>Supports all officially supported versions of .NET Core and .NET Framework except for .NET Framework 3.5 SP1.</a:t>
            </a:r>
          </a:p>
          <a:p>
            <a:pPr algn="just">
              <a:lnSpc>
                <a:spcPct val="100000"/>
              </a:lnSpc>
            </a:pPr>
            <a:r>
              <a:rPr lang="en-US" sz="2400" dirty="0" err="1"/>
              <a:t>Zipkin</a:t>
            </a:r>
            <a:r>
              <a:rPr lang="en-US" sz="2400" dirty="0"/>
              <a:t> is a distributed tracing system. It helps gather timing data needed to troubleshoot latency problems in service architectures.</a:t>
            </a:r>
          </a:p>
        </p:txBody>
      </p:sp>
      <p:sp>
        <p:nvSpPr>
          <p:cNvPr id="3" name="Content Placeholder 2">
            <a:extLst>
              <a:ext uri="{FF2B5EF4-FFF2-40B4-BE49-F238E27FC236}">
                <a16:creationId xmlns:a16="http://schemas.microsoft.com/office/drawing/2014/main" id="{7E832C88-D11E-4E44-B407-BAADFEA3CFD9}"/>
              </a:ext>
            </a:extLst>
          </p:cNvPr>
          <p:cNvSpPr>
            <a:spLocks noGrp="1"/>
          </p:cNvSpPr>
          <p:nvPr>
            <p:ph sz="half" idx="10"/>
          </p:nvPr>
        </p:nvSpPr>
        <p:spPr/>
        <p:txBody>
          <a:bodyPr/>
          <a:lstStyle/>
          <a:p>
            <a:r>
              <a:rPr lang="en-US" dirty="0"/>
              <a:t>Open Telemetry</a:t>
            </a:r>
          </a:p>
        </p:txBody>
      </p:sp>
      <p:pic>
        <p:nvPicPr>
          <p:cNvPr id="5" name="Picture 4">
            <a:extLst>
              <a:ext uri="{FF2B5EF4-FFF2-40B4-BE49-F238E27FC236}">
                <a16:creationId xmlns:a16="http://schemas.microsoft.com/office/drawing/2014/main" id="{0D372947-FA16-47EE-BE7A-8B9310D298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10354" y="130774"/>
            <a:ext cx="2376217" cy="835389"/>
          </a:xfrm>
          <a:prstGeom prst="rect">
            <a:avLst/>
          </a:prstGeom>
        </p:spPr>
      </p:pic>
      <p:sp>
        <p:nvSpPr>
          <p:cNvPr id="4" name="Rectangle 1">
            <a:extLst>
              <a:ext uri="{FF2B5EF4-FFF2-40B4-BE49-F238E27FC236}">
                <a16:creationId xmlns:a16="http://schemas.microsoft.com/office/drawing/2014/main" id="{C0B3C340-593B-4824-803A-AB4A86FA2998}"/>
              </a:ext>
            </a:extLst>
          </p:cNvPr>
          <p:cNvSpPr>
            <a:spLocks noChangeArrowheads="1"/>
          </p:cNvSpPr>
          <p:nvPr/>
        </p:nvSpPr>
        <p:spPr bwMode="auto">
          <a:xfrm>
            <a:off x="778256" y="5032948"/>
            <a:ext cx="7187665" cy="276999"/>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515151"/>
                </a:solidFill>
                <a:effectLst/>
                <a:latin typeface="Menlo"/>
              </a:rPr>
              <a:t>docker run </a:t>
            </a:r>
            <a:r>
              <a:rPr kumimoji="0" lang="en-US" altLang="en-US" b="0" i="0" u="none" strike="noStrike" cap="none" normalizeH="0" baseline="0" dirty="0">
                <a:ln>
                  <a:noFill/>
                </a:ln>
                <a:solidFill>
                  <a:srgbClr val="2F6F9F"/>
                </a:solidFill>
                <a:effectLst/>
                <a:latin typeface="Menlo"/>
              </a:rPr>
              <a:t>-d</a:t>
            </a:r>
            <a:r>
              <a:rPr kumimoji="0" lang="en-US" altLang="en-US" b="0" i="0" u="none" strike="noStrike" cap="none" normalizeH="0" baseline="0" dirty="0">
                <a:ln>
                  <a:noFill/>
                </a:ln>
                <a:solidFill>
                  <a:srgbClr val="515151"/>
                </a:solidFill>
                <a:effectLst/>
                <a:latin typeface="Menlo"/>
              </a:rPr>
              <a:t> </a:t>
            </a:r>
            <a:r>
              <a:rPr kumimoji="0" lang="en-US" altLang="en-US" b="0" i="0" u="none" strike="noStrike" cap="none" normalizeH="0" baseline="0" dirty="0">
                <a:ln>
                  <a:noFill/>
                </a:ln>
                <a:solidFill>
                  <a:srgbClr val="2F6F9F"/>
                </a:solidFill>
                <a:effectLst/>
                <a:latin typeface="Menlo"/>
              </a:rPr>
              <a:t>-p</a:t>
            </a:r>
            <a:r>
              <a:rPr kumimoji="0" lang="en-US" altLang="en-US" b="0" i="0" u="none" strike="noStrike" cap="none" normalizeH="0" baseline="0" dirty="0">
                <a:ln>
                  <a:noFill/>
                </a:ln>
                <a:solidFill>
                  <a:srgbClr val="515151"/>
                </a:solidFill>
                <a:effectLst/>
                <a:latin typeface="Menlo"/>
              </a:rPr>
              <a:t> 9411:9411 </a:t>
            </a:r>
            <a:r>
              <a:rPr kumimoji="0" lang="en-US" altLang="en-US" b="0" i="0" u="none" strike="noStrike" cap="none" normalizeH="0" baseline="0" dirty="0" err="1">
                <a:ln>
                  <a:noFill/>
                </a:ln>
                <a:solidFill>
                  <a:srgbClr val="515151"/>
                </a:solidFill>
                <a:effectLst/>
                <a:latin typeface="Menlo"/>
              </a:rPr>
              <a:t>openzipkin</a:t>
            </a:r>
            <a:r>
              <a:rPr kumimoji="0" lang="en-US" altLang="en-US" b="0" i="0" u="none" strike="noStrike" cap="none" normalizeH="0" baseline="0" dirty="0">
                <a:ln>
                  <a:noFill/>
                </a:ln>
                <a:solidFill>
                  <a:srgbClr val="515151"/>
                </a:solidFill>
                <a:effectLst/>
                <a:latin typeface="Menlo"/>
              </a:rPr>
              <a:t>/</a:t>
            </a:r>
            <a:r>
              <a:rPr kumimoji="0" lang="en-US" altLang="en-US" b="0" i="0" u="none" strike="noStrike" cap="none" normalizeH="0" baseline="0" dirty="0" err="1">
                <a:ln>
                  <a:noFill/>
                </a:ln>
                <a:solidFill>
                  <a:srgbClr val="515151"/>
                </a:solidFill>
                <a:effectLst/>
                <a:latin typeface="Menlo"/>
              </a:rPr>
              <a:t>zipkin</a:t>
            </a:r>
            <a:r>
              <a:rPr kumimoji="0" lang="en-US" altLang="en-US" sz="1050" b="0" i="0" u="none" strike="noStrike" cap="none" normalizeH="0" baseline="0" dirty="0">
                <a:ln>
                  <a:noFill/>
                </a:ln>
                <a:solidFill>
                  <a:schemeClr val="tx1"/>
                </a:solidFill>
                <a:effectLst/>
              </a:rPr>
              <a:t> </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33111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theme/theme1.xml><?xml version="1.0" encoding="utf-8"?>
<a:theme xmlns:a="http://schemas.openxmlformats.org/drawingml/2006/main" name="ScholarHat Layou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ScholarHat Font">
      <a:majorFont>
        <a:latin typeface="Roboto"/>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lution Architect.pptx" id="{06293316-8F9D-4244-9866-10C23334BAC7}" vid="{991B43C4-B17E-4503-B5C7-59C166CFDC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ScholarHat Theme</Template>
  <TotalTime>4146</TotalTime>
  <Words>1828</Words>
  <Application>Microsoft Office PowerPoint</Application>
  <PresentationFormat>Widescreen</PresentationFormat>
  <Paragraphs>151</Paragraphs>
  <Slides>12</Slides>
  <Notes>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vt:i4>
      </vt:variant>
    </vt:vector>
  </HeadingPairs>
  <TitlesOfParts>
    <vt:vector size="22" baseType="lpstr">
      <vt:lpstr>Arial</vt:lpstr>
      <vt:lpstr>Calibri</vt:lpstr>
      <vt:lpstr>Calibri Light</vt:lpstr>
      <vt:lpstr>charter</vt:lpstr>
      <vt:lpstr>Consolas</vt:lpstr>
      <vt:lpstr>Menlo</vt:lpstr>
      <vt:lpstr>Roboto</vt:lpstr>
      <vt:lpstr>Roboto Light</vt:lpstr>
      <vt:lpstr>Segoe UI</vt:lpstr>
      <vt:lpstr>ScholarHat Layout</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Mobile Apps with Angular, Ionic, Web API and NgCordova</dc:title>
  <dc:creator>Shailendra Chauhan</dc:creator>
  <cp:lastModifiedBy>Shailendra Chauhan</cp:lastModifiedBy>
  <cp:revision>1661</cp:revision>
  <dcterms:created xsi:type="dcterms:W3CDTF">2015-04-26T09:42:00Z</dcterms:created>
  <dcterms:modified xsi:type="dcterms:W3CDTF">2024-10-14T09:57:32Z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1033-11.2.0.9684</vt:lpwstr>
  </property>
</Properties>
</file>