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8" r:id="rId1"/>
  </p:sldMasterIdLst>
  <p:notesMasterIdLst>
    <p:notesMasterId r:id="rId15"/>
  </p:notesMasterIdLst>
  <p:sldIdLst>
    <p:sldId id="269"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embeddedFontLst>
    <p:embeddedFont>
      <p:font typeface="Montserrat" panose="00000500000000000000" pitchFamily="2" charset="0"/>
      <p:regular r:id="rId16"/>
      <p:bold r:id="rId17"/>
      <p:italic r:id="rId18"/>
      <p:boldItalic r:id="rId19"/>
    </p:embeddedFont>
    <p:embeddedFont>
      <p:font typeface="Raleway" pitchFamily="2" charset="0"/>
      <p:regular r:id="rId20"/>
      <p:bold r:id="rId21"/>
      <p:italic r:id="rId22"/>
      <p:boldItalic r:id="rId23"/>
    </p:embeddedFont>
    <p:embeddedFont>
      <p:font typeface="Roboto" panose="02000000000000000000" pitchFamily="2" charset="0"/>
      <p:regular r:id="rId24"/>
      <p:bold r:id="rId25"/>
      <p:italic r:id="rId26"/>
      <p:boldItalic r:id="rId27"/>
    </p:embeddedFont>
    <p:embeddedFont>
      <p:font typeface="Roboto Light" panose="02000000000000000000" pitchFamily="2" charset="0"/>
      <p:regular r:id="rId28"/>
      <p:italic r:id="rId29"/>
    </p:embeddedFont>
    <p:embeddedFont>
      <p:font typeface="Segoe UI" panose="020B0502040204020203" pitchFamily="34" charset="0"/>
      <p:regular r:id="rId30"/>
      <p:bold r:id="rId31"/>
      <p:italic r:id="rId32"/>
      <p:boldItalic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4" roundtripDataSignature="AMtx7mg/kwHH0UpSkczbq4M6nhpfKnbGt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C6976E6-CC8C-478A-833B-C0469BF7EEE1}">
  <a:tblStyle styleId="{BC6976E6-CC8C-478A-833B-C0469BF7EEE1}"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napToGrid="0">
      <p:cViewPr varScale="1">
        <p:scale>
          <a:sx n="117" d="100"/>
          <a:sy n="117" d="100"/>
        </p:scale>
        <p:origin x="318"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39" Type="http://schemas.microsoft.com/office/2016/11/relationships/changesInfo" Target="changesInfos/changesInfo1.xml"/><Relationship Id="rId21" Type="http://schemas.openxmlformats.org/officeDocument/2006/relationships/font" Target="fonts/font6.fntdata"/><Relationship Id="rId34"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33" Type="http://schemas.openxmlformats.org/officeDocument/2006/relationships/font" Target="fonts/font18.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32" Type="http://schemas.openxmlformats.org/officeDocument/2006/relationships/font" Target="fonts/font17.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font" Target="fonts/font13.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4.fntdata"/><Relationship Id="rId31" Type="http://schemas.openxmlformats.org/officeDocument/2006/relationships/font" Target="fonts/font1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font" Target="fonts/font15.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ilendra Chauhan" userId="a7d3133f-e197-4b90-bf63-99a63a264234" providerId="ADAL" clId="{0B5FBC18-C375-4B0A-8BE1-080EA8267555}"/>
    <pc:docChg chg="undo custSel addSld delSld modSld modMainMaster">
      <pc:chgData name="Shailendra Chauhan" userId="a7d3133f-e197-4b90-bf63-99a63a264234" providerId="ADAL" clId="{0B5FBC18-C375-4B0A-8BE1-080EA8267555}" dt="2024-07-15T17:31:47.195" v="55" actId="1076"/>
      <pc:docMkLst>
        <pc:docMk/>
      </pc:docMkLst>
      <pc:sldChg chg="modSp del mod modClrScheme chgLayout">
        <pc:chgData name="Shailendra Chauhan" userId="a7d3133f-e197-4b90-bf63-99a63a264234" providerId="ADAL" clId="{0B5FBC18-C375-4B0A-8BE1-080EA8267555}" dt="2024-07-15T17:26:27.863" v="17" actId="2696"/>
        <pc:sldMkLst>
          <pc:docMk/>
          <pc:sldMk cId="0" sldId="256"/>
        </pc:sldMkLst>
      </pc:sldChg>
      <pc:sldChg chg="modSp mod modClrScheme chgLayout">
        <pc:chgData name="Shailendra Chauhan" userId="a7d3133f-e197-4b90-bf63-99a63a264234" providerId="ADAL" clId="{0B5FBC18-C375-4B0A-8BE1-080EA8267555}" dt="2024-07-15T17:26:32.536" v="19" actId="27636"/>
        <pc:sldMkLst>
          <pc:docMk/>
          <pc:sldMk cId="0" sldId="257"/>
        </pc:sldMkLst>
      </pc:sldChg>
      <pc:sldChg chg="modSp mod modClrScheme chgLayout">
        <pc:chgData name="Shailendra Chauhan" userId="a7d3133f-e197-4b90-bf63-99a63a264234" providerId="ADAL" clId="{0B5FBC18-C375-4B0A-8BE1-080EA8267555}" dt="2024-07-15T17:27:13.185" v="21" actId="27636"/>
        <pc:sldMkLst>
          <pc:docMk/>
          <pc:sldMk cId="0" sldId="258"/>
        </pc:sldMkLst>
      </pc:sldChg>
      <pc:sldChg chg="modSp mod modClrScheme chgLayout">
        <pc:chgData name="Shailendra Chauhan" userId="a7d3133f-e197-4b90-bf63-99a63a264234" providerId="ADAL" clId="{0B5FBC18-C375-4B0A-8BE1-080EA8267555}" dt="2024-07-15T17:27:17.343" v="23" actId="27636"/>
        <pc:sldMkLst>
          <pc:docMk/>
          <pc:sldMk cId="0" sldId="259"/>
        </pc:sldMkLst>
      </pc:sldChg>
      <pc:sldChg chg="modSp mod modClrScheme chgLayout">
        <pc:chgData name="Shailendra Chauhan" userId="a7d3133f-e197-4b90-bf63-99a63a264234" providerId="ADAL" clId="{0B5FBC18-C375-4B0A-8BE1-080EA8267555}" dt="2024-07-15T17:27:39.221" v="27" actId="123"/>
        <pc:sldMkLst>
          <pc:docMk/>
          <pc:sldMk cId="0" sldId="260"/>
        </pc:sldMkLst>
      </pc:sldChg>
      <pc:sldChg chg="modSp mod modClrScheme chgLayout">
        <pc:chgData name="Shailendra Chauhan" userId="a7d3133f-e197-4b90-bf63-99a63a264234" providerId="ADAL" clId="{0B5FBC18-C375-4B0A-8BE1-080EA8267555}" dt="2024-07-15T17:28:04.974" v="30" actId="12"/>
        <pc:sldMkLst>
          <pc:docMk/>
          <pc:sldMk cId="0" sldId="261"/>
        </pc:sldMkLst>
      </pc:sldChg>
      <pc:sldChg chg="modSp mod modClrScheme chgLayout">
        <pc:chgData name="Shailendra Chauhan" userId="a7d3133f-e197-4b90-bf63-99a63a264234" providerId="ADAL" clId="{0B5FBC18-C375-4B0A-8BE1-080EA8267555}" dt="2024-07-15T17:29:05.204" v="36" actId="14100"/>
        <pc:sldMkLst>
          <pc:docMk/>
          <pc:sldMk cId="0" sldId="262"/>
        </pc:sldMkLst>
      </pc:sldChg>
      <pc:sldChg chg="modSp mod modClrScheme chgLayout">
        <pc:chgData name="Shailendra Chauhan" userId="a7d3133f-e197-4b90-bf63-99a63a264234" providerId="ADAL" clId="{0B5FBC18-C375-4B0A-8BE1-080EA8267555}" dt="2024-07-15T17:31:47.195" v="55" actId="1076"/>
        <pc:sldMkLst>
          <pc:docMk/>
          <pc:sldMk cId="0" sldId="263"/>
        </pc:sldMkLst>
      </pc:sldChg>
      <pc:sldChg chg="modSp mod modClrScheme chgLayout">
        <pc:chgData name="Shailendra Chauhan" userId="a7d3133f-e197-4b90-bf63-99a63a264234" providerId="ADAL" clId="{0B5FBC18-C375-4B0A-8BE1-080EA8267555}" dt="2024-07-15T17:29:28.464" v="42" actId="700"/>
        <pc:sldMkLst>
          <pc:docMk/>
          <pc:sldMk cId="0" sldId="264"/>
        </pc:sldMkLst>
      </pc:sldChg>
      <pc:sldChg chg="modSp mod modClrScheme chgLayout">
        <pc:chgData name="Shailendra Chauhan" userId="a7d3133f-e197-4b90-bf63-99a63a264234" providerId="ADAL" clId="{0B5FBC18-C375-4B0A-8BE1-080EA8267555}" dt="2024-07-15T17:30:03.336" v="46" actId="12"/>
        <pc:sldMkLst>
          <pc:docMk/>
          <pc:sldMk cId="0" sldId="265"/>
        </pc:sldMkLst>
      </pc:sldChg>
      <pc:sldChg chg="delSp modSp mod modClrScheme chgLayout">
        <pc:chgData name="Shailendra Chauhan" userId="a7d3133f-e197-4b90-bf63-99a63a264234" providerId="ADAL" clId="{0B5FBC18-C375-4B0A-8BE1-080EA8267555}" dt="2024-07-15T17:30:40.939" v="49" actId="12"/>
        <pc:sldMkLst>
          <pc:docMk/>
          <pc:sldMk cId="0" sldId="266"/>
        </pc:sldMkLst>
      </pc:sldChg>
      <pc:sldChg chg="modSp mod modClrScheme chgLayout">
        <pc:chgData name="Shailendra Chauhan" userId="a7d3133f-e197-4b90-bf63-99a63a264234" providerId="ADAL" clId="{0B5FBC18-C375-4B0A-8BE1-080EA8267555}" dt="2024-07-15T17:31:04.868" v="52" actId="12"/>
        <pc:sldMkLst>
          <pc:docMk/>
          <pc:sldMk cId="0" sldId="267"/>
        </pc:sldMkLst>
      </pc:sldChg>
      <pc:sldChg chg="modSp mod modClrScheme chgLayout">
        <pc:chgData name="Shailendra Chauhan" userId="a7d3133f-e197-4b90-bf63-99a63a264234" providerId="ADAL" clId="{0B5FBC18-C375-4B0A-8BE1-080EA8267555}" dt="2024-07-15T17:31:37.909" v="54" actId="12"/>
        <pc:sldMkLst>
          <pc:docMk/>
          <pc:sldMk cId="0" sldId="268"/>
        </pc:sldMkLst>
      </pc:sldChg>
      <pc:sldChg chg="modSp new mod">
        <pc:chgData name="Shailendra Chauhan" userId="a7d3133f-e197-4b90-bf63-99a63a264234" providerId="ADAL" clId="{0B5FBC18-C375-4B0A-8BE1-080EA8267555}" dt="2024-07-15T17:26:23.916" v="16" actId="20577"/>
        <pc:sldMkLst>
          <pc:docMk/>
          <pc:sldMk cId="3151993848" sldId="269"/>
        </pc:sldMkLst>
      </pc:sldChg>
      <pc:sldMasterChg chg="modSldLayout">
        <pc:chgData name="Shailendra Chauhan" userId="a7d3133f-e197-4b90-bf63-99a63a264234" providerId="ADAL" clId="{0B5FBC18-C375-4B0A-8BE1-080EA8267555}" dt="2024-07-15T17:25:41.379" v="0"/>
        <pc:sldMasterMkLst>
          <pc:docMk/>
          <pc:sldMasterMk cId="861235683" sldId="2147483668"/>
        </pc:sldMasterMkLst>
        <pc:sldLayoutChg chg="delSp">
          <pc:chgData name="Shailendra Chauhan" userId="a7d3133f-e197-4b90-bf63-99a63a264234" providerId="ADAL" clId="{0B5FBC18-C375-4B0A-8BE1-080EA8267555}" dt="2024-07-15T17:25:41.379" v="0"/>
          <pc:sldLayoutMkLst>
            <pc:docMk/>
            <pc:sldMasterMk cId="861235683" sldId="2147483668"/>
            <pc:sldLayoutMk cId="399828077" sldId="2147483694"/>
          </pc:sldLayoutMkLst>
        </pc:sldLayoutChg>
        <pc:sldLayoutChg chg="delSp">
          <pc:chgData name="Shailendra Chauhan" userId="a7d3133f-e197-4b90-bf63-99a63a264234" providerId="ADAL" clId="{0B5FBC18-C375-4B0A-8BE1-080EA8267555}" dt="2024-07-15T17:25:41.379" v="0"/>
          <pc:sldLayoutMkLst>
            <pc:docMk/>
            <pc:sldMasterMk cId="861235683" sldId="2147483668"/>
            <pc:sldLayoutMk cId="1240128210" sldId="2147483695"/>
          </pc:sldLayoutMkLst>
        </pc:sldLayoutChg>
        <pc:sldLayoutChg chg="delSp">
          <pc:chgData name="Shailendra Chauhan" userId="a7d3133f-e197-4b90-bf63-99a63a264234" providerId="ADAL" clId="{0B5FBC18-C375-4B0A-8BE1-080EA8267555}" dt="2024-07-15T17:25:41.379" v="0"/>
          <pc:sldLayoutMkLst>
            <pc:docMk/>
            <pc:sldMasterMk cId="861235683" sldId="2147483668"/>
            <pc:sldLayoutMk cId="677264716" sldId="2147483696"/>
          </pc:sldLayoutMkLst>
        </pc:sldLayoutChg>
      </pc:sldMasterChg>
    </pc:docChg>
  </pc:docChgLst>
  <pc:docChgLst>
    <pc:chgData name="Shailendra Chauhan" userId="a7d3133f-e197-4b90-bf63-99a63a264234" providerId="ADAL" clId="{97C1B44C-E1B0-4357-ABFD-BB0015E95A6D}"/>
    <pc:docChg chg="custSel modSld">
      <pc:chgData name="Shailendra Chauhan" userId="a7d3133f-e197-4b90-bf63-99a63a264234" providerId="ADAL" clId="{97C1B44C-E1B0-4357-ABFD-BB0015E95A6D}" dt="2025-03-16T04:52:10.841" v="2" actId="404"/>
      <pc:docMkLst>
        <pc:docMk/>
      </pc:docMkLst>
      <pc:sldChg chg="modSp mod">
        <pc:chgData name="Shailendra Chauhan" userId="a7d3133f-e197-4b90-bf63-99a63a264234" providerId="ADAL" clId="{97C1B44C-E1B0-4357-ABFD-BB0015E95A6D}" dt="2025-03-16T04:52:10.841" v="2" actId="404"/>
        <pc:sldMkLst>
          <pc:docMk/>
          <pc:sldMk cId="0" sldId="266"/>
        </pc:sldMkLst>
        <pc:spChg chg="mod">
          <ac:chgData name="Shailendra Chauhan" userId="a7d3133f-e197-4b90-bf63-99a63a264234" providerId="ADAL" clId="{97C1B44C-E1B0-4357-ABFD-BB0015E95A6D}" dt="2025-03-16T04:52:10.841" v="2" actId="404"/>
          <ac:spMkLst>
            <pc:docMk/>
            <pc:sldMk cId="0" sldId="266"/>
            <ac:spMk id="264" creationId="{00000000-0000-0000-0000-000000000000}"/>
          </ac:spMkLst>
        </pc:spChg>
      </pc:sldChg>
      <pc:sldChg chg="modSp mod">
        <pc:chgData name="Shailendra Chauhan" userId="a7d3133f-e197-4b90-bf63-99a63a264234" providerId="ADAL" clId="{97C1B44C-E1B0-4357-ABFD-BB0015E95A6D}" dt="2025-03-16T04:51:47.291" v="1" actId="27636"/>
        <pc:sldMkLst>
          <pc:docMk/>
          <pc:sldMk cId="0" sldId="267"/>
        </pc:sldMkLst>
        <pc:spChg chg="mod">
          <ac:chgData name="Shailendra Chauhan" userId="a7d3133f-e197-4b90-bf63-99a63a264234" providerId="ADAL" clId="{97C1B44C-E1B0-4357-ABFD-BB0015E95A6D}" dt="2025-03-16T04:51:47.291" v="1" actId="27636"/>
          <ac:spMkLst>
            <pc:docMk/>
            <pc:sldMk cId="0" sldId="267"/>
            <ac:spMk id="272" creationId="{00000000-0000-0000-0000-000000000000}"/>
          </ac:spMkLst>
        </pc:spChg>
      </pc:sldChg>
    </pc:docChg>
  </pc:docChgLst>
  <pc:docChgLst>
    <pc:chgData name="Shailendra Chauhan" userId="a7d3133f-e197-4b90-bf63-99a63a264234" providerId="ADAL" clId="{2F5AE90B-ED36-41BF-A06C-D0D4E81E99E5}"/>
    <pc:docChg chg="custSel modSld">
      <pc:chgData name="Shailendra Chauhan" userId="a7d3133f-e197-4b90-bf63-99a63a264234" providerId="ADAL" clId="{2F5AE90B-ED36-41BF-A06C-D0D4E81E99E5}" dt="2024-08-16T04:42:33.764" v="2" actId="33524"/>
      <pc:docMkLst>
        <pc:docMk/>
      </pc:docMkLst>
      <pc:sldChg chg="modSp mod">
        <pc:chgData name="Shailendra Chauhan" userId="a7d3133f-e197-4b90-bf63-99a63a264234" providerId="ADAL" clId="{2F5AE90B-ED36-41BF-A06C-D0D4E81E99E5}" dt="2024-08-16T04:42:33.764" v="2" actId="33524"/>
        <pc:sldMkLst>
          <pc:docMk/>
          <pc:sldMk cId="0" sldId="257"/>
        </pc:sldMkLst>
      </pc:sldChg>
    </pc:docChg>
  </pc:docChgLst>
  <pc:docChgLst>
    <pc:chgData name="Shailendra Chauhan" userId="a7d3133f-e197-4b90-bf63-99a63a264234" providerId="ADAL" clId="{ABC42674-01EB-48C5-B366-572B6B954CC7}"/>
    <pc:docChg chg="undo custSel modSld">
      <pc:chgData name="Shailendra Chauhan" userId="a7d3133f-e197-4b90-bf63-99a63a264234" providerId="ADAL" clId="{ABC42674-01EB-48C5-B366-572B6B954CC7}" dt="2024-10-14T09:45:07.351" v="110" actId="404"/>
      <pc:docMkLst>
        <pc:docMk/>
      </pc:docMkLst>
      <pc:sldChg chg="modSp mod">
        <pc:chgData name="Shailendra Chauhan" userId="a7d3133f-e197-4b90-bf63-99a63a264234" providerId="ADAL" clId="{ABC42674-01EB-48C5-B366-572B6B954CC7}" dt="2024-10-14T09:45:07.351" v="110" actId="404"/>
        <pc:sldMkLst>
          <pc:docMk/>
          <pc:sldMk cId="0" sldId="258"/>
        </pc:sldMkLst>
      </pc:sldChg>
      <pc:sldChg chg="modSp mod">
        <pc:chgData name="Shailendra Chauhan" userId="a7d3133f-e197-4b90-bf63-99a63a264234" providerId="ADAL" clId="{ABC42674-01EB-48C5-B366-572B6B954CC7}" dt="2024-10-05T12:33:08.012" v="0" actId="404"/>
        <pc:sldMkLst>
          <pc:docMk/>
          <pc:sldMk cId="0" sldId="260"/>
        </pc:sldMkLst>
      </pc:sldChg>
      <pc:sldChg chg="modSp mod">
        <pc:chgData name="Shailendra Chauhan" userId="a7d3133f-e197-4b90-bf63-99a63a264234" providerId="ADAL" clId="{ABC42674-01EB-48C5-B366-572B6B954CC7}" dt="2024-10-05T12:35:47.719" v="1" actId="404"/>
        <pc:sldMkLst>
          <pc:docMk/>
          <pc:sldMk cId="0" sldId="264"/>
        </pc:sldMkLst>
      </pc:sldChg>
    </pc:docChg>
  </pc:docChgLst>
  <pc:docChgLst>
    <pc:chgData name="Shailendra Chauhan" userId="a7d3133f-e197-4b90-bf63-99a63a264234" providerId="ADAL" clId="{EB459A22-1775-49CC-B064-CCA1E53249D6}"/>
    <pc:docChg chg="modSld">
      <pc:chgData name="Shailendra Chauhan" userId="a7d3133f-e197-4b90-bf63-99a63a264234" providerId="ADAL" clId="{EB459A22-1775-49CC-B064-CCA1E53249D6}" dt="2024-04-14T12:32:13.544" v="6"/>
      <pc:docMkLst>
        <pc:docMk/>
      </pc:docMkLst>
      <pc:sldChg chg="modSp mod">
        <pc:chgData name="Shailendra Chauhan" userId="a7d3133f-e197-4b90-bf63-99a63a264234" providerId="ADAL" clId="{EB459A22-1775-49CC-B064-CCA1E53249D6}" dt="2024-04-13T13:14:32.471" v="3" actId="14100"/>
        <pc:sldMkLst>
          <pc:docMk/>
          <pc:sldMk cId="0" sldId="259"/>
        </pc:sldMkLst>
      </pc:sldChg>
      <pc:sldChg chg="modSp mod">
        <pc:chgData name="Shailendra Chauhan" userId="a7d3133f-e197-4b90-bf63-99a63a264234" providerId="ADAL" clId="{EB459A22-1775-49CC-B064-CCA1E53249D6}" dt="2024-04-13T13:16:52.078" v="4" actId="2711"/>
        <pc:sldMkLst>
          <pc:docMk/>
          <pc:sldMk cId="0" sldId="261"/>
        </pc:sldMkLst>
      </pc:sldChg>
      <pc:sldChg chg="modSp mod">
        <pc:chgData name="Shailendra Chauhan" userId="a7d3133f-e197-4b90-bf63-99a63a264234" providerId="ADAL" clId="{EB459A22-1775-49CC-B064-CCA1E53249D6}" dt="2024-04-14T12:32:13.544" v="6"/>
        <pc:sldMkLst>
          <pc:docMk/>
          <pc:sldMk cId="0" sldId="264"/>
        </pc:sldMkLst>
      </pc:sldChg>
    </pc:docChg>
  </pc:docChgLst>
  <pc:docChgLst>
    <pc:chgData name="Shailendra Chauhan" userId="a7d3133f-e197-4b90-bf63-99a63a264234" providerId="ADAL" clId="{EDD1B90C-5BF4-4212-8146-B2B550EE99C4}"/>
    <pc:docChg chg="custSel modSld">
      <pc:chgData name="Shailendra Chauhan" userId="a7d3133f-e197-4b90-bf63-99a63a264234" providerId="ADAL" clId="{EDD1B90C-5BF4-4212-8146-B2B550EE99C4}" dt="2025-01-19T16:23:46.436" v="15" actId="20577"/>
      <pc:docMkLst>
        <pc:docMk/>
      </pc:docMkLst>
      <pc:sldChg chg="modSp mod">
        <pc:chgData name="Shailendra Chauhan" userId="a7d3133f-e197-4b90-bf63-99a63a264234" providerId="ADAL" clId="{EDD1B90C-5BF4-4212-8146-B2B550EE99C4}" dt="2025-01-19T16:23:46.436" v="15" actId="20577"/>
        <pc:sldMkLst>
          <pc:docMk/>
          <pc:sldMk cId="0" sldId="264"/>
        </pc:sldMkLst>
        <pc:spChg chg="mod">
          <ac:chgData name="Shailendra Chauhan" userId="a7d3133f-e197-4b90-bf63-99a63a264234" providerId="ADAL" clId="{EDD1B90C-5BF4-4212-8146-B2B550EE99C4}" dt="2025-01-19T16:23:46.436" v="15" actId="20577"/>
          <ac:spMkLst>
            <pc:docMk/>
            <pc:sldMk cId="0" sldId="264"/>
            <ac:spMk id="252" creationId="{00000000-0000-0000-0000-000000000000}"/>
          </ac:spMkLst>
        </pc:spChg>
      </pc:sldChg>
    </pc:docChg>
  </pc:docChgLst>
  <pc:docChgLst>
    <pc:chgData name="Shailendra Chauhan" userId="a7d3133f-e197-4b90-bf63-99a63a264234" providerId="ADAL" clId="{F215F264-68D2-413E-8CCE-9CFDCC6CE1F0}"/>
    <pc:docChg chg="modSld">
      <pc:chgData name="Shailendra Chauhan" userId="a7d3133f-e197-4b90-bf63-99a63a264234" providerId="ADAL" clId="{F215F264-68D2-413E-8CCE-9CFDCC6CE1F0}" dt="2025-02-08T15:16:11.755" v="7" actId="1035"/>
      <pc:docMkLst>
        <pc:docMk/>
      </pc:docMkLst>
      <pc:sldChg chg="modSp mod">
        <pc:chgData name="Shailendra Chauhan" userId="a7d3133f-e197-4b90-bf63-99a63a264234" providerId="ADAL" clId="{F215F264-68D2-413E-8CCE-9CFDCC6CE1F0}" dt="2025-02-08T15:16:11.755" v="7" actId="1035"/>
        <pc:sldMkLst>
          <pc:docMk/>
          <pc:sldMk cId="0" sldId="260"/>
        </pc:sldMkLst>
        <pc:picChg chg="mod">
          <ac:chgData name="Shailendra Chauhan" userId="a7d3133f-e197-4b90-bf63-99a63a264234" providerId="ADAL" clId="{F215F264-68D2-413E-8CCE-9CFDCC6CE1F0}" dt="2025-02-08T15:16:11.755" v="7" actId="1035"/>
          <ac:picMkLst>
            <pc:docMk/>
            <pc:sldMk cId="0" sldId="260"/>
            <ac:picMk id="182"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blog.logrocket.com/methods-for-microservice-communication/" TargetMode="External"/><Relationship Id="rId2" Type="http://schemas.openxmlformats.org/officeDocument/2006/relationships/slide" Target="../slides/slide2.xml"/><Relationship Id="rId1" Type="http://schemas.openxmlformats.org/officeDocument/2006/relationships/notesMaster" Target="../notesMasters/notesMaster1.xml"/><Relationship Id="rId4" Type="http://schemas.openxmlformats.org/officeDocument/2006/relationships/hyperlink" Target="https://dzone.com/articles/building-microservices-inter-process-communication-2" TargetMode="Externa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docs.microsoft.com/en-us/dotnet/architecture/microservices/multi-container-microservice-net-applications/integration-event-based-microservice-communications"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ww.rabbitmq.com/queues.html" TargetMode="External"/><Relationship Id="rId2" Type="http://schemas.openxmlformats.org/officeDocument/2006/relationships/slide" Target="../slides/slide6.xml"/><Relationship Id="rId1" Type="http://schemas.openxmlformats.org/officeDocument/2006/relationships/notesMaster" Target="../notesMasters/notesMaster1.xml"/><Relationship Id="rId4" Type="http://schemas.openxmlformats.org/officeDocument/2006/relationships/hyperlink" Target="https://www.rabbitmq.com/quorum-queues.html" TargetMode="Externa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codeburst.io/get-started-with-rabbitmq-on-docker-4428d7f6e46b"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masstransit-project.com/usage/producers.html#message-initializers"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7" name="Google Shape;117;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u="sng">
                <a:solidFill>
                  <a:schemeClr val="hlink"/>
                </a:solidFill>
                <a:hlinkClick r:id="rId3"/>
              </a:rPr>
              <a:t>https://blog.logrocket.com/methods-for-microservice-communication/</a:t>
            </a:r>
            <a:endParaRPr/>
          </a:p>
          <a:p>
            <a:pPr marL="0" lvl="0" indent="0" algn="l" rtl="0">
              <a:spcBef>
                <a:spcPts val="0"/>
              </a:spcBef>
              <a:spcAft>
                <a:spcPts val="0"/>
              </a:spcAft>
              <a:buNone/>
            </a:pPr>
            <a:r>
              <a:rPr lang="en-US" u="sng">
                <a:solidFill>
                  <a:schemeClr val="hlink"/>
                </a:solidFill>
                <a:hlinkClick r:id="rId4"/>
              </a:rPr>
              <a:t>https://dzone.com/articles/building-microservices-inter-process-communication-2</a:t>
            </a:r>
            <a:endParaRPr/>
          </a:p>
        </p:txBody>
      </p:sp>
      <p:sp>
        <p:nvSpPr>
          <p:cNvPr id="118" name="Google Shape;118;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4" name="Google Shape;124;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u="sng">
                <a:solidFill>
                  <a:schemeClr val="hlink"/>
                </a:solidFill>
                <a:hlinkClick r:id="rId3"/>
              </a:rPr>
              <a:t>Implementing event-based communication between microservices (integration events) | Microsoft Docs</a:t>
            </a:r>
            <a:endParaRPr/>
          </a:p>
        </p:txBody>
      </p:sp>
      <p:sp>
        <p:nvSpPr>
          <p:cNvPr id="125" name="Google Shape;125;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8" name="Google Shape;15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7" name="Google Shape;177;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0" i="0">
                <a:solidFill>
                  <a:srgbClr val="000000"/>
                </a:solidFill>
                <a:latin typeface="Raleway"/>
                <a:ea typeface="Raleway"/>
                <a:cs typeface="Raleway"/>
                <a:sym typeface="Raleway"/>
              </a:rPr>
              <a:t>Use by default AMQP 0-9-1 protocol.</a:t>
            </a:r>
            <a:endParaRPr/>
          </a:p>
          <a:p>
            <a:pPr marL="0" lvl="0" indent="0" algn="l" rtl="0">
              <a:spcBef>
                <a:spcPts val="0"/>
              </a:spcBef>
              <a:spcAft>
                <a:spcPts val="0"/>
              </a:spcAft>
              <a:buNone/>
            </a:pPr>
            <a:r>
              <a:rPr lang="en-US"/>
              <a:t>STOMP – A text based message protocol</a:t>
            </a:r>
            <a:endParaRPr/>
          </a:p>
          <a:p>
            <a:pPr marL="0" lvl="0" indent="0" algn="l" rtl="0">
              <a:spcBef>
                <a:spcPts val="0"/>
              </a:spcBef>
              <a:spcAft>
                <a:spcPts val="0"/>
              </a:spcAft>
              <a:buNone/>
            </a:pPr>
            <a:r>
              <a:rPr lang="en-US"/>
              <a:t>MQTT – Binary protocol focusing mainly publish/subscribe.</a:t>
            </a:r>
            <a:endParaRPr/>
          </a:p>
          <a:p>
            <a:pPr marL="0" lvl="0" indent="0" algn="l" rtl="0">
              <a:spcBef>
                <a:spcPts val="0"/>
              </a:spcBef>
              <a:spcAft>
                <a:spcPts val="0"/>
              </a:spcAft>
              <a:buNone/>
            </a:pPr>
            <a:r>
              <a:rPr lang="en-US"/>
              <a:t>Supports these protocols using plugins.</a:t>
            </a:r>
            <a:endParaRPr/>
          </a:p>
        </p:txBody>
      </p:sp>
      <p:sp>
        <p:nvSpPr>
          <p:cNvPr id="178" name="Google Shape;178;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0" name="Google Shape;200;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6D6D6D"/>
              </a:buClr>
              <a:buSzPts val="1200"/>
              <a:buFont typeface="Arial"/>
              <a:buNone/>
            </a:pPr>
            <a:r>
              <a:rPr lang="en-US" b="1" i="0">
                <a:solidFill>
                  <a:srgbClr val="6D6D6D"/>
                </a:solidFill>
                <a:latin typeface="Arial"/>
                <a:ea typeface="Arial"/>
                <a:cs typeface="Arial"/>
                <a:sym typeface="Arial"/>
              </a:rPr>
              <a:t>Users:</a:t>
            </a:r>
            <a:r>
              <a:rPr lang="en-US" b="0" i="0">
                <a:solidFill>
                  <a:srgbClr val="6D6D6D"/>
                </a:solidFill>
                <a:latin typeface="Arial"/>
                <a:ea typeface="Arial"/>
                <a:cs typeface="Arial"/>
                <a:sym typeface="Arial"/>
              </a:rPr>
              <a:t> It is possible to connect to RabbitMQ with a given username and password. Every user can be assigned permissions such as rights to read, write and configure privileges within the instance. Users can also be assigned permissions for specific virtual hosts.</a:t>
            </a:r>
            <a:endParaRPr/>
          </a:p>
          <a:p>
            <a:pPr marL="0" lvl="0" indent="0" algn="l" rtl="0">
              <a:spcBef>
                <a:spcPts val="0"/>
              </a:spcBef>
              <a:spcAft>
                <a:spcPts val="0"/>
              </a:spcAft>
              <a:buClr>
                <a:srgbClr val="6D6D6D"/>
              </a:buClr>
              <a:buSzPts val="1200"/>
              <a:buFont typeface="Arial"/>
              <a:buNone/>
            </a:pPr>
            <a:r>
              <a:rPr lang="en-US" b="1" i="0">
                <a:solidFill>
                  <a:srgbClr val="6D6D6D"/>
                </a:solidFill>
                <a:latin typeface="Arial"/>
                <a:ea typeface="Arial"/>
                <a:cs typeface="Arial"/>
                <a:sym typeface="Arial"/>
              </a:rPr>
              <a:t>Vhost, virtual host:</a:t>
            </a:r>
            <a:r>
              <a:rPr lang="en-US" b="0" i="0">
                <a:solidFill>
                  <a:srgbClr val="6D6D6D"/>
                </a:solidFill>
                <a:latin typeface="Arial"/>
                <a:ea typeface="Arial"/>
                <a:cs typeface="Arial"/>
                <a:sym typeface="Arial"/>
              </a:rPr>
              <a:t> Provides a way to segregate applications using the same RabbitMQ instance. Different users can have different permissions to different vhost and queues and exchanges can be created, so they only exist in one vhost.</a:t>
            </a:r>
            <a:endParaRPr/>
          </a:p>
          <a:p>
            <a:pPr marL="0" lvl="0" indent="0" algn="l" rtl="0">
              <a:spcBef>
                <a:spcPts val="0"/>
              </a:spcBef>
              <a:spcAft>
                <a:spcPts val="0"/>
              </a:spcAft>
              <a:buClr>
                <a:schemeClr val="dk1"/>
              </a:buClr>
              <a:buSzPts val="1200"/>
              <a:buFont typeface="Arial"/>
              <a:buNone/>
            </a:pPr>
            <a:endParaRPr b="0" i="0">
              <a:solidFill>
                <a:srgbClr val="6D6D6D"/>
              </a:solidFill>
              <a:latin typeface="Arial"/>
              <a:ea typeface="Arial"/>
              <a:cs typeface="Arial"/>
              <a:sym typeface="Arial"/>
            </a:endParaRPr>
          </a:p>
          <a:p>
            <a:pPr marL="0" lvl="0" indent="0" algn="l" rtl="0">
              <a:spcBef>
                <a:spcPts val="0"/>
              </a:spcBef>
              <a:spcAft>
                <a:spcPts val="0"/>
              </a:spcAft>
              <a:buNone/>
            </a:pPr>
            <a:r>
              <a:rPr lang="en-US" b="1" i="0">
                <a:solidFill>
                  <a:srgbClr val="000000"/>
                </a:solidFill>
                <a:latin typeface="Raleway"/>
                <a:ea typeface="Raleway"/>
                <a:cs typeface="Raleway"/>
                <a:sym typeface="Raleway"/>
              </a:rPr>
              <a:t>Durability</a:t>
            </a:r>
            <a:r>
              <a:rPr lang="en-US" b="0" i="0">
                <a:solidFill>
                  <a:srgbClr val="000000"/>
                </a:solidFill>
                <a:latin typeface="Raleway"/>
                <a:ea typeface="Raleway"/>
                <a:cs typeface="Raleway"/>
                <a:sym typeface="Raleway"/>
              </a:rPr>
              <a:t>: Metadata of a durable queue is stored on disk, while metadata of a transient queue is stored in memory. Transient queues will be deleted on node boot. They therefore will not survive a node restart, by design. Messages in transient queues will also be discarded. Durable queues will be recovered on node boot, including messages in them published as persistent.</a:t>
            </a:r>
            <a:endParaRPr/>
          </a:p>
          <a:p>
            <a:pPr marL="0" lvl="0" indent="0" algn="l" rtl="0">
              <a:spcBef>
                <a:spcPts val="0"/>
              </a:spcBef>
              <a:spcAft>
                <a:spcPts val="0"/>
              </a:spcAft>
              <a:buNone/>
            </a:pPr>
            <a:r>
              <a:rPr lang="en-US" b="1" i="0">
                <a:solidFill>
                  <a:srgbClr val="000000"/>
                </a:solidFill>
                <a:latin typeface="Raleway"/>
                <a:ea typeface="Raleway"/>
                <a:cs typeface="Raleway"/>
                <a:sym typeface="Raleway"/>
              </a:rPr>
              <a:t>Classic vs Quorum:</a:t>
            </a:r>
            <a:r>
              <a:rPr lang="en-US" b="0" i="0">
                <a:solidFill>
                  <a:srgbClr val="000000"/>
                </a:solidFill>
                <a:latin typeface="Raleway"/>
                <a:ea typeface="Raleway"/>
                <a:cs typeface="Raleway"/>
                <a:sym typeface="Raleway"/>
              </a:rPr>
              <a:t> Regular queues can be </a:t>
            </a:r>
            <a:r>
              <a:rPr lang="en-US" b="0" i="0" u="sng">
                <a:solidFill>
                  <a:srgbClr val="FF6600"/>
                </a:solidFill>
                <a:latin typeface="Raleway"/>
                <a:ea typeface="Raleway"/>
                <a:cs typeface="Raleway"/>
                <a:sym typeface="Raleway"/>
                <a:hlinkClick r:id="rId3">
                  <a:extLst>
                    <a:ext uri="{A12FA001-AC4F-418D-AE19-62706E023703}">
                      <ahyp:hlinkClr xmlns:ahyp="http://schemas.microsoft.com/office/drawing/2018/hyperlinkcolor" val="tx"/>
                    </a:ext>
                  </a:extLst>
                </a:hlinkClick>
              </a:rPr>
              <a:t>non-durable</a:t>
            </a:r>
            <a:r>
              <a:rPr lang="en-US" b="0" i="0">
                <a:solidFill>
                  <a:srgbClr val="000000"/>
                </a:solidFill>
                <a:latin typeface="Raleway"/>
                <a:ea typeface="Raleway"/>
                <a:cs typeface="Raleway"/>
                <a:sym typeface="Raleway"/>
              </a:rPr>
              <a:t>. Quorum queues are always durable.</a:t>
            </a:r>
            <a:endParaRPr/>
          </a:p>
          <a:p>
            <a:pPr marL="0" lvl="0" indent="0" algn="l" rtl="0">
              <a:spcBef>
                <a:spcPts val="0"/>
              </a:spcBef>
              <a:spcAft>
                <a:spcPts val="0"/>
              </a:spcAft>
              <a:buNone/>
            </a:pPr>
            <a:r>
              <a:rPr lang="en-US" u="sng">
                <a:solidFill>
                  <a:schemeClr val="hlink"/>
                </a:solidFill>
                <a:hlinkClick r:id="rId4"/>
              </a:rPr>
              <a:t>Quorum Queues — RabbitMQ</a:t>
            </a:r>
            <a:endParaRPr b="0" i="0">
              <a:solidFill>
                <a:srgbClr val="000000"/>
              </a:solidFill>
              <a:latin typeface="Raleway"/>
              <a:ea typeface="Raleway"/>
              <a:cs typeface="Raleway"/>
              <a:sym typeface="Raleway"/>
            </a:endParaRPr>
          </a:p>
        </p:txBody>
      </p:sp>
      <p:sp>
        <p:nvSpPr>
          <p:cNvPr id="201" name="Google Shape;201;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7" name="Google Shape;207;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a:t>default exchange</a:t>
            </a:r>
            <a:r>
              <a:rPr lang="en-US"/>
              <a:t> - The default exchange has no name, but there's a default binding that says that the message will arrive at a queue with the same name as the routing key. </a:t>
            </a:r>
            <a:r>
              <a:rPr lang="en-US" b="0" i="0">
                <a:solidFill>
                  <a:srgbClr val="6D6D6D"/>
                </a:solidFill>
                <a:latin typeface="Arial"/>
                <a:ea typeface="Arial"/>
                <a:cs typeface="Arial"/>
                <a:sym typeface="Arial"/>
              </a:rPr>
              <a:t>Every queue is automatically bound to the default exchange with a routing key which is the same as the queue name.</a:t>
            </a:r>
            <a:endParaRPr/>
          </a:p>
          <a:p>
            <a:pPr marL="0" marR="0" lvl="0" indent="0" algn="l" rtl="0">
              <a:lnSpc>
                <a:spcPct val="100000"/>
              </a:lnSpc>
              <a:spcBef>
                <a:spcPts val="0"/>
              </a:spcBef>
              <a:spcAft>
                <a:spcPts val="0"/>
              </a:spcAft>
              <a:buClr>
                <a:schemeClr val="dk1"/>
              </a:buClr>
              <a:buSzPts val="1200"/>
              <a:buFont typeface="Calibri"/>
              <a:buNone/>
            </a:pPr>
            <a:r>
              <a:rPr lang="en-US" b="1"/>
              <a:t>Headers -</a:t>
            </a:r>
            <a:r>
              <a:rPr lang="en-US"/>
              <a:t> Headers exchanges use the message header attributes for routing.</a:t>
            </a:r>
            <a:endParaRPr/>
          </a:p>
          <a:p>
            <a:pPr marL="0" marR="0" lvl="0" indent="0" algn="l" rtl="0">
              <a:lnSpc>
                <a:spcPct val="100000"/>
              </a:lnSpc>
              <a:spcBef>
                <a:spcPts val="0"/>
              </a:spcBef>
              <a:spcAft>
                <a:spcPts val="0"/>
              </a:spcAft>
              <a:buClr>
                <a:srgbClr val="64656E"/>
              </a:buClr>
              <a:buSzPts val="1200"/>
              <a:buFont typeface="Montserrat"/>
              <a:buNone/>
            </a:pPr>
            <a:r>
              <a:rPr lang="en-US" b="1" i="0">
                <a:solidFill>
                  <a:srgbClr val="64656E"/>
                </a:solidFill>
                <a:latin typeface="Montserrat"/>
                <a:ea typeface="Montserrat"/>
                <a:cs typeface="Montserrat"/>
                <a:sym typeface="Montserrat"/>
              </a:rPr>
              <a:t>Dead Letter Exchange - </a:t>
            </a:r>
            <a:r>
              <a:rPr lang="en-US" b="0" i="0">
                <a:solidFill>
                  <a:srgbClr val="6D6D6D"/>
                </a:solidFill>
                <a:latin typeface="Arial"/>
                <a:ea typeface="Arial"/>
                <a:cs typeface="Arial"/>
                <a:sym typeface="Arial"/>
              </a:rPr>
              <a:t>If no matching queue can be found for the message, the message is silently dropped. RabbitMQ provides an AMQP extension known as the "Dead Letter Exchange", which provides the functionality to capture messages that are not deliverable.</a:t>
            </a:r>
            <a:endParaRPr/>
          </a:p>
          <a:p>
            <a:pPr marL="0" marR="0" lvl="0" indent="0" algn="l" rtl="0">
              <a:lnSpc>
                <a:spcPct val="100000"/>
              </a:lnSpc>
              <a:spcBef>
                <a:spcPts val="0"/>
              </a:spcBef>
              <a:spcAft>
                <a:spcPts val="0"/>
              </a:spcAft>
              <a:buClr>
                <a:schemeClr val="dk1"/>
              </a:buClr>
              <a:buSzPts val="1200"/>
              <a:buFont typeface="Calibri"/>
              <a:buNone/>
            </a:pPr>
            <a:endParaRPr/>
          </a:p>
          <a:p>
            <a:pPr marL="0" marR="0" lvl="0" indent="0" algn="l" rtl="0">
              <a:lnSpc>
                <a:spcPct val="100000"/>
              </a:lnSpc>
              <a:spcBef>
                <a:spcPts val="0"/>
              </a:spcBef>
              <a:spcAft>
                <a:spcPts val="0"/>
              </a:spcAft>
              <a:buClr>
                <a:srgbClr val="6D6D6D"/>
              </a:buClr>
              <a:buSzPts val="1200"/>
              <a:buFont typeface="Arial"/>
              <a:buNone/>
            </a:pPr>
            <a:r>
              <a:rPr lang="en-US" b="1" i="0">
                <a:solidFill>
                  <a:srgbClr val="6D6D6D"/>
                </a:solidFill>
                <a:latin typeface="Arial"/>
                <a:ea typeface="Arial"/>
                <a:cs typeface="Arial"/>
                <a:sym typeface="Arial"/>
              </a:rPr>
              <a:t>Exchanges, connections, and queues </a:t>
            </a:r>
            <a:r>
              <a:rPr lang="en-US" b="0" i="0">
                <a:solidFill>
                  <a:srgbClr val="6D6D6D"/>
                </a:solidFill>
                <a:latin typeface="Arial"/>
                <a:ea typeface="Arial"/>
                <a:cs typeface="Arial"/>
                <a:sym typeface="Arial"/>
              </a:rPr>
              <a:t>can be configured with parameters such as </a:t>
            </a:r>
            <a:r>
              <a:rPr lang="en-US" b="0" i="1">
                <a:solidFill>
                  <a:srgbClr val="6D6D6D"/>
                </a:solidFill>
                <a:latin typeface="Arial"/>
                <a:ea typeface="Arial"/>
                <a:cs typeface="Arial"/>
                <a:sym typeface="Arial"/>
              </a:rPr>
              <a:t>durable, temporary,</a:t>
            </a:r>
            <a:r>
              <a:rPr lang="en-US" b="0" i="0">
                <a:solidFill>
                  <a:srgbClr val="6D6D6D"/>
                </a:solidFill>
                <a:latin typeface="Arial"/>
                <a:ea typeface="Arial"/>
                <a:cs typeface="Arial"/>
                <a:sym typeface="Arial"/>
              </a:rPr>
              <a:t> and </a:t>
            </a:r>
            <a:r>
              <a:rPr lang="en-US" b="0" i="1">
                <a:solidFill>
                  <a:srgbClr val="6D6D6D"/>
                </a:solidFill>
                <a:latin typeface="Arial"/>
                <a:ea typeface="Arial"/>
                <a:cs typeface="Arial"/>
                <a:sym typeface="Arial"/>
              </a:rPr>
              <a:t>auto delete</a:t>
            </a:r>
            <a:r>
              <a:rPr lang="en-US" b="0" i="0">
                <a:solidFill>
                  <a:srgbClr val="6D6D6D"/>
                </a:solidFill>
                <a:latin typeface="Arial"/>
                <a:ea typeface="Arial"/>
                <a:cs typeface="Arial"/>
                <a:sym typeface="Arial"/>
              </a:rPr>
              <a:t> upon creation. Durable exchanges survive server restarts and last until they are explicitly deleted. Temporary exchanges exist until RabbitMQ is shut down. Auto-deleted exchanges are removed once the last bound object is unbound from the exchange.</a:t>
            </a:r>
            <a:endParaRPr/>
          </a:p>
          <a:p>
            <a:pPr marL="0" marR="0" lvl="0" indent="0" algn="l" rtl="0">
              <a:lnSpc>
                <a:spcPct val="100000"/>
              </a:lnSpc>
              <a:spcBef>
                <a:spcPts val="0"/>
              </a:spcBef>
              <a:spcAft>
                <a:spcPts val="0"/>
              </a:spcAft>
              <a:buClr>
                <a:schemeClr val="dk1"/>
              </a:buClr>
              <a:buSzPts val="1200"/>
              <a:buFont typeface="Calibri"/>
              <a:buNone/>
            </a:pPr>
            <a:endParaRPr b="0" i="0">
              <a:solidFill>
                <a:srgbClr val="6D6D6D"/>
              </a:solidFill>
              <a:latin typeface="Arial"/>
              <a:ea typeface="Arial"/>
              <a:cs typeface="Arial"/>
              <a:sym typeface="Arial"/>
            </a:endParaRPr>
          </a:p>
          <a:p>
            <a:pPr marL="0" marR="0" lvl="0" indent="0" algn="l" rtl="0">
              <a:lnSpc>
                <a:spcPct val="100000"/>
              </a:lnSpc>
              <a:spcBef>
                <a:spcPts val="0"/>
              </a:spcBef>
              <a:spcAft>
                <a:spcPts val="0"/>
              </a:spcAft>
              <a:buClr>
                <a:srgbClr val="6D6D6D"/>
              </a:buClr>
              <a:buSzPts val="1200"/>
              <a:buFont typeface="Arial"/>
              <a:buNone/>
            </a:pPr>
            <a:r>
              <a:rPr lang="en-US" b="0" i="0">
                <a:solidFill>
                  <a:srgbClr val="6D6D6D"/>
                </a:solidFill>
                <a:latin typeface="Arial"/>
                <a:ea typeface="Arial"/>
                <a:cs typeface="Arial"/>
                <a:sym typeface="Arial"/>
              </a:rPr>
              <a:t>https://www.cloudamqp.com/blog/part4-rabbitmq-for-beginners-exchanges-routing-keys-bindings.html</a:t>
            </a:r>
            <a:endParaRPr/>
          </a:p>
          <a:p>
            <a:pPr marL="0" marR="0" lvl="0" indent="0" algn="l" rtl="0">
              <a:lnSpc>
                <a:spcPct val="100000"/>
              </a:lnSpc>
              <a:spcBef>
                <a:spcPts val="0"/>
              </a:spcBef>
              <a:spcAft>
                <a:spcPts val="0"/>
              </a:spcAft>
              <a:buClr>
                <a:schemeClr val="dk1"/>
              </a:buClr>
              <a:buSzPts val="1200"/>
              <a:buFont typeface="Calibri"/>
              <a:buNone/>
            </a:pPr>
            <a:endParaRPr/>
          </a:p>
          <a:p>
            <a:pPr marL="0" marR="0" lvl="0" indent="0" algn="l" rtl="0">
              <a:lnSpc>
                <a:spcPct val="100000"/>
              </a:lnSpc>
              <a:spcBef>
                <a:spcPts val="0"/>
              </a:spcBef>
              <a:spcAft>
                <a:spcPts val="0"/>
              </a:spcAft>
              <a:buClr>
                <a:schemeClr val="dk1"/>
              </a:buClr>
              <a:buSzPts val="1200"/>
              <a:buFont typeface="Calibri"/>
              <a:buNone/>
            </a:pPr>
            <a:endParaRPr/>
          </a:p>
        </p:txBody>
      </p:sp>
      <p:sp>
        <p:nvSpPr>
          <p:cNvPr id="208" name="Google Shape;208;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3" name="Google Shape;243;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9" name="Google Shape;249;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u="sng">
                <a:solidFill>
                  <a:schemeClr val="hlink"/>
                </a:solidFill>
                <a:hlinkClick r:id="rId3"/>
              </a:rPr>
              <a:t>https://docs.docker.com/desktop/windows/troubleshoot/#virtualization</a:t>
            </a:r>
            <a:endParaRPr/>
          </a:p>
          <a:p>
            <a:pPr marL="0" lvl="0" indent="0" algn="l" rtl="0">
              <a:spcBef>
                <a:spcPts val="0"/>
              </a:spcBef>
              <a:spcAft>
                <a:spcPts val="0"/>
              </a:spcAft>
              <a:buNone/>
            </a:pPr>
            <a:endParaRPr u="sng">
              <a:solidFill>
                <a:schemeClr val="hlink"/>
              </a:solidFill>
              <a:hlinkClick r:id="rId3"/>
            </a:endParaRPr>
          </a:p>
          <a:p>
            <a:pPr marL="0" lvl="0" indent="0" algn="l" rtl="0">
              <a:spcBef>
                <a:spcPts val="0"/>
              </a:spcBef>
              <a:spcAft>
                <a:spcPts val="0"/>
              </a:spcAft>
              <a:buNone/>
            </a:pPr>
            <a:r>
              <a:rPr lang="en-US" u="sng">
                <a:solidFill>
                  <a:schemeClr val="hlink"/>
                </a:solidFill>
                <a:hlinkClick r:id="rId3"/>
              </a:rPr>
              <a:t>Get Started with RabbitMQ on Docker | by Changhui Xu | codeburst</a:t>
            </a:r>
            <a:endParaRPr/>
          </a:p>
        </p:txBody>
      </p:sp>
      <p:sp>
        <p:nvSpPr>
          <p:cNvPr id="250" name="Google Shape;250;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6" name="Google Shape;256;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2" name="Google Shape;262;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9" name="Google Shape;269;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u="sng">
                <a:solidFill>
                  <a:schemeClr val="hlink"/>
                </a:solidFill>
                <a:hlinkClick r:id="rId3"/>
              </a:rPr>
              <a:t>Producers | MassTransit (masstransit-project.com)</a:t>
            </a:r>
            <a:endParaRPr/>
          </a:p>
        </p:txBody>
      </p:sp>
      <p:sp>
        <p:nvSpPr>
          <p:cNvPr id="270" name="Google Shape;270;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7" name="Google Shape;277;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Introduction and Speaker">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493295" y="2535606"/>
            <a:ext cx="11143910" cy="738664"/>
          </a:xfrm>
          <a:prstGeom prst="rect">
            <a:avLst/>
          </a:prstGeom>
          <a:noFill/>
        </p:spPr>
        <p:txBody>
          <a:bodyPr wrap="square" tIns="91440" bIns="91440" anchor="t" anchorCtr="0">
            <a:spAutoFit/>
          </a:bodyPr>
          <a:lstStyle>
            <a:lvl1pPr>
              <a:defRPr sz="4000" spc="-100" baseline="0">
                <a:solidFill>
                  <a:srgbClr val="00F0EA"/>
                </a:solidFill>
                <a:latin typeface="+mj-lt"/>
                <a:ea typeface="Roboto Light" panose="02000000000000000000" pitchFamily="2" charset="0"/>
              </a:defRPr>
            </a:lvl1pPr>
          </a:lstStyle>
          <a:p>
            <a:r>
              <a:rPr lang="en-US" dirty="0"/>
              <a:t>Module Title</a:t>
            </a:r>
          </a:p>
        </p:txBody>
      </p:sp>
      <p:sp>
        <p:nvSpPr>
          <p:cNvPr id="14" name="Content Placeholder 2"/>
          <p:cNvSpPr>
            <a:spLocks noGrp="1"/>
          </p:cNvSpPr>
          <p:nvPr>
            <p:ph sz="half" idx="1" hasCustomPrompt="1"/>
          </p:nvPr>
        </p:nvSpPr>
        <p:spPr>
          <a:xfrm>
            <a:off x="2646866" y="3545457"/>
            <a:ext cx="6026871" cy="533139"/>
          </a:xfrm>
          <a:prstGeom prst="rect">
            <a:avLst/>
          </a:prstGeom>
        </p:spPr>
        <p:txBody>
          <a:bodyPr lIns="91440">
            <a:normAutofit/>
          </a:bodyPr>
          <a:lstStyle>
            <a:lvl1pPr marL="0" indent="0">
              <a:buFont typeface="Arial" panose="020B0604020202020204" pitchFamily="34" charset="0"/>
              <a:buNone/>
              <a:defRPr sz="2800">
                <a:solidFill>
                  <a:srgbClr val="00F0EA"/>
                </a:solidFill>
                <a:latin typeface="+mj-lt"/>
                <a:ea typeface="Roboto Light" panose="02000000000000000000" pitchFamily="2" charset="0"/>
              </a:defRPr>
            </a:lvl1pPr>
          </a:lstStyle>
          <a:p>
            <a:pPr lvl="0"/>
            <a:r>
              <a:rPr lang="en-US" dirty="0"/>
              <a:t>Speaker Name</a:t>
            </a:r>
          </a:p>
        </p:txBody>
      </p:sp>
      <p:sp>
        <p:nvSpPr>
          <p:cNvPr id="15" name="Content Placeholder 2"/>
          <p:cNvSpPr>
            <a:spLocks noGrp="1"/>
          </p:cNvSpPr>
          <p:nvPr>
            <p:ph sz="half" idx="10" hasCustomPrompt="1"/>
          </p:nvPr>
        </p:nvSpPr>
        <p:spPr>
          <a:xfrm>
            <a:off x="2646866" y="4195390"/>
            <a:ext cx="6026871" cy="738664"/>
          </a:xfrm>
          <a:prstGeom prst="rect">
            <a:avLst/>
          </a:prstGeom>
        </p:spPr>
        <p:txBody>
          <a:bodyPr lIns="91440">
            <a:normAutofit/>
          </a:bodyPr>
          <a:lstStyle>
            <a:lvl1pPr marL="0" indent="0">
              <a:buFont typeface="Arial" panose="020B0604020202020204" pitchFamily="34" charset="0"/>
              <a:buNone/>
              <a:defRPr sz="2400">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Designation</a:t>
            </a:r>
          </a:p>
        </p:txBody>
      </p:sp>
      <p:sp>
        <p:nvSpPr>
          <p:cNvPr id="16" name="Content Placeholder 2"/>
          <p:cNvSpPr>
            <a:spLocks noGrp="1"/>
          </p:cNvSpPr>
          <p:nvPr>
            <p:ph sz="half" idx="11" hasCustomPrompt="1"/>
          </p:nvPr>
        </p:nvSpPr>
        <p:spPr>
          <a:xfrm>
            <a:off x="493295" y="3446463"/>
            <a:ext cx="1975585" cy="1586663"/>
          </a:xfrm>
          <a:prstGeom prst="rect">
            <a:avLst/>
          </a:prstGeom>
        </p:spPr>
        <p:txBody>
          <a:bodyPr lIns="91440">
            <a:normAutofit/>
          </a:bodyPr>
          <a:lstStyle>
            <a:lvl1pPr marL="0" indent="0" algn="ctr">
              <a:buFont typeface="Arial" panose="020B0604020202020204" pitchFamily="34" charset="0"/>
              <a:buNone/>
              <a:defRPr sz="2000">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Photo</a:t>
            </a:r>
          </a:p>
        </p:txBody>
      </p:sp>
      <p:cxnSp>
        <p:nvCxnSpPr>
          <p:cNvPr id="18" name="Straight Connector 17"/>
          <p:cNvCxnSpPr>
            <a:cxnSpLocks/>
          </p:cNvCxnSpPr>
          <p:nvPr/>
        </p:nvCxnSpPr>
        <p:spPr>
          <a:xfrm>
            <a:off x="2658569" y="4127748"/>
            <a:ext cx="8978636"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62610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
                                            <p:txEl>
                                              <p:pRg st="0" end="0"/>
                                            </p:txEl>
                                          </p:spTgt>
                                        </p:tgtEl>
                                        <p:attrNameLst>
                                          <p:attrName>style.visibility</p:attrName>
                                        </p:attrNameLst>
                                      </p:cBhvr>
                                      <p:to>
                                        <p:strVal val="visible"/>
                                      </p:to>
                                    </p:set>
                                    <p:animEffect transition="in" filter="fade">
                                      <p:cBhvr>
                                        <p:cTn id="12" dur="500"/>
                                        <p:tgtEl>
                                          <p:spTgt spid="16">
                                            <p:txEl>
                                              <p:pRg st="0" end="0"/>
                                            </p:txEl>
                                          </p:spTgt>
                                        </p:tgtEl>
                                      </p:cBhvr>
                                    </p:animEffec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14">
                                            <p:txEl>
                                              <p:pRg st="0" end="0"/>
                                            </p:txEl>
                                          </p:spTgt>
                                        </p:tgtEl>
                                        <p:attrNameLst>
                                          <p:attrName>style.visibility</p:attrName>
                                        </p:attrNameLst>
                                      </p:cBhvr>
                                      <p:to>
                                        <p:strVal val="visible"/>
                                      </p:to>
                                    </p:set>
                                    <p:animEffect transition="in" filter="fade">
                                      <p:cBhvr>
                                        <p:cTn id="16" dur="500"/>
                                        <p:tgtEl>
                                          <p:spTgt spid="14">
                                            <p:txEl>
                                              <p:pRg st="0" end="0"/>
                                            </p:txEl>
                                          </p:spTgt>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500"/>
                                        <p:tgtEl>
                                          <p:spTgt spid="1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5">
                                            <p:txEl>
                                              <p:pRg st="0" end="0"/>
                                            </p:txEl>
                                          </p:spTgt>
                                        </p:tgtEl>
                                        <p:attrNameLst>
                                          <p:attrName>style.visibility</p:attrName>
                                        </p:attrNameLst>
                                      </p:cBhvr>
                                      <p:to>
                                        <p:strVal val="visible"/>
                                      </p:to>
                                    </p:set>
                                    <p:animEffect transition="in" filter="fade">
                                      <p:cBhvr>
                                        <p:cTn id="23" dur="500"/>
                                        <p:tgtEl>
                                          <p:spTgt spid="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4" grpId="0" build="p">
        <p:tmplLst>
          <p:tmpl lvl="1">
            <p:tnLst>
              <p:par>
                <p:cTn presetID="10" presetClass="entr" presetSubtype="0" fill="hold" nodeType="afterEffect">
                  <p:stCondLst>
                    <p:cond delay="0"/>
                  </p:stCondLst>
                  <p:childTnLst>
                    <p:set>
                      <p:cBhvr>
                        <p:cTn dur="1" fill="hold">
                          <p:stCondLst>
                            <p:cond delay="0"/>
                          </p:stCondLst>
                        </p:cTn>
                        <p:tgtEl>
                          <p:spTgt spid="14"/>
                        </p:tgtEl>
                        <p:attrNameLst>
                          <p:attrName>style.visibility</p:attrName>
                        </p:attrNameLst>
                      </p:cBhvr>
                      <p:to>
                        <p:strVal val="visible"/>
                      </p:to>
                    </p:set>
                    <p:animEffect transition="in" filter="fade">
                      <p:cBhvr>
                        <p:cTn dur="500"/>
                        <p:tgtEl>
                          <p:spTgt spid="14"/>
                        </p:tgtEl>
                      </p:cBhvr>
                    </p:animEffect>
                  </p:childTnLst>
                </p:cTn>
              </p:par>
            </p:tnLst>
          </p:tmpl>
        </p:tmplLst>
      </p:bldP>
      <p:bldP spid="15" grpId="0" build="p">
        <p:tmplLst>
          <p:tmpl lvl="1">
            <p:tnLst>
              <p:par>
                <p:cTn presetID="10" presetClass="entr" presetSubtype="0" fill="hold" nodeType="withEffect">
                  <p:stCondLst>
                    <p:cond delay="0"/>
                  </p:stCondLst>
                  <p:childTnLst>
                    <p:set>
                      <p:cBhvr>
                        <p:cTn dur="1" fill="hold">
                          <p:stCondLst>
                            <p:cond delay="0"/>
                          </p:stCondLst>
                        </p:cTn>
                        <p:tgtEl>
                          <p:spTgt spid="15"/>
                        </p:tgtEl>
                        <p:attrNameLst>
                          <p:attrName>style.visibility</p:attrName>
                        </p:attrNameLst>
                      </p:cBhvr>
                      <p:to>
                        <p:strVal val="visible"/>
                      </p:to>
                    </p:set>
                    <p:animEffect transition="in" filter="fade">
                      <p:cBhvr>
                        <p:cTn dur="500"/>
                        <p:tgtEl>
                          <p:spTgt spid="15"/>
                        </p:tgtEl>
                      </p:cBhvr>
                    </p:animEffect>
                  </p:childTnLst>
                </p:cTn>
              </p:par>
            </p:tnLst>
          </p:tmpl>
        </p:tmplLst>
      </p:bldP>
      <p:bldP spid="16" grpId="0" uiExpand="1" build="p">
        <p:tmplLst>
          <p:tmpl lvl="1">
            <p:tnLst>
              <p:par>
                <p:cTn presetID="10" presetClass="entr" presetSubtype="0" fill="hold" nodeType="clickEffect">
                  <p:stCondLst>
                    <p:cond delay="0"/>
                  </p:stCondLst>
                  <p:childTnLst>
                    <p:set>
                      <p:cBhvr>
                        <p:cTn dur="1" fill="hold">
                          <p:stCondLst>
                            <p:cond delay="0"/>
                          </p:stCondLst>
                        </p:cTn>
                        <p:tgtEl>
                          <p:spTgt spid="16"/>
                        </p:tgtEl>
                        <p:attrNameLst>
                          <p:attrName>style.visibility</p:attrName>
                        </p:attrNameLst>
                      </p:cBhvr>
                      <p:to>
                        <p:strVal val="visible"/>
                      </p:to>
                    </p:set>
                    <p:animEffect transition="in" filter="fade">
                      <p:cBhvr>
                        <p:cTn dur="500"/>
                        <p:tgtEl>
                          <p:spTgt spid="16"/>
                        </p:tgtEl>
                      </p:cBhvr>
                    </p:animEffect>
                  </p:childTnLst>
                </p:cTn>
              </p:par>
            </p:tnLst>
          </p:tmpl>
        </p:tmplLst>
      </p:bldP>
    </p:bldLst>
  </p:timing>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genda_Conte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1340BAD-F134-4A9B-BB47-F01A0DB9BE57}"/>
              </a:ext>
            </a:extLst>
          </p:cNvPr>
          <p:cNvSpPr/>
          <p:nvPr/>
        </p:nvSpPr>
        <p:spPr bwMode="auto">
          <a:xfrm>
            <a:off x="0" y="0"/>
            <a:ext cx="5255418" cy="6858000"/>
          </a:xfrm>
          <a:prstGeom prst="rect">
            <a:avLst/>
          </a:pr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stStyle>
          <a:p>
            <a:pPr algn="l" defTabSz="932472" fontAlgn="base">
              <a:spcBef>
                <a:spcPct val="0"/>
              </a:spcBef>
              <a:spcAft>
                <a:spcPct val="0"/>
              </a:spcAft>
            </a:pPr>
            <a:endParaRPr lang="en-US" sz="2000" dirty="0">
              <a:solidFill>
                <a:srgbClr val="3B2E58"/>
              </a:solidFill>
              <a:ea typeface="Segoe UI" pitchFamily="34" charset="0"/>
              <a:cs typeface="Segoe UI" pitchFamily="34" charset="0"/>
            </a:endParaRPr>
          </a:p>
        </p:txBody>
      </p:sp>
      <p:cxnSp>
        <p:nvCxnSpPr>
          <p:cNvPr id="5" name="Straight Connector 4">
            <a:extLst>
              <a:ext uri="{FF2B5EF4-FFF2-40B4-BE49-F238E27FC236}">
                <a16:creationId xmlns:a16="http://schemas.microsoft.com/office/drawing/2014/main" id="{8CBB1D18-B779-46CB-8922-58A7E189328F}"/>
              </a:ext>
            </a:extLst>
          </p:cNvPr>
          <p:cNvCxnSpPr>
            <a:cxnSpLocks/>
          </p:cNvCxnSpPr>
          <p:nvPr/>
        </p:nvCxnSpPr>
        <p:spPr>
          <a:xfrm>
            <a:off x="5268195"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6" name="Content Placeholder 2">
            <a:extLst>
              <a:ext uri="{FF2B5EF4-FFF2-40B4-BE49-F238E27FC236}">
                <a16:creationId xmlns:a16="http://schemas.microsoft.com/office/drawing/2014/main" id="{2C1690B5-E6B0-489E-9947-42FF8A998CB2}"/>
              </a:ext>
            </a:extLst>
          </p:cNvPr>
          <p:cNvSpPr>
            <a:spLocks noGrp="1"/>
          </p:cNvSpPr>
          <p:nvPr>
            <p:ph sz="half" idx="1" hasCustomPrompt="1"/>
          </p:nvPr>
        </p:nvSpPr>
        <p:spPr>
          <a:xfrm>
            <a:off x="5719315" y="1276150"/>
            <a:ext cx="6098863" cy="4960013"/>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4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sz="2000">
                <a:solidFill>
                  <a:schemeClr val="tx2">
                    <a:lumMod val="10000"/>
                    <a:lumOff val="90000"/>
                  </a:schemeClr>
                </a:solidFill>
              </a:defRPr>
            </a:lvl2pPr>
            <a:lvl3pPr>
              <a:buClr>
                <a:schemeClr val="tx2">
                  <a:lumMod val="10000"/>
                  <a:lumOff val="90000"/>
                </a:schemeClr>
              </a:buClr>
              <a:defRPr sz="1800">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8" name="Content Placeholder 2">
            <a:extLst>
              <a:ext uri="{FF2B5EF4-FFF2-40B4-BE49-F238E27FC236}">
                <a16:creationId xmlns:a16="http://schemas.microsoft.com/office/drawing/2014/main" id="{58F43BE9-EBA0-4400-9E48-87F01782F126}"/>
              </a:ext>
            </a:extLst>
          </p:cNvPr>
          <p:cNvSpPr>
            <a:spLocks noGrp="1"/>
          </p:cNvSpPr>
          <p:nvPr>
            <p:ph sz="half" idx="10" hasCustomPrompt="1"/>
          </p:nvPr>
        </p:nvSpPr>
        <p:spPr>
          <a:xfrm>
            <a:off x="5719316" y="422699"/>
            <a:ext cx="6098865" cy="552091"/>
          </a:xfrm>
          <a:prstGeom prst="rect">
            <a:avLst/>
          </a:prstGeom>
        </p:spPr>
        <p:txBody>
          <a:bodyPr lIns="91440">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sp>
        <p:nvSpPr>
          <p:cNvPr id="9" name="Title 1">
            <a:extLst>
              <a:ext uri="{FF2B5EF4-FFF2-40B4-BE49-F238E27FC236}">
                <a16:creationId xmlns:a16="http://schemas.microsoft.com/office/drawing/2014/main" id="{F4755BF9-73C5-D8AB-816C-90E629949EC7}"/>
              </a:ext>
            </a:extLst>
          </p:cNvPr>
          <p:cNvSpPr>
            <a:spLocks noGrp="1"/>
          </p:cNvSpPr>
          <p:nvPr>
            <p:ph type="title" hasCustomPrompt="1"/>
          </p:nvPr>
        </p:nvSpPr>
        <p:spPr>
          <a:xfrm>
            <a:off x="373823" y="2690336"/>
            <a:ext cx="4443252" cy="738664"/>
          </a:xfrm>
          <a:prstGeom prst="rect">
            <a:avLst/>
          </a:prstGeom>
          <a:noFill/>
        </p:spPr>
        <p:txBody>
          <a:bodyPr wrap="square" tIns="91440" bIns="91440" anchor="t" anchorCtr="0">
            <a:spAutoFit/>
          </a:bodyPr>
          <a:lstStyle>
            <a:lvl1pPr algn="ctr">
              <a:defRPr sz="4000" spc="-100" baseline="0">
                <a:solidFill>
                  <a:srgbClr val="00F0EA"/>
                </a:solidFill>
                <a:latin typeface="+mj-lt"/>
                <a:ea typeface="Roboto Light" panose="02000000000000000000" pitchFamily="2" charset="0"/>
              </a:defRPr>
            </a:lvl1pPr>
          </a:lstStyle>
          <a:p>
            <a:r>
              <a:rPr lang="en-US" dirty="0"/>
              <a:t>Heading Text</a:t>
            </a:r>
          </a:p>
        </p:txBody>
      </p:sp>
      <p:pic>
        <p:nvPicPr>
          <p:cNvPr id="4" name="Picture 3" descr="A black and white logo&#10;&#10;Description automatically generated">
            <a:extLst>
              <a:ext uri="{FF2B5EF4-FFF2-40B4-BE49-F238E27FC236}">
                <a16:creationId xmlns:a16="http://schemas.microsoft.com/office/drawing/2014/main" id="{2403F204-1D2A-936B-B63A-B88F4147509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Tree>
    <p:extLst>
      <p:ext uri="{BB962C8B-B14F-4D97-AF65-F5344CB8AC3E}">
        <p14:creationId xmlns:p14="http://schemas.microsoft.com/office/powerpoint/2010/main" val="2296353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tmplLst>
          <p:tmpl lvl="1">
            <p:tnLst>
              <p:par>
                <p:cTn presetID="10" presetClass="entr" presetSubtype="0" fill="hold" nodeType="with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P spid="9" grpId="0"/>
    </p:bldLst>
  </p:timing>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Heading and Content">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493295" y="1268098"/>
            <a:ext cx="11122056" cy="4877624"/>
          </a:xfrm>
          <a:prstGeom prst="rect">
            <a:avLst/>
          </a:prstGeom>
        </p:spPr>
        <p:txBody>
          <a:bodyPr lIns="91440">
            <a:normAutofit/>
          </a:bodyPr>
          <a:lstStyle>
            <a:lvl1pPr marL="228600" indent="-228600">
              <a:lnSpc>
                <a:spcPct val="100000"/>
              </a:lnSpc>
              <a:buClrTx/>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Tx/>
              <a:defRPr>
                <a:solidFill>
                  <a:schemeClr val="tx2">
                    <a:lumMod val="10000"/>
                    <a:lumOff val="90000"/>
                  </a:schemeClr>
                </a:solidFill>
              </a:defRPr>
            </a:lvl2pPr>
            <a:lvl3pPr>
              <a:buClrTx/>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20" name="Content Placeholder 2"/>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5" name="Straight Connector 4">
            <a:extLst>
              <a:ext uri="{FF2B5EF4-FFF2-40B4-BE49-F238E27FC236}">
                <a16:creationId xmlns:a16="http://schemas.microsoft.com/office/drawing/2014/main" id="{884DA1FA-3368-49F7-9F19-9EF4CCD41CC0}"/>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90099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fade">
                                      <p:cBhvr>
                                        <p:cTn id="7" dur="500"/>
                                        <p:tgtEl>
                                          <p:spTgt spid="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uild="p">
        <p:tmplLst>
          <p:tmpl lvl="1">
            <p:tnLst>
              <p:par>
                <p:cTn presetID="10" presetClass="entr" presetSubtype="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fade">
                      <p:cBhvr>
                        <p:cTn dur="500"/>
                        <p:tgtEl>
                          <p:spTgt spid="20"/>
                        </p:tgtEl>
                      </p:cBhvr>
                    </p:animEffect>
                  </p:childTnLst>
                </p:cTn>
              </p:par>
            </p:tnLst>
          </p:tmpl>
        </p:tmplLst>
      </p:bldP>
    </p:bldLst>
  </p:timing>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ouble Heading and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93295" y="1457864"/>
            <a:ext cx="11122056" cy="470139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a:t>Click to edit Master text styles</a:t>
            </a:r>
          </a:p>
          <a:p>
            <a:pPr lvl="1"/>
            <a:r>
              <a:rPr lang="en-US"/>
              <a:t>Second level</a:t>
            </a:r>
          </a:p>
          <a:p>
            <a:pPr lvl="2"/>
            <a:r>
              <a:rPr lang="en-US"/>
              <a:t>Third level</a:t>
            </a:r>
          </a:p>
        </p:txBody>
      </p:sp>
      <p:sp>
        <p:nvSpPr>
          <p:cNvPr id="20" name="Content Placeholder 2"/>
          <p:cNvSpPr>
            <a:spLocks noGrp="1"/>
          </p:cNvSpPr>
          <p:nvPr>
            <p:ph sz="half" idx="10" hasCustomPrompt="1"/>
          </p:nvPr>
        </p:nvSpPr>
        <p:spPr>
          <a:xfrm>
            <a:off x="493295" y="276049"/>
            <a:ext cx="11122056" cy="879891"/>
          </a:xfrm>
          <a:prstGeom prst="rect">
            <a:avLst/>
          </a:prstGeom>
        </p:spPr>
        <p:txBody>
          <a:bodyPr lIns="91440" anchor="t">
            <a:normAutofit/>
          </a:bodyPr>
          <a:lstStyle>
            <a:lvl1pPr marL="0" indent="0">
              <a:spcBef>
                <a:spcPts val="0"/>
              </a:spcBef>
              <a:buFontTx/>
              <a:buNone/>
              <a:defRPr sz="3200" b="0">
                <a:solidFill>
                  <a:srgbClr val="00F0EA"/>
                </a:solidFill>
                <a:latin typeface="+mj-lt"/>
                <a:ea typeface="Roboto Light" panose="02000000000000000000" pitchFamily="2" charset="0"/>
              </a:defRPr>
            </a:lvl1pPr>
          </a:lstStyle>
          <a:p>
            <a:pPr lvl="0"/>
            <a:r>
              <a:rPr lang="en-US" dirty="0"/>
              <a:t>Two Lines</a:t>
            </a:r>
          </a:p>
          <a:p>
            <a:pPr lvl="0"/>
            <a:r>
              <a:rPr lang="en-US" dirty="0"/>
              <a:t>Heading Text</a:t>
            </a:r>
          </a:p>
        </p:txBody>
      </p:sp>
      <p:cxnSp>
        <p:nvCxnSpPr>
          <p:cNvPr id="5" name="Straight Connector 4">
            <a:extLst>
              <a:ext uri="{FF2B5EF4-FFF2-40B4-BE49-F238E27FC236}">
                <a16:creationId xmlns:a16="http://schemas.microsoft.com/office/drawing/2014/main" id="{884DA1FA-3368-49F7-9F19-9EF4CCD41CC0}"/>
              </a:ext>
            </a:extLst>
          </p:cNvPr>
          <p:cNvCxnSpPr>
            <a:cxnSpLocks/>
          </p:cNvCxnSpPr>
          <p:nvPr/>
        </p:nvCxnSpPr>
        <p:spPr>
          <a:xfrm>
            <a:off x="-8626" y="1216948"/>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89555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fade">
                                      <p:cBhvr>
                                        <p:cTn id="7" dur="500"/>
                                        <p:tgtEl>
                                          <p:spTgt spid="20">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xEl>
                                              <p:pRg st="1" end="1"/>
                                            </p:txEl>
                                          </p:spTgt>
                                        </p:tgtEl>
                                        <p:attrNameLst>
                                          <p:attrName>style.visibility</p:attrName>
                                        </p:attrNameLst>
                                      </p:cBhvr>
                                      <p:to>
                                        <p:strVal val="visible"/>
                                      </p:to>
                                    </p:set>
                                    <p:animEffect transition="in" filter="fade">
                                      <p:cBhvr>
                                        <p:cTn id="10" dur="500"/>
                                        <p:tgtEl>
                                          <p:spTgt spid="2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uild="p">
        <p:tmplLst>
          <p:tmpl lvl="1">
            <p:tnLst>
              <p:par>
                <p:cTn presetID="10" presetClass="entr" presetSubtype="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fade">
                      <p:cBhvr>
                        <p:cTn dur="500"/>
                        <p:tgtEl>
                          <p:spTgt spid="20"/>
                        </p:tgtEl>
                      </p:cBhvr>
                    </p:animEffect>
                  </p:childTnLst>
                </p:cTn>
              </p:par>
            </p:tnLst>
          </p:tmpl>
        </p:tmplLst>
      </p:bldP>
    </p:bldLst>
  </p:timing>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Heading and 50X50 Content">
    <p:spTree>
      <p:nvGrpSpPr>
        <p:cNvPr id="1" name=""/>
        <p:cNvGrpSpPr/>
        <p:nvPr/>
      </p:nvGrpSpPr>
      <p:grpSpPr>
        <a:xfrm>
          <a:off x="0" y="0"/>
          <a:ext cx="0" cy="0"/>
          <a:chOff x="0" y="0"/>
          <a:chExt cx="0" cy="0"/>
        </a:xfrm>
      </p:grpSpPr>
      <p:sp>
        <p:nvSpPr>
          <p:cNvPr id="6" name="Content Placeholder 2">
            <a:extLst>
              <a:ext uri="{FF2B5EF4-FFF2-40B4-BE49-F238E27FC236}">
                <a16:creationId xmlns:a16="http://schemas.microsoft.com/office/drawing/2014/main" id="{E96A12E5-B765-A316-598E-79FCC3546E58}"/>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7" name="Straight Connector 6">
            <a:extLst>
              <a:ext uri="{FF2B5EF4-FFF2-40B4-BE49-F238E27FC236}">
                <a16:creationId xmlns:a16="http://schemas.microsoft.com/office/drawing/2014/main" id="{73C33269-C4E9-ECDC-EFF1-00EDC8F021B0}"/>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9" name="Content Placeholder 2">
            <a:extLst>
              <a:ext uri="{FF2B5EF4-FFF2-40B4-BE49-F238E27FC236}">
                <a16:creationId xmlns:a16="http://schemas.microsoft.com/office/drawing/2014/main" id="{960ABE32-DEB1-638B-DBEF-113B4466A218}"/>
              </a:ext>
            </a:extLst>
          </p:cNvPr>
          <p:cNvSpPr>
            <a:spLocks noGrp="1"/>
          </p:cNvSpPr>
          <p:nvPr>
            <p:ph sz="half" idx="11" hasCustomPrompt="1"/>
          </p:nvPr>
        </p:nvSpPr>
        <p:spPr>
          <a:xfrm>
            <a:off x="6144892" y="1268098"/>
            <a:ext cx="5470460"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10" name="Content Placeholder 2">
            <a:extLst>
              <a:ext uri="{FF2B5EF4-FFF2-40B4-BE49-F238E27FC236}">
                <a16:creationId xmlns:a16="http://schemas.microsoft.com/office/drawing/2014/main" id="{2CB300AE-1402-CDA0-A938-939F32869FB8}"/>
              </a:ext>
            </a:extLst>
          </p:cNvPr>
          <p:cNvSpPr>
            <a:spLocks noGrp="1"/>
          </p:cNvSpPr>
          <p:nvPr>
            <p:ph sz="half" idx="1" hasCustomPrompt="1"/>
          </p:nvPr>
        </p:nvSpPr>
        <p:spPr>
          <a:xfrm>
            <a:off x="493295" y="1268098"/>
            <a:ext cx="5415799"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525242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0" presetClass="entr" presetSubtype="0" fill="hold" nodeType="with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fade">
                      <p:cBhvr>
                        <p:cTn dur="500"/>
                        <p:tgtEl>
                          <p:spTgt spid="6"/>
                        </p:tgtEl>
                      </p:cBhvr>
                    </p:animEffect>
                  </p:childTnLst>
                </p:cTn>
              </p:par>
            </p:tnLst>
          </p:tmpl>
        </p:tmplLst>
      </p:bldP>
    </p:bldLst>
  </p:timing>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Heading and Comparison">
    <p:spTree>
      <p:nvGrpSpPr>
        <p:cNvPr id="1" name=""/>
        <p:cNvGrpSpPr/>
        <p:nvPr/>
      </p:nvGrpSpPr>
      <p:grpSpPr>
        <a:xfrm>
          <a:off x="0" y="0"/>
          <a:ext cx="0" cy="0"/>
          <a:chOff x="0" y="0"/>
          <a:chExt cx="0" cy="0"/>
        </a:xfrm>
      </p:grpSpPr>
      <p:cxnSp>
        <p:nvCxnSpPr>
          <p:cNvPr id="7" name="Straight Connector 6"/>
          <p:cNvCxnSpPr>
            <a:cxnSpLocks/>
          </p:cNvCxnSpPr>
          <p:nvPr/>
        </p:nvCxnSpPr>
        <p:spPr>
          <a:xfrm>
            <a:off x="6026992" y="1268087"/>
            <a:ext cx="0" cy="4877624"/>
          </a:xfrm>
          <a:prstGeom prst="line">
            <a:avLst/>
          </a:prstGeom>
          <a:ln w="28575">
            <a:solidFill>
              <a:srgbClr val="00D1CF"/>
            </a:solidFill>
          </a:ln>
        </p:spPr>
        <p:style>
          <a:lnRef idx="1">
            <a:schemeClr val="accent1"/>
          </a:lnRef>
          <a:fillRef idx="0">
            <a:schemeClr val="accent1"/>
          </a:fillRef>
          <a:effectRef idx="0">
            <a:schemeClr val="accent1"/>
          </a:effectRef>
          <a:fontRef idx="minor">
            <a:schemeClr val="tx1"/>
          </a:fontRef>
        </p:style>
      </p:cxnSp>
      <p:sp>
        <p:nvSpPr>
          <p:cNvPr id="2" name="Content Placeholder 2">
            <a:extLst>
              <a:ext uri="{FF2B5EF4-FFF2-40B4-BE49-F238E27FC236}">
                <a16:creationId xmlns:a16="http://schemas.microsoft.com/office/drawing/2014/main" id="{DA7A390F-F982-47EC-24A7-50208BCC4F9B}"/>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4" name="Straight Connector 3">
            <a:extLst>
              <a:ext uri="{FF2B5EF4-FFF2-40B4-BE49-F238E27FC236}">
                <a16:creationId xmlns:a16="http://schemas.microsoft.com/office/drawing/2014/main" id="{6AD5A432-AC3D-5822-6821-0D13158E63F4}"/>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6" name="Content Placeholder 2">
            <a:extLst>
              <a:ext uri="{FF2B5EF4-FFF2-40B4-BE49-F238E27FC236}">
                <a16:creationId xmlns:a16="http://schemas.microsoft.com/office/drawing/2014/main" id="{5E38A476-939B-F252-631A-BE94D9A4BB2A}"/>
              </a:ext>
            </a:extLst>
          </p:cNvPr>
          <p:cNvSpPr>
            <a:spLocks noGrp="1"/>
          </p:cNvSpPr>
          <p:nvPr>
            <p:ph sz="half" idx="11" hasCustomPrompt="1"/>
          </p:nvPr>
        </p:nvSpPr>
        <p:spPr>
          <a:xfrm>
            <a:off x="6144892" y="1268098"/>
            <a:ext cx="5470460"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9" name="Content Placeholder 2">
            <a:extLst>
              <a:ext uri="{FF2B5EF4-FFF2-40B4-BE49-F238E27FC236}">
                <a16:creationId xmlns:a16="http://schemas.microsoft.com/office/drawing/2014/main" id="{BC8E9192-631B-274D-CE53-FF3C8CFC7CDA}"/>
              </a:ext>
            </a:extLst>
          </p:cNvPr>
          <p:cNvSpPr>
            <a:spLocks noGrp="1"/>
          </p:cNvSpPr>
          <p:nvPr>
            <p:ph sz="half" idx="1" hasCustomPrompt="1"/>
          </p:nvPr>
        </p:nvSpPr>
        <p:spPr>
          <a:xfrm>
            <a:off x="493295" y="1268098"/>
            <a:ext cx="5415799"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1854707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tmplLst>
          <p:tmpl lvl="1">
            <p:tnLst>
              <p:par>
                <p:cTn presetID="10" presetClass="entr" presetSubtype="0" fill="hold" nodeType="with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fade">
                      <p:cBhvr>
                        <p:cTn dur="500"/>
                        <p:tgtEl>
                          <p:spTgt spid="2"/>
                        </p:tgtEl>
                      </p:cBhvr>
                    </p:animEffect>
                  </p:childTnLst>
                </p:cTn>
              </p:par>
            </p:tnLst>
          </p:tmpl>
        </p:tmplLst>
      </p:bldP>
    </p:bldLst>
  </p:timing>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Heading, Content and Image Horizontal">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5B4CCE-59D3-C027-843D-E2F26AE032BA}"/>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6" name="Straight Connector 5">
            <a:extLst>
              <a:ext uri="{FF2B5EF4-FFF2-40B4-BE49-F238E27FC236}">
                <a16:creationId xmlns:a16="http://schemas.microsoft.com/office/drawing/2014/main" id="{7F3739F4-3F13-0704-9D4B-73CB2DF95DC9}"/>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7" name="Content Placeholder 2">
            <a:extLst>
              <a:ext uri="{FF2B5EF4-FFF2-40B4-BE49-F238E27FC236}">
                <a16:creationId xmlns:a16="http://schemas.microsoft.com/office/drawing/2014/main" id="{21204C57-DA88-64F5-98EC-2BBD5C1A59A3}"/>
              </a:ext>
            </a:extLst>
          </p:cNvPr>
          <p:cNvSpPr>
            <a:spLocks noGrp="1"/>
          </p:cNvSpPr>
          <p:nvPr>
            <p:ph sz="half" idx="1" hasCustomPrompt="1"/>
          </p:nvPr>
        </p:nvSpPr>
        <p:spPr>
          <a:xfrm>
            <a:off x="493295" y="1268098"/>
            <a:ext cx="6692509"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3628652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Heading Content and Image Vertical">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FD712C30-FC98-4B35-653F-C664E715A71C}"/>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6" name="Straight Connector 5">
            <a:extLst>
              <a:ext uri="{FF2B5EF4-FFF2-40B4-BE49-F238E27FC236}">
                <a16:creationId xmlns:a16="http://schemas.microsoft.com/office/drawing/2014/main" id="{22B2798B-8FA7-BD6B-6F3F-5844CD4A4CC4}"/>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7" name="Content Placeholder 2">
            <a:extLst>
              <a:ext uri="{FF2B5EF4-FFF2-40B4-BE49-F238E27FC236}">
                <a16:creationId xmlns:a16="http://schemas.microsoft.com/office/drawing/2014/main" id="{7C023B4F-B1EE-8820-2299-7FEEE89E1467}"/>
              </a:ext>
            </a:extLst>
          </p:cNvPr>
          <p:cNvSpPr>
            <a:spLocks noGrp="1"/>
          </p:cNvSpPr>
          <p:nvPr>
            <p:ph sz="half" idx="1" hasCustomPrompt="1"/>
          </p:nvPr>
        </p:nvSpPr>
        <p:spPr>
          <a:xfrm>
            <a:off x="493295" y="1268098"/>
            <a:ext cx="11122056" cy="2424007"/>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274801005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tmplLst>
          <p:tmpl lvl="1">
            <p:tnLst>
              <p:par>
                <p:cTn presetID="10" presetClass="entr" presetSubtype="0" fill="hold" nodeType="with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fade">
                      <p:cBhvr>
                        <p:cTn dur="500"/>
                        <p:tgtEl>
                          <p:spTgt spid="2"/>
                        </p:tgtEl>
                      </p:cBhvr>
                    </p:animEffect>
                  </p:childTnLst>
                </p:cTn>
              </p:par>
            </p:tnLst>
          </p:tmpl>
        </p:tmplLst>
      </p:bldP>
    </p:bldLst>
  </p:timing>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Heading and Image">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A3D5DC78-B617-F542-BE22-DE3865674D50}"/>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5" name="Straight Connector 4">
            <a:extLst>
              <a:ext uri="{FF2B5EF4-FFF2-40B4-BE49-F238E27FC236}">
                <a16:creationId xmlns:a16="http://schemas.microsoft.com/office/drawing/2014/main" id="{93BBF960-78E3-C281-C2B7-60720E032B7E}"/>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53399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tmplLst>
          <p:tmpl lvl="1">
            <p:tnLst>
              <p:par>
                <p:cTn presetID="10" presetClass="entr" presetSubtype="0" fill="hold" nodeType="with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fade">
                      <p:cBhvr>
                        <p:cTn dur="500"/>
                        <p:tgtEl>
                          <p:spTgt spid="2"/>
                        </p:tgtEl>
                      </p:cBhvr>
                    </p:animEffect>
                  </p:childTnLst>
                </p:cTn>
              </p:par>
            </p:tnLst>
          </p:tmpl>
        </p:tmplLst>
      </p:bldP>
    </p:bldLst>
  </p:timing>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Heading and Content - Light Theme">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F488631-35A3-4F61-C943-9B2BFF32C47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4" name="TextBox 3">
            <a:extLst>
              <a:ext uri="{FF2B5EF4-FFF2-40B4-BE49-F238E27FC236}">
                <a16:creationId xmlns:a16="http://schemas.microsoft.com/office/drawing/2014/main" id="{4C4A1324-6B3C-BE00-19F4-70450903AEE3}"/>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
        <p:nvSpPr>
          <p:cNvPr id="7" name="Content Placeholder 2">
            <a:extLst>
              <a:ext uri="{FF2B5EF4-FFF2-40B4-BE49-F238E27FC236}">
                <a16:creationId xmlns:a16="http://schemas.microsoft.com/office/drawing/2014/main" id="{25192635-521E-502F-8451-5FB12A798FE6}"/>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cxnSp>
        <p:nvCxnSpPr>
          <p:cNvPr id="10" name="Straight Connector 9">
            <a:extLst>
              <a:ext uri="{FF2B5EF4-FFF2-40B4-BE49-F238E27FC236}">
                <a16:creationId xmlns:a16="http://schemas.microsoft.com/office/drawing/2014/main" id="{06FE78FC-0FC4-1656-5703-EFCA022CDB30}"/>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11" name="Content Placeholder 2">
            <a:extLst>
              <a:ext uri="{FF2B5EF4-FFF2-40B4-BE49-F238E27FC236}">
                <a16:creationId xmlns:a16="http://schemas.microsoft.com/office/drawing/2014/main" id="{10E85BF5-779B-9199-ACC3-E02B8F0F4C05}"/>
              </a:ext>
            </a:extLst>
          </p:cNvPr>
          <p:cNvSpPr>
            <a:spLocks noGrp="1"/>
          </p:cNvSpPr>
          <p:nvPr>
            <p:ph sz="half" idx="1" hasCustomPrompt="1"/>
          </p:nvPr>
        </p:nvSpPr>
        <p:spPr>
          <a:xfrm>
            <a:off x="493295" y="1268098"/>
            <a:ext cx="11122056" cy="4877624"/>
          </a:xfrm>
          <a:prstGeom prst="rect">
            <a:avLst/>
          </a:prstGeom>
        </p:spPr>
        <p:txBody>
          <a:bodyPr lIns="91440">
            <a:normAutofit/>
          </a:bodyPr>
          <a:lstStyle>
            <a:lvl1pPr marL="228600" indent="-228600">
              <a:lnSpc>
                <a:spcPct val="100000"/>
              </a:lnSpc>
              <a:buClrTx/>
              <a:buFont typeface="Arial" panose="020B0604020202020204" pitchFamily="34" charset="0"/>
              <a:buChar char="•"/>
              <a:defRPr sz="2800">
                <a:solidFill>
                  <a:srgbClr val="0D3B4F"/>
                </a:solidFill>
                <a:latin typeface="Roboto Light" panose="02000000000000000000" pitchFamily="2" charset="0"/>
                <a:ea typeface="Roboto Light" panose="02000000000000000000" pitchFamily="2" charset="0"/>
              </a:defRPr>
            </a:lvl1pPr>
            <a:lvl2pPr>
              <a:buClrTx/>
              <a:defRPr>
                <a:solidFill>
                  <a:srgbClr val="0D3B4F"/>
                </a:solidFill>
              </a:defRPr>
            </a:lvl2pPr>
            <a:lvl3pPr>
              <a:buClrTx/>
              <a:defRPr>
                <a:solidFill>
                  <a:srgbClr val="0D3B4F"/>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4006217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10" presetClass="entr" presetSubtype="0"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fade">
                      <p:cBhvr>
                        <p:cTn dur="500"/>
                        <p:tgtEl>
                          <p:spTgt spid="7"/>
                        </p:tgtEl>
                      </p:cBhvr>
                    </p:animEffect>
                  </p:childTnLst>
                </p:cTn>
              </p:par>
            </p:tnLst>
          </p:tmpl>
        </p:tmplLst>
      </p:bldP>
    </p:bldLst>
  </p:timing>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Double Heading and Content - Light Theme">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93295" y="1457864"/>
            <a:ext cx="11122056" cy="4701394"/>
          </a:xfrm>
          <a:prstGeom prst="rect">
            <a:avLst/>
          </a:prstGeom>
        </p:spPr>
        <p:txBody>
          <a:bodyPr lIns="91440">
            <a:normAutofit/>
          </a:bodyPr>
          <a:lstStyle>
            <a:lvl1pPr marL="228600" indent="-228600">
              <a:lnSpc>
                <a:spcPct val="100000"/>
              </a:lnSpc>
              <a:buClrTx/>
              <a:buFont typeface="Arial" panose="020B0604020202020204" pitchFamily="34" charset="0"/>
              <a:buChar char="•"/>
              <a:defRPr sz="2800">
                <a:solidFill>
                  <a:srgbClr val="0D3B4F"/>
                </a:solidFill>
                <a:latin typeface="Roboto Light" panose="02000000000000000000" pitchFamily="2" charset="0"/>
                <a:ea typeface="Roboto Light" panose="02000000000000000000" pitchFamily="2" charset="0"/>
              </a:defRPr>
            </a:lvl1pPr>
            <a:lvl2pPr>
              <a:buClrTx/>
              <a:defRPr>
                <a:solidFill>
                  <a:srgbClr val="0D3B4F"/>
                </a:solidFill>
              </a:defRPr>
            </a:lvl2pPr>
            <a:lvl3pPr>
              <a:buClrTx/>
              <a:defRPr>
                <a:solidFill>
                  <a:srgbClr val="0D3B4F"/>
                </a:solidFill>
              </a:defRPr>
            </a:lvl3pPr>
          </a:lstStyle>
          <a:p>
            <a:pPr lvl="0"/>
            <a:r>
              <a:rPr lang="en-US"/>
              <a:t>Click to edit Master text styles</a:t>
            </a:r>
          </a:p>
          <a:p>
            <a:pPr lvl="1"/>
            <a:r>
              <a:rPr lang="en-US"/>
              <a:t>Second level</a:t>
            </a:r>
          </a:p>
          <a:p>
            <a:pPr lvl="2"/>
            <a:r>
              <a:rPr lang="en-US"/>
              <a:t>Third level</a:t>
            </a:r>
          </a:p>
        </p:txBody>
      </p:sp>
      <p:sp>
        <p:nvSpPr>
          <p:cNvPr id="20" name="Content Placeholder 2"/>
          <p:cNvSpPr>
            <a:spLocks noGrp="1"/>
          </p:cNvSpPr>
          <p:nvPr>
            <p:ph sz="half" idx="10" hasCustomPrompt="1"/>
          </p:nvPr>
        </p:nvSpPr>
        <p:spPr>
          <a:xfrm>
            <a:off x="493295" y="276049"/>
            <a:ext cx="11122056" cy="879891"/>
          </a:xfrm>
          <a:prstGeom prst="rect">
            <a:avLst/>
          </a:prstGeom>
        </p:spPr>
        <p:txBody>
          <a:bodyPr lIns="91440" anchor="t">
            <a:normAutofit/>
          </a:bodyPr>
          <a:lstStyle>
            <a:lvl1pPr marL="0" indent="0">
              <a:spcBef>
                <a:spcPts val="0"/>
              </a:spcBef>
              <a:buFontTx/>
              <a:buNone/>
              <a:defRPr sz="3200" b="0">
                <a:solidFill>
                  <a:srgbClr val="0D3B4F"/>
                </a:solidFill>
                <a:latin typeface="+mj-lt"/>
                <a:ea typeface="Roboto Light" panose="02000000000000000000" pitchFamily="2" charset="0"/>
              </a:defRPr>
            </a:lvl1pPr>
          </a:lstStyle>
          <a:p>
            <a:pPr lvl="0"/>
            <a:r>
              <a:rPr lang="en-US" dirty="0"/>
              <a:t>Two Lines</a:t>
            </a:r>
          </a:p>
          <a:p>
            <a:pPr lvl="0"/>
            <a:r>
              <a:rPr lang="en-US" dirty="0"/>
              <a:t>Heading Text</a:t>
            </a:r>
          </a:p>
        </p:txBody>
      </p:sp>
      <p:cxnSp>
        <p:nvCxnSpPr>
          <p:cNvPr id="5" name="Straight Connector 4">
            <a:extLst>
              <a:ext uri="{FF2B5EF4-FFF2-40B4-BE49-F238E27FC236}">
                <a16:creationId xmlns:a16="http://schemas.microsoft.com/office/drawing/2014/main" id="{884DA1FA-3368-49F7-9F19-9EF4CCD41CC0}"/>
              </a:ext>
            </a:extLst>
          </p:cNvPr>
          <p:cNvCxnSpPr>
            <a:cxnSpLocks/>
          </p:cNvCxnSpPr>
          <p:nvPr/>
        </p:nvCxnSpPr>
        <p:spPr>
          <a:xfrm>
            <a:off x="-8626" y="1216948"/>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96CF70EC-83CE-E5E3-D8F1-DDD8587049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4" name="TextBox 3">
            <a:extLst>
              <a:ext uri="{FF2B5EF4-FFF2-40B4-BE49-F238E27FC236}">
                <a16:creationId xmlns:a16="http://schemas.microsoft.com/office/drawing/2014/main" id="{0ACD6EA5-6A65-0363-EB73-5A2B18D82053}"/>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4287995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fade">
                                      <p:cBhvr>
                                        <p:cTn id="7" dur="500"/>
                                        <p:tgtEl>
                                          <p:spTgt spid="20">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xEl>
                                              <p:pRg st="1" end="1"/>
                                            </p:txEl>
                                          </p:spTgt>
                                        </p:tgtEl>
                                        <p:attrNameLst>
                                          <p:attrName>style.visibility</p:attrName>
                                        </p:attrNameLst>
                                      </p:cBhvr>
                                      <p:to>
                                        <p:strVal val="visible"/>
                                      </p:to>
                                    </p:set>
                                    <p:animEffect transition="in" filter="fade">
                                      <p:cBhvr>
                                        <p:cTn id="10" dur="500"/>
                                        <p:tgtEl>
                                          <p:spTgt spid="2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uild="p">
        <p:tmplLst>
          <p:tmpl lvl="1">
            <p:tnLst>
              <p:par>
                <p:cTn presetID="10" presetClass="entr" presetSubtype="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fade">
                      <p:cBhvr>
                        <p:cTn dur="500"/>
                        <p:tgtEl>
                          <p:spTgt spid="20"/>
                        </p:tgtEl>
                      </p:cBhvr>
                    </p:animEffect>
                  </p:childTnLst>
                </p:cTn>
              </p:par>
            </p:tnLst>
          </p:tmpl>
        </p:tmplLst>
      </p:bldP>
    </p:bldLst>
  </p:timing>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Heading, Content and Image Horizontal - Light Theme">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303D440-C62C-19B5-98B0-DEBDF6B4CE17}"/>
              </a:ext>
            </a:extLst>
          </p:cNvPr>
          <p:cNvSpPr>
            <a:spLocks noGrp="1"/>
          </p:cNvSpPr>
          <p:nvPr>
            <p:ph sz="half" idx="1"/>
          </p:nvPr>
        </p:nvSpPr>
        <p:spPr>
          <a:xfrm>
            <a:off x="493295" y="1272484"/>
            <a:ext cx="6613183" cy="4877624"/>
          </a:xfrm>
          <a:prstGeom prst="rect">
            <a:avLst/>
          </a:prstGeom>
        </p:spPr>
        <p:txBody>
          <a:bodyPr lIns="91440">
            <a:normAutofit/>
          </a:bodyPr>
          <a:lstStyle>
            <a:lvl1pPr marL="228600" indent="-228600">
              <a:lnSpc>
                <a:spcPct val="100000"/>
              </a:lnSpc>
              <a:buClr>
                <a:srgbClr val="0D3B4F"/>
              </a:buClr>
              <a:buFont typeface="Arial" panose="020B0604020202020204" pitchFamily="34" charset="0"/>
              <a:buChar char="•"/>
              <a:defRPr sz="2800">
                <a:solidFill>
                  <a:srgbClr val="0D3B4F"/>
                </a:solidFill>
                <a:latin typeface="Roboto Light" panose="02000000000000000000" pitchFamily="2" charset="0"/>
                <a:ea typeface="Roboto Light" panose="02000000000000000000" pitchFamily="2" charset="0"/>
              </a:defRPr>
            </a:lvl1pPr>
            <a:lvl2pPr>
              <a:buClr>
                <a:srgbClr val="0D3B4F"/>
              </a:buClr>
              <a:defRPr>
                <a:solidFill>
                  <a:srgbClr val="0D3B4F"/>
                </a:solidFill>
                <a:latin typeface="Roboto Light" panose="02000000000000000000" pitchFamily="2" charset="0"/>
                <a:ea typeface="Roboto Light" panose="02000000000000000000" pitchFamily="2" charset="0"/>
              </a:defRPr>
            </a:lvl2pPr>
            <a:lvl3pPr>
              <a:buClr>
                <a:srgbClr val="0D3B4F"/>
              </a:buClr>
              <a:defRPr>
                <a:solidFill>
                  <a:srgbClr val="0D3B4F"/>
                </a:solidFill>
                <a:latin typeface="Roboto Light" panose="02000000000000000000" pitchFamily="2" charset="0"/>
                <a:ea typeface="Roboto Light" panose="02000000000000000000" pitchFamily="2" charset="0"/>
              </a:defRPr>
            </a:lvl3pPr>
          </a:lstStyle>
          <a:p>
            <a:pPr lvl="0"/>
            <a:r>
              <a:rPr lang="en-US"/>
              <a:t>Click to edit Master text styles</a:t>
            </a:r>
          </a:p>
          <a:p>
            <a:pPr lvl="1"/>
            <a:r>
              <a:rPr lang="en-US"/>
              <a:t>Second level</a:t>
            </a:r>
          </a:p>
          <a:p>
            <a:pPr lvl="2"/>
            <a:r>
              <a:rPr lang="en-US"/>
              <a:t>Third level</a:t>
            </a:r>
          </a:p>
        </p:txBody>
      </p:sp>
      <p:pic>
        <p:nvPicPr>
          <p:cNvPr id="2" name="Picture 1">
            <a:extLst>
              <a:ext uri="{FF2B5EF4-FFF2-40B4-BE49-F238E27FC236}">
                <a16:creationId xmlns:a16="http://schemas.microsoft.com/office/drawing/2014/main" id="{573E270D-8E27-43C3-1CFA-AE933E98D95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7" name="TextBox 6">
            <a:extLst>
              <a:ext uri="{FF2B5EF4-FFF2-40B4-BE49-F238E27FC236}">
                <a16:creationId xmlns:a16="http://schemas.microsoft.com/office/drawing/2014/main" id="{BE98E921-6245-1FEC-223E-A51E004E63E9}"/>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
        <p:nvSpPr>
          <p:cNvPr id="9" name="Content Placeholder 2">
            <a:extLst>
              <a:ext uri="{FF2B5EF4-FFF2-40B4-BE49-F238E27FC236}">
                <a16:creationId xmlns:a16="http://schemas.microsoft.com/office/drawing/2014/main" id="{1B01110F-3187-24A0-57E8-EE1DED0DC212}"/>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cxnSp>
        <p:nvCxnSpPr>
          <p:cNvPr id="10" name="Straight Connector 9">
            <a:extLst>
              <a:ext uri="{FF2B5EF4-FFF2-40B4-BE49-F238E27FC236}">
                <a16:creationId xmlns:a16="http://schemas.microsoft.com/office/drawing/2014/main" id="{F9889FEC-E510-C186-0EC9-024E667186E2}"/>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2289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tmplLst>
          <p:tmpl lvl="1">
            <p:tnLst>
              <p:par>
                <p:cTn presetID="10" presetClass="entr" presetSubtype="0" fill="hold" nodeType="with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fade">
                      <p:cBhvr>
                        <p:cTn dur="500"/>
                        <p:tgtEl>
                          <p:spTgt spid="9"/>
                        </p:tgtEl>
                      </p:cBhvr>
                    </p:animEffect>
                  </p:childTnLst>
                </p:cTn>
              </p:par>
            </p:tnLst>
          </p:tmpl>
        </p:tmplLst>
      </p:bldP>
    </p:bldLst>
  </p:timing>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Heading, Content and Image Vertical - Light Theme">
    <p:bg>
      <p:bgPr>
        <a:solidFill>
          <a:schemeClr val="bg1"/>
        </a:solidFill>
        <a:effectLst/>
      </p:bgPr>
    </p:bg>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AD55CEA4-E206-DAB7-8B5B-9B1ABBCB8E4D}"/>
              </a:ext>
            </a:extLst>
          </p:cNvPr>
          <p:cNvSpPr>
            <a:spLocks noGrp="1"/>
          </p:cNvSpPr>
          <p:nvPr>
            <p:ph sz="half" idx="1"/>
          </p:nvPr>
        </p:nvSpPr>
        <p:spPr>
          <a:xfrm>
            <a:off x="493295" y="1276715"/>
            <a:ext cx="11122056" cy="2289188"/>
          </a:xfrm>
          <a:prstGeom prst="rect">
            <a:avLst/>
          </a:prstGeom>
        </p:spPr>
        <p:txBody>
          <a:bodyPr lIns="91440">
            <a:normAutofit/>
          </a:bodyPr>
          <a:lstStyle>
            <a:lvl1pPr marL="228600" indent="-228600">
              <a:lnSpc>
                <a:spcPct val="100000"/>
              </a:lnSpc>
              <a:buClr>
                <a:srgbClr val="0D3B4F"/>
              </a:buClr>
              <a:buFont typeface="Arial" panose="020B0604020202020204" pitchFamily="34" charset="0"/>
              <a:buChar char="•"/>
              <a:defRPr sz="2800">
                <a:solidFill>
                  <a:srgbClr val="0D3B4F"/>
                </a:solidFill>
                <a:latin typeface="Roboto Light" panose="02000000000000000000" pitchFamily="2" charset="0"/>
                <a:ea typeface="Roboto Light" panose="02000000000000000000" pitchFamily="2" charset="0"/>
              </a:defRPr>
            </a:lvl1pPr>
            <a:lvl2pPr>
              <a:buClr>
                <a:srgbClr val="0D3B4F"/>
              </a:buClr>
              <a:defRPr>
                <a:solidFill>
                  <a:srgbClr val="0D3B4F"/>
                </a:solidFill>
                <a:latin typeface="Roboto Light" panose="02000000000000000000" pitchFamily="2" charset="0"/>
                <a:ea typeface="Roboto Light" panose="02000000000000000000" pitchFamily="2" charset="0"/>
              </a:defRPr>
            </a:lvl2pPr>
            <a:lvl3pPr>
              <a:buClr>
                <a:srgbClr val="0D3B4F"/>
              </a:buClr>
              <a:defRPr>
                <a:solidFill>
                  <a:srgbClr val="0D3B4F"/>
                </a:solidFill>
                <a:latin typeface="Roboto Light" panose="02000000000000000000" pitchFamily="2" charset="0"/>
                <a:ea typeface="Roboto Light" panose="02000000000000000000" pitchFamily="2" charset="0"/>
              </a:defRPr>
            </a:lvl3pPr>
          </a:lstStyle>
          <a:p>
            <a:pPr lvl="0"/>
            <a:r>
              <a:rPr lang="en-US"/>
              <a:t>Click to edit Master text styles</a:t>
            </a:r>
          </a:p>
          <a:p>
            <a:pPr lvl="1"/>
            <a:r>
              <a:rPr lang="en-US"/>
              <a:t>Second level</a:t>
            </a:r>
          </a:p>
          <a:p>
            <a:pPr lvl="2"/>
            <a:r>
              <a:rPr lang="en-US"/>
              <a:t>Third level</a:t>
            </a:r>
          </a:p>
        </p:txBody>
      </p:sp>
      <p:pic>
        <p:nvPicPr>
          <p:cNvPr id="4" name="Picture 3">
            <a:extLst>
              <a:ext uri="{FF2B5EF4-FFF2-40B4-BE49-F238E27FC236}">
                <a16:creationId xmlns:a16="http://schemas.microsoft.com/office/drawing/2014/main" id="{B8E7CD97-BF95-AF28-447D-BB1E2EDFBB2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7" name="TextBox 6">
            <a:extLst>
              <a:ext uri="{FF2B5EF4-FFF2-40B4-BE49-F238E27FC236}">
                <a16:creationId xmlns:a16="http://schemas.microsoft.com/office/drawing/2014/main" id="{BD15C720-9D69-8C23-58AD-23F46026915A}"/>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
        <p:nvSpPr>
          <p:cNvPr id="10" name="Content Placeholder 2">
            <a:extLst>
              <a:ext uri="{FF2B5EF4-FFF2-40B4-BE49-F238E27FC236}">
                <a16:creationId xmlns:a16="http://schemas.microsoft.com/office/drawing/2014/main" id="{E242FC20-AD5F-00A9-16A6-C284D0D466C9}"/>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cxnSp>
        <p:nvCxnSpPr>
          <p:cNvPr id="11" name="Straight Connector 10">
            <a:extLst>
              <a:ext uri="{FF2B5EF4-FFF2-40B4-BE49-F238E27FC236}">
                <a16:creationId xmlns:a16="http://schemas.microsoft.com/office/drawing/2014/main" id="{89287459-B6A1-E08F-15D2-D77E87D9A983}"/>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54227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5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tmplLst>
          <p:tmpl lvl="1">
            <p:tnLst>
              <p:par>
                <p:cTn presetID="10" presetClass="entr" presetSubtype="0" fill="hold" nodeType="with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fade">
                      <p:cBhvr>
                        <p:cTn dur="500"/>
                        <p:tgtEl>
                          <p:spTgt spid="10"/>
                        </p:tgtEl>
                      </p:cBhvr>
                    </p:animEffect>
                  </p:childTnLst>
                </p:cTn>
              </p:par>
            </p:tnLst>
          </p:tmpl>
        </p:tmplLst>
      </p:bldP>
    </p:bldLst>
  </p:timing>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Heading and Image - Light Theme">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D58C075-9A2A-EDE0-63C2-EBE96D93954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7" name="TextBox 6">
            <a:extLst>
              <a:ext uri="{FF2B5EF4-FFF2-40B4-BE49-F238E27FC236}">
                <a16:creationId xmlns:a16="http://schemas.microsoft.com/office/drawing/2014/main" id="{E35370DA-0C40-FE6A-9E5C-347165ED93C9}"/>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
        <p:nvSpPr>
          <p:cNvPr id="8" name="Content Placeholder 2">
            <a:extLst>
              <a:ext uri="{FF2B5EF4-FFF2-40B4-BE49-F238E27FC236}">
                <a16:creationId xmlns:a16="http://schemas.microsoft.com/office/drawing/2014/main" id="{FC10E24D-4C7D-D667-FE78-B7ED99A0DDFE}"/>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cxnSp>
        <p:nvCxnSpPr>
          <p:cNvPr id="9" name="Straight Connector 8">
            <a:extLst>
              <a:ext uri="{FF2B5EF4-FFF2-40B4-BE49-F238E27FC236}">
                <a16:creationId xmlns:a16="http://schemas.microsoft.com/office/drawing/2014/main" id="{1663113E-FA48-4730-D9F0-33740E995D89}"/>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3154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tmplLst>
          <p:tmpl lvl="1">
            <p:tnLst>
              <p:par>
                <p:cTn presetID="10" presetClass="entr" presetSubtype="0" fill="hold" nodeType="with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Lst>
  </p:timing>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Agenda Light">
    <p:bg>
      <p:bgPr>
        <a:solidFill>
          <a:schemeClr val="bg1"/>
        </a:solidFill>
        <a:effectLst/>
      </p:bgPr>
    </p:bg>
    <p:spTree>
      <p:nvGrpSpPr>
        <p:cNvPr id="1" name=""/>
        <p:cNvGrpSpPr/>
        <p:nvPr/>
      </p:nvGrpSpPr>
      <p:grpSpPr>
        <a:xfrm>
          <a:off x="0" y="0"/>
          <a:ext cx="0" cy="0"/>
          <a:chOff x="0" y="0"/>
          <a:chExt cx="0" cy="0"/>
        </a:xfrm>
      </p:grpSpPr>
      <p:pic>
        <p:nvPicPr>
          <p:cNvPr id="5" name="Picture 4" descr="A black and white logo&#10;&#10;Description automatically generated">
            <a:extLst>
              <a:ext uri="{FF2B5EF4-FFF2-40B4-BE49-F238E27FC236}">
                <a16:creationId xmlns:a16="http://schemas.microsoft.com/office/drawing/2014/main" id="{C6DF01AD-F736-C2C7-0FAA-55FF8A2CFFB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08962" y="6383986"/>
            <a:ext cx="1494944" cy="319988"/>
          </a:xfrm>
          <a:prstGeom prst="rect">
            <a:avLst/>
          </a:prstGeom>
        </p:spPr>
      </p:pic>
      <p:sp>
        <p:nvSpPr>
          <p:cNvPr id="8" name="Content Placeholder 2">
            <a:extLst>
              <a:ext uri="{FF2B5EF4-FFF2-40B4-BE49-F238E27FC236}">
                <a16:creationId xmlns:a16="http://schemas.microsoft.com/office/drawing/2014/main" id="{1D19E02B-56E8-ACD8-1B70-805BA4633E04}"/>
              </a:ext>
            </a:extLst>
          </p:cNvPr>
          <p:cNvSpPr>
            <a:spLocks noGrp="1"/>
          </p:cNvSpPr>
          <p:nvPr>
            <p:ph sz="half" idx="1" hasCustomPrompt="1"/>
          </p:nvPr>
        </p:nvSpPr>
        <p:spPr>
          <a:xfrm>
            <a:off x="5719315" y="1276150"/>
            <a:ext cx="6098863" cy="4960013"/>
          </a:xfrm>
          <a:prstGeom prst="rect">
            <a:avLst/>
          </a:prstGeom>
        </p:spPr>
        <p:txBody>
          <a:bodyPr lIns="91440">
            <a:normAutofit/>
          </a:bodyPr>
          <a:lstStyle>
            <a:lvl1pPr marL="228600" indent="-228600">
              <a:lnSpc>
                <a:spcPct val="100000"/>
              </a:lnSpc>
              <a:buClrTx/>
              <a:buFont typeface="Arial" panose="020B0604020202020204" pitchFamily="34" charset="0"/>
              <a:buChar char="•"/>
              <a:defRPr sz="2400">
                <a:solidFill>
                  <a:srgbClr val="0D3B4F"/>
                </a:solidFill>
                <a:latin typeface="Roboto Light" panose="02000000000000000000" pitchFamily="2" charset="0"/>
                <a:ea typeface="Roboto Light" panose="02000000000000000000" pitchFamily="2" charset="0"/>
              </a:defRPr>
            </a:lvl1pPr>
            <a:lvl2pPr>
              <a:buClrTx/>
              <a:defRPr sz="2000">
                <a:solidFill>
                  <a:srgbClr val="0D3B4F"/>
                </a:solidFill>
              </a:defRPr>
            </a:lvl2pPr>
            <a:lvl3pPr>
              <a:buClrTx/>
              <a:defRPr sz="1800">
                <a:solidFill>
                  <a:srgbClr val="0D3B4F"/>
                </a:solidFill>
              </a:defRPr>
            </a:lvl3pPr>
          </a:lstStyle>
          <a:p>
            <a:pPr lvl="0"/>
            <a:r>
              <a:rPr lang="en-US" dirty="0"/>
              <a:t>First Level</a:t>
            </a:r>
          </a:p>
          <a:p>
            <a:pPr lvl="1"/>
            <a:r>
              <a:rPr lang="en-US" dirty="0"/>
              <a:t>Second Level</a:t>
            </a:r>
          </a:p>
          <a:p>
            <a:pPr lvl="2"/>
            <a:r>
              <a:rPr lang="en-US" dirty="0"/>
              <a:t>Third Level</a:t>
            </a:r>
          </a:p>
          <a:p>
            <a:pPr lvl="0"/>
            <a:endParaRPr lang="en-US" dirty="0"/>
          </a:p>
          <a:p>
            <a:pPr lvl="0"/>
            <a:endParaRPr lang="en-US" dirty="0"/>
          </a:p>
        </p:txBody>
      </p:sp>
      <p:sp>
        <p:nvSpPr>
          <p:cNvPr id="9" name="Content Placeholder 2">
            <a:extLst>
              <a:ext uri="{FF2B5EF4-FFF2-40B4-BE49-F238E27FC236}">
                <a16:creationId xmlns:a16="http://schemas.microsoft.com/office/drawing/2014/main" id="{444138E5-EED3-8D63-A785-F95739F3F154}"/>
              </a:ext>
            </a:extLst>
          </p:cNvPr>
          <p:cNvSpPr>
            <a:spLocks noGrp="1"/>
          </p:cNvSpPr>
          <p:nvPr>
            <p:ph sz="half" idx="10" hasCustomPrompt="1"/>
          </p:nvPr>
        </p:nvSpPr>
        <p:spPr>
          <a:xfrm>
            <a:off x="5719316" y="422703"/>
            <a:ext cx="6098865" cy="552091"/>
          </a:xfrm>
          <a:prstGeom prst="rect">
            <a:avLst/>
          </a:prstGeom>
        </p:spPr>
        <p:txBody>
          <a:bodyPr lIns="91440">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sp>
        <p:nvSpPr>
          <p:cNvPr id="10" name="Rectangle 9">
            <a:extLst>
              <a:ext uri="{FF2B5EF4-FFF2-40B4-BE49-F238E27FC236}">
                <a16:creationId xmlns:a16="http://schemas.microsoft.com/office/drawing/2014/main" id="{E9C55C16-DF64-F949-0239-27F0F3861759}"/>
              </a:ext>
            </a:extLst>
          </p:cNvPr>
          <p:cNvSpPr/>
          <p:nvPr/>
        </p:nvSpPr>
        <p:spPr bwMode="auto">
          <a:xfrm>
            <a:off x="0" y="0"/>
            <a:ext cx="5255418" cy="6858000"/>
          </a:xfrm>
          <a:prstGeom prst="rect">
            <a:avLst/>
          </a:pr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stStyle>
          <a:p>
            <a:pPr algn="l" defTabSz="932472" fontAlgn="base">
              <a:spcBef>
                <a:spcPct val="0"/>
              </a:spcBef>
              <a:spcAft>
                <a:spcPct val="0"/>
              </a:spcAft>
            </a:pPr>
            <a:endParaRPr lang="en-US" sz="2000" dirty="0">
              <a:solidFill>
                <a:srgbClr val="3B2E58"/>
              </a:solidFill>
              <a:ea typeface="Segoe UI" pitchFamily="34" charset="0"/>
              <a:cs typeface="Segoe UI" pitchFamily="34" charset="0"/>
            </a:endParaRPr>
          </a:p>
        </p:txBody>
      </p:sp>
      <p:cxnSp>
        <p:nvCxnSpPr>
          <p:cNvPr id="12" name="Straight Connector 11">
            <a:extLst>
              <a:ext uri="{FF2B5EF4-FFF2-40B4-BE49-F238E27FC236}">
                <a16:creationId xmlns:a16="http://schemas.microsoft.com/office/drawing/2014/main" id="{31A9AEAF-EC84-0313-4DD0-1538620521F6}"/>
              </a:ext>
            </a:extLst>
          </p:cNvPr>
          <p:cNvCxnSpPr>
            <a:cxnSpLocks/>
          </p:cNvCxnSpPr>
          <p:nvPr/>
        </p:nvCxnSpPr>
        <p:spPr>
          <a:xfrm>
            <a:off x="5259569"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13" name="Title 1">
            <a:extLst>
              <a:ext uri="{FF2B5EF4-FFF2-40B4-BE49-F238E27FC236}">
                <a16:creationId xmlns:a16="http://schemas.microsoft.com/office/drawing/2014/main" id="{9943E9D6-1CCF-2BAA-1FB2-4053F7BD1BFD}"/>
              </a:ext>
            </a:extLst>
          </p:cNvPr>
          <p:cNvSpPr>
            <a:spLocks noGrp="1"/>
          </p:cNvSpPr>
          <p:nvPr>
            <p:ph type="title" hasCustomPrompt="1"/>
          </p:nvPr>
        </p:nvSpPr>
        <p:spPr>
          <a:xfrm>
            <a:off x="373823" y="2690336"/>
            <a:ext cx="4443252" cy="738664"/>
          </a:xfrm>
          <a:prstGeom prst="rect">
            <a:avLst/>
          </a:prstGeom>
          <a:noFill/>
        </p:spPr>
        <p:txBody>
          <a:bodyPr wrap="square" tIns="91440" bIns="91440" anchor="t" anchorCtr="0">
            <a:spAutoFit/>
          </a:bodyPr>
          <a:lstStyle>
            <a:lvl1pPr algn="ctr">
              <a:defRPr sz="4000" spc="-100" baseline="0">
                <a:solidFill>
                  <a:srgbClr val="00F0EA"/>
                </a:solidFill>
                <a:latin typeface="+mj-lt"/>
                <a:ea typeface="Roboto Light" panose="02000000000000000000" pitchFamily="2" charset="0"/>
              </a:defRPr>
            </a:lvl1pPr>
          </a:lstStyle>
          <a:p>
            <a:r>
              <a:rPr lang="en-US" dirty="0"/>
              <a:t>Heading Text</a:t>
            </a:r>
          </a:p>
        </p:txBody>
      </p:sp>
      <p:pic>
        <p:nvPicPr>
          <p:cNvPr id="3" name="Picture 2" descr="A black and white logo&#10;&#10;Description automatically generated">
            <a:extLst>
              <a:ext uri="{FF2B5EF4-FFF2-40B4-BE49-F238E27FC236}">
                <a16:creationId xmlns:a16="http://schemas.microsoft.com/office/drawing/2014/main" id="{59073438-1C62-6B9F-70AD-9967DD33250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
        <p:nvSpPr>
          <p:cNvPr id="4" name="TextBox 3">
            <a:extLst>
              <a:ext uri="{FF2B5EF4-FFF2-40B4-BE49-F238E27FC236}">
                <a16:creationId xmlns:a16="http://schemas.microsoft.com/office/drawing/2014/main" id="{5BF99588-797B-A32D-414C-F7D05E0D5EFD}"/>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2630409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tmplLst>
          <p:tmpl lvl="1">
            <p:tnLst>
              <p:par>
                <p:cTn presetID="10" presetClass="entr" presetSubtype="0" fill="hold" nodeType="with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fade">
                      <p:cBhvr>
                        <p:cTn dur="500"/>
                        <p:tgtEl>
                          <p:spTgt spid="9"/>
                        </p:tgtEl>
                      </p:cBhvr>
                    </p:animEffect>
                  </p:childTnLst>
                </p:cTn>
              </p:par>
            </p:tnLst>
          </p:tmpl>
        </p:tmplLst>
      </p:bldP>
      <p:bldP spid="13" grpId="0"/>
    </p:bldLst>
  </p:timing>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Vertical Heading and Large Image">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4D5B20-1B62-EA2E-28AF-620EDB3FFC14}"/>
              </a:ext>
            </a:extLst>
          </p:cNvPr>
          <p:cNvSpPr/>
          <p:nvPr/>
        </p:nvSpPr>
        <p:spPr>
          <a:xfrm>
            <a:off x="0" y="0"/>
            <a:ext cx="2473485" cy="6858000"/>
          </a:xfrm>
          <a:prstGeom prst="rect">
            <a:avLst/>
          </a:prstGeom>
          <a:solidFill>
            <a:schemeClr val="accent1">
              <a:lumMod val="50000"/>
            </a:schemeClr>
          </a:solidFill>
          <a:ln>
            <a:solidFill>
              <a:schemeClr val="tx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9">
            <a:extLst>
              <a:ext uri="{FF2B5EF4-FFF2-40B4-BE49-F238E27FC236}">
                <a16:creationId xmlns:a16="http://schemas.microsoft.com/office/drawing/2014/main" id="{0954F7F8-633C-1056-C63B-72D51AC724CC}"/>
              </a:ext>
            </a:extLst>
          </p:cNvPr>
          <p:cNvSpPr>
            <a:spLocks noGrp="1"/>
          </p:cNvSpPr>
          <p:nvPr>
            <p:ph type="title" hasCustomPrompt="1"/>
          </p:nvPr>
        </p:nvSpPr>
        <p:spPr>
          <a:xfrm>
            <a:off x="302520" y="2357938"/>
            <a:ext cx="1907827" cy="627864"/>
          </a:xfrm>
          <a:prstGeom prst="rect">
            <a:avLst/>
          </a:prstGeom>
        </p:spPr>
        <p:txBody>
          <a:bodyPr wrap="square" lIns="91440" tIns="91440" rIns="91440" bIns="91440" anchor="t" anchorCtr="0">
            <a:spAutoFit/>
          </a:bodyPr>
          <a:lstStyle>
            <a:lvl1pPr>
              <a:defRPr sz="3200">
                <a:solidFill>
                  <a:srgbClr val="00F0EA"/>
                </a:solidFill>
                <a:latin typeface="+mj-lt"/>
                <a:ea typeface="Roboto Light" panose="02000000000000000000" pitchFamily="2" charset="0"/>
              </a:defRPr>
            </a:lvl1pPr>
          </a:lstStyle>
          <a:p>
            <a:r>
              <a:rPr lang="en-US" dirty="0"/>
              <a:t>Heading</a:t>
            </a:r>
            <a:endParaRPr lang="en-US" dirty="0">
              <a:cs typeface="Calibri Light"/>
            </a:endParaRPr>
          </a:p>
        </p:txBody>
      </p:sp>
      <p:cxnSp>
        <p:nvCxnSpPr>
          <p:cNvPr id="6" name="Straight Connector 5">
            <a:extLst>
              <a:ext uri="{FF2B5EF4-FFF2-40B4-BE49-F238E27FC236}">
                <a16:creationId xmlns:a16="http://schemas.microsoft.com/office/drawing/2014/main" id="{459766FA-AF47-1934-153F-656BC7B60605}"/>
              </a:ext>
            </a:extLst>
          </p:cNvPr>
          <p:cNvCxnSpPr>
            <a:cxnSpLocks/>
          </p:cNvCxnSpPr>
          <p:nvPr/>
        </p:nvCxnSpPr>
        <p:spPr>
          <a:xfrm>
            <a:off x="2485245"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pic>
        <p:nvPicPr>
          <p:cNvPr id="2" name="Picture 1" descr="A black and white logo&#10;&#10;Description automatically generated">
            <a:extLst>
              <a:ext uri="{FF2B5EF4-FFF2-40B4-BE49-F238E27FC236}">
                <a16:creationId xmlns:a16="http://schemas.microsoft.com/office/drawing/2014/main" id="{C8F4B77F-0D0D-0DC6-3F9E-303AAF78DE0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
        <p:nvSpPr>
          <p:cNvPr id="8" name="TextBox 7">
            <a:extLst>
              <a:ext uri="{FF2B5EF4-FFF2-40B4-BE49-F238E27FC236}">
                <a16:creationId xmlns:a16="http://schemas.microsoft.com/office/drawing/2014/main" id="{12F5F5B0-3542-BD53-B3C3-511B7DF3B642}"/>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656458060"/>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Vertical Heading and Image">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4D5B20-1B62-EA2E-28AF-620EDB3FFC14}"/>
              </a:ext>
            </a:extLst>
          </p:cNvPr>
          <p:cNvSpPr/>
          <p:nvPr/>
        </p:nvSpPr>
        <p:spPr>
          <a:xfrm>
            <a:off x="0" y="0"/>
            <a:ext cx="3657600" cy="6858000"/>
          </a:xfrm>
          <a:prstGeom prst="rect">
            <a:avLst/>
          </a:prstGeom>
          <a:solidFill>
            <a:schemeClr val="accent1">
              <a:lumMod val="50000"/>
            </a:schemeClr>
          </a:solidFill>
          <a:ln>
            <a:solidFill>
              <a:schemeClr val="tx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9">
            <a:extLst>
              <a:ext uri="{FF2B5EF4-FFF2-40B4-BE49-F238E27FC236}">
                <a16:creationId xmlns:a16="http://schemas.microsoft.com/office/drawing/2014/main" id="{0954F7F8-633C-1056-C63B-72D51AC724CC}"/>
              </a:ext>
            </a:extLst>
          </p:cNvPr>
          <p:cNvSpPr>
            <a:spLocks noGrp="1"/>
          </p:cNvSpPr>
          <p:nvPr>
            <p:ph type="title" hasCustomPrompt="1"/>
          </p:nvPr>
        </p:nvSpPr>
        <p:spPr>
          <a:xfrm>
            <a:off x="280562" y="2801136"/>
            <a:ext cx="3096475" cy="627864"/>
          </a:xfrm>
          <a:prstGeom prst="rect">
            <a:avLst/>
          </a:prstGeom>
        </p:spPr>
        <p:txBody>
          <a:bodyPr wrap="square" lIns="91440" tIns="91440" rIns="91440" bIns="91440" anchor="t" anchorCtr="0">
            <a:spAutoFit/>
          </a:bodyPr>
          <a:lstStyle>
            <a:lvl1pPr>
              <a:defRPr sz="3200">
                <a:solidFill>
                  <a:srgbClr val="00F0EA"/>
                </a:solidFill>
                <a:latin typeface="+mj-lt"/>
                <a:ea typeface="Roboto Light" panose="02000000000000000000" pitchFamily="2" charset="0"/>
              </a:defRPr>
            </a:lvl1pPr>
          </a:lstStyle>
          <a:p>
            <a:r>
              <a:rPr lang="en-US" dirty="0"/>
              <a:t>Heading Text</a:t>
            </a:r>
            <a:endParaRPr lang="en-US" dirty="0">
              <a:cs typeface="Calibri Light"/>
            </a:endParaRPr>
          </a:p>
        </p:txBody>
      </p:sp>
      <p:cxnSp>
        <p:nvCxnSpPr>
          <p:cNvPr id="6" name="Straight Connector 5">
            <a:extLst>
              <a:ext uri="{FF2B5EF4-FFF2-40B4-BE49-F238E27FC236}">
                <a16:creationId xmlns:a16="http://schemas.microsoft.com/office/drawing/2014/main" id="{459766FA-AF47-1934-153F-656BC7B60605}"/>
              </a:ext>
            </a:extLst>
          </p:cNvPr>
          <p:cNvCxnSpPr>
            <a:cxnSpLocks/>
          </p:cNvCxnSpPr>
          <p:nvPr/>
        </p:nvCxnSpPr>
        <p:spPr>
          <a:xfrm>
            <a:off x="3677942"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pic>
        <p:nvPicPr>
          <p:cNvPr id="7" name="Picture 6" descr="A black and white logo&#10;&#10;Description automatically generated">
            <a:extLst>
              <a:ext uri="{FF2B5EF4-FFF2-40B4-BE49-F238E27FC236}">
                <a16:creationId xmlns:a16="http://schemas.microsoft.com/office/drawing/2014/main" id="{7CA36C7E-9368-2FEC-4C6C-0E9EE11FC64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
        <p:nvSpPr>
          <p:cNvPr id="8" name="TextBox 7">
            <a:extLst>
              <a:ext uri="{FF2B5EF4-FFF2-40B4-BE49-F238E27FC236}">
                <a16:creationId xmlns:a16="http://schemas.microsoft.com/office/drawing/2014/main" id="{E0F102C1-9945-8365-90E1-0591D7ABB75E}"/>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2847537166"/>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Demo">
    <p:bg>
      <p:bgPr>
        <a:solidFill>
          <a:schemeClr val="accent1">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869CE-B64A-A2B7-78A0-47FAA9EBFAF3}"/>
              </a:ext>
            </a:extLst>
          </p:cNvPr>
          <p:cNvSpPr>
            <a:spLocks noGrp="1"/>
          </p:cNvSpPr>
          <p:nvPr>
            <p:ph type="title" hasCustomPrompt="1"/>
          </p:nvPr>
        </p:nvSpPr>
        <p:spPr>
          <a:xfrm>
            <a:off x="493295" y="1989612"/>
            <a:ext cx="11113251" cy="738664"/>
          </a:xfrm>
          <a:prstGeom prst="rect">
            <a:avLst/>
          </a:prstGeom>
          <a:noFill/>
        </p:spPr>
        <p:txBody>
          <a:bodyPr wrap="square" tIns="91440" bIns="91440" anchor="t" anchorCtr="0">
            <a:spAutoFit/>
          </a:bodyPr>
          <a:lstStyle>
            <a:lvl1pPr>
              <a:defRPr sz="4000" spc="-100" baseline="0">
                <a:solidFill>
                  <a:srgbClr val="00F0EA"/>
                </a:solidFill>
                <a:latin typeface="+mj-lt"/>
                <a:ea typeface="Roboto Light" panose="02000000000000000000" pitchFamily="2" charset="0"/>
              </a:defRPr>
            </a:lvl1pPr>
          </a:lstStyle>
          <a:p>
            <a:r>
              <a:rPr lang="en-US" dirty="0"/>
              <a:t>DEMO</a:t>
            </a:r>
          </a:p>
        </p:txBody>
      </p:sp>
      <p:sp>
        <p:nvSpPr>
          <p:cNvPr id="4" name="Content Placeholder 2">
            <a:extLst>
              <a:ext uri="{FF2B5EF4-FFF2-40B4-BE49-F238E27FC236}">
                <a16:creationId xmlns:a16="http://schemas.microsoft.com/office/drawing/2014/main" id="{66B66E12-9BB3-7E03-ED63-6F68DD490DDA}"/>
              </a:ext>
            </a:extLst>
          </p:cNvPr>
          <p:cNvSpPr>
            <a:spLocks noGrp="1"/>
          </p:cNvSpPr>
          <p:nvPr>
            <p:ph sz="half" idx="1" hasCustomPrompt="1"/>
          </p:nvPr>
        </p:nvSpPr>
        <p:spPr>
          <a:xfrm>
            <a:off x="484490" y="2854475"/>
            <a:ext cx="11122056" cy="2673061"/>
          </a:xfrm>
          <a:prstGeom prst="rect">
            <a:avLst/>
          </a:prstGeom>
        </p:spPr>
        <p:txBody>
          <a:bodyPr lIns="91440">
            <a:normAutofit/>
          </a:bodyPr>
          <a:lstStyle>
            <a:lvl1pPr marL="0" indent="0">
              <a:buFont typeface="Arial" panose="020B0604020202020204" pitchFamily="34" charset="0"/>
              <a:buNone/>
              <a:defRPr sz="3200">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Title text</a:t>
            </a:r>
          </a:p>
        </p:txBody>
      </p:sp>
    </p:spTree>
    <p:extLst>
      <p:ext uri="{BB962C8B-B14F-4D97-AF65-F5344CB8AC3E}">
        <p14:creationId xmlns:p14="http://schemas.microsoft.com/office/powerpoint/2010/main" val="3846919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tmplLst>
          <p:tmpl lvl="1">
            <p:tnLst>
              <p:par>
                <p:cTn presetID="10"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500"/>
                        <p:tgtEl>
                          <p:spTgt spid="4"/>
                        </p:tgtEl>
                      </p:cBhvr>
                    </p:animEffect>
                  </p:childTnLst>
                </p:cTn>
              </p:par>
            </p:tnLst>
          </p:tmpl>
        </p:tmplLst>
      </p:bldP>
    </p:bld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Demo Dark">
    <p:bg>
      <p:bgPr>
        <a:solidFill>
          <a:srgbClr val="0821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869CE-B64A-A2B7-78A0-47FAA9EBFAF3}"/>
              </a:ext>
            </a:extLst>
          </p:cNvPr>
          <p:cNvSpPr>
            <a:spLocks noGrp="1"/>
          </p:cNvSpPr>
          <p:nvPr>
            <p:ph type="title" hasCustomPrompt="1"/>
          </p:nvPr>
        </p:nvSpPr>
        <p:spPr>
          <a:xfrm>
            <a:off x="493295" y="1989612"/>
            <a:ext cx="11113251" cy="738664"/>
          </a:xfrm>
          <a:prstGeom prst="rect">
            <a:avLst/>
          </a:prstGeom>
          <a:noFill/>
        </p:spPr>
        <p:txBody>
          <a:bodyPr wrap="square" tIns="91440" bIns="91440" anchor="t" anchorCtr="0">
            <a:spAutoFit/>
          </a:bodyPr>
          <a:lstStyle>
            <a:lvl1pPr>
              <a:defRPr sz="4000" spc="-100" baseline="0">
                <a:solidFill>
                  <a:srgbClr val="00F0EA"/>
                </a:solidFill>
                <a:latin typeface="+mj-lt"/>
                <a:ea typeface="Roboto Light" panose="02000000000000000000" pitchFamily="2" charset="0"/>
              </a:defRPr>
            </a:lvl1pPr>
          </a:lstStyle>
          <a:p>
            <a:r>
              <a:rPr lang="en-US" dirty="0"/>
              <a:t>DEMO</a:t>
            </a:r>
          </a:p>
        </p:txBody>
      </p:sp>
      <p:sp>
        <p:nvSpPr>
          <p:cNvPr id="3" name="Content Placeholder 2">
            <a:extLst>
              <a:ext uri="{FF2B5EF4-FFF2-40B4-BE49-F238E27FC236}">
                <a16:creationId xmlns:a16="http://schemas.microsoft.com/office/drawing/2014/main" id="{C5DA8C8F-C9FF-E150-0975-AC8DD67162F4}"/>
              </a:ext>
            </a:extLst>
          </p:cNvPr>
          <p:cNvSpPr>
            <a:spLocks noGrp="1"/>
          </p:cNvSpPr>
          <p:nvPr>
            <p:ph sz="half" idx="1" hasCustomPrompt="1"/>
          </p:nvPr>
        </p:nvSpPr>
        <p:spPr>
          <a:xfrm>
            <a:off x="484490" y="2854475"/>
            <a:ext cx="11122056" cy="2673061"/>
          </a:xfrm>
          <a:prstGeom prst="rect">
            <a:avLst/>
          </a:prstGeom>
        </p:spPr>
        <p:txBody>
          <a:bodyPr lIns="91440">
            <a:normAutofit/>
          </a:bodyPr>
          <a:lstStyle>
            <a:lvl1pPr marL="0" indent="0">
              <a:buFont typeface="Arial" panose="020B0604020202020204" pitchFamily="34" charset="0"/>
              <a:buNone/>
              <a:defRPr sz="3200">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Title text</a:t>
            </a:r>
          </a:p>
        </p:txBody>
      </p:sp>
    </p:spTree>
    <p:extLst>
      <p:ext uri="{BB962C8B-B14F-4D97-AF65-F5344CB8AC3E}">
        <p14:creationId xmlns:p14="http://schemas.microsoft.com/office/powerpoint/2010/main" val="3107025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New Section">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549B69F4-6542-CC32-13BB-1EDC8016C7F0}"/>
              </a:ext>
            </a:extLst>
          </p:cNvPr>
          <p:cNvSpPr>
            <a:spLocks noGrp="1"/>
          </p:cNvSpPr>
          <p:nvPr>
            <p:ph type="title" hasCustomPrompt="1"/>
          </p:nvPr>
        </p:nvSpPr>
        <p:spPr>
          <a:xfrm>
            <a:off x="539374" y="2690336"/>
            <a:ext cx="11113251" cy="738664"/>
          </a:xfrm>
          <a:prstGeom prst="rect">
            <a:avLst/>
          </a:prstGeom>
          <a:noFill/>
        </p:spPr>
        <p:txBody>
          <a:bodyPr wrap="square" tIns="91440" bIns="91440" anchor="t" anchorCtr="0">
            <a:spAutoFit/>
          </a:bodyPr>
          <a:lstStyle>
            <a:lvl1pPr algn="ctr">
              <a:defRPr sz="4000" spc="-100" baseline="0">
                <a:solidFill>
                  <a:srgbClr val="00F0EA"/>
                </a:solidFill>
                <a:latin typeface="+mj-lt"/>
                <a:ea typeface="Roboto Light" panose="02000000000000000000" pitchFamily="2" charset="0"/>
              </a:defRPr>
            </a:lvl1pPr>
          </a:lstStyle>
          <a:p>
            <a:r>
              <a:rPr lang="en-US" dirty="0"/>
              <a:t>Section Heading Text</a:t>
            </a:r>
          </a:p>
        </p:txBody>
      </p:sp>
    </p:spTree>
    <p:extLst>
      <p:ext uri="{BB962C8B-B14F-4D97-AF65-F5344CB8AC3E}">
        <p14:creationId xmlns:p14="http://schemas.microsoft.com/office/powerpoint/2010/main" val="4010273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New Section Dark">
    <p:bg>
      <p:bgPr>
        <a:solidFill>
          <a:srgbClr val="0821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9197C-A14F-EF49-12E9-8F9D65AAF709}"/>
              </a:ext>
            </a:extLst>
          </p:cNvPr>
          <p:cNvSpPr>
            <a:spLocks noGrp="1"/>
          </p:cNvSpPr>
          <p:nvPr>
            <p:ph type="title" hasCustomPrompt="1"/>
          </p:nvPr>
        </p:nvSpPr>
        <p:spPr>
          <a:xfrm>
            <a:off x="539374" y="2690336"/>
            <a:ext cx="11113251" cy="738664"/>
          </a:xfrm>
          <a:prstGeom prst="rect">
            <a:avLst/>
          </a:prstGeom>
          <a:noFill/>
        </p:spPr>
        <p:txBody>
          <a:bodyPr wrap="square" tIns="91440" bIns="91440" anchor="t" anchorCtr="0">
            <a:spAutoFit/>
          </a:bodyPr>
          <a:lstStyle>
            <a:lvl1pPr algn="ctr">
              <a:defRPr sz="4000" spc="-100" baseline="0">
                <a:solidFill>
                  <a:srgbClr val="00F0EA"/>
                </a:solidFill>
                <a:latin typeface="+mj-lt"/>
                <a:ea typeface="Roboto Light" panose="02000000000000000000" pitchFamily="2" charset="0"/>
              </a:defRPr>
            </a:lvl1pPr>
          </a:lstStyle>
          <a:p>
            <a:r>
              <a:rPr lang="en-US" dirty="0"/>
              <a:t>Section Heading Text</a:t>
            </a:r>
          </a:p>
        </p:txBody>
      </p:sp>
    </p:spTree>
    <p:extLst>
      <p:ext uri="{BB962C8B-B14F-4D97-AF65-F5344CB8AC3E}">
        <p14:creationId xmlns:p14="http://schemas.microsoft.com/office/powerpoint/2010/main" val="3582063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Demo Horizontal">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86C3A6A-52AD-4603-A315-FB85F98EFFD0}"/>
              </a:ext>
            </a:extLst>
          </p:cNvPr>
          <p:cNvSpPr/>
          <p:nvPr/>
        </p:nvSpPr>
        <p:spPr bwMode="auto">
          <a:xfrm>
            <a:off x="5951538" y="0"/>
            <a:ext cx="6240462" cy="6858000"/>
          </a:xfrm>
          <a:prstGeom prst="rect">
            <a:avLst/>
          </a:pr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cxnSp>
        <p:nvCxnSpPr>
          <p:cNvPr id="27" name="Straight Connector 26">
            <a:extLst>
              <a:ext uri="{FF2B5EF4-FFF2-40B4-BE49-F238E27FC236}">
                <a16:creationId xmlns:a16="http://schemas.microsoft.com/office/drawing/2014/main" id="{6E4957CE-9F1E-48E5-9589-60C25FE5C6E1}"/>
              </a:ext>
            </a:extLst>
          </p:cNvPr>
          <p:cNvCxnSpPr>
            <a:cxnSpLocks/>
          </p:cNvCxnSpPr>
          <p:nvPr/>
        </p:nvCxnSpPr>
        <p:spPr>
          <a:xfrm>
            <a:off x="5934945"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6" name="Content Placeholder 2">
            <a:extLst>
              <a:ext uri="{FF2B5EF4-FFF2-40B4-BE49-F238E27FC236}">
                <a16:creationId xmlns:a16="http://schemas.microsoft.com/office/drawing/2014/main" id="{4F10F2F3-E7C9-5A3B-5A3A-2F657B7544C5}"/>
              </a:ext>
            </a:extLst>
          </p:cNvPr>
          <p:cNvSpPr>
            <a:spLocks noGrp="1"/>
          </p:cNvSpPr>
          <p:nvPr>
            <p:ph sz="half" idx="1" hasCustomPrompt="1"/>
          </p:nvPr>
        </p:nvSpPr>
        <p:spPr>
          <a:xfrm>
            <a:off x="493295" y="1276153"/>
            <a:ext cx="5156998"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5" name="Content Placeholder 2">
            <a:extLst>
              <a:ext uri="{FF2B5EF4-FFF2-40B4-BE49-F238E27FC236}">
                <a16:creationId xmlns:a16="http://schemas.microsoft.com/office/drawing/2014/main" id="{16573F37-5E38-4DE7-D01D-29CB325BB933}"/>
              </a:ext>
            </a:extLst>
          </p:cNvPr>
          <p:cNvSpPr>
            <a:spLocks noGrp="1"/>
          </p:cNvSpPr>
          <p:nvPr>
            <p:ph sz="half" idx="10" hasCustomPrompt="1"/>
          </p:nvPr>
        </p:nvSpPr>
        <p:spPr>
          <a:xfrm>
            <a:off x="493295" y="431324"/>
            <a:ext cx="5156994"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sp>
        <p:nvSpPr>
          <p:cNvPr id="8" name="TextBox 7">
            <a:extLst>
              <a:ext uri="{FF2B5EF4-FFF2-40B4-BE49-F238E27FC236}">
                <a16:creationId xmlns:a16="http://schemas.microsoft.com/office/drawing/2014/main" id="{DFAAD7D6-23BD-096F-D2AC-99E21B392F8C}"/>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chemeClr val="tx2">
                    <a:lumMod val="10000"/>
                    <a:lumOff val="90000"/>
                  </a:schemeClr>
                </a:solidFill>
                <a:effectLst/>
                <a:latin typeface="Roboto" panose="02000000000000000000" pitchFamily="2" charset="0"/>
                <a:ea typeface="Roboto" panose="02000000000000000000" pitchFamily="2" charset="0"/>
              </a:rPr>
              <a:t>©</a:t>
            </a:r>
            <a:r>
              <a:rPr lang="en-US" sz="800" b="0" i="0" dirty="0">
                <a:solidFill>
                  <a:schemeClr val="tx2">
                    <a:lumMod val="10000"/>
                    <a:lumOff val="90000"/>
                  </a:schemeClr>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chemeClr val="tx2">
                  <a:lumMod val="10000"/>
                  <a:lumOff val="90000"/>
                </a:schemeClr>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3940877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tmplLst>
          <p:tmpl lvl="1">
            <p:tnLst>
              <p:par>
                <p:cTn presetID="10" presetClass="entr" presetSubtype="0" fill="hold" nodeType="with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fade">
                      <p:cBhvr>
                        <p:cTn dur="500"/>
                        <p:tgtEl>
                          <p:spTgt spid="5"/>
                        </p:tgtEl>
                      </p:cBhvr>
                    </p:animEffect>
                  </p:childTnLst>
                </p:cTn>
              </p:par>
            </p:tnLst>
          </p:tmpl>
        </p:tmplLst>
      </p:bldP>
    </p:bldLst>
  </p:timing>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Demo Block">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86C3A6A-52AD-4603-A315-FB85F98EFFD0}"/>
              </a:ext>
            </a:extLst>
          </p:cNvPr>
          <p:cNvSpPr/>
          <p:nvPr/>
        </p:nvSpPr>
        <p:spPr bwMode="auto">
          <a:xfrm>
            <a:off x="5951538" y="0"/>
            <a:ext cx="6240462" cy="6858000"/>
          </a:xfrm>
          <a:prstGeom prst="rect">
            <a:avLst/>
          </a:pr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cxnSp>
        <p:nvCxnSpPr>
          <p:cNvPr id="27" name="Straight Connector 26">
            <a:extLst>
              <a:ext uri="{FF2B5EF4-FFF2-40B4-BE49-F238E27FC236}">
                <a16:creationId xmlns:a16="http://schemas.microsoft.com/office/drawing/2014/main" id="{6E4957CE-9F1E-48E5-9589-60C25FE5C6E1}"/>
              </a:ext>
            </a:extLst>
          </p:cNvPr>
          <p:cNvCxnSpPr>
            <a:cxnSpLocks/>
          </p:cNvCxnSpPr>
          <p:nvPr/>
        </p:nvCxnSpPr>
        <p:spPr>
          <a:xfrm>
            <a:off x="5934945"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C1B2F07E-0C00-421A-9195-523EDBF7749E}"/>
              </a:ext>
            </a:extLst>
          </p:cNvPr>
          <p:cNvPicPr>
            <a:picLocks noChangeAspect="1"/>
          </p:cNvPicPr>
          <p:nvPr/>
        </p:nvPicPr>
        <p:blipFill>
          <a:blip r:embed="rId2">
            <a:duotone>
              <a:schemeClr val="accent4">
                <a:shade val="45000"/>
                <a:satMod val="135000"/>
              </a:schemeClr>
              <a:prstClr val="white"/>
            </a:duotone>
          </a:blip>
          <a:stretch>
            <a:fillRect/>
          </a:stretch>
        </p:blipFill>
        <p:spPr>
          <a:xfrm>
            <a:off x="4307351" y="837219"/>
            <a:ext cx="8605921" cy="6110204"/>
          </a:xfrm>
          <a:prstGeom prst="rect">
            <a:avLst/>
          </a:prstGeom>
        </p:spPr>
      </p:pic>
      <p:sp>
        <p:nvSpPr>
          <p:cNvPr id="5" name="Rectangle 4">
            <a:extLst>
              <a:ext uri="{FF2B5EF4-FFF2-40B4-BE49-F238E27FC236}">
                <a16:creationId xmlns:a16="http://schemas.microsoft.com/office/drawing/2014/main" id="{31334A2F-1DF6-47E4-9342-6176E6E9DA35}"/>
              </a:ext>
            </a:extLst>
          </p:cNvPr>
          <p:cNvSpPr/>
          <p:nvPr/>
        </p:nvSpPr>
        <p:spPr bwMode="auto">
          <a:xfrm>
            <a:off x="5600700" y="1883304"/>
            <a:ext cx="6000750" cy="335799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7" name="Content Placeholder 2">
            <a:extLst>
              <a:ext uri="{FF2B5EF4-FFF2-40B4-BE49-F238E27FC236}">
                <a16:creationId xmlns:a16="http://schemas.microsoft.com/office/drawing/2014/main" id="{1B189F03-5212-6C02-3901-900E58D9C2EB}"/>
              </a:ext>
            </a:extLst>
          </p:cNvPr>
          <p:cNvSpPr>
            <a:spLocks noGrp="1"/>
          </p:cNvSpPr>
          <p:nvPr>
            <p:ph sz="half" idx="1" hasCustomPrompt="1"/>
          </p:nvPr>
        </p:nvSpPr>
        <p:spPr>
          <a:xfrm>
            <a:off x="493295" y="1282787"/>
            <a:ext cx="4736970"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8" name="Content Placeholder 2">
            <a:extLst>
              <a:ext uri="{FF2B5EF4-FFF2-40B4-BE49-F238E27FC236}">
                <a16:creationId xmlns:a16="http://schemas.microsoft.com/office/drawing/2014/main" id="{78DCC069-2BEA-5F9E-9129-62A5B1B8703F}"/>
              </a:ext>
            </a:extLst>
          </p:cNvPr>
          <p:cNvSpPr>
            <a:spLocks noGrp="1"/>
          </p:cNvSpPr>
          <p:nvPr>
            <p:ph sz="half" idx="10" hasCustomPrompt="1"/>
          </p:nvPr>
        </p:nvSpPr>
        <p:spPr>
          <a:xfrm>
            <a:off x="493295" y="431324"/>
            <a:ext cx="4736967"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sp>
        <p:nvSpPr>
          <p:cNvPr id="10" name="TextBox 9">
            <a:extLst>
              <a:ext uri="{FF2B5EF4-FFF2-40B4-BE49-F238E27FC236}">
                <a16:creationId xmlns:a16="http://schemas.microsoft.com/office/drawing/2014/main" id="{4E8A636B-F90E-6AC1-F66C-DD7F07E87CA1}"/>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chemeClr val="tx2">
                    <a:lumMod val="10000"/>
                    <a:lumOff val="90000"/>
                  </a:schemeClr>
                </a:solidFill>
                <a:effectLst/>
                <a:latin typeface="Roboto" panose="02000000000000000000" pitchFamily="2" charset="0"/>
                <a:ea typeface="Roboto" panose="02000000000000000000" pitchFamily="2" charset="0"/>
              </a:rPr>
              <a:t>©</a:t>
            </a:r>
            <a:r>
              <a:rPr lang="en-US" sz="800" b="0" i="0" dirty="0">
                <a:solidFill>
                  <a:schemeClr val="tx2">
                    <a:lumMod val="10000"/>
                    <a:lumOff val="90000"/>
                  </a:schemeClr>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chemeClr val="tx2">
                  <a:lumMod val="10000"/>
                  <a:lumOff val="90000"/>
                </a:schemeClr>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1727785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tmplLst>
          <p:tmpl lvl="1">
            <p:tnLst>
              <p:par>
                <p:cTn presetID="10" presetClass="entr" presetSubtype="0" fill="hold" nodeType="with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Lst>
  </p:timing>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ection Title diagonal">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E6DD577C-C13B-4699-AEF8-7A86F0FC6BC3}"/>
              </a:ext>
            </a:extLst>
          </p:cNvPr>
          <p:cNvSpPr/>
          <p:nvPr/>
        </p:nvSpPr>
        <p:spPr bwMode="auto">
          <a:xfrm>
            <a:off x="5088049" y="0"/>
            <a:ext cx="7103952" cy="6858000"/>
          </a:xfrm>
          <a:custGeom>
            <a:avLst/>
            <a:gdLst>
              <a:gd name="connsiteX0" fmla="*/ 1544125 w 8382633"/>
              <a:gd name="connsiteY0" fmla="*/ 0 h 6858000"/>
              <a:gd name="connsiteX1" fmla="*/ 3077650 w 8382633"/>
              <a:gd name="connsiteY1" fmla="*/ 0 h 6858000"/>
              <a:gd name="connsiteX2" fmla="*/ 6849108 w 8382633"/>
              <a:gd name="connsiteY2" fmla="*/ 0 h 6858000"/>
              <a:gd name="connsiteX3" fmla="*/ 8382633 w 8382633"/>
              <a:gd name="connsiteY3" fmla="*/ 0 h 6858000"/>
              <a:gd name="connsiteX4" fmla="*/ 8382633 w 8382633"/>
              <a:gd name="connsiteY4" fmla="*/ 6858000 h 6858000"/>
              <a:gd name="connsiteX5" fmla="*/ 6849108 w 8382633"/>
              <a:gd name="connsiteY5" fmla="*/ 6858000 h 6858000"/>
              <a:gd name="connsiteX6" fmla="*/ 1533525 w 8382633"/>
              <a:gd name="connsiteY6" fmla="*/ 6858000 h 6858000"/>
              <a:gd name="connsiteX7" fmla="*/ 0 w 8382633"/>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382633" h="6858000">
                <a:moveTo>
                  <a:pt x="1544125" y="0"/>
                </a:moveTo>
                <a:lnTo>
                  <a:pt x="3077650" y="0"/>
                </a:lnTo>
                <a:lnTo>
                  <a:pt x="6849108" y="0"/>
                </a:lnTo>
                <a:lnTo>
                  <a:pt x="8382633" y="0"/>
                </a:lnTo>
                <a:lnTo>
                  <a:pt x="8382633" y="6858000"/>
                </a:lnTo>
                <a:lnTo>
                  <a:pt x="6849108" y="6858000"/>
                </a:lnTo>
                <a:lnTo>
                  <a:pt x="1533525" y="6858000"/>
                </a:lnTo>
                <a:lnTo>
                  <a:pt x="0" y="6858000"/>
                </a:lnTo>
                <a:close/>
              </a:path>
            </a:pathLst>
          </a:cu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4" name="Text Placeholder 16">
            <a:extLst>
              <a:ext uri="{FF2B5EF4-FFF2-40B4-BE49-F238E27FC236}">
                <a16:creationId xmlns:a16="http://schemas.microsoft.com/office/drawing/2014/main" id="{90A267F1-327F-405E-AAAF-F4D7F4F5399C}"/>
              </a:ext>
            </a:extLst>
          </p:cNvPr>
          <p:cNvSpPr>
            <a:spLocks noGrp="1"/>
          </p:cNvSpPr>
          <p:nvPr>
            <p:ph type="body" sz="quarter" idx="10" hasCustomPrompt="1"/>
          </p:nvPr>
        </p:nvSpPr>
        <p:spPr>
          <a:xfrm>
            <a:off x="534713" y="3306563"/>
            <a:ext cx="4563275" cy="430887"/>
          </a:xfrm>
        </p:spPr>
        <p:txBody>
          <a:bodyPr/>
          <a:lstStyle>
            <a:lvl1pPr marL="0" indent="0" algn="l">
              <a:buNone/>
              <a:defRPr>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Subheading Text</a:t>
            </a:r>
          </a:p>
        </p:txBody>
      </p:sp>
      <p:cxnSp>
        <p:nvCxnSpPr>
          <p:cNvPr id="5" name="Straight Connector 4">
            <a:extLst>
              <a:ext uri="{FF2B5EF4-FFF2-40B4-BE49-F238E27FC236}">
                <a16:creationId xmlns:a16="http://schemas.microsoft.com/office/drawing/2014/main" id="{67B110AE-7CE8-4541-ACC8-0A2D5097F2B6}"/>
              </a:ext>
            </a:extLst>
          </p:cNvPr>
          <p:cNvCxnSpPr>
            <a:cxnSpLocks/>
            <a:stCxn id="10" idx="0"/>
          </p:cNvCxnSpPr>
          <p:nvPr/>
        </p:nvCxnSpPr>
        <p:spPr>
          <a:xfrm flipH="1">
            <a:off x="5088049" y="0"/>
            <a:ext cx="1308585"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7" name="Title 9">
            <a:extLst>
              <a:ext uri="{FF2B5EF4-FFF2-40B4-BE49-F238E27FC236}">
                <a16:creationId xmlns:a16="http://schemas.microsoft.com/office/drawing/2014/main" id="{302E1A16-F6D6-87D2-5332-F90F1125F35A}"/>
              </a:ext>
            </a:extLst>
          </p:cNvPr>
          <p:cNvSpPr txBox="1">
            <a:spLocks/>
          </p:cNvSpPr>
          <p:nvPr/>
        </p:nvSpPr>
        <p:spPr>
          <a:xfrm>
            <a:off x="524774" y="2592697"/>
            <a:ext cx="4563275" cy="627864"/>
          </a:xfrm>
          <a:prstGeom prst="rect">
            <a:avLst/>
          </a:prstGeom>
        </p:spPr>
        <p:txBody>
          <a:bodyPr wrap="square" lIns="91440" tIns="91440" rIns="91440" bIns="91440" anchor="t" anchorCtr="0">
            <a:spAutoFit/>
          </a:bodyPr>
          <a:lstStyle>
            <a:lvl1pPr algn="l" defTabSz="914400" rtl="0" eaLnBrk="1" latinLnBrk="0" hangingPunct="1">
              <a:lnSpc>
                <a:spcPct val="90000"/>
              </a:lnSpc>
              <a:spcBef>
                <a:spcPct val="0"/>
              </a:spcBef>
              <a:buNone/>
              <a:defRPr sz="3200" kern="1200">
                <a:solidFill>
                  <a:srgbClr val="00F0EA"/>
                </a:solidFill>
                <a:latin typeface="+mj-lt"/>
                <a:ea typeface="Roboto Light" panose="02000000000000000000" pitchFamily="2" charset="0"/>
                <a:cs typeface="+mj-cs"/>
              </a:defRPr>
            </a:lvl1pPr>
          </a:lstStyle>
          <a:p>
            <a:r>
              <a:rPr lang="en-US" dirty="0"/>
              <a:t>Heading Text</a:t>
            </a:r>
            <a:endParaRPr lang="en-US" dirty="0">
              <a:cs typeface="Calibri Light"/>
            </a:endParaRPr>
          </a:p>
        </p:txBody>
      </p:sp>
      <p:sp>
        <p:nvSpPr>
          <p:cNvPr id="2" name="TextBox 1">
            <a:extLst>
              <a:ext uri="{FF2B5EF4-FFF2-40B4-BE49-F238E27FC236}">
                <a16:creationId xmlns:a16="http://schemas.microsoft.com/office/drawing/2014/main" id="{FC610E22-E52D-0F2B-F3EC-79E2497C0DC6}"/>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chemeClr val="tx2">
                    <a:lumMod val="10000"/>
                    <a:lumOff val="90000"/>
                  </a:schemeClr>
                </a:solidFill>
                <a:effectLst/>
                <a:latin typeface="Roboto" panose="02000000000000000000" pitchFamily="2" charset="0"/>
                <a:ea typeface="Roboto" panose="02000000000000000000" pitchFamily="2" charset="0"/>
              </a:rPr>
              <a:t>©</a:t>
            </a:r>
            <a:r>
              <a:rPr lang="en-US" sz="800" b="0" i="0" dirty="0">
                <a:solidFill>
                  <a:schemeClr val="tx2">
                    <a:lumMod val="10000"/>
                    <a:lumOff val="90000"/>
                  </a:schemeClr>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chemeClr val="tx2">
                  <a:lumMod val="10000"/>
                  <a:lumOff val="90000"/>
                </a:schemeClr>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4576931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extLst>
    <p:ext uri="{DCECCB84-F9BA-43D5-87BE-67443E8EF086}">
      <p15:sldGuideLst xmlns:p15="http://schemas.microsoft.com/office/powerpoint/2012/main">
        <p15:guide id="1" orient="horz" pos="2160">
          <p15:clr>
            <a:srgbClr val="FBAE40"/>
          </p15:clr>
        </p15:guide>
        <p15:guide id="2" pos="2400">
          <p15:clr>
            <a:srgbClr val="5ACBF0"/>
          </p15:clr>
        </p15:guide>
        <p15:guide id="3" orient="horz" pos="1910">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Thanks and Questions">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E84F745-6E6C-4684-863E-D8BE5579F4B8}"/>
              </a:ext>
            </a:extLst>
          </p:cNvPr>
          <p:cNvPicPr>
            <a:picLocks noChangeAspect="1"/>
          </p:cNvPicPr>
          <p:nvPr/>
        </p:nvPicPr>
        <p:blipFill rotWithShape="1">
          <a:blip r:embed="rId2">
            <a:extLst>
              <a:ext uri="{28A0092B-C50C-407E-A947-70E740481C1C}">
                <a14:useLocalDpi xmlns:a14="http://schemas.microsoft.com/office/drawing/2010/main" val="0"/>
              </a:ext>
            </a:extLst>
          </a:blip>
          <a:srcRect b="1947"/>
          <a:stretch/>
        </p:blipFill>
        <p:spPr>
          <a:xfrm>
            <a:off x="6876547" y="1736436"/>
            <a:ext cx="5223242" cy="5121564"/>
          </a:xfrm>
          <a:prstGeom prst="rect">
            <a:avLst/>
          </a:prstGeom>
        </p:spPr>
      </p:pic>
      <p:sp>
        <p:nvSpPr>
          <p:cNvPr id="11" name="TextBox 10">
            <a:extLst>
              <a:ext uri="{FF2B5EF4-FFF2-40B4-BE49-F238E27FC236}">
                <a16:creationId xmlns:a16="http://schemas.microsoft.com/office/drawing/2014/main" id="{A6428E25-5016-4039-B7A7-2F931DFE040A}"/>
              </a:ext>
            </a:extLst>
          </p:cNvPr>
          <p:cNvSpPr txBox="1"/>
          <p:nvPr/>
        </p:nvSpPr>
        <p:spPr>
          <a:xfrm>
            <a:off x="1192928" y="1913415"/>
            <a:ext cx="4988932" cy="132343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0" dirty="0">
                <a:solidFill>
                  <a:srgbClr val="00F0EA"/>
                </a:solidFill>
                <a:latin typeface="+mj-lt"/>
                <a:ea typeface="Roboto Light" panose="02000000000000000000" pitchFamily="2" charset="0"/>
              </a:rPr>
              <a:t>THANKS</a:t>
            </a:r>
          </a:p>
        </p:txBody>
      </p:sp>
      <p:sp>
        <p:nvSpPr>
          <p:cNvPr id="12" name="TextBox 11">
            <a:extLst>
              <a:ext uri="{FF2B5EF4-FFF2-40B4-BE49-F238E27FC236}">
                <a16:creationId xmlns:a16="http://schemas.microsoft.com/office/drawing/2014/main" id="{AA060C8B-A3BA-485F-8BFF-B1AF78623F0F}"/>
              </a:ext>
            </a:extLst>
          </p:cNvPr>
          <p:cNvSpPr txBox="1"/>
          <p:nvPr/>
        </p:nvSpPr>
        <p:spPr>
          <a:xfrm>
            <a:off x="1253192" y="3167420"/>
            <a:ext cx="4813528"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4000" dirty="0">
                <a:solidFill>
                  <a:schemeClr val="tx2">
                    <a:lumMod val="10000"/>
                    <a:lumOff val="90000"/>
                  </a:schemeClr>
                </a:solidFill>
                <a:latin typeface="Roboto Light" panose="02000000000000000000" pitchFamily="2" charset="0"/>
                <a:ea typeface="Roboto Light" panose="02000000000000000000" pitchFamily="2" charset="0"/>
              </a:rPr>
              <a:t>Any Questions?</a:t>
            </a:r>
          </a:p>
        </p:txBody>
      </p:sp>
      <p:pic>
        <p:nvPicPr>
          <p:cNvPr id="2" name="Picture 1" descr="A black and white logo&#10;&#10;Description automatically generated">
            <a:extLst>
              <a:ext uri="{FF2B5EF4-FFF2-40B4-BE49-F238E27FC236}">
                <a16:creationId xmlns:a16="http://schemas.microsoft.com/office/drawing/2014/main" id="{730FCD30-4F72-67F5-7820-B4427DFB43F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Tree>
    <p:extLst>
      <p:ext uri="{BB962C8B-B14F-4D97-AF65-F5344CB8AC3E}">
        <p14:creationId xmlns:p14="http://schemas.microsoft.com/office/powerpoint/2010/main" val="1240063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Agenda_Content">
  <p:cSld name="1_Agenda_Content">
    <p:spTree>
      <p:nvGrpSpPr>
        <p:cNvPr id="1" name="Shape 12"/>
        <p:cNvGrpSpPr/>
        <p:nvPr/>
      </p:nvGrpSpPr>
      <p:grpSpPr>
        <a:xfrm>
          <a:off x="0" y="0"/>
          <a:ext cx="0" cy="0"/>
          <a:chOff x="0" y="0"/>
          <a:chExt cx="0" cy="0"/>
        </a:xfrm>
      </p:grpSpPr>
      <p:sp>
        <p:nvSpPr>
          <p:cNvPr id="14" name="Google Shape;14;p15"/>
          <p:cNvSpPr txBox="1">
            <a:spLocks noGrp="1"/>
          </p:cNvSpPr>
          <p:nvPr>
            <p:ph type="title"/>
          </p:nvPr>
        </p:nvSpPr>
        <p:spPr>
          <a:xfrm>
            <a:off x="292734" y="2821654"/>
            <a:ext cx="4524341" cy="772946"/>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0"/>
              </a:spcBef>
              <a:spcAft>
                <a:spcPts val="0"/>
              </a:spcAft>
              <a:buClr>
                <a:schemeClr val="lt1"/>
              </a:buClr>
              <a:buSzPts val="4400"/>
              <a:buFont typeface="Calibri"/>
              <a:buNone/>
              <a:defRPr sz="4400" b="0" i="0" u="none" strike="noStrike" cap="non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6" name="Google Shape;16;p15"/>
          <p:cNvSpPr txBox="1">
            <a:spLocks noGrp="1"/>
          </p:cNvSpPr>
          <p:nvPr>
            <p:ph type="body" idx="1"/>
          </p:nvPr>
        </p:nvSpPr>
        <p:spPr>
          <a:xfrm>
            <a:off x="5719315" y="1414732"/>
            <a:ext cx="6098863" cy="489117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100000"/>
              </a:lnSpc>
              <a:spcBef>
                <a:spcPts val="1000"/>
              </a:spcBef>
              <a:spcAft>
                <a:spcPts val="0"/>
              </a:spcAft>
              <a:buClr>
                <a:srgbClr val="002060"/>
              </a:buClr>
              <a:buSzPts val="2800"/>
              <a:buFont typeface="Arial"/>
              <a:buChar char="•"/>
              <a:defRPr sz="2800" b="0" i="0" u="none" strike="noStrike" cap="none">
                <a:solidFill>
                  <a:srgbClr val="002060"/>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7" name="Google Shape;17;p15"/>
          <p:cNvSpPr txBox="1">
            <a:spLocks noGrp="1"/>
          </p:cNvSpPr>
          <p:nvPr>
            <p:ph type="body" idx="2"/>
          </p:nvPr>
        </p:nvSpPr>
        <p:spPr>
          <a:xfrm>
            <a:off x="5719316" y="425063"/>
            <a:ext cx="6098865" cy="679118"/>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90000"/>
              </a:lnSpc>
              <a:spcBef>
                <a:spcPts val="1000"/>
              </a:spcBef>
              <a:spcAft>
                <a:spcPts val="0"/>
              </a:spcAft>
              <a:buClr>
                <a:srgbClr val="0070C0"/>
              </a:buClr>
              <a:buSzPts val="3600"/>
              <a:buFont typeface="Arial"/>
              <a:buNone/>
              <a:defRPr sz="3600" b="0" i="0" u="none" strike="noStrike" cap="none">
                <a:solidFill>
                  <a:srgbClr val="0070C0"/>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9982807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fade">
                                      <p:cBhvr>
                                        <p:cTn id="7" dur="500"/>
                                        <p:tgtEl>
                                          <p:spTgt spid="17">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7">
                                            <p:txEl>
                                              <p:charRg st="1" end="1"/>
                                            </p:txEl>
                                          </p:spTgt>
                                        </p:tgtEl>
                                        <p:attrNameLst>
                                          <p:attrName>style.visibility</p:attrName>
                                        </p:attrNameLst>
                                      </p:cBhvr>
                                      <p:to>
                                        <p:strVal val="visible"/>
                                      </p:to>
                                    </p:set>
                                    <p:animEffect transition="in" filter="fade">
                                      <p:cBhvr>
                                        <p:cTn id="10" dur="500"/>
                                        <p:tgtEl>
                                          <p:spTgt spid="17">
                                            <p:txEl>
                                              <p:char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7">
                                            <p:txEl>
                                              <p:charRg st="1" end="1"/>
                                            </p:txEl>
                                          </p:spTgt>
                                        </p:tgtEl>
                                        <p:attrNameLst>
                                          <p:attrName>style.visibility</p:attrName>
                                        </p:attrNameLst>
                                      </p:cBhvr>
                                      <p:to>
                                        <p:strVal val="visible"/>
                                      </p:to>
                                    </p:set>
                                    <p:animEffect transition="in" filter="fade">
                                      <p:cBhvr>
                                        <p:cTn id="13" dur="500"/>
                                        <p:tgtEl>
                                          <p:spTgt spid="17">
                                            <p:txEl>
                                              <p:charRg st="1" end="1"/>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17">
                                            <p:txEl>
                                              <p:charRg st="1" end="1"/>
                                            </p:txEl>
                                          </p:spTgt>
                                        </p:tgtEl>
                                        <p:attrNameLst>
                                          <p:attrName>style.visibility</p:attrName>
                                        </p:attrNameLst>
                                      </p:cBhvr>
                                      <p:to>
                                        <p:strVal val="visible"/>
                                      </p:to>
                                    </p:set>
                                    <p:animEffect transition="in" filter="fade">
                                      <p:cBhvr>
                                        <p:cTn id="16" dur="500"/>
                                        <p:tgtEl>
                                          <p:spTgt spid="17">
                                            <p:txEl>
                                              <p:charRg st="1" end="1"/>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17">
                                            <p:txEl>
                                              <p:charRg st="1" end="1"/>
                                            </p:txEl>
                                          </p:spTgt>
                                        </p:tgtEl>
                                        <p:attrNameLst>
                                          <p:attrName>style.visibility</p:attrName>
                                        </p:attrNameLst>
                                      </p:cBhvr>
                                      <p:to>
                                        <p:strVal val="visible"/>
                                      </p:to>
                                    </p:set>
                                    <p:animEffect transition="in" filter="fade">
                                      <p:cBhvr>
                                        <p:cTn id="19" dur="500"/>
                                        <p:tgtEl>
                                          <p:spTgt spid="17">
                                            <p:txEl>
                                              <p:charRg st="1" end="1"/>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17">
                                            <p:txEl>
                                              <p:charRg st="1" end="1"/>
                                            </p:txEl>
                                          </p:spTgt>
                                        </p:tgtEl>
                                        <p:attrNameLst>
                                          <p:attrName>style.visibility</p:attrName>
                                        </p:attrNameLst>
                                      </p:cBhvr>
                                      <p:to>
                                        <p:strVal val="visible"/>
                                      </p:to>
                                    </p:set>
                                    <p:animEffect transition="in" filter="fade">
                                      <p:cBhvr>
                                        <p:cTn id="22" dur="500"/>
                                        <p:tgtEl>
                                          <p:spTgt spid="17">
                                            <p:txEl>
                                              <p:charRg st="1" end="1"/>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17">
                                            <p:txEl>
                                              <p:charRg st="1" end="1"/>
                                            </p:txEl>
                                          </p:spTgt>
                                        </p:tgtEl>
                                        <p:attrNameLst>
                                          <p:attrName>style.visibility</p:attrName>
                                        </p:attrNameLst>
                                      </p:cBhvr>
                                      <p:to>
                                        <p:strVal val="visible"/>
                                      </p:to>
                                    </p:set>
                                    <p:animEffect transition="in" filter="fade">
                                      <p:cBhvr>
                                        <p:cTn id="25" dur="500"/>
                                        <p:tgtEl>
                                          <p:spTgt spid="17">
                                            <p:txEl>
                                              <p:charRg st="1" end="1"/>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17">
                                            <p:txEl>
                                              <p:charRg st="1" end="1"/>
                                            </p:txEl>
                                          </p:spTgt>
                                        </p:tgtEl>
                                        <p:attrNameLst>
                                          <p:attrName>style.visibility</p:attrName>
                                        </p:attrNameLst>
                                      </p:cBhvr>
                                      <p:to>
                                        <p:strVal val="visible"/>
                                      </p:to>
                                    </p:set>
                                    <p:animEffect transition="in" filter="fade">
                                      <p:cBhvr>
                                        <p:cTn id="28" dur="500"/>
                                        <p:tgtEl>
                                          <p:spTgt spid="17">
                                            <p:txEl>
                                              <p:charRg st="1" end="1"/>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17">
                                            <p:txEl>
                                              <p:charRg st="1" end="1"/>
                                            </p:txEl>
                                          </p:spTgt>
                                        </p:tgtEl>
                                        <p:attrNameLst>
                                          <p:attrName>style.visibility</p:attrName>
                                        </p:attrNameLst>
                                      </p:cBhvr>
                                      <p:to>
                                        <p:strVal val="visible"/>
                                      </p:to>
                                    </p:set>
                                    <p:animEffect transition="in" filter="fade">
                                      <p:cBhvr>
                                        <p:cTn id="31" dur="500"/>
                                        <p:tgtEl>
                                          <p:spTgt spid="17">
                                            <p:txEl>
                                              <p:char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Heading and Content Levels">
  <p:cSld name="Heading and Content Levels">
    <p:spTree>
      <p:nvGrpSpPr>
        <p:cNvPr id="1" name="Shape 20"/>
        <p:cNvGrpSpPr/>
        <p:nvPr/>
      </p:nvGrpSpPr>
      <p:grpSpPr>
        <a:xfrm>
          <a:off x="0" y="0"/>
          <a:ext cx="0" cy="0"/>
          <a:chOff x="0" y="0"/>
          <a:chExt cx="0" cy="0"/>
        </a:xfrm>
      </p:grpSpPr>
      <p:sp>
        <p:nvSpPr>
          <p:cNvPr id="21" name="Google Shape;21;p16"/>
          <p:cNvSpPr txBox="1">
            <a:spLocks noGrp="1"/>
          </p:cNvSpPr>
          <p:nvPr>
            <p:ph type="body" idx="1"/>
          </p:nvPr>
        </p:nvSpPr>
        <p:spPr>
          <a:xfrm>
            <a:off x="493295" y="1593670"/>
            <a:ext cx="11122056" cy="474181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100000"/>
              </a:lnSpc>
              <a:spcBef>
                <a:spcPts val="1000"/>
              </a:spcBef>
              <a:spcAft>
                <a:spcPts val="0"/>
              </a:spcAft>
              <a:buClr>
                <a:srgbClr val="002060"/>
              </a:buClr>
              <a:buSzPts val="2800"/>
              <a:buFont typeface="Arial"/>
              <a:buChar char="•"/>
              <a:defRPr sz="2800" b="0" i="0" u="none" strike="noStrike" cap="none">
                <a:solidFill>
                  <a:srgbClr val="002060"/>
                </a:solidFill>
                <a:latin typeface="Calibri"/>
                <a:ea typeface="Calibri"/>
                <a:cs typeface="Calibri"/>
                <a:sym typeface="Calibri"/>
              </a:defRPr>
            </a:lvl1pPr>
            <a:lvl2pPr marL="914400" marR="0" lvl="1" indent="-381000" algn="l" rtl="0">
              <a:lnSpc>
                <a:spcPct val="100000"/>
              </a:lnSpc>
              <a:spcBef>
                <a:spcPts val="500"/>
              </a:spcBef>
              <a:spcAft>
                <a:spcPts val="0"/>
              </a:spcAft>
              <a:buClr>
                <a:srgbClr val="002060"/>
              </a:buClr>
              <a:buSzPts val="2400"/>
              <a:buFont typeface="Arial"/>
              <a:buChar char="•"/>
              <a:defRPr sz="2400" b="0" i="0" u="none" strike="noStrike" cap="none">
                <a:solidFill>
                  <a:srgbClr val="002060"/>
                </a:solidFill>
                <a:latin typeface="Calibri"/>
                <a:ea typeface="Calibri"/>
                <a:cs typeface="Calibri"/>
                <a:sym typeface="Calibri"/>
              </a:defRPr>
            </a:lvl2pPr>
            <a:lvl3pPr marL="1371600" marR="0" lvl="2" indent="-355600" algn="l" rtl="0">
              <a:lnSpc>
                <a:spcPct val="100000"/>
              </a:lnSpc>
              <a:spcBef>
                <a:spcPts val="500"/>
              </a:spcBef>
              <a:spcAft>
                <a:spcPts val="0"/>
              </a:spcAft>
              <a:buClr>
                <a:srgbClr val="002060"/>
              </a:buClr>
              <a:buSzPts val="2000"/>
              <a:buFont typeface="Arial"/>
              <a:buChar char="•"/>
              <a:defRPr sz="2000" b="0" i="0" u="none" strike="noStrike" cap="none">
                <a:solidFill>
                  <a:srgbClr val="002060"/>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3" name="Google Shape;23;p16"/>
          <p:cNvSpPr txBox="1">
            <a:spLocks noGrp="1"/>
          </p:cNvSpPr>
          <p:nvPr>
            <p:ph type="body" idx="2"/>
          </p:nvPr>
        </p:nvSpPr>
        <p:spPr>
          <a:xfrm>
            <a:off x="493295" y="522513"/>
            <a:ext cx="11122056" cy="633428"/>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90000"/>
              </a:lnSpc>
              <a:spcBef>
                <a:spcPts val="1000"/>
              </a:spcBef>
              <a:spcAft>
                <a:spcPts val="0"/>
              </a:spcAft>
              <a:buClr>
                <a:srgbClr val="0070C0"/>
              </a:buClr>
              <a:buSzPts val="3600"/>
              <a:buFont typeface="Arial"/>
              <a:buNone/>
              <a:defRPr sz="3600" b="0" i="0" u="none" strike="noStrike" cap="none">
                <a:solidFill>
                  <a:srgbClr val="0070C0"/>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1240128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animEffect transition="in" filter="fade">
                                      <p:cBhvr>
                                        <p:cTn id="7" dur="500"/>
                                        <p:tgtEl>
                                          <p:spTgt spid="2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3">
                                            <p:txEl>
                                              <p:charRg st="1" end="1"/>
                                            </p:txEl>
                                          </p:spTgt>
                                        </p:tgtEl>
                                        <p:attrNameLst>
                                          <p:attrName>style.visibility</p:attrName>
                                        </p:attrNameLst>
                                      </p:cBhvr>
                                      <p:to>
                                        <p:strVal val="visible"/>
                                      </p:to>
                                    </p:set>
                                    <p:animEffect transition="in" filter="fade">
                                      <p:cBhvr>
                                        <p:cTn id="10" dur="500"/>
                                        <p:tgtEl>
                                          <p:spTgt spid="23">
                                            <p:txEl>
                                              <p:char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3">
                                            <p:txEl>
                                              <p:charRg st="1" end="1"/>
                                            </p:txEl>
                                          </p:spTgt>
                                        </p:tgtEl>
                                        <p:attrNameLst>
                                          <p:attrName>style.visibility</p:attrName>
                                        </p:attrNameLst>
                                      </p:cBhvr>
                                      <p:to>
                                        <p:strVal val="visible"/>
                                      </p:to>
                                    </p:set>
                                    <p:animEffect transition="in" filter="fade">
                                      <p:cBhvr>
                                        <p:cTn id="13" dur="500"/>
                                        <p:tgtEl>
                                          <p:spTgt spid="23">
                                            <p:txEl>
                                              <p:charRg st="1" end="1"/>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23">
                                            <p:txEl>
                                              <p:charRg st="1" end="1"/>
                                            </p:txEl>
                                          </p:spTgt>
                                        </p:tgtEl>
                                        <p:attrNameLst>
                                          <p:attrName>style.visibility</p:attrName>
                                        </p:attrNameLst>
                                      </p:cBhvr>
                                      <p:to>
                                        <p:strVal val="visible"/>
                                      </p:to>
                                    </p:set>
                                    <p:animEffect transition="in" filter="fade">
                                      <p:cBhvr>
                                        <p:cTn id="16" dur="500"/>
                                        <p:tgtEl>
                                          <p:spTgt spid="23">
                                            <p:txEl>
                                              <p:charRg st="1" end="1"/>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23">
                                            <p:txEl>
                                              <p:charRg st="1" end="1"/>
                                            </p:txEl>
                                          </p:spTgt>
                                        </p:tgtEl>
                                        <p:attrNameLst>
                                          <p:attrName>style.visibility</p:attrName>
                                        </p:attrNameLst>
                                      </p:cBhvr>
                                      <p:to>
                                        <p:strVal val="visible"/>
                                      </p:to>
                                    </p:set>
                                    <p:animEffect transition="in" filter="fade">
                                      <p:cBhvr>
                                        <p:cTn id="19" dur="500"/>
                                        <p:tgtEl>
                                          <p:spTgt spid="23">
                                            <p:txEl>
                                              <p:charRg st="1" end="1"/>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23">
                                            <p:txEl>
                                              <p:charRg st="1" end="1"/>
                                            </p:txEl>
                                          </p:spTgt>
                                        </p:tgtEl>
                                        <p:attrNameLst>
                                          <p:attrName>style.visibility</p:attrName>
                                        </p:attrNameLst>
                                      </p:cBhvr>
                                      <p:to>
                                        <p:strVal val="visible"/>
                                      </p:to>
                                    </p:set>
                                    <p:animEffect transition="in" filter="fade">
                                      <p:cBhvr>
                                        <p:cTn id="22" dur="500"/>
                                        <p:tgtEl>
                                          <p:spTgt spid="23">
                                            <p:txEl>
                                              <p:charRg st="1" end="1"/>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23">
                                            <p:txEl>
                                              <p:charRg st="1" end="1"/>
                                            </p:txEl>
                                          </p:spTgt>
                                        </p:tgtEl>
                                        <p:attrNameLst>
                                          <p:attrName>style.visibility</p:attrName>
                                        </p:attrNameLst>
                                      </p:cBhvr>
                                      <p:to>
                                        <p:strVal val="visible"/>
                                      </p:to>
                                    </p:set>
                                    <p:animEffect transition="in" filter="fade">
                                      <p:cBhvr>
                                        <p:cTn id="25" dur="500"/>
                                        <p:tgtEl>
                                          <p:spTgt spid="23">
                                            <p:txEl>
                                              <p:charRg st="1" end="1"/>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23">
                                            <p:txEl>
                                              <p:charRg st="1" end="1"/>
                                            </p:txEl>
                                          </p:spTgt>
                                        </p:tgtEl>
                                        <p:attrNameLst>
                                          <p:attrName>style.visibility</p:attrName>
                                        </p:attrNameLst>
                                      </p:cBhvr>
                                      <p:to>
                                        <p:strVal val="visible"/>
                                      </p:to>
                                    </p:set>
                                    <p:animEffect transition="in" filter="fade">
                                      <p:cBhvr>
                                        <p:cTn id="28" dur="500"/>
                                        <p:tgtEl>
                                          <p:spTgt spid="23">
                                            <p:txEl>
                                              <p:charRg st="1" end="1"/>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23">
                                            <p:txEl>
                                              <p:charRg st="1" end="1"/>
                                            </p:txEl>
                                          </p:spTgt>
                                        </p:tgtEl>
                                        <p:attrNameLst>
                                          <p:attrName>style.visibility</p:attrName>
                                        </p:attrNameLst>
                                      </p:cBhvr>
                                      <p:to>
                                        <p:strVal val="visible"/>
                                      </p:to>
                                    </p:set>
                                    <p:animEffect transition="in" filter="fade">
                                      <p:cBhvr>
                                        <p:cTn id="31" dur="500"/>
                                        <p:tgtEl>
                                          <p:spTgt spid="23">
                                            <p:txEl>
                                              <p:char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Heading and Image">
  <p:cSld name="1_Heading and Image">
    <p:spTree>
      <p:nvGrpSpPr>
        <p:cNvPr id="1" name="Shape 24"/>
        <p:cNvGrpSpPr/>
        <p:nvPr/>
      </p:nvGrpSpPr>
      <p:grpSpPr>
        <a:xfrm>
          <a:off x="0" y="0"/>
          <a:ext cx="0" cy="0"/>
          <a:chOff x="0" y="0"/>
          <a:chExt cx="0" cy="0"/>
        </a:xfrm>
      </p:grpSpPr>
      <p:sp>
        <p:nvSpPr>
          <p:cNvPr id="26" name="Google Shape;26;p17"/>
          <p:cNvSpPr txBox="1">
            <a:spLocks noGrp="1"/>
          </p:cNvSpPr>
          <p:nvPr>
            <p:ph type="body" idx="1"/>
          </p:nvPr>
        </p:nvSpPr>
        <p:spPr>
          <a:xfrm>
            <a:off x="493295" y="522513"/>
            <a:ext cx="11122056" cy="633428"/>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90000"/>
              </a:lnSpc>
              <a:spcBef>
                <a:spcPts val="1000"/>
              </a:spcBef>
              <a:spcAft>
                <a:spcPts val="0"/>
              </a:spcAft>
              <a:buClr>
                <a:srgbClr val="0070C0"/>
              </a:buClr>
              <a:buSzPts val="3600"/>
              <a:buFont typeface="Arial"/>
              <a:buNone/>
              <a:defRPr sz="3600" b="0" i="0" u="none" strike="noStrike" cap="none">
                <a:solidFill>
                  <a:srgbClr val="0070C0"/>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677264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6">
                                            <p:txEl>
                                              <p:pRg st="0" end="0"/>
                                            </p:txEl>
                                          </p:spTgt>
                                        </p:tgtEl>
                                        <p:attrNameLst>
                                          <p:attrName>style.visibility</p:attrName>
                                        </p:attrNameLst>
                                      </p:cBhvr>
                                      <p:to>
                                        <p:strVal val="visible"/>
                                      </p:to>
                                    </p:set>
                                    <p:animEffect transition="in" filter="fade">
                                      <p:cBhvr>
                                        <p:cTn id="7" dur="500"/>
                                        <p:tgtEl>
                                          <p:spTgt spid="26">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6">
                                            <p:txEl>
                                              <p:charRg st="1" end="1"/>
                                            </p:txEl>
                                          </p:spTgt>
                                        </p:tgtEl>
                                        <p:attrNameLst>
                                          <p:attrName>style.visibility</p:attrName>
                                        </p:attrNameLst>
                                      </p:cBhvr>
                                      <p:to>
                                        <p:strVal val="visible"/>
                                      </p:to>
                                    </p:set>
                                    <p:animEffect transition="in" filter="fade">
                                      <p:cBhvr>
                                        <p:cTn id="10" dur="500"/>
                                        <p:tgtEl>
                                          <p:spTgt spid="26">
                                            <p:txEl>
                                              <p:char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6">
                                            <p:txEl>
                                              <p:charRg st="1" end="1"/>
                                            </p:txEl>
                                          </p:spTgt>
                                        </p:tgtEl>
                                        <p:attrNameLst>
                                          <p:attrName>style.visibility</p:attrName>
                                        </p:attrNameLst>
                                      </p:cBhvr>
                                      <p:to>
                                        <p:strVal val="visible"/>
                                      </p:to>
                                    </p:set>
                                    <p:animEffect transition="in" filter="fade">
                                      <p:cBhvr>
                                        <p:cTn id="13" dur="500"/>
                                        <p:tgtEl>
                                          <p:spTgt spid="26">
                                            <p:txEl>
                                              <p:charRg st="1" end="1"/>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26">
                                            <p:txEl>
                                              <p:charRg st="1" end="1"/>
                                            </p:txEl>
                                          </p:spTgt>
                                        </p:tgtEl>
                                        <p:attrNameLst>
                                          <p:attrName>style.visibility</p:attrName>
                                        </p:attrNameLst>
                                      </p:cBhvr>
                                      <p:to>
                                        <p:strVal val="visible"/>
                                      </p:to>
                                    </p:set>
                                    <p:animEffect transition="in" filter="fade">
                                      <p:cBhvr>
                                        <p:cTn id="16" dur="500"/>
                                        <p:tgtEl>
                                          <p:spTgt spid="26">
                                            <p:txEl>
                                              <p:charRg st="1" end="1"/>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26">
                                            <p:txEl>
                                              <p:charRg st="1" end="1"/>
                                            </p:txEl>
                                          </p:spTgt>
                                        </p:tgtEl>
                                        <p:attrNameLst>
                                          <p:attrName>style.visibility</p:attrName>
                                        </p:attrNameLst>
                                      </p:cBhvr>
                                      <p:to>
                                        <p:strVal val="visible"/>
                                      </p:to>
                                    </p:set>
                                    <p:animEffect transition="in" filter="fade">
                                      <p:cBhvr>
                                        <p:cTn id="19" dur="500"/>
                                        <p:tgtEl>
                                          <p:spTgt spid="26">
                                            <p:txEl>
                                              <p:charRg st="1" end="1"/>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26">
                                            <p:txEl>
                                              <p:charRg st="1" end="1"/>
                                            </p:txEl>
                                          </p:spTgt>
                                        </p:tgtEl>
                                        <p:attrNameLst>
                                          <p:attrName>style.visibility</p:attrName>
                                        </p:attrNameLst>
                                      </p:cBhvr>
                                      <p:to>
                                        <p:strVal val="visible"/>
                                      </p:to>
                                    </p:set>
                                    <p:animEffect transition="in" filter="fade">
                                      <p:cBhvr>
                                        <p:cTn id="22" dur="500"/>
                                        <p:tgtEl>
                                          <p:spTgt spid="26">
                                            <p:txEl>
                                              <p:charRg st="1" end="1"/>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26">
                                            <p:txEl>
                                              <p:charRg st="1" end="1"/>
                                            </p:txEl>
                                          </p:spTgt>
                                        </p:tgtEl>
                                        <p:attrNameLst>
                                          <p:attrName>style.visibility</p:attrName>
                                        </p:attrNameLst>
                                      </p:cBhvr>
                                      <p:to>
                                        <p:strVal val="visible"/>
                                      </p:to>
                                    </p:set>
                                    <p:animEffect transition="in" filter="fade">
                                      <p:cBhvr>
                                        <p:cTn id="25" dur="500"/>
                                        <p:tgtEl>
                                          <p:spTgt spid="26">
                                            <p:txEl>
                                              <p:charRg st="1" end="1"/>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26">
                                            <p:txEl>
                                              <p:charRg st="1" end="1"/>
                                            </p:txEl>
                                          </p:spTgt>
                                        </p:tgtEl>
                                        <p:attrNameLst>
                                          <p:attrName>style.visibility</p:attrName>
                                        </p:attrNameLst>
                                      </p:cBhvr>
                                      <p:to>
                                        <p:strVal val="visible"/>
                                      </p:to>
                                    </p:set>
                                    <p:animEffect transition="in" filter="fade">
                                      <p:cBhvr>
                                        <p:cTn id="28" dur="500"/>
                                        <p:tgtEl>
                                          <p:spTgt spid="26">
                                            <p:txEl>
                                              <p:charRg st="1" end="1"/>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26">
                                            <p:txEl>
                                              <p:charRg st="1" end="1"/>
                                            </p:txEl>
                                          </p:spTgt>
                                        </p:tgtEl>
                                        <p:attrNameLst>
                                          <p:attrName>style.visibility</p:attrName>
                                        </p:attrNameLst>
                                      </p:cBhvr>
                                      <p:to>
                                        <p:strVal val="visible"/>
                                      </p:to>
                                    </p:set>
                                    <p:animEffect transition="in" filter="fade">
                                      <p:cBhvr>
                                        <p:cTn id="31" dur="500"/>
                                        <p:tgtEl>
                                          <p:spTgt spid="26">
                                            <p:txEl>
                                              <p:char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1">
            <a:lumMod val="75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AB23353-AC87-47E7-BD54-928306F48010}"/>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chemeClr val="tx2">
                    <a:lumMod val="10000"/>
                    <a:lumOff val="90000"/>
                  </a:schemeClr>
                </a:solidFill>
                <a:effectLst/>
                <a:latin typeface="Roboto" panose="02000000000000000000" pitchFamily="2" charset="0"/>
                <a:ea typeface="Roboto" panose="02000000000000000000" pitchFamily="2" charset="0"/>
              </a:rPr>
              <a:t>©</a:t>
            </a:r>
            <a:r>
              <a:rPr lang="en-US" sz="800" b="0" i="0" dirty="0">
                <a:solidFill>
                  <a:schemeClr val="tx2">
                    <a:lumMod val="10000"/>
                    <a:lumOff val="90000"/>
                  </a:schemeClr>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chemeClr val="tx2">
                  <a:lumMod val="10000"/>
                  <a:lumOff val="90000"/>
                </a:schemeClr>
              </a:solidFill>
              <a:latin typeface="Roboto" panose="02000000000000000000" pitchFamily="2" charset="0"/>
              <a:ea typeface="Roboto" panose="02000000000000000000" pitchFamily="2" charset="0"/>
            </a:endParaRPr>
          </a:p>
        </p:txBody>
      </p:sp>
      <p:pic>
        <p:nvPicPr>
          <p:cNvPr id="5" name="Picture 4" descr="A black and white logo&#10;&#10;Description automatically generated">
            <a:extLst>
              <a:ext uri="{FF2B5EF4-FFF2-40B4-BE49-F238E27FC236}">
                <a16:creationId xmlns:a16="http://schemas.microsoft.com/office/drawing/2014/main" id="{A4BB0AE5-CB5F-4D47-C947-B0E87FD9B4F0}"/>
              </a:ext>
            </a:extLst>
          </p:cNvPr>
          <p:cNvPicPr>
            <a:picLocks noChangeAspect="1"/>
          </p:cNvPicPr>
          <p:nvPr/>
        </p:nvPicPr>
        <p:blipFill>
          <a:blip r:embed="rId30"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Tree>
    <p:extLst>
      <p:ext uri="{BB962C8B-B14F-4D97-AF65-F5344CB8AC3E}">
        <p14:creationId xmlns:p14="http://schemas.microsoft.com/office/powerpoint/2010/main" val="861235683"/>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2" r:id="rId14"/>
    <p:sldLayoutId id="2147483683" r:id="rId15"/>
    <p:sldLayoutId id="2147483684" r:id="rId16"/>
    <p:sldLayoutId id="2147483685" r:id="rId17"/>
    <p:sldLayoutId id="2147483686" r:id="rId18"/>
    <p:sldLayoutId id="2147483687" r:id="rId19"/>
    <p:sldLayoutId id="2147483688" r:id="rId20"/>
    <p:sldLayoutId id="2147483689" r:id="rId21"/>
    <p:sldLayoutId id="2147483690" r:id="rId22"/>
    <p:sldLayoutId id="2147483691" r:id="rId23"/>
    <p:sldLayoutId id="2147483692" r:id="rId24"/>
    <p:sldLayoutId id="2147483693" r:id="rId25"/>
    <p:sldLayoutId id="2147483694" r:id="rId26"/>
    <p:sldLayoutId id="2147483695" r:id="rId27"/>
    <p:sldLayoutId id="2147483696" r:id="rId28"/>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4.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4.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hyperlink" Target="http://localhost:15672/" TargetMode="External"/><Relationship Id="rId2" Type="http://schemas.openxmlformats.org/officeDocument/2006/relationships/notesSlide" Target="../notesSlides/notesSlide8.xml"/><Relationship Id="rId1" Type="http://schemas.openxmlformats.org/officeDocument/2006/relationships/slideLayout" Target="../slideLayouts/slideLayout10.xml"/><Relationship Id="rId4" Type="http://schemas.openxmlformats.org/officeDocument/2006/relationships/hyperlink" Target="https://docs.microsoft.com/en-us/windows/wsl/install-manual"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localhost:15672/" TargetMode="External"/><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4397F3D-269D-E002-030A-B714CDC1D8D6}"/>
              </a:ext>
            </a:extLst>
          </p:cNvPr>
          <p:cNvSpPr>
            <a:spLocks noGrp="1"/>
          </p:cNvSpPr>
          <p:nvPr>
            <p:ph sz="half" idx="1"/>
          </p:nvPr>
        </p:nvSpPr>
        <p:spPr/>
        <p:txBody>
          <a:bodyPr/>
          <a:lstStyle/>
          <a:p>
            <a:r>
              <a:rPr lang="en-US" dirty="0"/>
              <a:t>Communication Patterns</a:t>
            </a:r>
          </a:p>
          <a:p>
            <a:r>
              <a:rPr lang="en-US" dirty="0"/>
              <a:t>Synchronous Pattern</a:t>
            </a:r>
          </a:p>
          <a:p>
            <a:r>
              <a:rPr lang="en-US" dirty="0"/>
              <a:t>Asynchronous Patterns</a:t>
            </a:r>
          </a:p>
          <a:p>
            <a:r>
              <a:rPr lang="en-US" dirty="0"/>
              <a:t>Message Brokers: Rabbit MQ</a:t>
            </a:r>
          </a:p>
          <a:p>
            <a:r>
              <a:rPr lang="en-US" dirty="0" err="1"/>
              <a:t>MassTransist</a:t>
            </a:r>
            <a:endParaRPr lang="en-US" dirty="0"/>
          </a:p>
          <a:p>
            <a:endParaRPr lang="en-US" dirty="0"/>
          </a:p>
        </p:txBody>
      </p:sp>
      <p:sp>
        <p:nvSpPr>
          <p:cNvPr id="3" name="Content Placeholder 2">
            <a:extLst>
              <a:ext uri="{FF2B5EF4-FFF2-40B4-BE49-F238E27FC236}">
                <a16:creationId xmlns:a16="http://schemas.microsoft.com/office/drawing/2014/main" id="{4FEA55A3-0421-C4F1-1F24-A909A0AC3CE3}"/>
              </a:ext>
            </a:extLst>
          </p:cNvPr>
          <p:cNvSpPr>
            <a:spLocks noGrp="1"/>
          </p:cNvSpPr>
          <p:nvPr>
            <p:ph sz="half" idx="10"/>
          </p:nvPr>
        </p:nvSpPr>
        <p:spPr/>
        <p:txBody>
          <a:bodyPr/>
          <a:lstStyle/>
          <a:p>
            <a:r>
              <a:rPr lang="en-US" sz="3200" dirty="0"/>
              <a:t>Communication Patterns</a:t>
            </a:r>
            <a:endParaRPr lang="en-US" dirty="0"/>
          </a:p>
        </p:txBody>
      </p:sp>
      <p:sp>
        <p:nvSpPr>
          <p:cNvPr id="4" name="Title 3">
            <a:extLst>
              <a:ext uri="{FF2B5EF4-FFF2-40B4-BE49-F238E27FC236}">
                <a16:creationId xmlns:a16="http://schemas.microsoft.com/office/drawing/2014/main" id="{EB43EBAC-706E-E24E-9B53-C6944B9FD938}"/>
              </a:ext>
            </a:extLst>
          </p:cNvPr>
          <p:cNvSpPr>
            <a:spLocks noGrp="1"/>
          </p:cNvSpPr>
          <p:nvPr>
            <p:ph type="title"/>
          </p:nvPr>
        </p:nvSpPr>
        <p:spPr/>
        <p:txBody>
          <a:bodyPr/>
          <a:lstStyle/>
          <a:p>
            <a:r>
              <a:rPr lang="en-IN" dirty="0"/>
              <a:t>Agenda</a:t>
            </a:r>
            <a:endParaRPr lang="en-US" dirty="0"/>
          </a:p>
        </p:txBody>
      </p:sp>
    </p:spTree>
    <p:extLst>
      <p:ext uri="{BB962C8B-B14F-4D97-AF65-F5344CB8AC3E}">
        <p14:creationId xmlns:p14="http://schemas.microsoft.com/office/powerpoint/2010/main" val="3151993848"/>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2"/>
          <p:cNvSpPr txBox="1">
            <a:spLocks noGrp="1"/>
          </p:cNvSpPr>
          <p:nvPr>
            <p:ph sz="half" idx="1"/>
          </p:nvPr>
        </p:nvSpPr>
        <p:spPr>
          <a:prstGeom prst="rect">
            <a:avLst/>
          </a:prstGeom>
          <a:noFill/>
          <a:ln>
            <a:noFill/>
          </a:ln>
        </p:spPr>
        <p:txBody>
          <a:bodyPr spcFirstLastPara="1" wrap="square" lIns="91425" tIns="45700" rIns="91425" bIns="45700" anchor="t" anchorCtr="0">
            <a:normAutofit/>
          </a:bodyPr>
          <a:lstStyle/>
          <a:p>
            <a:pPr lvl="0" algn="just" rtl="0">
              <a:lnSpc>
                <a:spcPct val="110000"/>
              </a:lnSpc>
              <a:spcBef>
                <a:spcPts val="0"/>
              </a:spcBef>
              <a:spcAft>
                <a:spcPts val="0"/>
              </a:spcAft>
              <a:buSzPts val="2800"/>
            </a:pPr>
            <a:r>
              <a:rPr lang="en-US" sz="2400" b="1" dirty="0"/>
              <a:t>Problem:</a:t>
            </a:r>
            <a:r>
              <a:rPr lang="en-US" sz="2400" dirty="0"/>
              <a:t> How do microservices communicate with each other? </a:t>
            </a:r>
            <a:endParaRPr sz="2400" b="1" dirty="0"/>
          </a:p>
          <a:p>
            <a:pPr lvl="0" algn="just" rtl="0">
              <a:lnSpc>
                <a:spcPct val="110000"/>
              </a:lnSpc>
              <a:spcBef>
                <a:spcPts val="1000"/>
              </a:spcBef>
              <a:spcAft>
                <a:spcPts val="0"/>
              </a:spcAft>
              <a:buSzPts val="2800"/>
            </a:pPr>
            <a:r>
              <a:rPr lang="en-US" sz="2400" b="1" dirty="0"/>
              <a:t>Request/Reply</a:t>
            </a:r>
            <a:r>
              <a:rPr lang="en-US" sz="2400" dirty="0"/>
              <a:t> - HTTP/HTTPS is a synchronous protocol. The client sends a request and waits for a response from the service.</a:t>
            </a:r>
            <a:endParaRPr sz="2400" dirty="0"/>
          </a:p>
          <a:p>
            <a:pPr lvl="0" algn="just" rtl="0">
              <a:lnSpc>
                <a:spcPct val="110000"/>
              </a:lnSpc>
              <a:spcBef>
                <a:spcPts val="1000"/>
              </a:spcBef>
              <a:spcAft>
                <a:spcPts val="0"/>
              </a:spcAft>
              <a:buSzPts val="2800"/>
            </a:pPr>
            <a:r>
              <a:rPr lang="en-US" sz="2400" b="1" dirty="0"/>
              <a:t>Messaging Pattern</a:t>
            </a:r>
            <a:r>
              <a:rPr lang="en-US" sz="2400" dirty="0"/>
              <a:t> - Services communicate with each other using messages. Sender services push messages to a message broker that other services subscribe to.</a:t>
            </a:r>
            <a:endParaRPr sz="2400" dirty="0"/>
          </a:p>
          <a:p>
            <a:pPr lvl="0" algn="just" rtl="0">
              <a:lnSpc>
                <a:spcPct val="110000"/>
              </a:lnSpc>
              <a:spcBef>
                <a:spcPts val="1000"/>
              </a:spcBef>
              <a:spcAft>
                <a:spcPts val="0"/>
              </a:spcAft>
              <a:buSzPts val="2800"/>
            </a:pPr>
            <a:r>
              <a:rPr lang="en-US" sz="2400" b="1" dirty="0"/>
              <a:t>Event Driven</a:t>
            </a:r>
            <a:r>
              <a:rPr lang="en-US" sz="2400" dirty="0"/>
              <a:t> </a:t>
            </a:r>
            <a:r>
              <a:rPr lang="en-US" sz="2400" b="1" dirty="0"/>
              <a:t>Pattern</a:t>
            </a:r>
            <a:r>
              <a:rPr lang="en-US" sz="2400" dirty="0"/>
              <a:t> - In an event-driven approach the communication between services happens via events that individual service produce, and the consuming services react to the occurrence of the event.</a:t>
            </a:r>
            <a:endParaRPr sz="2400" dirty="0"/>
          </a:p>
        </p:txBody>
      </p:sp>
      <p:sp>
        <p:nvSpPr>
          <p:cNvPr id="121" name="Google Shape;121;p2"/>
          <p:cNvSpPr txBox="1">
            <a:spLocks noGrp="1"/>
          </p:cNvSpPr>
          <p:nvPr>
            <p:ph sz="half" idx="10"/>
          </p:nvPr>
        </p:nvSpPr>
        <p:spPr>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070C0"/>
              </a:buClr>
              <a:buSzPts val="3600"/>
              <a:buFont typeface="Calibri"/>
              <a:buNone/>
            </a:pPr>
            <a:r>
              <a:rPr lang="en-US"/>
              <a:t>Communication Patterns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0">
                                            <p:txEl>
                                              <p:pRg st="0" end="0"/>
                                            </p:txEl>
                                          </p:spTgt>
                                        </p:tgtEl>
                                        <p:attrNameLst>
                                          <p:attrName>style.visibility</p:attrName>
                                        </p:attrNameLst>
                                      </p:cBhvr>
                                      <p:to>
                                        <p:strVal val="visible"/>
                                      </p:to>
                                    </p:set>
                                    <p:animEffect transition="in" filter="fade">
                                      <p:cBhvr>
                                        <p:cTn id="7" dur="500"/>
                                        <p:tgtEl>
                                          <p:spTgt spid="12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0">
                                            <p:txEl>
                                              <p:pRg st="1" end="1"/>
                                            </p:txEl>
                                          </p:spTgt>
                                        </p:tgtEl>
                                        <p:attrNameLst>
                                          <p:attrName>style.visibility</p:attrName>
                                        </p:attrNameLst>
                                      </p:cBhvr>
                                      <p:to>
                                        <p:strVal val="visible"/>
                                      </p:to>
                                    </p:set>
                                    <p:animEffect transition="in" filter="fade">
                                      <p:cBhvr>
                                        <p:cTn id="12" dur="500"/>
                                        <p:tgtEl>
                                          <p:spTgt spid="12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0">
                                            <p:txEl>
                                              <p:pRg st="2" end="2"/>
                                            </p:txEl>
                                          </p:spTgt>
                                        </p:tgtEl>
                                        <p:attrNameLst>
                                          <p:attrName>style.visibility</p:attrName>
                                        </p:attrNameLst>
                                      </p:cBhvr>
                                      <p:to>
                                        <p:strVal val="visible"/>
                                      </p:to>
                                    </p:set>
                                    <p:animEffect transition="in" filter="fade">
                                      <p:cBhvr>
                                        <p:cTn id="17" dur="500"/>
                                        <p:tgtEl>
                                          <p:spTgt spid="12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0">
                                            <p:txEl>
                                              <p:pRg st="3" end="3"/>
                                            </p:txEl>
                                          </p:spTgt>
                                        </p:tgtEl>
                                        <p:attrNameLst>
                                          <p:attrName>style.visibility</p:attrName>
                                        </p:attrNameLst>
                                      </p:cBhvr>
                                      <p:to>
                                        <p:strVal val="visible"/>
                                      </p:to>
                                    </p:set>
                                    <p:animEffect transition="in" filter="fade">
                                      <p:cBhvr>
                                        <p:cTn id="22" dur="500"/>
                                        <p:tgtEl>
                                          <p:spTgt spid="12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6"/>
        <p:cNvGrpSpPr/>
        <p:nvPr/>
      </p:nvGrpSpPr>
      <p:grpSpPr>
        <a:xfrm>
          <a:off x="0" y="0"/>
          <a:ext cx="0" cy="0"/>
          <a:chOff x="0" y="0"/>
          <a:chExt cx="0" cy="0"/>
        </a:xfrm>
      </p:grpSpPr>
      <p:sp>
        <p:nvSpPr>
          <p:cNvPr id="127" name="Google Shape;127;p3"/>
          <p:cNvSpPr txBox="1">
            <a:spLocks noGrp="1"/>
          </p:cNvSpPr>
          <p:nvPr>
            <p:ph sz="half" idx="10"/>
          </p:nvPr>
        </p:nvSpPr>
        <p:spPr>
          <a:prstGeom prst="rect">
            <a:avLst/>
          </a:prstGeom>
          <a:noFill/>
          <a:ln>
            <a:noFill/>
          </a:ln>
        </p:spPr>
        <p:txBody>
          <a:bodyPr spcFirstLastPara="1" wrap="square" lIns="91425" tIns="45700" rIns="91425" bIns="45700" anchor="t" anchorCtr="0">
            <a:normAutofit fontScale="92500" lnSpcReduction="20000"/>
          </a:bodyPr>
          <a:lstStyle/>
          <a:p>
            <a:pPr marL="0" lvl="0" indent="0" algn="l" rtl="0">
              <a:lnSpc>
                <a:spcPct val="90000"/>
              </a:lnSpc>
              <a:spcBef>
                <a:spcPts val="0"/>
              </a:spcBef>
              <a:spcAft>
                <a:spcPts val="0"/>
              </a:spcAft>
              <a:buClr>
                <a:srgbClr val="0070C0"/>
              </a:buClr>
              <a:buSzPts val="4000"/>
              <a:buFont typeface="Calibri"/>
              <a:buNone/>
            </a:pPr>
            <a:r>
              <a:rPr lang="en-US" sz="4000"/>
              <a:t>Sync and Async Communication</a:t>
            </a:r>
            <a:endParaRPr/>
          </a:p>
        </p:txBody>
      </p:sp>
      <p:grpSp>
        <p:nvGrpSpPr>
          <p:cNvPr id="128" name="Google Shape;128;p3"/>
          <p:cNvGrpSpPr/>
          <p:nvPr/>
        </p:nvGrpSpPr>
        <p:grpSpPr>
          <a:xfrm>
            <a:off x="1798697" y="1740645"/>
            <a:ext cx="7781805" cy="1335455"/>
            <a:chOff x="1654095" y="1882744"/>
            <a:chExt cx="7781805" cy="1335455"/>
          </a:xfrm>
        </p:grpSpPr>
        <p:sp>
          <p:nvSpPr>
            <p:cNvPr id="129" name="Google Shape;129;p3"/>
            <p:cNvSpPr txBox="1"/>
            <p:nvPr/>
          </p:nvSpPr>
          <p:spPr>
            <a:xfrm>
              <a:off x="3327492" y="2879645"/>
              <a:ext cx="3296480"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0" i="0" u="none" strike="noStrike" cap="none">
                  <a:solidFill>
                    <a:schemeClr val="dk1"/>
                  </a:solidFill>
                  <a:latin typeface="Calibri"/>
                  <a:ea typeface="Calibri"/>
                  <a:cs typeface="Calibri"/>
                  <a:sym typeface="Calibri"/>
                </a:rPr>
                <a:t>Sync Communication - Request/Reply</a:t>
              </a:r>
              <a:endParaRPr sz="1600">
                <a:solidFill>
                  <a:schemeClr val="dk1"/>
                </a:solidFill>
                <a:latin typeface="Calibri"/>
                <a:ea typeface="Calibri"/>
                <a:cs typeface="Calibri"/>
                <a:sym typeface="Calibri"/>
              </a:endParaRPr>
            </a:p>
          </p:txBody>
        </p:sp>
        <p:sp>
          <p:nvSpPr>
            <p:cNvPr id="130" name="Google Shape;130;p3"/>
            <p:cNvSpPr/>
            <p:nvPr/>
          </p:nvSpPr>
          <p:spPr>
            <a:xfrm>
              <a:off x="4158321" y="1882744"/>
              <a:ext cx="1122117" cy="820615"/>
            </a:xfrm>
            <a:prstGeom prst="hexagon">
              <a:avLst>
                <a:gd name="adj" fmla="val 25000"/>
                <a:gd name="vf" fmla="val 115470"/>
              </a:avLst>
            </a:prstGeom>
            <a:solidFill>
              <a:srgbClr val="7030A0"/>
            </a:solidFill>
            <a:ln w="12700" cap="flat" cmpd="sng">
              <a:solidFill>
                <a:srgbClr val="7030A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dirty="0">
                  <a:solidFill>
                    <a:schemeClr val="lt1"/>
                  </a:solidFill>
                  <a:latin typeface="Calibri"/>
                  <a:ea typeface="Calibri"/>
                  <a:cs typeface="Calibri"/>
                  <a:sym typeface="Calibri"/>
                </a:rPr>
                <a:t>Cart Service</a:t>
              </a:r>
              <a:endParaRPr sz="1600" dirty="0"/>
            </a:p>
          </p:txBody>
        </p:sp>
        <p:sp>
          <p:nvSpPr>
            <p:cNvPr id="131" name="Google Shape;131;p3"/>
            <p:cNvSpPr/>
            <p:nvPr/>
          </p:nvSpPr>
          <p:spPr>
            <a:xfrm>
              <a:off x="6242956" y="1882744"/>
              <a:ext cx="1122117" cy="820615"/>
            </a:xfrm>
            <a:prstGeom prst="hexagon">
              <a:avLst>
                <a:gd name="adj" fmla="val 25000"/>
                <a:gd name="vf" fmla="val 115470"/>
              </a:avLst>
            </a:prstGeom>
            <a:solidFill>
              <a:srgbClr val="F4814E"/>
            </a:solidFill>
            <a:ln w="12700" cap="flat" cmpd="sng">
              <a:solidFill>
                <a:srgbClr val="FF993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dirty="0">
                  <a:solidFill>
                    <a:schemeClr val="lt1"/>
                  </a:solidFill>
                  <a:latin typeface="Calibri"/>
                  <a:ea typeface="Calibri"/>
                  <a:cs typeface="Calibri"/>
                  <a:sym typeface="Calibri"/>
                </a:rPr>
                <a:t>Payment Service</a:t>
              </a:r>
              <a:endParaRPr sz="1600" dirty="0"/>
            </a:p>
          </p:txBody>
        </p:sp>
        <p:sp>
          <p:nvSpPr>
            <p:cNvPr id="132" name="Google Shape;132;p3"/>
            <p:cNvSpPr/>
            <p:nvPr/>
          </p:nvSpPr>
          <p:spPr>
            <a:xfrm>
              <a:off x="8313783" y="1882744"/>
              <a:ext cx="1122117" cy="820615"/>
            </a:xfrm>
            <a:prstGeom prst="hexagon">
              <a:avLst>
                <a:gd name="adj" fmla="val 25000"/>
                <a:gd name="vf" fmla="val 115470"/>
              </a:avLst>
            </a:prstGeom>
            <a:solidFill>
              <a:srgbClr val="00B050"/>
            </a:solidFill>
            <a:ln w="12700" cap="flat" cmpd="sng">
              <a:solidFill>
                <a:srgbClr val="00B0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300" dirty="0">
                  <a:solidFill>
                    <a:schemeClr val="lt1"/>
                  </a:solidFill>
                  <a:latin typeface="Calibri"/>
                  <a:ea typeface="Calibri"/>
                  <a:cs typeface="Calibri"/>
                  <a:sym typeface="Calibri"/>
                </a:rPr>
                <a:t>Order Service</a:t>
              </a:r>
              <a:endParaRPr dirty="0"/>
            </a:p>
          </p:txBody>
        </p:sp>
        <p:sp>
          <p:nvSpPr>
            <p:cNvPr id="133" name="Google Shape;133;p3"/>
            <p:cNvSpPr/>
            <p:nvPr/>
          </p:nvSpPr>
          <p:spPr>
            <a:xfrm>
              <a:off x="1654095" y="1921819"/>
              <a:ext cx="1502618" cy="748855"/>
            </a:xfrm>
            <a:prstGeom prst="rect">
              <a:avLst/>
            </a:prstGeom>
            <a:solidFill>
              <a:srgbClr val="00B0F0"/>
            </a:solidFill>
            <a:ln w="12700" cap="flat" cmpd="sng">
              <a:solidFill>
                <a:srgbClr val="00B0F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Client</a:t>
              </a:r>
              <a:endParaRPr dirty="0"/>
            </a:p>
          </p:txBody>
        </p:sp>
        <p:cxnSp>
          <p:nvCxnSpPr>
            <p:cNvPr id="134" name="Google Shape;134;p3"/>
            <p:cNvCxnSpPr/>
            <p:nvPr/>
          </p:nvCxnSpPr>
          <p:spPr>
            <a:xfrm rot="10800000" flipH="1">
              <a:off x="7359080" y="2230531"/>
              <a:ext cx="976326" cy="3195"/>
            </a:xfrm>
            <a:prstGeom prst="straightConnector1">
              <a:avLst/>
            </a:prstGeom>
            <a:noFill/>
            <a:ln w="28575" cap="flat" cmpd="sng">
              <a:solidFill>
                <a:srgbClr val="595959"/>
              </a:solidFill>
              <a:prstDash val="solid"/>
              <a:miter lim="800000"/>
              <a:headEnd type="none" w="sm" len="sm"/>
              <a:tailEnd type="triangle" w="med" len="med"/>
            </a:ln>
          </p:spPr>
        </p:cxnSp>
        <p:cxnSp>
          <p:nvCxnSpPr>
            <p:cNvPr id="135" name="Google Shape;135;p3"/>
            <p:cNvCxnSpPr/>
            <p:nvPr/>
          </p:nvCxnSpPr>
          <p:spPr>
            <a:xfrm rot="10800000">
              <a:off x="7354827" y="2347508"/>
              <a:ext cx="933689" cy="1"/>
            </a:xfrm>
            <a:prstGeom prst="straightConnector1">
              <a:avLst/>
            </a:prstGeom>
            <a:noFill/>
            <a:ln w="28575" cap="flat" cmpd="sng">
              <a:solidFill>
                <a:srgbClr val="595959"/>
              </a:solidFill>
              <a:prstDash val="solid"/>
              <a:miter lim="800000"/>
              <a:headEnd type="none" w="sm" len="sm"/>
              <a:tailEnd type="triangle" w="med" len="med"/>
            </a:ln>
          </p:spPr>
        </p:cxnSp>
        <p:cxnSp>
          <p:nvCxnSpPr>
            <p:cNvPr id="136" name="Google Shape;136;p3"/>
            <p:cNvCxnSpPr/>
            <p:nvPr/>
          </p:nvCxnSpPr>
          <p:spPr>
            <a:xfrm rot="10800000" flipH="1">
              <a:off x="5294246" y="2244052"/>
              <a:ext cx="976326" cy="3195"/>
            </a:xfrm>
            <a:prstGeom prst="straightConnector1">
              <a:avLst/>
            </a:prstGeom>
            <a:noFill/>
            <a:ln w="28575" cap="flat" cmpd="sng">
              <a:solidFill>
                <a:srgbClr val="595959"/>
              </a:solidFill>
              <a:prstDash val="solid"/>
              <a:miter lim="800000"/>
              <a:headEnd type="none" w="sm" len="sm"/>
              <a:tailEnd type="triangle" w="med" len="med"/>
            </a:ln>
          </p:spPr>
        </p:cxnSp>
        <p:cxnSp>
          <p:nvCxnSpPr>
            <p:cNvPr id="137" name="Google Shape;137;p3"/>
            <p:cNvCxnSpPr/>
            <p:nvPr/>
          </p:nvCxnSpPr>
          <p:spPr>
            <a:xfrm rot="10800000">
              <a:off x="5289993" y="2361029"/>
              <a:ext cx="933689" cy="1"/>
            </a:xfrm>
            <a:prstGeom prst="straightConnector1">
              <a:avLst/>
            </a:prstGeom>
            <a:noFill/>
            <a:ln w="28575" cap="flat" cmpd="sng">
              <a:solidFill>
                <a:srgbClr val="595959"/>
              </a:solidFill>
              <a:prstDash val="solid"/>
              <a:miter lim="800000"/>
              <a:headEnd type="none" w="sm" len="sm"/>
              <a:tailEnd type="triangle" w="med" len="med"/>
            </a:ln>
          </p:spPr>
        </p:cxnSp>
        <p:cxnSp>
          <p:nvCxnSpPr>
            <p:cNvPr id="138" name="Google Shape;138;p3"/>
            <p:cNvCxnSpPr/>
            <p:nvPr/>
          </p:nvCxnSpPr>
          <p:spPr>
            <a:xfrm rot="10800000" flipH="1">
              <a:off x="3190680" y="2244052"/>
              <a:ext cx="976326" cy="3195"/>
            </a:xfrm>
            <a:prstGeom prst="straightConnector1">
              <a:avLst/>
            </a:prstGeom>
            <a:noFill/>
            <a:ln w="28575" cap="flat" cmpd="sng">
              <a:solidFill>
                <a:srgbClr val="595959"/>
              </a:solidFill>
              <a:prstDash val="solid"/>
              <a:miter lim="800000"/>
              <a:headEnd type="none" w="sm" len="sm"/>
              <a:tailEnd type="triangle" w="med" len="med"/>
            </a:ln>
          </p:spPr>
        </p:cxnSp>
        <p:cxnSp>
          <p:nvCxnSpPr>
            <p:cNvPr id="139" name="Google Shape;139;p3"/>
            <p:cNvCxnSpPr/>
            <p:nvPr/>
          </p:nvCxnSpPr>
          <p:spPr>
            <a:xfrm rot="10800000">
              <a:off x="3186427" y="2361029"/>
              <a:ext cx="933689" cy="1"/>
            </a:xfrm>
            <a:prstGeom prst="straightConnector1">
              <a:avLst/>
            </a:prstGeom>
            <a:noFill/>
            <a:ln w="28575" cap="flat" cmpd="sng">
              <a:solidFill>
                <a:srgbClr val="595959"/>
              </a:solidFill>
              <a:prstDash val="solid"/>
              <a:miter lim="800000"/>
              <a:headEnd type="none" w="sm" len="sm"/>
              <a:tailEnd type="triangle" w="med" len="med"/>
            </a:ln>
          </p:spPr>
        </p:cxnSp>
      </p:grpSp>
      <p:grpSp>
        <p:nvGrpSpPr>
          <p:cNvPr id="140" name="Google Shape;140;p3"/>
          <p:cNvGrpSpPr/>
          <p:nvPr/>
        </p:nvGrpSpPr>
        <p:grpSpPr>
          <a:xfrm>
            <a:off x="1965569" y="3465122"/>
            <a:ext cx="6502770" cy="2618827"/>
            <a:chOff x="1965569" y="3704951"/>
            <a:chExt cx="6502770" cy="2618827"/>
          </a:xfrm>
        </p:grpSpPr>
        <p:grpSp>
          <p:nvGrpSpPr>
            <p:cNvPr id="141" name="Google Shape;141;p3"/>
            <p:cNvGrpSpPr/>
            <p:nvPr/>
          </p:nvGrpSpPr>
          <p:grpSpPr>
            <a:xfrm>
              <a:off x="1965569" y="3704951"/>
              <a:ext cx="6502770" cy="2618827"/>
              <a:chOff x="1965569" y="3853436"/>
              <a:chExt cx="6502770" cy="2618827"/>
            </a:xfrm>
          </p:grpSpPr>
          <p:sp>
            <p:nvSpPr>
              <p:cNvPr id="142" name="Google Shape;142;p3"/>
              <p:cNvSpPr txBox="1"/>
              <p:nvPr/>
            </p:nvSpPr>
            <p:spPr>
              <a:xfrm>
                <a:off x="2878049" y="6133709"/>
                <a:ext cx="3462615"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chemeClr val="dk1"/>
                    </a:solidFill>
                    <a:latin typeface="Calibri"/>
                    <a:ea typeface="Calibri"/>
                    <a:cs typeface="Calibri"/>
                    <a:sym typeface="Calibri"/>
                  </a:rPr>
                  <a:t>Async Communication - Message/Event</a:t>
                </a:r>
                <a:endParaRPr sz="1600">
                  <a:solidFill>
                    <a:schemeClr val="dk1"/>
                  </a:solidFill>
                  <a:latin typeface="Calibri"/>
                  <a:ea typeface="Calibri"/>
                  <a:cs typeface="Calibri"/>
                  <a:sym typeface="Calibri"/>
                </a:endParaRPr>
              </a:p>
            </p:txBody>
          </p:sp>
          <p:sp>
            <p:nvSpPr>
              <p:cNvPr id="143" name="Google Shape;143;p3"/>
              <p:cNvSpPr/>
              <p:nvPr/>
            </p:nvSpPr>
            <p:spPr>
              <a:xfrm>
                <a:off x="6340664" y="3853436"/>
                <a:ext cx="1122117" cy="820615"/>
              </a:xfrm>
              <a:prstGeom prst="hexagon">
                <a:avLst>
                  <a:gd name="adj" fmla="val 25000"/>
                  <a:gd name="vf" fmla="val 115470"/>
                </a:avLst>
              </a:prstGeom>
              <a:solidFill>
                <a:srgbClr val="7030A0"/>
              </a:solidFill>
              <a:ln w="12700" cap="flat" cmpd="sng">
                <a:solidFill>
                  <a:srgbClr val="7030A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dirty="0">
                    <a:solidFill>
                      <a:schemeClr val="lt1"/>
                    </a:solidFill>
                    <a:latin typeface="Calibri"/>
                    <a:ea typeface="Calibri"/>
                    <a:cs typeface="Calibri"/>
                    <a:sym typeface="Calibri"/>
                  </a:rPr>
                  <a:t>Cart Service</a:t>
                </a:r>
                <a:endParaRPr sz="1600" dirty="0"/>
              </a:p>
            </p:txBody>
          </p:sp>
          <p:sp>
            <p:nvSpPr>
              <p:cNvPr id="144" name="Google Shape;144;p3"/>
              <p:cNvSpPr/>
              <p:nvPr/>
            </p:nvSpPr>
            <p:spPr>
              <a:xfrm>
                <a:off x="7346222" y="4770117"/>
                <a:ext cx="1122117" cy="820615"/>
              </a:xfrm>
              <a:prstGeom prst="hexagon">
                <a:avLst>
                  <a:gd name="adj" fmla="val 25000"/>
                  <a:gd name="vf" fmla="val 115470"/>
                </a:avLst>
              </a:prstGeom>
              <a:solidFill>
                <a:srgbClr val="F4814E"/>
              </a:solidFill>
              <a:ln w="12700" cap="flat" cmpd="sng">
                <a:solidFill>
                  <a:srgbClr val="FF993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dirty="0">
                    <a:solidFill>
                      <a:schemeClr val="lt1"/>
                    </a:solidFill>
                    <a:latin typeface="Calibri"/>
                    <a:ea typeface="Calibri"/>
                    <a:cs typeface="Calibri"/>
                    <a:sym typeface="Calibri"/>
                  </a:rPr>
                  <a:t>Payment Service</a:t>
                </a:r>
                <a:endParaRPr sz="1600" dirty="0"/>
              </a:p>
            </p:txBody>
          </p:sp>
          <p:sp>
            <p:nvSpPr>
              <p:cNvPr id="145" name="Google Shape;145;p3"/>
              <p:cNvSpPr/>
              <p:nvPr/>
            </p:nvSpPr>
            <p:spPr>
              <a:xfrm>
                <a:off x="6418818" y="5643649"/>
                <a:ext cx="1122117" cy="820615"/>
              </a:xfrm>
              <a:prstGeom prst="hexagon">
                <a:avLst>
                  <a:gd name="adj" fmla="val 25000"/>
                  <a:gd name="vf" fmla="val 115470"/>
                </a:avLst>
              </a:prstGeom>
              <a:solidFill>
                <a:srgbClr val="00B050"/>
              </a:solidFill>
              <a:ln w="12700" cap="flat" cmpd="sng">
                <a:solidFill>
                  <a:srgbClr val="00B0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dirty="0">
                    <a:solidFill>
                      <a:schemeClr val="lt1"/>
                    </a:solidFill>
                    <a:latin typeface="Calibri"/>
                    <a:ea typeface="Calibri"/>
                    <a:cs typeface="Calibri"/>
                    <a:sym typeface="Calibri"/>
                  </a:rPr>
                  <a:t>Order Service</a:t>
                </a:r>
                <a:endParaRPr sz="1600" dirty="0"/>
              </a:p>
            </p:txBody>
          </p:sp>
          <p:sp>
            <p:nvSpPr>
              <p:cNvPr id="146" name="Google Shape;146;p3"/>
              <p:cNvSpPr/>
              <p:nvPr/>
            </p:nvSpPr>
            <p:spPr>
              <a:xfrm>
                <a:off x="1965569" y="4903733"/>
                <a:ext cx="1502618" cy="748855"/>
              </a:xfrm>
              <a:prstGeom prst="rect">
                <a:avLst/>
              </a:prstGeom>
              <a:solidFill>
                <a:srgbClr val="00B0F0"/>
              </a:solidFill>
              <a:ln w="12700" cap="flat" cmpd="sng">
                <a:solidFill>
                  <a:srgbClr val="00B0F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Client</a:t>
                </a:r>
                <a:endParaRPr dirty="0"/>
              </a:p>
            </p:txBody>
          </p:sp>
          <p:pic>
            <p:nvPicPr>
              <p:cNvPr id="147" name="Google Shape;147;p3"/>
              <p:cNvPicPr preferRelativeResize="0"/>
              <p:nvPr/>
            </p:nvPicPr>
            <p:blipFill rotWithShape="1">
              <a:blip r:embed="rId3">
                <a:alphaModFix/>
              </a:blip>
              <a:srcRect/>
              <a:stretch/>
            </p:blipFill>
            <p:spPr>
              <a:xfrm>
                <a:off x="4493846" y="4669147"/>
                <a:ext cx="1195754" cy="1065126"/>
              </a:xfrm>
              <a:prstGeom prst="rect">
                <a:avLst/>
              </a:prstGeom>
              <a:noFill/>
              <a:ln>
                <a:noFill/>
              </a:ln>
            </p:spPr>
          </p:pic>
          <p:cxnSp>
            <p:nvCxnSpPr>
              <p:cNvPr id="148" name="Google Shape;148;p3"/>
              <p:cNvCxnSpPr/>
              <p:nvPr/>
            </p:nvCxnSpPr>
            <p:spPr>
              <a:xfrm rot="10800000" flipH="1">
                <a:off x="3517520" y="5162757"/>
                <a:ext cx="976326" cy="3195"/>
              </a:xfrm>
              <a:prstGeom prst="straightConnector1">
                <a:avLst/>
              </a:prstGeom>
              <a:noFill/>
              <a:ln w="28575" cap="flat" cmpd="sng">
                <a:solidFill>
                  <a:srgbClr val="595959"/>
                </a:solidFill>
                <a:prstDash val="solid"/>
                <a:miter lim="800000"/>
                <a:headEnd type="none" w="sm" len="sm"/>
                <a:tailEnd type="triangle" w="med" len="med"/>
              </a:ln>
            </p:spPr>
          </p:cxnSp>
          <p:cxnSp>
            <p:nvCxnSpPr>
              <p:cNvPr id="149" name="Google Shape;149;p3"/>
              <p:cNvCxnSpPr/>
              <p:nvPr/>
            </p:nvCxnSpPr>
            <p:spPr>
              <a:xfrm rot="10800000">
                <a:off x="3513267" y="5279734"/>
                <a:ext cx="933689" cy="1"/>
              </a:xfrm>
              <a:prstGeom prst="straightConnector1">
                <a:avLst/>
              </a:prstGeom>
              <a:noFill/>
              <a:ln w="28575" cap="flat" cmpd="sng">
                <a:solidFill>
                  <a:srgbClr val="595959"/>
                </a:solidFill>
                <a:prstDash val="solid"/>
                <a:miter lim="800000"/>
                <a:headEnd type="none" w="sm" len="sm"/>
                <a:tailEnd type="triangle" w="med" len="med"/>
              </a:ln>
            </p:spPr>
          </p:cxnSp>
          <p:cxnSp>
            <p:nvCxnSpPr>
              <p:cNvPr id="150" name="Google Shape;150;p3"/>
              <p:cNvCxnSpPr>
                <a:endCxn id="143" idx="2"/>
              </p:cNvCxnSpPr>
              <p:nvPr/>
            </p:nvCxnSpPr>
            <p:spPr>
              <a:xfrm rot="10800000" flipH="1">
                <a:off x="5603518" y="4674051"/>
                <a:ext cx="942300" cy="405900"/>
              </a:xfrm>
              <a:prstGeom prst="straightConnector1">
                <a:avLst/>
              </a:prstGeom>
              <a:noFill/>
              <a:ln w="28575" cap="flat" cmpd="sng">
                <a:solidFill>
                  <a:srgbClr val="3F3F3F"/>
                </a:solidFill>
                <a:prstDash val="solid"/>
                <a:miter lim="800000"/>
                <a:headEnd type="triangle" w="med" len="med"/>
                <a:tailEnd type="triangle" w="med" len="med"/>
              </a:ln>
            </p:spPr>
          </p:cxnSp>
          <p:cxnSp>
            <p:nvCxnSpPr>
              <p:cNvPr id="151" name="Google Shape;151;p3"/>
              <p:cNvCxnSpPr>
                <a:stCxn id="147" idx="3"/>
                <a:endCxn id="144" idx="3"/>
              </p:cNvCxnSpPr>
              <p:nvPr/>
            </p:nvCxnSpPr>
            <p:spPr>
              <a:xfrm rot="10800000" flipH="1">
                <a:off x="5689600" y="5180410"/>
                <a:ext cx="1656600" cy="21300"/>
              </a:xfrm>
              <a:prstGeom prst="straightConnector1">
                <a:avLst/>
              </a:prstGeom>
              <a:noFill/>
              <a:ln w="28575" cap="flat" cmpd="sng">
                <a:solidFill>
                  <a:srgbClr val="3F3F3F"/>
                </a:solidFill>
                <a:prstDash val="solid"/>
                <a:miter lim="800000"/>
                <a:headEnd type="triangle" w="med" len="med"/>
                <a:tailEnd type="triangle" w="med" len="med"/>
              </a:ln>
            </p:spPr>
          </p:cxnSp>
          <p:cxnSp>
            <p:nvCxnSpPr>
              <p:cNvPr id="152" name="Google Shape;152;p3"/>
              <p:cNvCxnSpPr>
                <a:endCxn id="145" idx="4"/>
              </p:cNvCxnSpPr>
              <p:nvPr/>
            </p:nvCxnSpPr>
            <p:spPr>
              <a:xfrm>
                <a:off x="5625872" y="5338249"/>
                <a:ext cx="998100" cy="305400"/>
              </a:xfrm>
              <a:prstGeom prst="straightConnector1">
                <a:avLst/>
              </a:prstGeom>
              <a:noFill/>
              <a:ln w="28575" cap="flat" cmpd="sng">
                <a:solidFill>
                  <a:srgbClr val="3F3F3F"/>
                </a:solidFill>
                <a:prstDash val="solid"/>
                <a:miter lim="800000"/>
                <a:headEnd type="triangle" w="med" len="med"/>
                <a:tailEnd type="triangle" w="med" len="med"/>
              </a:ln>
            </p:spPr>
          </p:cxnSp>
        </p:grpSp>
        <p:pic>
          <p:nvPicPr>
            <p:cNvPr id="153" name="Google Shape;153;p3"/>
            <p:cNvPicPr preferRelativeResize="0"/>
            <p:nvPr/>
          </p:nvPicPr>
          <p:blipFill rotWithShape="1">
            <a:blip r:embed="rId4">
              <a:alphaModFix/>
            </a:blip>
            <a:srcRect t="11624" b="11794"/>
            <a:stretch/>
          </p:blipFill>
          <p:spPr>
            <a:xfrm>
              <a:off x="6506743" y="4795526"/>
              <a:ext cx="311553" cy="238592"/>
            </a:xfrm>
            <a:prstGeom prst="rect">
              <a:avLst/>
            </a:prstGeom>
            <a:noFill/>
            <a:ln>
              <a:noFill/>
            </a:ln>
          </p:spPr>
        </p:pic>
        <p:pic>
          <p:nvPicPr>
            <p:cNvPr id="154" name="Google Shape;154;p3"/>
            <p:cNvPicPr preferRelativeResize="0"/>
            <p:nvPr/>
          </p:nvPicPr>
          <p:blipFill rotWithShape="1">
            <a:blip r:embed="rId4">
              <a:alphaModFix/>
            </a:blip>
            <a:srcRect t="11624" b="11794"/>
            <a:stretch/>
          </p:blipFill>
          <p:spPr>
            <a:xfrm>
              <a:off x="5836527" y="5375868"/>
              <a:ext cx="311553" cy="238592"/>
            </a:xfrm>
            <a:prstGeom prst="rect">
              <a:avLst/>
            </a:prstGeom>
            <a:noFill/>
            <a:ln>
              <a:noFill/>
            </a:ln>
          </p:spPr>
        </p:pic>
        <p:pic>
          <p:nvPicPr>
            <p:cNvPr id="155" name="Google Shape;155;p3"/>
            <p:cNvPicPr preferRelativeResize="0"/>
            <p:nvPr/>
          </p:nvPicPr>
          <p:blipFill rotWithShape="1">
            <a:blip r:embed="rId4">
              <a:alphaModFix/>
            </a:blip>
            <a:srcRect t="11624" b="11794"/>
            <a:stretch/>
          </p:blipFill>
          <p:spPr>
            <a:xfrm>
              <a:off x="5813083" y="4480200"/>
              <a:ext cx="311553" cy="238592"/>
            </a:xfrm>
            <a:prstGeom prst="rect">
              <a:avLst/>
            </a:prstGeom>
            <a:noFill/>
            <a:ln>
              <a:noFill/>
            </a:ln>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9"/>
        <p:cNvGrpSpPr/>
        <p:nvPr/>
      </p:nvGrpSpPr>
      <p:grpSpPr>
        <a:xfrm>
          <a:off x="0" y="0"/>
          <a:ext cx="0" cy="0"/>
          <a:chOff x="0" y="0"/>
          <a:chExt cx="0" cy="0"/>
        </a:xfrm>
      </p:grpSpPr>
      <p:sp>
        <p:nvSpPr>
          <p:cNvPr id="160" name="Google Shape;160;p4"/>
          <p:cNvSpPr txBox="1">
            <a:spLocks noGrp="1"/>
          </p:cNvSpPr>
          <p:nvPr>
            <p:ph sz="half" idx="10"/>
          </p:nvPr>
        </p:nvSpPr>
        <p:spPr>
          <a:prstGeom prst="rect">
            <a:avLst/>
          </a:prstGeom>
          <a:noFill/>
          <a:ln>
            <a:noFill/>
          </a:ln>
        </p:spPr>
        <p:txBody>
          <a:bodyPr spcFirstLastPara="1" wrap="square" lIns="91425" tIns="45700" rIns="91425" bIns="45700" anchor="t" anchorCtr="0">
            <a:normAutofit fontScale="92500" lnSpcReduction="20000"/>
          </a:bodyPr>
          <a:lstStyle/>
          <a:p>
            <a:pPr marL="0" lvl="0" indent="0" algn="l" rtl="0">
              <a:lnSpc>
                <a:spcPct val="90000"/>
              </a:lnSpc>
              <a:spcBef>
                <a:spcPts val="0"/>
              </a:spcBef>
              <a:spcAft>
                <a:spcPts val="0"/>
              </a:spcAft>
              <a:buClr>
                <a:srgbClr val="0070C0"/>
              </a:buClr>
              <a:buSzPts val="4000"/>
              <a:buFont typeface="Calibri"/>
              <a:buNone/>
            </a:pPr>
            <a:r>
              <a:rPr lang="en-US" sz="4000"/>
              <a:t>Message Brokers</a:t>
            </a:r>
            <a:endParaRPr/>
          </a:p>
        </p:txBody>
      </p:sp>
      <p:pic>
        <p:nvPicPr>
          <p:cNvPr id="161" name="Google Shape;161;p4"/>
          <p:cNvPicPr preferRelativeResize="0"/>
          <p:nvPr/>
        </p:nvPicPr>
        <p:blipFill rotWithShape="1">
          <a:blip r:embed="rId3">
            <a:alphaModFix/>
          </a:blip>
          <a:srcRect l="4841" t="7591" r="3780" b="7320"/>
          <a:stretch/>
        </p:blipFill>
        <p:spPr>
          <a:xfrm>
            <a:off x="587079" y="2792118"/>
            <a:ext cx="3452416" cy="1689867"/>
          </a:xfrm>
          <a:prstGeom prst="rect">
            <a:avLst/>
          </a:prstGeom>
          <a:noFill/>
          <a:ln>
            <a:noFill/>
          </a:ln>
        </p:spPr>
      </p:pic>
      <p:pic>
        <p:nvPicPr>
          <p:cNvPr id="162" name="Google Shape;162;p4"/>
          <p:cNvPicPr preferRelativeResize="0"/>
          <p:nvPr/>
        </p:nvPicPr>
        <p:blipFill rotWithShape="1">
          <a:blip r:embed="rId4">
            <a:alphaModFix/>
          </a:blip>
          <a:srcRect/>
          <a:stretch/>
        </p:blipFill>
        <p:spPr>
          <a:xfrm>
            <a:off x="4576467" y="2741952"/>
            <a:ext cx="1643727" cy="1643727"/>
          </a:xfrm>
          <a:prstGeom prst="rect">
            <a:avLst/>
          </a:prstGeom>
          <a:noFill/>
          <a:ln>
            <a:noFill/>
          </a:ln>
        </p:spPr>
      </p:pic>
      <p:grpSp>
        <p:nvGrpSpPr>
          <p:cNvPr id="163" name="Google Shape;163;p4"/>
          <p:cNvGrpSpPr/>
          <p:nvPr/>
        </p:nvGrpSpPr>
        <p:grpSpPr>
          <a:xfrm>
            <a:off x="7135449" y="2741953"/>
            <a:ext cx="1938214" cy="1721821"/>
            <a:chOff x="7715731" y="2476176"/>
            <a:chExt cx="2167900" cy="1882463"/>
          </a:xfrm>
        </p:grpSpPr>
        <p:pic>
          <p:nvPicPr>
            <p:cNvPr id="164" name="Google Shape;164;p4"/>
            <p:cNvPicPr preferRelativeResize="0"/>
            <p:nvPr/>
          </p:nvPicPr>
          <p:blipFill rotWithShape="1">
            <a:blip r:embed="rId5">
              <a:alphaModFix/>
            </a:blip>
            <a:srcRect/>
            <a:stretch/>
          </p:blipFill>
          <p:spPr>
            <a:xfrm>
              <a:off x="7994115" y="2476176"/>
              <a:ext cx="1451241" cy="1451241"/>
            </a:xfrm>
            <a:prstGeom prst="rect">
              <a:avLst/>
            </a:prstGeom>
            <a:noFill/>
            <a:ln>
              <a:noFill/>
            </a:ln>
          </p:spPr>
        </p:pic>
        <p:sp>
          <p:nvSpPr>
            <p:cNvPr id="165" name="Google Shape;165;p4"/>
            <p:cNvSpPr/>
            <p:nvPr/>
          </p:nvSpPr>
          <p:spPr>
            <a:xfrm>
              <a:off x="7715731" y="3954894"/>
              <a:ext cx="2167900" cy="40374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Azure Service Bus</a:t>
              </a:r>
              <a:endParaRPr dirty="0"/>
            </a:p>
          </p:txBody>
        </p:sp>
      </p:grpSp>
      <p:grpSp>
        <p:nvGrpSpPr>
          <p:cNvPr id="166" name="Google Shape;166;p4"/>
          <p:cNvGrpSpPr/>
          <p:nvPr/>
        </p:nvGrpSpPr>
        <p:grpSpPr>
          <a:xfrm>
            <a:off x="9897370" y="2666515"/>
            <a:ext cx="1505550" cy="1742008"/>
            <a:chOff x="9612378" y="2496823"/>
            <a:chExt cx="1722724" cy="1909030"/>
          </a:xfrm>
        </p:grpSpPr>
        <p:pic>
          <p:nvPicPr>
            <p:cNvPr id="167" name="Google Shape;167;p4"/>
            <p:cNvPicPr preferRelativeResize="0"/>
            <p:nvPr/>
          </p:nvPicPr>
          <p:blipFill rotWithShape="1">
            <a:blip r:embed="rId6">
              <a:alphaModFix/>
            </a:blip>
            <a:srcRect/>
            <a:stretch/>
          </p:blipFill>
          <p:spPr>
            <a:xfrm>
              <a:off x="9748264" y="2496823"/>
              <a:ext cx="1248594" cy="1504332"/>
            </a:xfrm>
            <a:prstGeom prst="rect">
              <a:avLst/>
            </a:prstGeom>
            <a:noFill/>
            <a:ln>
              <a:noFill/>
            </a:ln>
          </p:spPr>
        </p:pic>
        <p:sp>
          <p:nvSpPr>
            <p:cNvPr id="168" name="Google Shape;168;p4"/>
            <p:cNvSpPr/>
            <p:nvPr/>
          </p:nvSpPr>
          <p:spPr>
            <a:xfrm>
              <a:off x="9612378" y="4001155"/>
              <a:ext cx="1722724" cy="40469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Amazon SQS</a:t>
              </a:r>
              <a:endParaRPr dirty="0"/>
            </a:p>
          </p:txBody>
        </p:sp>
      </p:grpSp>
      <p:grpSp>
        <p:nvGrpSpPr>
          <p:cNvPr id="169" name="Google Shape;169;p4"/>
          <p:cNvGrpSpPr/>
          <p:nvPr/>
        </p:nvGrpSpPr>
        <p:grpSpPr>
          <a:xfrm>
            <a:off x="1197492" y="4432297"/>
            <a:ext cx="4274862" cy="482330"/>
            <a:chOff x="1447513" y="5151733"/>
            <a:chExt cx="3311333" cy="482330"/>
          </a:xfrm>
        </p:grpSpPr>
        <p:sp>
          <p:nvSpPr>
            <p:cNvPr id="170" name="Google Shape;170;p4"/>
            <p:cNvSpPr/>
            <p:nvPr/>
          </p:nvSpPr>
          <p:spPr>
            <a:xfrm rot="5400000">
              <a:off x="2862014" y="3737231"/>
              <a:ext cx="482330" cy="3311333"/>
            </a:xfrm>
            <a:prstGeom prst="rightBracket">
              <a:avLst>
                <a:gd name="adj" fmla="val 8333"/>
              </a:avLst>
            </a:prstGeom>
            <a:noFill/>
            <a:ln w="38100" cap="flat" cmpd="sng">
              <a:solidFill>
                <a:srgbClr val="146B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71" name="Google Shape;171;p4"/>
            <p:cNvSpPr txBox="1"/>
            <p:nvPr/>
          </p:nvSpPr>
          <p:spPr>
            <a:xfrm>
              <a:off x="2269746" y="5262903"/>
              <a:ext cx="193514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Free: Open Source</a:t>
              </a:r>
              <a:endParaRPr/>
            </a:p>
          </p:txBody>
        </p:sp>
      </p:grpSp>
      <p:grpSp>
        <p:nvGrpSpPr>
          <p:cNvPr id="172" name="Google Shape;172;p4"/>
          <p:cNvGrpSpPr/>
          <p:nvPr/>
        </p:nvGrpSpPr>
        <p:grpSpPr>
          <a:xfrm>
            <a:off x="7819204" y="4422098"/>
            <a:ext cx="3311333" cy="482330"/>
            <a:chOff x="1447513" y="5151733"/>
            <a:chExt cx="3311333" cy="482330"/>
          </a:xfrm>
        </p:grpSpPr>
        <p:sp>
          <p:nvSpPr>
            <p:cNvPr id="173" name="Google Shape;173;p4"/>
            <p:cNvSpPr/>
            <p:nvPr/>
          </p:nvSpPr>
          <p:spPr>
            <a:xfrm rot="5400000">
              <a:off x="2862014" y="3737231"/>
              <a:ext cx="482330" cy="3311333"/>
            </a:xfrm>
            <a:prstGeom prst="rightBracket">
              <a:avLst>
                <a:gd name="adj" fmla="val 8333"/>
              </a:avLst>
            </a:prstGeom>
            <a:noFill/>
            <a:ln w="38100" cap="flat" cmpd="sng">
              <a:solidFill>
                <a:srgbClr val="146B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74" name="Google Shape;174;p4"/>
            <p:cNvSpPr txBox="1"/>
            <p:nvPr/>
          </p:nvSpPr>
          <p:spPr>
            <a:xfrm>
              <a:off x="2271220" y="5227215"/>
              <a:ext cx="166391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Cloud Managed</a:t>
              </a: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1"/>
                                        </p:tgtEl>
                                        <p:attrNameLst>
                                          <p:attrName>style.visibility</p:attrName>
                                        </p:attrNameLst>
                                      </p:cBhvr>
                                      <p:to>
                                        <p:strVal val="visible"/>
                                      </p:to>
                                    </p:set>
                                    <p:animEffect transition="in" filter="fade">
                                      <p:cBhvr>
                                        <p:cTn id="7" dur="500"/>
                                        <p:tgtEl>
                                          <p:spTgt spid="161"/>
                                        </p:tgtEl>
                                      </p:cBhvr>
                                    </p:animEffect>
                                  </p:childTnLst>
                                </p:cTn>
                              </p:par>
                              <p:par>
                                <p:cTn id="8" presetID="10" presetClass="entr" presetSubtype="0" fill="hold" nodeType="withEffect">
                                  <p:stCondLst>
                                    <p:cond delay="0"/>
                                  </p:stCondLst>
                                  <p:childTnLst>
                                    <p:set>
                                      <p:cBhvr>
                                        <p:cTn id="9" dur="1" fill="hold">
                                          <p:stCondLst>
                                            <p:cond delay="0"/>
                                          </p:stCondLst>
                                        </p:cTn>
                                        <p:tgtEl>
                                          <p:spTgt spid="162"/>
                                        </p:tgtEl>
                                        <p:attrNameLst>
                                          <p:attrName>style.visibility</p:attrName>
                                        </p:attrNameLst>
                                      </p:cBhvr>
                                      <p:to>
                                        <p:strVal val="visible"/>
                                      </p:to>
                                    </p:set>
                                    <p:animEffect transition="in" filter="fade">
                                      <p:cBhvr>
                                        <p:cTn id="10" dur="500"/>
                                        <p:tgtEl>
                                          <p:spTgt spid="162"/>
                                        </p:tgtEl>
                                      </p:cBhvr>
                                    </p:animEffect>
                                  </p:childTnLst>
                                </p:cTn>
                              </p:par>
                              <p:par>
                                <p:cTn id="11" presetID="10" presetClass="entr" presetSubtype="0" fill="hold" nodeType="withEffect">
                                  <p:stCondLst>
                                    <p:cond delay="0"/>
                                  </p:stCondLst>
                                  <p:childTnLst>
                                    <p:set>
                                      <p:cBhvr>
                                        <p:cTn id="12" dur="1" fill="hold">
                                          <p:stCondLst>
                                            <p:cond delay="0"/>
                                          </p:stCondLst>
                                        </p:cTn>
                                        <p:tgtEl>
                                          <p:spTgt spid="169"/>
                                        </p:tgtEl>
                                        <p:attrNameLst>
                                          <p:attrName>style.visibility</p:attrName>
                                        </p:attrNameLst>
                                      </p:cBhvr>
                                      <p:to>
                                        <p:strVal val="visible"/>
                                      </p:to>
                                    </p:set>
                                    <p:animEffect transition="in" filter="fade">
                                      <p:cBhvr>
                                        <p:cTn id="13" dur="500"/>
                                        <p:tgtEl>
                                          <p:spTgt spid="16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63"/>
                                        </p:tgtEl>
                                        <p:attrNameLst>
                                          <p:attrName>style.visibility</p:attrName>
                                        </p:attrNameLst>
                                      </p:cBhvr>
                                      <p:to>
                                        <p:strVal val="visible"/>
                                      </p:to>
                                    </p:set>
                                    <p:animEffect transition="in" filter="fade">
                                      <p:cBhvr>
                                        <p:cTn id="18" dur="500"/>
                                        <p:tgtEl>
                                          <p:spTgt spid="163"/>
                                        </p:tgtEl>
                                      </p:cBhvr>
                                    </p:animEffect>
                                  </p:childTnLst>
                                </p:cTn>
                              </p:par>
                              <p:par>
                                <p:cTn id="19" presetID="10" presetClass="entr" presetSubtype="0" fill="hold" nodeType="withEffect">
                                  <p:stCondLst>
                                    <p:cond delay="0"/>
                                  </p:stCondLst>
                                  <p:childTnLst>
                                    <p:set>
                                      <p:cBhvr>
                                        <p:cTn id="20" dur="1" fill="hold">
                                          <p:stCondLst>
                                            <p:cond delay="0"/>
                                          </p:stCondLst>
                                        </p:cTn>
                                        <p:tgtEl>
                                          <p:spTgt spid="166"/>
                                        </p:tgtEl>
                                        <p:attrNameLst>
                                          <p:attrName>style.visibility</p:attrName>
                                        </p:attrNameLst>
                                      </p:cBhvr>
                                      <p:to>
                                        <p:strVal val="visible"/>
                                      </p:to>
                                    </p:set>
                                    <p:animEffect transition="in" filter="fade">
                                      <p:cBhvr>
                                        <p:cTn id="21" dur="500"/>
                                        <p:tgtEl>
                                          <p:spTgt spid="166"/>
                                        </p:tgtEl>
                                      </p:cBhvr>
                                    </p:animEffect>
                                  </p:childTnLst>
                                </p:cTn>
                              </p:par>
                              <p:par>
                                <p:cTn id="22" presetID="10" presetClass="entr" presetSubtype="0" fill="hold" nodeType="withEffect">
                                  <p:stCondLst>
                                    <p:cond delay="0"/>
                                  </p:stCondLst>
                                  <p:childTnLst>
                                    <p:set>
                                      <p:cBhvr>
                                        <p:cTn id="23" dur="1" fill="hold">
                                          <p:stCondLst>
                                            <p:cond delay="0"/>
                                          </p:stCondLst>
                                        </p:cTn>
                                        <p:tgtEl>
                                          <p:spTgt spid="172"/>
                                        </p:tgtEl>
                                        <p:attrNameLst>
                                          <p:attrName>style.visibility</p:attrName>
                                        </p:attrNameLst>
                                      </p:cBhvr>
                                      <p:to>
                                        <p:strVal val="visible"/>
                                      </p:to>
                                    </p:set>
                                    <p:animEffect transition="in" filter="fade">
                                      <p:cBhvr>
                                        <p:cTn id="24" dur="500"/>
                                        <p:tgtEl>
                                          <p:spTgt spid="1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79"/>
        <p:cNvGrpSpPr/>
        <p:nvPr/>
      </p:nvGrpSpPr>
      <p:grpSpPr>
        <a:xfrm>
          <a:off x="0" y="0"/>
          <a:ext cx="0" cy="0"/>
          <a:chOff x="0" y="0"/>
          <a:chExt cx="0" cy="0"/>
        </a:xfrm>
      </p:grpSpPr>
      <p:sp>
        <p:nvSpPr>
          <p:cNvPr id="180" name="Google Shape;180;p5"/>
          <p:cNvSpPr txBox="1">
            <a:spLocks noGrp="1"/>
          </p:cNvSpPr>
          <p:nvPr>
            <p:ph sz="half" idx="1"/>
          </p:nvPr>
        </p:nvSpPr>
        <p:spPr>
          <a:prstGeom prst="rect">
            <a:avLst/>
          </a:prstGeom>
          <a:noFill/>
          <a:ln>
            <a:noFill/>
          </a:ln>
        </p:spPr>
        <p:txBody>
          <a:bodyPr spcFirstLastPara="1" wrap="square" lIns="91425" tIns="45700" rIns="91425" bIns="45700" anchor="t" anchorCtr="0">
            <a:normAutofit/>
          </a:bodyPr>
          <a:lstStyle/>
          <a:p>
            <a:pPr marL="228600" lvl="0" indent="-228600" algn="just" rtl="0">
              <a:lnSpc>
                <a:spcPct val="100000"/>
              </a:lnSpc>
              <a:spcBef>
                <a:spcPts val="0"/>
              </a:spcBef>
              <a:spcAft>
                <a:spcPts val="0"/>
              </a:spcAft>
              <a:buClr>
                <a:srgbClr val="002060"/>
              </a:buClr>
              <a:buSzPts val="2800"/>
              <a:buFont typeface="Arial"/>
              <a:buChar char="•"/>
            </a:pPr>
            <a:r>
              <a:rPr lang="en-US" sz="2400" dirty="0"/>
              <a:t>The most widely deployed open-source message broker.</a:t>
            </a:r>
            <a:endParaRPr sz="2400" dirty="0"/>
          </a:p>
          <a:p>
            <a:pPr marL="228600" lvl="0" indent="-228600" algn="just" rtl="0">
              <a:lnSpc>
                <a:spcPct val="100000"/>
              </a:lnSpc>
              <a:spcBef>
                <a:spcPts val="1000"/>
              </a:spcBef>
              <a:spcAft>
                <a:spcPts val="0"/>
              </a:spcAft>
              <a:buClr>
                <a:srgbClr val="002060"/>
              </a:buClr>
              <a:buSzPts val="2800"/>
              <a:buFont typeface="Arial"/>
              <a:buChar char="•"/>
            </a:pPr>
            <a:r>
              <a:rPr lang="en-US" sz="2400" dirty="0"/>
              <a:t>Lightweight and easy to deploy on-premises and in the cloud. </a:t>
            </a:r>
            <a:endParaRPr sz="2400" dirty="0"/>
          </a:p>
          <a:p>
            <a:pPr marL="228600" lvl="0" indent="-228600" algn="just" rtl="0">
              <a:lnSpc>
                <a:spcPct val="100000"/>
              </a:lnSpc>
              <a:spcBef>
                <a:spcPts val="1000"/>
              </a:spcBef>
              <a:spcAft>
                <a:spcPts val="0"/>
              </a:spcAft>
              <a:buClr>
                <a:srgbClr val="002060"/>
              </a:buClr>
              <a:buSzPts val="2800"/>
              <a:buFont typeface="Arial"/>
              <a:buChar char="•"/>
            </a:pPr>
            <a:r>
              <a:rPr lang="en-US" sz="2400" dirty="0"/>
              <a:t>Supports multiple messaging protocols like AMQP, STOMP, MQTT etc.</a:t>
            </a:r>
            <a:endParaRPr sz="2400" dirty="0"/>
          </a:p>
        </p:txBody>
      </p:sp>
      <p:sp>
        <p:nvSpPr>
          <p:cNvPr id="181" name="Google Shape;181;p5"/>
          <p:cNvSpPr txBox="1">
            <a:spLocks noGrp="1"/>
          </p:cNvSpPr>
          <p:nvPr>
            <p:ph sz="half" idx="10"/>
          </p:nvPr>
        </p:nvSpPr>
        <p:spPr>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070C0"/>
              </a:buClr>
              <a:buSzPts val="3600"/>
              <a:buFont typeface="Calibri"/>
              <a:buNone/>
            </a:pPr>
            <a:r>
              <a:rPr lang="en-US"/>
              <a:t>RabbitMQ</a:t>
            </a:r>
            <a:endParaRPr/>
          </a:p>
        </p:txBody>
      </p:sp>
      <p:pic>
        <p:nvPicPr>
          <p:cNvPr id="182" name="Google Shape;182;p5"/>
          <p:cNvPicPr preferRelativeResize="0"/>
          <p:nvPr/>
        </p:nvPicPr>
        <p:blipFill rotWithShape="1">
          <a:blip r:embed="rId3">
            <a:alphaModFix/>
          </a:blip>
          <a:srcRect b="16817"/>
          <a:stretch/>
        </p:blipFill>
        <p:spPr>
          <a:xfrm>
            <a:off x="10915477" y="348865"/>
            <a:ext cx="783228" cy="651507"/>
          </a:xfrm>
          <a:prstGeom prst="rect">
            <a:avLst/>
          </a:prstGeom>
          <a:noFill/>
          <a:ln>
            <a:noFill/>
          </a:ln>
        </p:spPr>
      </p:pic>
      <p:grpSp>
        <p:nvGrpSpPr>
          <p:cNvPr id="183" name="Google Shape;183;p5"/>
          <p:cNvGrpSpPr/>
          <p:nvPr/>
        </p:nvGrpSpPr>
        <p:grpSpPr>
          <a:xfrm>
            <a:off x="1477170" y="3593676"/>
            <a:ext cx="8421262" cy="1920790"/>
            <a:chOff x="1477170" y="3218538"/>
            <a:chExt cx="8421262" cy="1920790"/>
          </a:xfrm>
        </p:grpSpPr>
        <p:sp>
          <p:nvSpPr>
            <p:cNvPr id="184" name="Google Shape;184;p5"/>
            <p:cNvSpPr/>
            <p:nvPr/>
          </p:nvSpPr>
          <p:spPr>
            <a:xfrm>
              <a:off x="3720123" y="3743569"/>
              <a:ext cx="3665415" cy="1395759"/>
            </a:xfrm>
            <a:prstGeom prst="rect">
              <a:avLst/>
            </a:prstGeom>
            <a:noFill/>
            <a:ln w="12700" cap="flat" cmpd="sng">
              <a:solidFill>
                <a:srgbClr val="F4814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5" name="Google Shape;185;p5"/>
            <p:cNvSpPr/>
            <p:nvPr/>
          </p:nvSpPr>
          <p:spPr>
            <a:xfrm>
              <a:off x="1477170" y="4039417"/>
              <a:ext cx="1502618" cy="748855"/>
            </a:xfrm>
            <a:prstGeom prst="rect">
              <a:avLst/>
            </a:prstGeom>
            <a:solidFill>
              <a:srgbClr val="00B0F0"/>
            </a:solidFill>
            <a:ln w="12700" cap="flat" cmpd="sng">
              <a:solidFill>
                <a:srgbClr val="00B0F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Sender</a:t>
              </a:r>
              <a:endParaRPr/>
            </a:p>
          </p:txBody>
        </p:sp>
        <p:cxnSp>
          <p:nvCxnSpPr>
            <p:cNvPr id="186" name="Google Shape;186;p5"/>
            <p:cNvCxnSpPr/>
            <p:nvPr/>
          </p:nvCxnSpPr>
          <p:spPr>
            <a:xfrm rot="10800000" flipH="1">
              <a:off x="5073218" y="4424433"/>
              <a:ext cx="976326" cy="3195"/>
            </a:xfrm>
            <a:prstGeom prst="straightConnector1">
              <a:avLst/>
            </a:prstGeom>
            <a:noFill/>
            <a:ln w="28575" cap="flat" cmpd="sng">
              <a:solidFill>
                <a:srgbClr val="595959"/>
              </a:solidFill>
              <a:prstDash val="solid"/>
              <a:miter lim="800000"/>
              <a:headEnd type="none" w="sm" len="sm"/>
              <a:tailEnd type="triangle" w="med" len="med"/>
            </a:ln>
          </p:spPr>
        </p:cxnSp>
        <p:cxnSp>
          <p:nvCxnSpPr>
            <p:cNvPr id="187" name="Google Shape;187;p5"/>
            <p:cNvCxnSpPr/>
            <p:nvPr/>
          </p:nvCxnSpPr>
          <p:spPr>
            <a:xfrm rot="10800000" flipH="1">
              <a:off x="3000281" y="4392743"/>
              <a:ext cx="976326" cy="3195"/>
            </a:xfrm>
            <a:prstGeom prst="straightConnector1">
              <a:avLst/>
            </a:prstGeom>
            <a:noFill/>
            <a:ln w="28575" cap="flat" cmpd="sng">
              <a:solidFill>
                <a:srgbClr val="595959"/>
              </a:solidFill>
              <a:prstDash val="solid"/>
              <a:miter lim="800000"/>
              <a:headEnd type="none" w="sm" len="sm"/>
              <a:tailEnd type="triangle" w="med" len="med"/>
            </a:ln>
          </p:spPr>
        </p:cxnSp>
        <p:sp>
          <p:nvSpPr>
            <p:cNvPr id="188" name="Google Shape;188;p5"/>
            <p:cNvSpPr/>
            <p:nvPr/>
          </p:nvSpPr>
          <p:spPr>
            <a:xfrm>
              <a:off x="8395814" y="4050005"/>
              <a:ext cx="1502618" cy="748855"/>
            </a:xfrm>
            <a:prstGeom prst="rect">
              <a:avLst/>
            </a:prstGeom>
            <a:solidFill>
              <a:srgbClr val="00B050"/>
            </a:solidFill>
            <a:ln w="12700" cap="flat" cmpd="sng">
              <a:solidFill>
                <a:srgbClr val="00B0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Receiver</a:t>
              </a:r>
              <a:endParaRPr/>
            </a:p>
          </p:txBody>
        </p:sp>
        <p:pic>
          <p:nvPicPr>
            <p:cNvPr id="189" name="Google Shape;189;p5"/>
            <p:cNvPicPr preferRelativeResize="0"/>
            <p:nvPr/>
          </p:nvPicPr>
          <p:blipFill rotWithShape="1">
            <a:blip r:embed="rId4">
              <a:alphaModFix/>
            </a:blip>
            <a:srcRect/>
            <a:stretch/>
          </p:blipFill>
          <p:spPr>
            <a:xfrm>
              <a:off x="6101184" y="3968225"/>
              <a:ext cx="1054919" cy="939676"/>
            </a:xfrm>
            <a:prstGeom prst="rect">
              <a:avLst/>
            </a:prstGeom>
            <a:noFill/>
            <a:ln>
              <a:noFill/>
            </a:ln>
          </p:spPr>
        </p:pic>
        <p:sp>
          <p:nvSpPr>
            <p:cNvPr id="190" name="Google Shape;190;p5"/>
            <p:cNvSpPr/>
            <p:nvPr/>
          </p:nvSpPr>
          <p:spPr>
            <a:xfrm>
              <a:off x="4044508" y="3948800"/>
              <a:ext cx="960809" cy="930090"/>
            </a:xfrm>
            <a:prstGeom prst="ellipse">
              <a:avLst/>
            </a:prstGeom>
            <a:solidFill>
              <a:srgbClr val="7030A0"/>
            </a:solidFill>
            <a:ln w="12700" cap="flat" cmpd="sng">
              <a:solidFill>
                <a:srgbClr val="7030A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191" name="Google Shape;191;p5"/>
            <p:cNvCxnSpPr/>
            <p:nvPr/>
          </p:nvCxnSpPr>
          <p:spPr>
            <a:xfrm rot="10800000" flipH="1">
              <a:off x="4287650" y="4379574"/>
              <a:ext cx="501010" cy="3195"/>
            </a:xfrm>
            <a:prstGeom prst="straightConnector1">
              <a:avLst/>
            </a:prstGeom>
            <a:noFill/>
            <a:ln w="28575" cap="flat" cmpd="sng">
              <a:solidFill>
                <a:schemeClr val="lt2"/>
              </a:solidFill>
              <a:prstDash val="solid"/>
              <a:miter lim="800000"/>
              <a:headEnd type="none" w="sm" len="sm"/>
              <a:tailEnd type="triangle" w="med" len="med"/>
            </a:ln>
          </p:spPr>
        </p:cxnSp>
        <p:cxnSp>
          <p:nvCxnSpPr>
            <p:cNvPr id="192" name="Google Shape;192;p5"/>
            <p:cNvCxnSpPr/>
            <p:nvPr/>
          </p:nvCxnSpPr>
          <p:spPr>
            <a:xfrm rot="10800000">
              <a:off x="4254966" y="4503908"/>
              <a:ext cx="505090" cy="1"/>
            </a:xfrm>
            <a:prstGeom prst="straightConnector1">
              <a:avLst/>
            </a:prstGeom>
            <a:noFill/>
            <a:ln w="28575" cap="flat" cmpd="sng">
              <a:solidFill>
                <a:schemeClr val="lt2"/>
              </a:solidFill>
              <a:prstDash val="solid"/>
              <a:miter lim="800000"/>
              <a:headEnd type="none" w="sm" len="sm"/>
              <a:tailEnd type="triangle" w="med" len="med"/>
            </a:ln>
          </p:spPr>
        </p:cxnSp>
        <p:pic>
          <p:nvPicPr>
            <p:cNvPr id="193" name="Google Shape;193;p5"/>
            <p:cNvPicPr preferRelativeResize="0"/>
            <p:nvPr/>
          </p:nvPicPr>
          <p:blipFill rotWithShape="1">
            <a:blip r:embed="rId3">
              <a:alphaModFix/>
            </a:blip>
            <a:srcRect b="16817"/>
            <a:stretch/>
          </p:blipFill>
          <p:spPr>
            <a:xfrm>
              <a:off x="6827012" y="3218538"/>
              <a:ext cx="783228" cy="651507"/>
            </a:xfrm>
            <a:prstGeom prst="rect">
              <a:avLst/>
            </a:prstGeom>
            <a:noFill/>
            <a:ln>
              <a:noFill/>
            </a:ln>
          </p:spPr>
        </p:pic>
        <p:sp>
          <p:nvSpPr>
            <p:cNvPr id="194" name="Google Shape;194;p5"/>
            <p:cNvSpPr txBox="1"/>
            <p:nvPr/>
          </p:nvSpPr>
          <p:spPr>
            <a:xfrm>
              <a:off x="5251482" y="4119761"/>
              <a:ext cx="651140"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dk1"/>
                  </a:solidFill>
                  <a:latin typeface="Calibri"/>
                  <a:ea typeface="Calibri"/>
                  <a:cs typeface="Calibri"/>
                  <a:sym typeface="Calibri"/>
                </a:rPr>
                <a:t>Binding</a:t>
              </a:r>
              <a:endParaRPr sz="1600">
                <a:solidFill>
                  <a:schemeClr val="dk1"/>
                </a:solidFill>
                <a:latin typeface="Calibri"/>
                <a:ea typeface="Calibri"/>
                <a:cs typeface="Calibri"/>
                <a:sym typeface="Calibri"/>
              </a:endParaRPr>
            </a:p>
          </p:txBody>
        </p:sp>
        <p:sp>
          <p:nvSpPr>
            <p:cNvPr id="195" name="Google Shape;195;p5"/>
            <p:cNvSpPr txBox="1"/>
            <p:nvPr/>
          </p:nvSpPr>
          <p:spPr>
            <a:xfrm>
              <a:off x="4151069" y="4016839"/>
              <a:ext cx="771430"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lt1"/>
                  </a:solidFill>
                  <a:latin typeface="Calibri"/>
                  <a:ea typeface="Calibri"/>
                  <a:cs typeface="Calibri"/>
                  <a:sym typeface="Calibri"/>
                </a:rPr>
                <a:t>Exchange</a:t>
              </a:r>
              <a:endParaRPr/>
            </a:p>
          </p:txBody>
        </p:sp>
        <p:sp>
          <p:nvSpPr>
            <p:cNvPr id="196" name="Google Shape;196;p5"/>
            <p:cNvSpPr txBox="1"/>
            <p:nvPr/>
          </p:nvSpPr>
          <p:spPr>
            <a:xfrm>
              <a:off x="6332618" y="3981262"/>
              <a:ext cx="603050"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lt1"/>
                  </a:solidFill>
                  <a:latin typeface="Calibri"/>
                  <a:ea typeface="Calibri"/>
                  <a:cs typeface="Calibri"/>
                  <a:sym typeface="Calibri"/>
                </a:rPr>
                <a:t>Queue</a:t>
              </a:r>
              <a:endParaRPr/>
            </a:p>
          </p:txBody>
        </p:sp>
        <p:cxnSp>
          <p:nvCxnSpPr>
            <p:cNvPr id="197" name="Google Shape;197;p5"/>
            <p:cNvCxnSpPr/>
            <p:nvPr/>
          </p:nvCxnSpPr>
          <p:spPr>
            <a:xfrm rot="10800000" flipH="1">
              <a:off x="7419488" y="4424433"/>
              <a:ext cx="976326" cy="3195"/>
            </a:xfrm>
            <a:prstGeom prst="straightConnector1">
              <a:avLst/>
            </a:prstGeom>
            <a:noFill/>
            <a:ln w="28575" cap="flat" cmpd="sng">
              <a:solidFill>
                <a:srgbClr val="595959"/>
              </a:solidFill>
              <a:prstDash val="solid"/>
              <a:miter lim="800000"/>
              <a:headEnd type="none" w="sm" len="sm"/>
              <a:tailEnd type="triangl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82"/>
                                        </p:tgtEl>
                                        <p:attrNameLst>
                                          <p:attrName>style.visibility</p:attrName>
                                        </p:attrNameLst>
                                      </p:cBhvr>
                                      <p:to>
                                        <p:strVal val="visible"/>
                                      </p:to>
                                    </p:set>
                                    <p:animEffect transition="in" filter="fade">
                                      <p:cBhvr>
                                        <p:cTn id="7" dur="500"/>
                                        <p:tgtEl>
                                          <p:spTgt spid="1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6"/>
          <p:cNvSpPr txBox="1">
            <a:spLocks noGrp="1"/>
          </p:cNvSpPr>
          <p:nvPr>
            <p:ph sz="half" idx="1"/>
          </p:nvPr>
        </p:nvSpPr>
        <p:spPr>
          <a:prstGeom prst="rect">
            <a:avLst/>
          </a:prstGeom>
          <a:noFill/>
          <a:ln>
            <a:noFill/>
          </a:ln>
        </p:spPr>
        <p:txBody>
          <a:bodyPr spcFirstLastPara="1" wrap="square" lIns="91425" tIns="45700" rIns="91425" bIns="45700" anchor="t" anchorCtr="0">
            <a:normAutofit/>
          </a:bodyPr>
          <a:lstStyle/>
          <a:p>
            <a:pPr marL="228600" lvl="0" indent="-228600" algn="just" rtl="0">
              <a:lnSpc>
                <a:spcPct val="110000"/>
              </a:lnSpc>
              <a:spcBef>
                <a:spcPts val="0"/>
              </a:spcBef>
              <a:spcAft>
                <a:spcPts val="0"/>
              </a:spcAft>
              <a:buSzPts val="2000"/>
              <a:buChar char="•"/>
            </a:pPr>
            <a:r>
              <a:rPr lang="en-US" sz="2000" b="1" dirty="0">
                <a:latin typeface="Calibri Light" panose="020F0302020204030204" pitchFamily="34" charset="0"/>
                <a:ea typeface="Calibri Light" panose="020F0302020204030204" pitchFamily="34" charset="0"/>
                <a:cs typeface="Calibri Light" panose="020F0302020204030204" pitchFamily="34" charset="0"/>
              </a:rPr>
              <a:t>Queue</a:t>
            </a:r>
            <a:r>
              <a:rPr lang="en-US" sz="2000" dirty="0">
                <a:latin typeface="Calibri Light" panose="020F0302020204030204" pitchFamily="34" charset="0"/>
                <a:ea typeface="Calibri Light" panose="020F0302020204030204" pitchFamily="34" charset="0"/>
                <a:cs typeface="Calibri Light" panose="020F0302020204030204" pitchFamily="34" charset="0"/>
              </a:rPr>
              <a:t> - A queue is a buffer that stores messages for consumers to retrieve. A queue is bound to one or more exchanges, occasionally with a routing key. A queue may have one or many consumers.</a:t>
            </a:r>
            <a:endParaRPr dirty="0">
              <a:latin typeface="Calibri Light" panose="020F0302020204030204" pitchFamily="34" charset="0"/>
              <a:ea typeface="Calibri Light" panose="020F0302020204030204" pitchFamily="34" charset="0"/>
              <a:cs typeface="Calibri Light" panose="020F0302020204030204" pitchFamily="34" charset="0"/>
            </a:endParaRPr>
          </a:p>
          <a:p>
            <a:pPr marL="228600" lvl="0" indent="-228600" algn="just" rtl="0">
              <a:lnSpc>
                <a:spcPct val="110000"/>
              </a:lnSpc>
              <a:spcBef>
                <a:spcPts val="1000"/>
              </a:spcBef>
              <a:spcAft>
                <a:spcPts val="0"/>
              </a:spcAft>
              <a:buSzPts val="2000"/>
              <a:buChar char="•"/>
            </a:pPr>
            <a:r>
              <a:rPr lang="en-US" sz="2000" b="1" dirty="0">
                <a:latin typeface="Calibri Light" panose="020F0302020204030204" pitchFamily="34" charset="0"/>
                <a:ea typeface="Calibri Light" panose="020F0302020204030204" pitchFamily="34" charset="0"/>
                <a:cs typeface="Calibri Light" panose="020F0302020204030204" pitchFamily="34" charset="0"/>
              </a:rPr>
              <a:t>Message</a:t>
            </a:r>
            <a:r>
              <a:rPr lang="en-US" sz="2000" dirty="0">
                <a:latin typeface="Calibri Light" panose="020F0302020204030204" pitchFamily="34" charset="0"/>
                <a:ea typeface="Calibri Light" panose="020F0302020204030204" pitchFamily="34" charset="0"/>
                <a:cs typeface="Calibri Light" panose="020F0302020204030204" pitchFamily="34" charset="0"/>
              </a:rPr>
              <a:t> - A message is what is transported between the publisher and the consumer, it's essentially a byte array with some headers on top.</a:t>
            </a:r>
            <a:endParaRPr dirty="0">
              <a:latin typeface="Calibri Light" panose="020F0302020204030204" pitchFamily="34" charset="0"/>
              <a:ea typeface="Calibri Light" panose="020F0302020204030204" pitchFamily="34" charset="0"/>
              <a:cs typeface="Calibri Light" panose="020F0302020204030204" pitchFamily="34" charset="0"/>
            </a:endParaRPr>
          </a:p>
          <a:p>
            <a:pPr marL="228600" lvl="0" indent="-228600" algn="just" rtl="0">
              <a:lnSpc>
                <a:spcPct val="110000"/>
              </a:lnSpc>
              <a:spcBef>
                <a:spcPts val="1000"/>
              </a:spcBef>
              <a:spcAft>
                <a:spcPts val="0"/>
              </a:spcAft>
              <a:buSzPts val="2000"/>
              <a:buChar char="•"/>
            </a:pPr>
            <a:r>
              <a:rPr lang="en-US" sz="2000" b="1" dirty="0">
                <a:latin typeface="Calibri Light" panose="020F0302020204030204" pitchFamily="34" charset="0"/>
                <a:ea typeface="Calibri Light" panose="020F0302020204030204" pitchFamily="34" charset="0"/>
                <a:cs typeface="Calibri Light" panose="020F0302020204030204" pitchFamily="34" charset="0"/>
              </a:rPr>
              <a:t>Exchange</a:t>
            </a:r>
            <a:r>
              <a:rPr lang="en-US" sz="2000" dirty="0">
                <a:latin typeface="Calibri Light" panose="020F0302020204030204" pitchFamily="34" charset="0"/>
                <a:ea typeface="Calibri Light" panose="020F0302020204030204" pitchFamily="34" charset="0"/>
                <a:cs typeface="Calibri Light" panose="020F0302020204030204" pitchFamily="34" charset="0"/>
              </a:rPr>
              <a:t> - Receives messages from producers and deliver them to queues depending on rules defined by the exchange type. In order to receive messages, a queue needs to be bound to at least one exchange.</a:t>
            </a:r>
            <a:endParaRPr dirty="0">
              <a:latin typeface="Calibri Light" panose="020F0302020204030204" pitchFamily="34" charset="0"/>
              <a:ea typeface="Calibri Light" panose="020F0302020204030204" pitchFamily="34" charset="0"/>
              <a:cs typeface="Calibri Light" panose="020F0302020204030204" pitchFamily="34" charset="0"/>
            </a:endParaRPr>
          </a:p>
          <a:p>
            <a:pPr marL="228600" lvl="0" indent="-228600" algn="just" rtl="0">
              <a:lnSpc>
                <a:spcPct val="110000"/>
              </a:lnSpc>
              <a:spcBef>
                <a:spcPts val="1000"/>
              </a:spcBef>
              <a:spcAft>
                <a:spcPts val="0"/>
              </a:spcAft>
              <a:buSzPts val="2000"/>
              <a:buChar char="•"/>
            </a:pPr>
            <a:r>
              <a:rPr lang="en-US" sz="2000" b="1" dirty="0">
                <a:latin typeface="Calibri Light" panose="020F0302020204030204" pitchFamily="34" charset="0"/>
                <a:ea typeface="Calibri Light" panose="020F0302020204030204" pitchFamily="34" charset="0"/>
                <a:cs typeface="Calibri Light" panose="020F0302020204030204" pitchFamily="34" charset="0"/>
              </a:rPr>
              <a:t>Binding</a:t>
            </a:r>
            <a:r>
              <a:rPr lang="en-US" sz="2000" dirty="0">
                <a:latin typeface="Calibri Light" panose="020F0302020204030204" pitchFamily="34" charset="0"/>
                <a:ea typeface="Calibri Light" panose="020F0302020204030204" pitchFamily="34" charset="0"/>
                <a:cs typeface="Calibri Light" panose="020F0302020204030204" pitchFamily="34" charset="0"/>
              </a:rPr>
              <a:t> - A binding is a link </a:t>
            </a:r>
            <a:r>
              <a:rPr lang="en-US" sz="2000" dirty="0" err="1">
                <a:latin typeface="Calibri Light" panose="020F0302020204030204" pitchFamily="34" charset="0"/>
                <a:ea typeface="Calibri Light" panose="020F0302020204030204" pitchFamily="34" charset="0"/>
                <a:cs typeface="Calibri Light" panose="020F0302020204030204" pitchFamily="34" charset="0"/>
              </a:rPr>
              <a:t>abetween</a:t>
            </a:r>
            <a:r>
              <a:rPr lang="en-US" sz="2000" dirty="0">
                <a:latin typeface="Calibri Light" panose="020F0302020204030204" pitchFamily="34" charset="0"/>
                <a:ea typeface="Calibri Light" panose="020F0302020204030204" pitchFamily="34" charset="0"/>
                <a:cs typeface="Calibri Light" panose="020F0302020204030204" pitchFamily="34" charset="0"/>
              </a:rPr>
              <a:t> a queue and an exchange. It determines to which queues a message should be routed and it may be to zero or many.</a:t>
            </a:r>
            <a:endParaRPr dirty="0">
              <a:latin typeface="Calibri Light" panose="020F0302020204030204" pitchFamily="34" charset="0"/>
              <a:ea typeface="Calibri Light" panose="020F0302020204030204" pitchFamily="34" charset="0"/>
              <a:cs typeface="Calibri Light" panose="020F0302020204030204" pitchFamily="34" charset="0"/>
            </a:endParaRPr>
          </a:p>
          <a:p>
            <a:pPr marL="228600" lvl="0" indent="-228600" algn="just" rtl="0">
              <a:lnSpc>
                <a:spcPct val="110000"/>
              </a:lnSpc>
              <a:spcBef>
                <a:spcPts val="1000"/>
              </a:spcBef>
              <a:spcAft>
                <a:spcPts val="0"/>
              </a:spcAft>
              <a:buSzPts val="2000"/>
              <a:buChar char="•"/>
            </a:pPr>
            <a:r>
              <a:rPr lang="en-US" sz="2000" b="1" dirty="0">
                <a:latin typeface="Calibri Light" panose="020F0302020204030204" pitchFamily="34" charset="0"/>
                <a:ea typeface="Calibri Light" panose="020F0302020204030204" pitchFamily="34" charset="0"/>
                <a:cs typeface="Calibri Light" panose="020F0302020204030204" pitchFamily="34" charset="0"/>
              </a:rPr>
              <a:t>Routing key</a:t>
            </a:r>
            <a:r>
              <a:rPr lang="en-US" sz="2000" dirty="0">
                <a:latin typeface="Calibri Light" panose="020F0302020204030204" pitchFamily="34" charset="0"/>
                <a:ea typeface="Calibri Light" panose="020F0302020204030204" pitchFamily="34" charset="0"/>
                <a:cs typeface="Calibri Light" panose="020F0302020204030204" pitchFamily="34" charset="0"/>
              </a:rPr>
              <a:t> - A part of the header of every message and used to route the message.</a:t>
            </a:r>
            <a:endParaRPr dirty="0">
              <a:latin typeface="Calibri Light" panose="020F0302020204030204" pitchFamily="34" charset="0"/>
              <a:ea typeface="Calibri Light" panose="020F0302020204030204" pitchFamily="34" charset="0"/>
              <a:cs typeface="Calibri Light" panose="020F0302020204030204" pitchFamily="34" charset="0"/>
            </a:endParaRPr>
          </a:p>
          <a:p>
            <a:pPr marL="228600" lvl="0" indent="-228600" algn="just" rtl="0">
              <a:lnSpc>
                <a:spcPct val="110000"/>
              </a:lnSpc>
              <a:spcBef>
                <a:spcPts val="1000"/>
              </a:spcBef>
              <a:spcAft>
                <a:spcPts val="0"/>
              </a:spcAft>
              <a:buSzPts val="2000"/>
              <a:buChar char="•"/>
            </a:pPr>
            <a:r>
              <a:rPr lang="en-US" sz="2000" b="1" dirty="0">
                <a:latin typeface="Calibri Light" panose="020F0302020204030204" pitchFamily="34" charset="0"/>
                <a:ea typeface="Calibri Light" panose="020F0302020204030204" pitchFamily="34" charset="0"/>
                <a:cs typeface="Calibri Light" panose="020F0302020204030204" pitchFamily="34" charset="0"/>
              </a:rPr>
              <a:t>Connection -</a:t>
            </a:r>
            <a:r>
              <a:rPr lang="en-US" sz="2000" dirty="0">
                <a:latin typeface="Calibri Light" panose="020F0302020204030204" pitchFamily="34" charset="0"/>
                <a:ea typeface="Calibri Light" panose="020F0302020204030204" pitchFamily="34" charset="0"/>
                <a:cs typeface="Calibri Light" panose="020F0302020204030204" pitchFamily="34" charset="0"/>
              </a:rPr>
              <a:t> A TCP connection between your application and the RabbitMQ broker.</a:t>
            </a:r>
            <a:endParaRPr dirty="0">
              <a:latin typeface="Calibri Light" panose="020F0302020204030204" pitchFamily="34" charset="0"/>
              <a:ea typeface="Calibri Light" panose="020F0302020204030204" pitchFamily="34" charset="0"/>
              <a:cs typeface="Calibri Light" panose="020F0302020204030204" pitchFamily="34" charset="0"/>
            </a:endParaRPr>
          </a:p>
          <a:p>
            <a:pPr marL="228600" lvl="0" indent="-228600" algn="just" rtl="0">
              <a:lnSpc>
                <a:spcPct val="110000"/>
              </a:lnSpc>
              <a:spcBef>
                <a:spcPts val="1000"/>
              </a:spcBef>
              <a:spcAft>
                <a:spcPts val="0"/>
              </a:spcAft>
              <a:buSzPts val="2000"/>
              <a:buChar char="•"/>
            </a:pPr>
            <a:r>
              <a:rPr lang="en-US" sz="2000" b="1" dirty="0">
                <a:latin typeface="Calibri Light" panose="020F0302020204030204" pitchFamily="34" charset="0"/>
                <a:ea typeface="Calibri Light" panose="020F0302020204030204" pitchFamily="34" charset="0"/>
                <a:cs typeface="Calibri Light" panose="020F0302020204030204" pitchFamily="34" charset="0"/>
              </a:rPr>
              <a:t>Channel -</a:t>
            </a:r>
            <a:r>
              <a:rPr lang="en-US" sz="2000" dirty="0">
                <a:latin typeface="Calibri Light" panose="020F0302020204030204" pitchFamily="34" charset="0"/>
                <a:ea typeface="Calibri Light" panose="020F0302020204030204" pitchFamily="34" charset="0"/>
                <a:cs typeface="Calibri Light" panose="020F0302020204030204" pitchFamily="34" charset="0"/>
              </a:rPr>
              <a:t> A virtual connection inside a connection. When publishing or consuming messages from a queue - it's all done over a channel.</a:t>
            </a:r>
            <a:endParaRPr dirty="0">
              <a:latin typeface="Calibri Light" panose="020F0302020204030204" pitchFamily="34" charset="0"/>
              <a:ea typeface="Calibri Light" panose="020F0302020204030204" pitchFamily="34" charset="0"/>
              <a:cs typeface="Calibri Light" panose="020F0302020204030204" pitchFamily="34" charset="0"/>
            </a:endParaRPr>
          </a:p>
          <a:p>
            <a:pPr marL="228600" lvl="0" indent="-101600" algn="just" rtl="0">
              <a:lnSpc>
                <a:spcPct val="110000"/>
              </a:lnSpc>
              <a:spcBef>
                <a:spcPts val="1000"/>
              </a:spcBef>
              <a:spcAft>
                <a:spcPts val="0"/>
              </a:spcAft>
              <a:buSzPts val="2000"/>
              <a:buNone/>
            </a:pPr>
            <a:endParaRPr sz="2000"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204" name="Google Shape;204;p6"/>
          <p:cNvSpPr txBox="1">
            <a:spLocks noGrp="1"/>
          </p:cNvSpPr>
          <p:nvPr>
            <p:ph sz="half" idx="10"/>
          </p:nvPr>
        </p:nvSpPr>
        <p:spPr>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070C0"/>
              </a:buClr>
              <a:buSzPts val="3600"/>
              <a:buFont typeface="Calibri"/>
              <a:buNone/>
            </a:pPr>
            <a:r>
              <a:rPr lang="en-US"/>
              <a:t>RabbitMQ Components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09"/>
        <p:cNvGrpSpPr/>
        <p:nvPr/>
      </p:nvGrpSpPr>
      <p:grpSpPr>
        <a:xfrm>
          <a:off x="0" y="0"/>
          <a:ext cx="0" cy="0"/>
          <a:chOff x="0" y="0"/>
          <a:chExt cx="0" cy="0"/>
        </a:xfrm>
      </p:grpSpPr>
      <p:sp>
        <p:nvSpPr>
          <p:cNvPr id="210" name="Google Shape;210;p7"/>
          <p:cNvSpPr txBox="1">
            <a:spLocks noGrp="1"/>
          </p:cNvSpPr>
          <p:nvPr>
            <p:ph sz="half" idx="1"/>
          </p:nvPr>
        </p:nvSpPr>
        <p:spPr>
          <a:xfrm>
            <a:off x="493294" y="1272484"/>
            <a:ext cx="7146461" cy="4877624"/>
          </a:xfrm>
          <a:prstGeom prst="rect">
            <a:avLst/>
          </a:prstGeom>
          <a:noFill/>
          <a:ln>
            <a:noFill/>
          </a:ln>
        </p:spPr>
        <p:txBody>
          <a:bodyPr spcFirstLastPara="1" wrap="square" lIns="91425" tIns="45700" rIns="91425" bIns="45700" anchor="t" anchorCtr="0">
            <a:normAutofit lnSpcReduction="10000"/>
          </a:bodyPr>
          <a:lstStyle/>
          <a:p>
            <a:pPr marL="228600" lvl="0" indent="-228600" algn="just" rtl="0">
              <a:lnSpc>
                <a:spcPct val="100000"/>
              </a:lnSpc>
              <a:spcBef>
                <a:spcPts val="0"/>
              </a:spcBef>
              <a:spcAft>
                <a:spcPts val="0"/>
              </a:spcAft>
              <a:buClr>
                <a:srgbClr val="002060"/>
              </a:buClr>
              <a:buSzPts val="2400"/>
              <a:buChar char="•"/>
            </a:pPr>
            <a:r>
              <a:rPr lang="en-US" sz="2400" b="1" dirty="0"/>
              <a:t>Direct</a:t>
            </a:r>
            <a:r>
              <a:rPr lang="en-US" sz="2400" dirty="0"/>
              <a:t>: The message is routed to the queues whose binding key exactly matches the routing key of the message. </a:t>
            </a:r>
            <a:r>
              <a:rPr lang="en-US" sz="2400" b="1" dirty="0"/>
              <a:t>For example</a:t>
            </a:r>
            <a:r>
              <a:rPr lang="en-US" sz="2400" dirty="0"/>
              <a:t>, if a queue is bound to the exchange with the </a:t>
            </a:r>
            <a:r>
              <a:rPr lang="en-US" sz="2400" b="1" dirty="0"/>
              <a:t>binding key </a:t>
            </a:r>
            <a:r>
              <a:rPr lang="en-US" sz="2400" b="1" dirty="0" err="1"/>
              <a:t>pdfprocess</a:t>
            </a:r>
            <a:r>
              <a:rPr lang="en-US" sz="2400" dirty="0"/>
              <a:t>, a message published to the exchange with a </a:t>
            </a:r>
            <a:r>
              <a:rPr lang="en-US" sz="2400" b="1" dirty="0"/>
              <a:t>routing key </a:t>
            </a:r>
            <a:r>
              <a:rPr lang="en-US" sz="2400" b="1" dirty="0" err="1"/>
              <a:t>pdfprocess</a:t>
            </a:r>
            <a:r>
              <a:rPr lang="en-US" sz="2400" dirty="0"/>
              <a:t> is routed to that queue.</a:t>
            </a:r>
            <a:endParaRPr dirty="0"/>
          </a:p>
          <a:p>
            <a:pPr marL="228600" lvl="0" indent="-228600" algn="just" rtl="0">
              <a:lnSpc>
                <a:spcPct val="100000"/>
              </a:lnSpc>
              <a:spcBef>
                <a:spcPts val="1000"/>
              </a:spcBef>
              <a:spcAft>
                <a:spcPts val="0"/>
              </a:spcAft>
              <a:buClr>
                <a:srgbClr val="002060"/>
              </a:buClr>
              <a:buSzPts val="2400"/>
              <a:buChar char="•"/>
            </a:pPr>
            <a:r>
              <a:rPr lang="en-US" sz="2400" b="1" dirty="0"/>
              <a:t>Topic</a:t>
            </a:r>
            <a:r>
              <a:rPr lang="en-US" sz="2400" dirty="0"/>
              <a:t>: The topic exchange does a wildcard match between the routing key and the routing pattern specified in the binding.</a:t>
            </a:r>
            <a:endParaRPr dirty="0"/>
          </a:p>
          <a:p>
            <a:pPr marL="228600" lvl="0" indent="-228600" algn="just" rtl="0">
              <a:lnSpc>
                <a:spcPct val="100000"/>
              </a:lnSpc>
              <a:spcBef>
                <a:spcPts val="1000"/>
              </a:spcBef>
              <a:spcAft>
                <a:spcPts val="0"/>
              </a:spcAft>
              <a:buClr>
                <a:srgbClr val="002060"/>
              </a:buClr>
              <a:buSzPts val="2400"/>
              <a:buChar char="•"/>
            </a:pPr>
            <a:r>
              <a:rPr lang="en-US" sz="2400" b="1" dirty="0"/>
              <a:t>Fanout</a:t>
            </a:r>
            <a:r>
              <a:rPr lang="en-US" sz="2400" dirty="0"/>
              <a:t>: A fanout exchange routes messages to all of the queues bound to it. The keys provided will simply be ignored.</a:t>
            </a:r>
            <a:endParaRPr dirty="0"/>
          </a:p>
        </p:txBody>
      </p:sp>
      <p:sp>
        <p:nvSpPr>
          <p:cNvPr id="211" name="Google Shape;211;p7"/>
          <p:cNvSpPr txBox="1">
            <a:spLocks noGrp="1"/>
          </p:cNvSpPr>
          <p:nvPr>
            <p:ph sz="half" idx="10"/>
          </p:nvPr>
        </p:nvSpPr>
        <p:spPr>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070C0"/>
              </a:buClr>
              <a:buSzPts val="3600"/>
              <a:buFont typeface="Calibri"/>
              <a:buNone/>
            </a:pPr>
            <a:r>
              <a:rPr lang="en-US"/>
              <a:t>Types of Exchange</a:t>
            </a:r>
            <a:endParaRPr/>
          </a:p>
        </p:txBody>
      </p:sp>
      <p:grpSp>
        <p:nvGrpSpPr>
          <p:cNvPr id="212" name="Google Shape;212;p7"/>
          <p:cNvGrpSpPr/>
          <p:nvPr/>
        </p:nvGrpSpPr>
        <p:grpSpPr>
          <a:xfrm>
            <a:off x="7736423" y="1740746"/>
            <a:ext cx="4207174" cy="2672357"/>
            <a:chOff x="7634823" y="2212257"/>
            <a:chExt cx="4207174" cy="2672357"/>
          </a:xfrm>
        </p:grpSpPr>
        <p:grpSp>
          <p:nvGrpSpPr>
            <p:cNvPr id="213" name="Google Shape;213;p7"/>
            <p:cNvGrpSpPr/>
            <p:nvPr/>
          </p:nvGrpSpPr>
          <p:grpSpPr>
            <a:xfrm>
              <a:off x="7634823" y="2212257"/>
              <a:ext cx="4206561" cy="1657772"/>
              <a:chOff x="612" y="147077"/>
              <a:chExt cx="4206561" cy="1657772"/>
            </a:xfrm>
          </p:grpSpPr>
          <p:sp>
            <p:nvSpPr>
              <p:cNvPr id="214" name="Google Shape;214;p7"/>
              <p:cNvSpPr/>
              <p:nvPr/>
            </p:nvSpPr>
            <p:spPr>
              <a:xfrm>
                <a:off x="2048624" y="778793"/>
                <a:ext cx="1439032" cy="289329"/>
              </a:xfrm>
              <a:custGeom>
                <a:avLst/>
                <a:gdLst/>
                <a:ahLst/>
                <a:cxnLst/>
                <a:rect l="l" t="t" r="r" b="b"/>
                <a:pathLst>
                  <a:path w="120000" h="120000" extrusionOk="0">
                    <a:moveTo>
                      <a:pt x="0" y="0"/>
                    </a:moveTo>
                    <a:lnTo>
                      <a:pt x="0" y="81776"/>
                    </a:lnTo>
                    <a:lnTo>
                      <a:pt x="120000" y="81776"/>
                    </a:lnTo>
                    <a:lnTo>
                      <a:pt x="120000" y="120000"/>
                    </a:lnTo>
                  </a:path>
                </a:pathLst>
              </a:custGeom>
              <a:noFill/>
              <a:ln w="12700" cap="flat" cmpd="sng">
                <a:solidFill>
                  <a:schemeClr val="accent2"/>
                </a:solidFill>
                <a:prstDash val="solid"/>
                <a:miter lim="800000"/>
                <a:headEnd type="none" w="sm" len="sm"/>
                <a:tailEnd type="none" w="sm" len="sm"/>
              </a:ln>
            </p:spPr>
            <p:txBody>
              <a:bodyPr/>
              <a:lstStyle/>
              <a:p>
                <a:endParaRPr lang="en-US"/>
              </a:p>
            </p:txBody>
          </p:sp>
          <p:sp>
            <p:nvSpPr>
              <p:cNvPr id="215" name="Google Shape;215;p7"/>
              <p:cNvSpPr/>
              <p:nvPr/>
            </p:nvSpPr>
            <p:spPr>
              <a:xfrm>
                <a:off x="2002904" y="778793"/>
                <a:ext cx="91440" cy="289329"/>
              </a:xfrm>
              <a:custGeom>
                <a:avLst/>
                <a:gdLst/>
                <a:ahLst/>
                <a:cxnLst/>
                <a:rect l="l" t="t" r="r" b="b"/>
                <a:pathLst>
                  <a:path w="120000" h="120000" extrusionOk="0">
                    <a:moveTo>
                      <a:pt x="60000" y="0"/>
                    </a:moveTo>
                    <a:lnTo>
                      <a:pt x="60000" y="120000"/>
                    </a:lnTo>
                  </a:path>
                </a:pathLst>
              </a:custGeom>
              <a:noFill/>
              <a:ln w="12700" cap="flat" cmpd="sng">
                <a:solidFill>
                  <a:schemeClr val="accent2"/>
                </a:solidFill>
                <a:prstDash val="solid"/>
                <a:miter lim="800000"/>
                <a:headEnd type="none" w="sm" len="sm"/>
                <a:tailEnd type="none" w="sm" len="sm"/>
              </a:ln>
            </p:spPr>
            <p:txBody>
              <a:bodyPr/>
              <a:lstStyle/>
              <a:p>
                <a:endParaRPr lang="en-US"/>
              </a:p>
            </p:txBody>
          </p:sp>
          <p:sp>
            <p:nvSpPr>
              <p:cNvPr id="216" name="Google Shape;216;p7"/>
              <p:cNvSpPr/>
              <p:nvPr/>
            </p:nvSpPr>
            <p:spPr>
              <a:xfrm>
                <a:off x="609592" y="778793"/>
                <a:ext cx="1439032" cy="289329"/>
              </a:xfrm>
              <a:custGeom>
                <a:avLst/>
                <a:gdLst/>
                <a:ahLst/>
                <a:cxnLst/>
                <a:rect l="l" t="t" r="r" b="b"/>
                <a:pathLst>
                  <a:path w="120000" h="120000" extrusionOk="0">
                    <a:moveTo>
                      <a:pt x="120000" y="0"/>
                    </a:moveTo>
                    <a:lnTo>
                      <a:pt x="120000" y="81776"/>
                    </a:lnTo>
                    <a:lnTo>
                      <a:pt x="0" y="81776"/>
                    </a:lnTo>
                    <a:lnTo>
                      <a:pt x="0" y="120000"/>
                    </a:lnTo>
                  </a:path>
                </a:pathLst>
              </a:custGeom>
              <a:noFill/>
              <a:ln w="12700" cap="flat" cmpd="sng">
                <a:solidFill>
                  <a:schemeClr val="accent2"/>
                </a:solidFill>
                <a:prstDash val="solid"/>
                <a:miter lim="800000"/>
                <a:headEnd type="none" w="sm" len="sm"/>
                <a:tailEnd type="none" w="sm" len="sm"/>
              </a:ln>
            </p:spPr>
            <p:txBody>
              <a:bodyPr/>
              <a:lstStyle/>
              <a:p>
                <a:endParaRPr lang="en-US"/>
              </a:p>
            </p:txBody>
          </p:sp>
          <p:sp>
            <p:nvSpPr>
              <p:cNvPr id="217" name="Google Shape;217;p7"/>
              <p:cNvSpPr/>
              <p:nvPr/>
            </p:nvSpPr>
            <p:spPr>
              <a:xfrm>
                <a:off x="1439645" y="147077"/>
                <a:ext cx="1217959" cy="631716"/>
              </a:xfrm>
              <a:prstGeom prst="roundRect">
                <a:avLst>
                  <a:gd name="adj" fmla="val 10000"/>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7"/>
              <p:cNvSpPr/>
              <p:nvPr/>
            </p:nvSpPr>
            <p:spPr>
              <a:xfrm>
                <a:off x="1550181" y="252087"/>
                <a:ext cx="1217959" cy="631716"/>
              </a:xfrm>
              <a:prstGeom prst="roundRect">
                <a:avLst>
                  <a:gd name="adj" fmla="val 10000"/>
                </a:avLst>
              </a:prstGeom>
              <a:solidFill>
                <a:schemeClr val="lt1">
                  <a:alpha val="89803"/>
                </a:schemeClr>
              </a:solidFill>
              <a:ln w="12700" cap="flat" cmpd="sng">
                <a:solidFill>
                  <a:srgbClr val="599BD5"/>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7"/>
              <p:cNvSpPr txBox="1"/>
              <p:nvPr/>
            </p:nvSpPr>
            <p:spPr>
              <a:xfrm>
                <a:off x="1568683" y="270589"/>
                <a:ext cx="1180955" cy="594712"/>
              </a:xfrm>
              <a:prstGeom prst="rect">
                <a:avLst/>
              </a:prstGeom>
              <a:noFill/>
              <a:ln>
                <a:noFill/>
              </a:ln>
            </p:spPr>
            <p:txBody>
              <a:bodyPr spcFirstLastPara="1" wrap="square" lIns="76200" tIns="76200" rIns="76200" bIns="76200" anchor="ctr" anchorCtr="0">
                <a:noAutofit/>
              </a:bodyPr>
              <a:lstStyle/>
              <a:p>
                <a:pPr marL="0" marR="0" lvl="0" indent="0" algn="ctr" rtl="0">
                  <a:lnSpc>
                    <a:spcPct val="90000"/>
                  </a:lnSpc>
                  <a:spcBef>
                    <a:spcPts val="0"/>
                  </a:spcBef>
                  <a:spcAft>
                    <a:spcPts val="0"/>
                  </a:spcAft>
                  <a:buClr>
                    <a:schemeClr val="dk1"/>
                  </a:buClr>
                  <a:buSzPts val="2000"/>
                  <a:buFont typeface="Calibri"/>
                  <a:buNone/>
                </a:pPr>
                <a:r>
                  <a:rPr lang="en-US" sz="2000">
                    <a:solidFill>
                      <a:schemeClr val="dk1"/>
                    </a:solidFill>
                    <a:latin typeface="Calibri"/>
                    <a:ea typeface="Calibri"/>
                    <a:cs typeface="Calibri"/>
                    <a:sym typeface="Calibri"/>
                  </a:rPr>
                  <a:t>Exchange</a:t>
                </a:r>
                <a:endParaRPr sz="2000">
                  <a:solidFill>
                    <a:schemeClr val="dk1"/>
                  </a:solidFill>
                  <a:latin typeface="Calibri"/>
                  <a:ea typeface="Calibri"/>
                  <a:cs typeface="Calibri"/>
                  <a:sym typeface="Calibri"/>
                </a:endParaRPr>
              </a:p>
            </p:txBody>
          </p:sp>
          <p:sp>
            <p:nvSpPr>
              <p:cNvPr id="220" name="Google Shape;220;p7"/>
              <p:cNvSpPr/>
              <p:nvPr/>
            </p:nvSpPr>
            <p:spPr>
              <a:xfrm>
                <a:off x="612" y="1068123"/>
                <a:ext cx="1217959" cy="631716"/>
              </a:xfrm>
              <a:prstGeom prst="roundRect">
                <a:avLst>
                  <a:gd name="adj" fmla="val 10000"/>
                </a:avLst>
              </a:prstGeom>
              <a:solidFill>
                <a:srgbClr val="00B0F0"/>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7"/>
              <p:cNvSpPr/>
              <p:nvPr/>
            </p:nvSpPr>
            <p:spPr>
              <a:xfrm>
                <a:off x="111149" y="1173133"/>
                <a:ext cx="1217959" cy="631716"/>
              </a:xfrm>
              <a:prstGeom prst="roundRect">
                <a:avLst>
                  <a:gd name="adj" fmla="val 10000"/>
                </a:avLst>
              </a:prstGeom>
              <a:solidFill>
                <a:schemeClr val="lt1">
                  <a:alpha val="89803"/>
                </a:schemeClr>
              </a:solidFill>
              <a:ln w="12700" cap="flat" cmpd="sng">
                <a:solidFill>
                  <a:srgbClr val="00B0F0"/>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7"/>
              <p:cNvSpPr txBox="1"/>
              <p:nvPr/>
            </p:nvSpPr>
            <p:spPr>
              <a:xfrm>
                <a:off x="129651" y="1191635"/>
                <a:ext cx="1180955" cy="594712"/>
              </a:xfrm>
              <a:prstGeom prst="rect">
                <a:avLst/>
              </a:prstGeom>
              <a:noFill/>
              <a:ln>
                <a:noFill/>
              </a:ln>
            </p:spPr>
            <p:txBody>
              <a:bodyPr spcFirstLastPara="1" wrap="square" lIns="76200" tIns="76200" rIns="76200" bIns="76200" anchor="ctr" anchorCtr="0">
                <a:noAutofit/>
              </a:bodyPr>
              <a:lstStyle/>
              <a:p>
                <a:pPr marL="0" marR="0" lvl="0" indent="0" algn="ctr" rtl="0">
                  <a:lnSpc>
                    <a:spcPct val="90000"/>
                  </a:lnSpc>
                  <a:spcBef>
                    <a:spcPts val="0"/>
                  </a:spcBef>
                  <a:spcAft>
                    <a:spcPts val="0"/>
                  </a:spcAft>
                  <a:buClr>
                    <a:schemeClr val="dk1"/>
                  </a:buClr>
                  <a:buSzPts val="2000"/>
                  <a:buFont typeface="Calibri"/>
                  <a:buNone/>
                </a:pPr>
                <a:r>
                  <a:rPr lang="en-US" sz="2000">
                    <a:solidFill>
                      <a:schemeClr val="dk1"/>
                    </a:solidFill>
                    <a:latin typeface="Calibri"/>
                    <a:ea typeface="Calibri"/>
                    <a:cs typeface="Calibri"/>
                    <a:sym typeface="Calibri"/>
                  </a:rPr>
                  <a:t>Direct</a:t>
                </a:r>
                <a:endParaRPr sz="2800">
                  <a:solidFill>
                    <a:schemeClr val="dk1"/>
                  </a:solidFill>
                  <a:latin typeface="Calibri"/>
                  <a:ea typeface="Calibri"/>
                  <a:cs typeface="Calibri"/>
                  <a:sym typeface="Calibri"/>
                </a:endParaRPr>
              </a:p>
            </p:txBody>
          </p:sp>
          <p:sp>
            <p:nvSpPr>
              <p:cNvPr id="223" name="Google Shape;223;p7"/>
              <p:cNvSpPr/>
              <p:nvPr/>
            </p:nvSpPr>
            <p:spPr>
              <a:xfrm>
                <a:off x="1439645" y="1068123"/>
                <a:ext cx="1217959" cy="631716"/>
              </a:xfrm>
              <a:prstGeom prst="roundRect">
                <a:avLst>
                  <a:gd name="adj" fmla="val 10000"/>
                </a:avLst>
              </a:prstGeom>
              <a:solidFill>
                <a:schemeClr val="accent2"/>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7"/>
              <p:cNvSpPr/>
              <p:nvPr/>
            </p:nvSpPr>
            <p:spPr>
              <a:xfrm>
                <a:off x="1550181" y="1173133"/>
                <a:ext cx="1217959" cy="631716"/>
              </a:xfrm>
              <a:prstGeom prst="roundRect">
                <a:avLst>
                  <a:gd name="adj" fmla="val 10000"/>
                </a:avLst>
              </a:prstGeom>
              <a:solidFill>
                <a:schemeClr val="lt1">
                  <a:alpha val="89803"/>
                </a:schemeClr>
              </a:solidFill>
              <a:ln w="12700" cap="flat" cmpd="sng">
                <a:solidFill>
                  <a:schemeClr val="accent2"/>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7"/>
              <p:cNvSpPr txBox="1"/>
              <p:nvPr/>
            </p:nvSpPr>
            <p:spPr>
              <a:xfrm>
                <a:off x="1568683" y="1191635"/>
                <a:ext cx="1180955" cy="594712"/>
              </a:xfrm>
              <a:prstGeom prst="rect">
                <a:avLst/>
              </a:prstGeom>
              <a:noFill/>
              <a:ln>
                <a:noFill/>
              </a:ln>
            </p:spPr>
            <p:txBody>
              <a:bodyPr spcFirstLastPara="1" wrap="square" lIns="76200" tIns="76200" rIns="76200" bIns="76200" anchor="ctr" anchorCtr="0">
                <a:noAutofit/>
              </a:bodyPr>
              <a:lstStyle/>
              <a:p>
                <a:pPr marL="0" marR="0" lvl="0" indent="0" algn="ctr" rtl="0">
                  <a:lnSpc>
                    <a:spcPct val="90000"/>
                  </a:lnSpc>
                  <a:spcBef>
                    <a:spcPts val="0"/>
                  </a:spcBef>
                  <a:spcAft>
                    <a:spcPts val="0"/>
                  </a:spcAft>
                  <a:buClr>
                    <a:schemeClr val="dk1"/>
                  </a:buClr>
                  <a:buSzPts val="2000"/>
                  <a:buFont typeface="Calibri"/>
                  <a:buNone/>
                </a:pPr>
                <a:r>
                  <a:rPr lang="en-US" sz="2000">
                    <a:solidFill>
                      <a:schemeClr val="dk1"/>
                    </a:solidFill>
                    <a:latin typeface="Calibri"/>
                    <a:ea typeface="Calibri"/>
                    <a:cs typeface="Calibri"/>
                    <a:sym typeface="Calibri"/>
                  </a:rPr>
                  <a:t>Topic</a:t>
                </a:r>
                <a:endParaRPr sz="2800">
                  <a:solidFill>
                    <a:schemeClr val="dk1"/>
                  </a:solidFill>
                  <a:latin typeface="Calibri"/>
                  <a:ea typeface="Calibri"/>
                  <a:cs typeface="Calibri"/>
                  <a:sym typeface="Calibri"/>
                </a:endParaRPr>
              </a:p>
            </p:txBody>
          </p:sp>
          <p:sp>
            <p:nvSpPr>
              <p:cNvPr id="226" name="Google Shape;226;p7"/>
              <p:cNvSpPr/>
              <p:nvPr/>
            </p:nvSpPr>
            <p:spPr>
              <a:xfrm>
                <a:off x="2878677" y="1068123"/>
                <a:ext cx="1217959" cy="631716"/>
              </a:xfrm>
              <a:prstGeom prst="roundRect">
                <a:avLst>
                  <a:gd name="adj" fmla="val 10000"/>
                </a:avLst>
              </a:prstGeom>
              <a:solidFill>
                <a:srgbClr val="7030A0"/>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7"/>
              <p:cNvSpPr/>
              <p:nvPr/>
            </p:nvSpPr>
            <p:spPr>
              <a:xfrm>
                <a:off x="2989214" y="1173133"/>
                <a:ext cx="1217959" cy="631716"/>
              </a:xfrm>
              <a:prstGeom prst="roundRect">
                <a:avLst>
                  <a:gd name="adj" fmla="val 10000"/>
                </a:avLst>
              </a:prstGeom>
              <a:solidFill>
                <a:schemeClr val="lt1">
                  <a:alpha val="89803"/>
                </a:schemeClr>
              </a:solidFill>
              <a:ln w="12700" cap="flat" cmpd="sng">
                <a:solidFill>
                  <a:srgbClr val="7030A0"/>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7"/>
              <p:cNvSpPr txBox="1"/>
              <p:nvPr/>
            </p:nvSpPr>
            <p:spPr>
              <a:xfrm>
                <a:off x="3007716" y="1191635"/>
                <a:ext cx="1180955" cy="594712"/>
              </a:xfrm>
              <a:prstGeom prst="rect">
                <a:avLst/>
              </a:prstGeom>
              <a:noFill/>
              <a:ln>
                <a:noFill/>
              </a:ln>
            </p:spPr>
            <p:txBody>
              <a:bodyPr spcFirstLastPara="1" wrap="square" lIns="76200" tIns="76200" rIns="76200" bIns="76200" anchor="ctr" anchorCtr="0">
                <a:noAutofit/>
              </a:bodyPr>
              <a:lstStyle/>
              <a:p>
                <a:pPr marL="0" marR="0" lvl="0" indent="0" algn="ctr" rtl="0">
                  <a:lnSpc>
                    <a:spcPct val="90000"/>
                  </a:lnSpc>
                  <a:spcBef>
                    <a:spcPts val="0"/>
                  </a:spcBef>
                  <a:spcAft>
                    <a:spcPts val="0"/>
                  </a:spcAft>
                  <a:buClr>
                    <a:schemeClr val="dk1"/>
                  </a:buClr>
                  <a:buSzPts val="2000"/>
                  <a:buFont typeface="Calibri"/>
                  <a:buNone/>
                </a:pPr>
                <a:r>
                  <a:rPr lang="en-US" sz="2000">
                    <a:solidFill>
                      <a:schemeClr val="dk1"/>
                    </a:solidFill>
                    <a:latin typeface="Calibri"/>
                    <a:ea typeface="Calibri"/>
                    <a:cs typeface="Calibri"/>
                    <a:sym typeface="Calibri"/>
                  </a:rPr>
                  <a:t>Fanout</a:t>
                </a:r>
                <a:endParaRPr/>
              </a:p>
            </p:txBody>
          </p:sp>
        </p:grpSp>
        <p:pic>
          <p:nvPicPr>
            <p:cNvPr id="229" name="Google Shape;229;p7"/>
            <p:cNvPicPr preferRelativeResize="0"/>
            <p:nvPr/>
          </p:nvPicPr>
          <p:blipFill rotWithShape="1">
            <a:blip r:embed="rId3">
              <a:alphaModFix/>
            </a:blip>
            <a:srcRect/>
            <a:stretch/>
          </p:blipFill>
          <p:spPr>
            <a:xfrm>
              <a:off x="8160494" y="4366808"/>
              <a:ext cx="581309" cy="517805"/>
            </a:xfrm>
            <a:prstGeom prst="rect">
              <a:avLst/>
            </a:prstGeom>
            <a:noFill/>
            <a:ln>
              <a:noFill/>
            </a:ln>
          </p:spPr>
        </p:pic>
        <p:pic>
          <p:nvPicPr>
            <p:cNvPr id="230" name="Google Shape;230;p7"/>
            <p:cNvPicPr preferRelativeResize="0"/>
            <p:nvPr/>
          </p:nvPicPr>
          <p:blipFill rotWithShape="1">
            <a:blip r:embed="rId3">
              <a:alphaModFix/>
            </a:blip>
            <a:srcRect/>
            <a:stretch/>
          </p:blipFill>
          <p:spPr>
            <a:xfrm>
              <a:off x="9156795" y="4366809"/>
              <a:ext cx="581309" cy="517805"/>
            </a:xfrm>
            <a:prstGeom prst="rect">
              <a:avLst/>
            </a:prstGeom>
            <a:noFill/>
            <a:ln>
              <a:noFill/>
            </a:ln>
          </p:spPr>
        </p:pic>
        <p:pic>
          <p:nvPicPr>
            <p:cNvPr id="231" name="Google Shape;231;p7"/>
            <p:cNvPicPr preferRelativeResize="0"/>
            <p:nvPr/>
          </p:nvPicPr>
          <p:blipFill rotWithShape="1">
            <a:blip r:embed="rId3">
              <a:alphaModFix/>
            </a:blip>
            <a:srcRect/>
            <a:stretch/>
          </p:blipFill>
          <p:spPr>
            <a:xfrm>
              <a:off x="9793749" y="4366808"/>
              <a:ext cx="581309" cy="517805"/>
            </a:xfrm>
            <a:prstGeom prst="rect">
              <a:avLst/>
            </a:prstGeom>
            <a:noFill/>
            <a:ln>
              <a:noFill/>
            </a:ln>
          </p:spPr>
        </p:pic>
        <p:pic>
          <p:nvPicPr>
            <p:cNvPr id="232" name="Google Shape;232;p7"/>
            <p:cNvPicPr preferRelativeResize="0"/>
            <p:nvPr/>
          </p:nvPicPr>
          <p:blipFill rotWithShape="1">
            <a:blip r:embed="rId3">
              <a:alphaModFix/>
            </a:blip>
            <a:srcRect/>
            <a:stretch/>
          </p:blipFill>
          <p:spPr>
            <a:xfrm>
              <a:off x="10623734" y="4366809"/>
              <a:ext cx="581309" cy="517805"/>
            </a:xfrm>
            <a:prstGeom prst="rect">
              <a:avLst/>
            </a:prstGeom>
            <a:noFill/>
            <a:ln>
              <a:noFill/>
            </a:ln>
          </p:spPr>
        </p:pic>
        <p:pic>
          <p:nvPicPr>
            <p:cNvPr id="233" name="Google Shape;233;p7"/>
            <p:cNvPicPr preferRelativeResize="0"/>
            <p:nvPr/>
          </p:nvPicPr>
          <p:blipFill rotWithShape="1">
            <a:blip r:embed="rId3">
              <a:alphaModFix/>
            </a:blip>
            <a:srcRect/>
            <a:stretch/>
          </p:blipFill>
          <p:spPr>
            <a:xfrm>
              <a:off x="11260688" y="4366808"/>
              <a:ext cx="581309" cy="517805"/>
            </a:xfrm>
            <a:prstGeom prst="rect">
              <a:avLst/>
            </a:prstGeom>
            <a:noFill/>
            <a:ln>
              <a:noFill/>
            </a:ln>
          </p:spPr>
        </p:pic>
        <p:cxnSp>
          <p:nvCxnSpPr>
            <p:cNvPr id="234" name="Google Shape;234;p7"/>
            <p:cNvCxnSpPr>
              <a:endCxn id="229" idx="0"/>
            </p:cNvCxnSpPr>
            <p:nvPr/>
          </p:nvCxnSpPr>
          <p:spPr>
            <a:xfrm>
              <a:off x="8451149" y="3876308"/>
              <a:ext cx="0" cy="490500"/>
            </a:xfrm>
            <a:prstGeom prst="straightConnector1">
              <a:avLst/>
            </a:prstGeom>
            <a:noFill/>
            <a:ln w="28575" cap="flat" cmpd="sng">
              <a:solidFill>
                <a:srgbClr val="595959"/>
              </a:solidFill>
              <a:prstDash val="solid"/>
              <a:miter lim="800000"/>
              <a:headEnd type="none" w="sm" len="sm"/>
              <a:tailEnd type="triangle" w="med" len="med"/>
            </a:ln>
          </p:spPr>
        </p:cxnSp>
        <p:cxnSp>
          <p:nvCxnSpPr>
            <p:cNvPr id="235" name="Google Shape;235;p7"/>
            <p:cNvCxnSpPr/>
            <p:nvPr/>
          </p:nvCxnSpPr>
          <p:spPr>
            <a:xfrm flipH="1">
              <a:off x="9612923" y="3865368"/>
              <a:ext cx="226915" cy="501440"/>
            </a:xfrm>
            <a:prstGeom prst="straightConnector1">
              <a:avLst/>
            </a:prstGeom>
            <a:noFill/>
            <a:ln w="28575" cap="flat" cmpd="sng">
              <a:solidFill>
                <a:srgbClr val="595959"/>
              </a:solidFill>
              <a:prstDash val="solid"/>
              <a:miter lim="800000"/>
              <a:headEnd type="none" w="sm" len="sm"/>
              <a:tailEnd type="triangle" w="med" len="med"/>
            </a:ln>
          </p:spPr>
        </p:cxnSp>
        <p:cxnSp>
          <p:nvCxnSpPr>
            <p:cNvPr id="236" name="Google Shape;236;p7"/>
            <p:cNvCxnSpPr>
              <a:endCxn id="231" idx="0"/>
            </p:cNvCxnSpPr>
            <p:nvPr/>
          </p:nvCxnSpPr>
          <p:spPr>
            <a:xfrm>
              <a:off x="9839904" y="3876308"/>
              <a:ext cx="244500" cy="490500"/>
            </a:xfrm>
            <a:prstGeom prst="straightConnector1">
              <a:avLst/>
            </a:prstGeom>
            <a:noFill/>
            <a:ln w="28575" cap="flat" cmpd="sng">
              <a:solidFill>
                <a:srgbClr val="595959"/>
              </a:solidFill>
              <a:prstDash val="solid"/>
              <a:miter lim="800000"/>
              <a:headEnd type="none" w="sm" len="sm"/>
              <a:tailEnd type="triangle" w="med" len="med"/>
            </a:ln>
          </p:spPr>
        </p:cxnSp>
        <p:cxnSp>
          <p:nvCxnSpPr>
            <p:cNvPr id="237" name="Google Shape;237;p7"/>
            <p:cNvCxnSpPr/>
            <p:nvPr/>
          </p:nvCxnSpPr>
          <p:spPr>
            <a:xfrm flipH="1">
              <a:off x="11033772" y="3865368"/>
              <a:ext cx="226915" cy="501440"/>
            </a:xfrm>
            <a:prstGeom prst="straightConnector1">
              <a:avLst/>
            </a:prstGeom>
            <a:noFill/>
            <a:ln w="28575" cap="flat" cmpd="sng">
              <a:solidFill>
                <a:srgbClr val="595959"/>
              </a:solidFill>
              <a:prstDash val="solid"/>
              <a:miter lim="800000"/>
              <a:headEnd type="none" w="sm" len="sm"/>
              <a:tailEnd type="triangle" w="med" len="med"/>
            </a:ln>
          </p:spPr>
        </p:cxnSp>
        <p:cxnSp>
          <p:nvCxnSpPr>
            <p:cNvPr id="238" name="Google Shape;238;p7"/>
            <p:cNvCxnSpPr/>
            <p:nvPr/>
          </p:nvCxnSpPr>
          <p:spPr>
            <a:xfrm>
              <a:off x="11260688" y="3876431"/>
              <a:ext cx="244565" cy="490377"/>
            </a:xfrm>
            <a:prstGeom prst="straightConnector1">
              <a:avLst/>
            </a:prstGeom>
            <a:noFill/>
            <a:ln w="28575" cap="flat" cmpd="sng">
              <a:solidFill>
                <a:srgbClr val="595959"/>
              </a:solidFill>
              <a:prstDash val="solid"/>
              <a:miter lim="800000"/>
              <a:headEnd type="none" w="sm" len="sm"/>
              <a:tailEnd type="triangle" w="med" len="med"/>
            </a:ln>
          </p:spPr>
        </p:cxnSp>
        <p:sp>
          <p:nvSpPr>
            <p:cNvPr id="239" name="Google Shape;239;p7"/>
            <p:cNvSpPr txBox="1"/>
            <p:nvPr/>
          </p:nvSpPr>
          <p:spPr>
            <a:xfrm>
              <a:off x="7920686" y="3990814"/>
              <a:ext cx="824265"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50">
                  <a:solidFill>
                    <a:schemeClr val="dk1"/>
                  </a:solidFill>
                  <a:latin typeface="Calibri"/>
                  <a:ea typeface="Calibri"/>
                  <a:cs typeface="Calibri"/>
                  <a:sym typeface="Calibri"/>
                </a:rPr>
                <a:t>Binding Key</a:t>
              </a:r>
              <a:endParaRPr/>
            </a:p>
          </p:txBody>
        </p:sp>
        <p:sp>
          <p:nvSpPr>
            <p:cNvPr id="240" name="Google Shape;240;p7"/>
            <p:cNvSpPr txBox="1"/>
            <p:nvPr/>
          </p:nvSpPr>
          <p:spPr>
            <a:xfrm>
              <a:off x="9316297" y="4007808"/>
              <a:ext cx="1047082"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50">
                  <a:solidFill>
                    <a:schemeClr val="dk1"/>
                  </a:solidFill>
                  <a:latin typeface="Calibri"/>
                  <a:ea typeface="Calibri"/>
                  <a:cs typeface="Calibri"/>
                  <a:sym typeface="Calibri"/>
                </a:rPr>
                <a:t>Routing Pattern</a:t>
              </a: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graphicFrame>
        <p:nvGraphicFramePr>
          <p:cNvPr id="245" name="Google Shape;245;p8"/>
          <p:cNvGraphicFramePr/>
          <p:nvPr>
            <p:extLst>
              <p:ext uri="{D42A27DB-BD31-4B8C-83A1-F6EECF244321}">
                <p14:modId xmlns:p14="http://schemas.microsoft.com/office/powerpoint/2010/main" val="1419997115"/>
              </p:ext>
            </p:extLst>
          </p:nvPr>
        </p:nvGraphicFramePr>
        <p:xfrm>
          <a:off x="615013" y="1524464"/>
          <a:ext cx="8033200" cy="1524100"/>
        </p:xfrm>
        <a:graphic>
          <a:graphicData uri="http://schemas.openxmlformats.org/drawingml/2006/table">
            <a:tbl>
              <a:tblPr>
                <a:noFill/>
                <a:tableStyleId>{BC6976E6-CC8C-478A-833B-C0469BF7EEE1}</a:tableStyleId>
              </a:tblPr>
              <a:tblGrid>
                <a:gridCol w="2981800">
                  <a:extLst>
                    <a:ext uri="{9D8B030D-6E8A-4147-A177-3AD203B41FA5}">
                      <a16:colId xmlns:a16="http://schemas.microsoft.com/office/drawing/2014/main" val="20000"/>
                    </a:ext>
                  </a:extLst>
                </a:gridCol>
                <a:gridCol w="5051400">
                  <a:extLst>
                    <a:ext uri="{9D8B030D-6E8A-4147-A177-3AD203B41FA5}">
                      <a16:colId xmlns:a16="http://schemas.microsoft.com/office/drawing/2014/main" val="20001"/>
                    </a:ext>
                  </a:extLst>
                </a:gridCol>
              </a:tblGrid>
              <a:tr h="228600">
                <a:tc>
                  <a:txBody>
                    <a:bodyPr/>
                    <a:lstStyle/>
                    <a:p>
                      <a:pPr marL="0" marR="0" lvl="0" indent="0" algn="l" rtl="0">
                        <a:spcBef>
                          <a:spcPts val="0"/>
                        </a:spcBef>
                        <a:spcAft>
                          <a:spcPts val="0"/>
                        </a:spcAft>
                        <a:buNone/>
                      </a:pPr>
                      <a:r>
                        <a:rPr lang="en-US" sz="1800" b="1" u="none" strike="noStrike" cap="none"/>
                        <a:t>Exchange type</a:t>
                      </a:r>
                      <a:endParaRPr/>
                    </a:p>
                  </a:txBody>
                  <a:tcPr marL="91450" marR="91450" marT="15250" marB="15250">
                    <a:lnL w="9525" cap="flat" cmpd="sng">
                      <a:solidFill>
                        <a:srgbClr val="E4E4E4"/>
                      </a:solidFill>
                      <a:prstDash val="solid"/>
                      <a:round/>
                      <a:headEnd type="none" w="sm" len="sm"/>
                      <a:tailEnd type="none" w="sm" len="sm"/>
                    </a:lnL>
                    <a:lnR w="9525" cap="flat" cmpd="sng">
                      <a:solidFill>
                        <a:srgbClr val="E4E4E4"/>
                      </a:solidFill>
                      <a:prstDash val="solid"/>
                      <a:round/>
                      <a:headEnd type="none" w="sm" len="sm"/>
                      <a:tailEnd type="none" w="sm" len="sm"/>
                    </a:lnR>
                    <a:lnT w="9525" cap="flat" cmpd="sng">
                      <a:solidFill>
                        <a:srgbClr val="E4E4E4"/>
                      </a:solidFill>
                      <a:prstDash val="solid"/>
                      <a:round/>
                      <a:headEnd type="none" w="sm" len="sm"/>
                      <a:tailEnd type="none" w="sm" len="sm"/>
                    </a:lnT>
                    <a:lnB w="9525" cap="flat" cmpd="sng">
                      <a:solidFill>
                        <a:srgbClr val="E4E4E4"/>
                      </a:solidFill>
                      <a:prstDash val="solid"/>
                      <a:round/>
                      <a:headEnd type="none" w="sm" len="sm"/>
                      <a:tailEnd type="none" w="sm" len="sm"/>
                    </a:lnB>
                    <a:solidFill>
                      <a:schemeClr val="lt2"/>
                    </a:solidFill>
                  </a:tcPr>
                </a:tc>
                <a:tc>
                  <a:txBody>
                    <a:bodyPr/>
                    <a:lstStyle/>
                    <a:p>
                      <a:pPr marL="0" marR="0" lvl="0" indent="0" algn="l" rtl="0">
                        <a:spcBef>
                          <a:spcPts val="0"/>
                        </a:spcBef>
                        <a:spcAft>
                          <a:spcPts val="0"/>
                        </a:spcAft>
                        <a:buNone/>
                      </a:pPr>
                      <a:r>
                        <a:rPr lang="en-US" sz="1800" b="1" u="none" strike="noStrike" cap="none"/>
                        <a:t>Default pre-declared names</a:t>
                      </a:r>
                      <a:endParaRPr/>
                    </a:p>
                  </a:txBody>
                  <a:tcPr marL="91450" marR="91450" marT="15250" marB="15250">
                    <a:lnL w="9525" cap="flat" cmpd="sng">
                      <a:solidFill>
                        <a:srgbClr val="E4E4E4"/>
                      </a:solidFill>
                      <a:prstDash val="solid"/>
                      <a:round/>
                      <a:headEnd type="none" w="sm" len="sm"/>
                      <a:tailEnd type="none" w="sm" len="sm"/>
                    </a:lnL>
                    <a:lnR w="9525" cap="flat" cmpd="sng">
                      <a:solidFill>
                        <a:srgbClr val="E4E4E4"/>
                      </a:solidFill>
                      <a:prstDash val="solid"/>
                      <a:round/>
                      <a:headEnd type="none" w="sm" len="sm"/>
                      <a:tailEnd type="none" w="sm" len="sm"/>
                    </a:lnR>
                    <a:lnT w="9525" cap="flat" cmpd="sng">
                      <a:solidFill>
                        <a:srgbClr val="E4E4E4"/>
                      </a:solidFill>
                      <a:prstDash val="solid"/>
                      <a:round/>
                      <a:headEnd type="none" w="sm" len="sm"/>
                      <a:tailEnd type="none" w="sm" len="sm"/>
                    </a:lnT>
                    <a:lnB w="9525" cap="flat" cmpd="sng">
                      <a:solidFill>
                        <a:srgbClr val="E4E4E4"/>
                      </a:solidFill>
                      <a:prstDash val="solid"/>
                      <a:round/>
                      <a:headEnd type="none" w="sm" len="sm"/>
                      <a:tailEnd type="none" w="sm" len="sm"/>
                    </a:lnB>
                    <a:solidFill>
                      <a:schemeClr val="lt2"/>
                    </a:solidFill>
                  </a:tcPr>
                </a:tc>
                <a:extLst>
                  <a:ext uri="{0D108BD9-81ED-4DB2-BD59-A6C34878D82A}">
                    <a16:rowId xmlns:a16="http://schemas.microsoft.com/office/drawing/2014/main" val="10000"/>
                  </a:ext>
                </a:extLst>
              </a:tr>
              <a:tr h="228600">
                <a:tc>
                  <a:txBody>
                    <a:bodyPr/>
                    <a:lstStyle/>
                    <a:p>
                      <a:pPr marL="0" marR="0" lvl="0" indent="0" algn="l" rtl="0">
                        <a:spcBef>
                          <a:spcPts val="0"/>
                        </a:spcBef>
                        <a:spcAft>
                          <a:spcPts val="0"/>
                        </a:spcAft>
                        <a:buNone/>
                      </a:pPr>
                      <a:r>
                        <a:rPr lang="en-US" sz="1800" u="none" strike="noStrike" cap="none"/>
                        <a:t>Direct exchange</a:t>
                      </a:r>
                      <a:endParaRPr/>
                    </a:p>
                  </a:txBody>
                  <a:tcPr marL="91450" marR="91450" marT="15250" marB="15250">
                    <a:lnL w="9525" cap="flat" cmpd="sng">
                      <a:solidFill>
                        <a:srgbClr val="E4E4E4"/>
                      </a:solidFill>
                      <a:prstDash val="solid"/>
                      <a:round/>
                      <a:headEnd type="none" w="sm" len="sm"/>
                      <a:tailEnd type="none" w="sm" len="sm"/>
                    </a:lnL>
                    <a:lnR w="9525" cap="flat" cmpd="sng">
                      <a:solidFill>
                        <a:srgbClr val="E4E4E4"/>
                      </a:solidFill>
                      <a:prstDash val="solid"/>
                      <a:round/>
                      <a:headEnd type="none" w="sm" len="sm"/>
                      <a:tailEnd type="none" w="sm" len="sm"/>
                    </a:lnR>
                    <a:lnT w="9525" cap="flat" cmpd="sng">
                      <a:solidFill>
                        <a:srgbClr val="E4E4E4"/>
                      </a:solidFill>
                      <a:prstDash val="solid"/>
                      <a:round/>
                      <a:headEnd type="none" w="sm" len="sm"/>
                      <a:tailEnd type="none" w="sm" len="sm"/>
                    </a:lnT>
                    <a:lnB w="9525" cap="flat" cmpd="sng">
                      <a:solidFill>
                        <a:srgbClr val="E4E4E4"/>
                      </a:solidFill>
                      <a:prstDash val="solid"/>
                      <a:round/>
                      <a:headEnd type="none" w="sm" len="sm"/>
                      <a:tailEnd type="none" w="sm" len="sm"/>
                    </a:lnB>
                    <a:solidFill>
                      <a:schemeClr val="tx2">
                        <a:lumMod val="10000"/>
                        <a:lumOff val="90000"/>
                      </a:schemeClr>
                    </a:solidFill>
                  </a:tcPr>
                </a:tc>
                <a:tc>
                  <a:txBody>
                    <a:bodyPr/>
                    <a:lstStyle/>
                    <a:p>
                      <a:pPr marL="0" marR="0" lvl="0" indent="0" algn="l" rtl="0">
                        <a:spcBef>
                          <a:spcPts val="0"/>
                        </a:spcBef>
                        <a:spcAft>
                          <a:spcPts val="0"/>
                        </a:spcAft>
                        <a:buNone/>
                      </a:pPr>
                      <a:r>
                        <a:rPr lang="en-US" sz="1800" u="none" strike="noStrike" cap="none" dirty="0"/>
                        <a:t>(Empty string) and </a:t>
                      </a:r>
                      <a:r>
                        <a:rPr lang="en-US" sz="1800" u="none" strike="noStrike" cap="none" dirty="0" err="1"/>
                        <a:t>amq.direct</a:t>
                      </a:r>
                      <a:endParaRPr sz="1800" u="none" strike="noStrike" cap="none" dirty="0"/>
                    </a:p>
                  </a:txBody>
                  <a:tcPr marL="91450" marR="91450" marT="15250" marB="15250">
                    <a:lnL w="9525" cap="flat" cmpd="sng">
                      <a:solidFill>
                        <a:srgbClr val="E4E4E4"/>
                      </a:solidFill>
                      <a:prstDash val="solid"/>
                      <a:round/>
                      <a:headEnd type="none" w="sm" len="sm"/>
                      <a:tailEnd type="none" w="sm" len="sm"/>
                    </a:lnL>
                    <a:lnR w="9525" cap="flat" cmpd="sng">
                      <a:solidFill>
                        <a:srgbClr val="E4E4E4"/>
                      </a:solidFill>
                      <a:prstDash val="solid"/>
                      <a:round/>
                      <a:headEnd type="none" w="sm" len="sm"/>
                      <a:tailEnd type="none" w="sm" len="sm"/>
                    </a:lnR>
                    <a:lnT w="9525" cap="flat" cmpd="sng">
                      <a:solidFill>
                        <a:srgbClr val="E4E4E4"/>
                      </a:solidFill>
                      <a:prstDash val="solid"/>
                      <a:round/>
                      <a:headEnd type="none" w="sm" len="sm"/>
                      <a:tailEnd type="none" w="sm" len="sm"/>
                    </a:lnT>
                    <a:lnB w="9525" cap="flat" cmpd="sng">
                      <a:solidFill>
                        <a:srgbClr val="E4E4E4"/>
                      </a:solidFill>
                      <a:prstDash val="solid"/>
                      <a:round/>
                      <a:headEnd type="none" w="sm" len="sm"/>
                      <a:tailEnd type="none" w="sm" len="sm"/>
                    </a:lnB>
                    <a:solidFill>
                      <a:schemeClr val="tx2">
                        <a:lumMod val="10000"/>
                        <a:lumOff val="90000"/>
                      </a:schemeClr>
                    </a:solidFill>
                  </a:tcPr>
                </a:tc>
                <a:extLst>
                  <a:ext uri="{0D108BD9-81ED-4DB2-BD59-A6C34878D82A}">
                    <a16:rowId xmlns:a16="http://schemas.microsoft.com/office/drawing/2014/main" val="10001"/>
                  </a:ext>
                </a:extLst>
              </a:tr>
              <a:tr h="228600">
                <a:tc>
                  <a:txBody>
                    <a:bodyPr/>
                    <a:lstStyle/>
                    <a:p>
                      <a:pPr marL="0" marR="0" lvl="0" indent="0" algn="l" rtl="0">
                        <a:spcBef>
                          <a:spcPts val="0"/>
                        </a:spcBef>
                        <a:spcAft>
                          <a:spcPts val="0"/>
                        </a:spcAft>
                        <a:buNone/>
                      </a:pPr>
                      <a:r>
                        <a:rPr lang="en-US" sz="1800" u="none" strike="noStrike" cap="none"/>
                        <a:t>Fanout exchange</a:t>
                      </a:r>
                      <a:endParaRPr/>
                    </a:p>
                  </a:txBody>
                  <a:tcPr marL="91450" marR="91450" marT="15250" marB="15250">
                    <a:lnL w="9525" cap="flat" cmpd="sng">
                      <a:solidFill>
                        <a:srgbClr val="E4E4E4"/>
                      </a:solidFill>
                      <a:prstDash val="solid"/>
                      <a:round/>
                      <a:headEnd type="none" w="sm" len="sm"/>
                      <a:tailEnd type="none" w="sm" len="sm"/>
                    </a:lnL>
                    <a:lnR w="9525" cap="flat" cmpd="sng">
                      <a:solidFill>
                        <a:srgbClr val="E4E4E4"/>
                      </a:solidFill>
                      <a:prstDash val="solid"/>
                      <a:round/>
                      <a:headEnd type="none" w="sm" len="sm"/>
                      <a:tailEnd type="none" w="sm" len="sm"/>
                    </a:lnR>
                    <a:lnT w="9525" cap="flat" cmpd="sng">
                      <a:solidFill>
                        <a:srgbClr val="E4E4E4"/>
                      </a:solidFill>
                      <a:prstDash val="solid"/>
                      <a:round/>
                      <a:headEnd type="none" w="sm" len="sm"/>
                      <a:tailEnd type="none" w="sm" len="sm"/>
                    </a:lnT>
                    <a:lnB w="9525" cap="flat" cmpd="sng">
                      <a:solidFill>
                        <a:srgbClr val="E4E4E4"/>
                      </a:solidFill>
                      <a:prstDash val="solid"/>
                      <a:round/>
                      <a:headEnd type="none" w="sm" len="sm"/>
                      <a:tailEnd type="none" w="sm" len="sm"/>
                    </a:lnB>
                    <a:solidFill>
                      <a:schemeClr val="tx2">
                        <a:lumMod val="10000"/>
                        <a:lumOff val="90000"/>
                      </a:schemeClr>
                    </a:solidFill>
                  </a:tcPr>
                </a:tc>
                <a:tc>
                  <a:txBody>
                    <a:bodyPr/>
                    <a:lstStyle/>
                    <a:p>
                      <a:pPr marL="0" marR="0" lvl="0" indent="0" algn="l" rtl="0">
                        <a:spcBef>
                          <a:spcPts val="0"/>
                        </a:spcBef>
                        <a:spcAft>
                          <a:spcPts val="0"/>
                        </a:spcAft>
                        <a:buNone/>
                      </a:pPr>
                      <a:r>
                        <a:rPr lang="en-US" sz="1800" u="none" strike="noStrike" cap="none"/>
                        <a:t>amq.fanout</a:t>
                      </a:r>
                      <a:endParaRPr/>
                    </a:p>
                  </a:txBody>
                  <a:tcPr marL="91450" marR="91450" marT="15250" marB="15250">
                    <a:lnL w="9525" cap="flat" cmpd="sng">
                      <a:solidFill>
                        <a:srgbClr val="E4E4E4"/>
                      </a:solidFill>
                      <a:prstDash val="solid"/>
                      <a:round/>
                      <a:headEnd type="none" w="sm" len="sm"/>
                      <a:tailEnd type="none" w="sm" len="sm"/>
                    </a:lnL>
                    <a:lnR w="9525" cap="flat" cmpd="sng">
                      <a:solidFill>
                        <a:srgbClr val="E4E4E4"/>
                      </a:solidFill>
                      <a:prstDash val="solid"/>
                      <a:round/>
                      <a:headEnd type="none" w="sm" len="sm"/>
                      <a:tailEnd type="none" w="sm" len="sm"/>
                    </a:lnR>
                    <a:lnT w="9525" cap="flat" cmpd="sng">
                      <a:solidFill>
                        <a:srgbClr val="E4E4E4"/>
                      </a:solidFill>
                      <a:prstDash val="solid"/>
                      <a:round/>
                      <a:headEnd type="none" w="sm" len="sm"/>
                      <a:tailEnd type="none" w="sm" len="sm"/>
                    </a:lnT>
                    <a:lnB w="9525" cap="flat" cmpd="sng">
                      <a:solidFill>
                        <a:srgbClr val="E4E4E4"/>
                      </a:solidFill>
                      <a:prstDash val="solid"/>
                      <a:round/>
                      <a:headEnd type="none" w="sm" len="sm"/>
                      <a:tailEnd type="none" w="sm" len="sm"/>
                    </a:lnB>
                    <a:solidFill>
                      <a:schemeClr val="tx2">
                        <a:lumMod val="10000"/>
                        <a:lumOff val="90000"/>
                      </a:schemeClr>
                    </a:solidFill>
                  </a:tcPr>
                </a:tc>
                <a:extLst>
                  <a:ext uri="{0D108BD9-81ED-4DB2-BD59-A6C34878D82A}">
                    <a16:rowId xmlns:a16="http://schemas.microsoft.com/office/drawing/2014/main" val="10002"/>
                  </a:ext>
                </a:extLst>
              </a:tr>
              <a:tr h="228600">
                <a:tc>
                  <a:txBody>
                    <a:bodyPr/>
                    <a:lstStyle/>
                    <a:p>
                      <a:pPr marL="0" marR="0" lvl="0" indent="0" algn="l" rtl="0">
                        <a:spcBef>
                          <a:spcPts val="0"/>
                        </a:spcBef>
                        <a:spcAft>
                          <a:spcPts val="0"/>
                        </a:spcAft>
                        <a:buNone/>
                      </a:pPr>
                      <a:r>
                        <a:rPr lang="en-US" sz="1800" u="none" strike="noStrike" cap="none"/>
                        <a:t>Topic exchange</a:t>
                      </a:r>
                      <a:endParaRPr/>
                    </a:p>
                  </a:txBody>
                  <a:tcPr marL="91450" marR="91450" marT="15250" marB="15250">
                    <a:lnL w="9525" cap="flat" cmpd="sng">
                      <a:solidFill>
                        <a:srgbClr val="E4E4E4"/>
                      </a:solidFill>
                      <a:prstDash val="solid"/>
                      <a:round/>
                      <a:headEnd type="none" w="sm" len="sm"/>
                      <a:tailEnd type="none" w="sm" len="sm"/>
                    </a:lnL>
                    <a:lnR w="9525" cap="flat" cmpd="sng">
                      <a:solidFill>
                        <a:srgbClr val="E4E4E4"/>
                      </a:solidFill>
                      <a:prstDash val="solid"/>
                      <a:round/>
                      <a:headEnd type="none" w="sm" len="sm"/>
                      <a:tailEnd type="none" w="sm" len="sm"/>
                    </a:lnR>
                    <a:lnT w="9525" cap="flat" cmpd="sng">
                      <a:solidFill>
                        <a:srgbClr val="E4E4E4"/>
                      </a:solidFill>
                      <a:prstDash val="solid"/>
                      <a:round/>
                      <a:headEnd type="none" w="sm" len="sm"/>
                      <a:tailEnd type="none" w="sm" len="sm"/>
                    </a:lnT>
                    <a:lnB w="9525" cap="flat" cmpd="sng">
                      <a:solidFill>
                        <a:srgbClr val="E4E4E4"/>
                      </a:solidFill>
                      <a:prstDash val="solid"/>
                      <a:round/>
                      <a:headEnd type="none" w="sm" len="sm"/>
                      <a:tailEnd type="none" w="sm" len="sm"/>
                    </a:lnB>
                    <a:solidFill>
                      <a:schemeClr val="tx2">
                        <a:lumMod val="10000"/>
                        <a:lumOff val="90000"/>
                      </a:schemeClr>
                    </a:solidFill>
                  </a:tcPr>
                </a:tc>
                <a:tc>
                  <a:txBody>
                    <a:bodyPr/>
                    <a:lstStyle/>
                    <a:p>
                      <a:pPr marL="0" marR="0" lvl="0" indent="0" algn="l" rtl="0">
                        <a:spcBef>
                          <a:spcPts val="0"/>
                        </a:spcBef>
                        <a:spcAft>
                          <a:spcPts val="0"/>
                        </a:spcAft>
                        <a:buNone/>
                      </a:pPr>
                      <a:r>
                        <a:rPr lang="en-US" sz="1800" u="none" strike="noStrike" cap="none"/>
                        <a:t>amq.topic</a:t>
                      </a:r>
                      <a:endParaRPr/>
                    </a:p>
                  </a:txBody>
                  <a:tcPr marL="91450" marR="91450" marT="15250" marB="15250">
                    <a:lnL w="9525" cap="flat" cmpd="sng">
                      <a:solidFill>
                        <a:srgbClr val="E4E4E4"/>
                      </a:solidFill>
                      <a:prstDash val="solid"/>
                      <a:round/>
                      <a:headEnd type="none" w="sm" len="sm"/>
                      <a:tailEnd type="none" w="sm" len="sm"/>
                    </a:lnL>
                    <a:lnR w="9525" cap="flat" cmpd="sng">
                      <a:solidFill>
                        <a:srgbClr val="E4E4E4"/>
                      </a:solidFill>
                      <a:prstDash val="solid"/>
                      <a:round/>
                      <a:headEnd type="none" w="sm" len="sm"/>
                      <a:tailEnd type="none" w="sm" len="sm"/>
                    </a:lnR>
                    <a:lnT w="9525" cap="flat" cmpd="sng">
                      <a:solidFill>
                        <a:srgbClr val="E4E4E4"/>
                      </a:solidFill>
                      <a:prstDash val="solid"/>
                      <a:round/>
                      <a:headEnd type="none" w="sm" len="sm"/>
                      <a:tailEnd type="none" w="sm" len="sm"/>
                    </a:lnT>
                    <a:lnB w="9525" cap="flat" cmpd="sng">
                      <a:solidFill>
                        <a:srgbClr val="E4E4E4"/>
                      </a:solidFill>
                      <a:prstDash val="solid"/>
                      <a:round/>
                      <a:headEnd type="none" w="sm" len="sm"/>
                      <a:tailEnd type="none" w="sm" len="sm"/>
                    </a:lnB>
                    <a:solidFill>
                      <a:schemeClr val="tx2">
                        <a:lumMod val="10000"/>
                        <a:lumOff val="90000"/>
                      </a:schemeClr>
                    </a:solidFill>
                  </a:tcPr>
                </a:tc>
                <a:extLst>
                  <a:ext uri="{0D108BD9-81ED-4DB2-BD59-A6C34878D82A}">
                    <a16:rowId xmlns:a16="http://schemas.microsoft.com/office/drawing/2014/main" val="10003"/>
                  </a:ext>
                </a:extLst>
              </a:tr>
              <a:tr h="228600">
                <a:tc>
                  <a:txBody>
                    <a:bodyPr/>
                    <a:lstStyle/>
                    <a:p>
                      <a:pPr marL="0" marR="0" lvl="0" indent="0" algn="l" rtl="0">
                        <a:spcBef>
                          <a:spcPts val="0"/>
                        </a:spcBef>
                        <a:spcAft>
                          <a:spcPts val="0"/>
                        </a:spcAft>
                        <a:buNone/>
                      </a:pPr>
                      <a:r>
                        <a:rPr lang="en-US" sz="1800" u="none" strike="noStrike" cap="none"/>
                        <a:t>Headers exchange</a:t>
                      </a:r>
                      <a:endParaRPr/>
                    </a:p>
                  </a:txBody>
                  <a:tcPr marL="91450" marR="91450" marT="15250" marB="15250">
                    <a:lnL w="9525" cap="flat" cmpd="sng">
                      <a:solidFill>
                        <a:srgbClr val="E4E4E4"/>
                      </a:solidFill>
                      <a:prstDash val="solid"/>
                      <a:round/>
                      <a:headEnd type="none" w="sm" len="sm"/>
                      <a:tailEnd type="none" w="sm" len="sm"/>
                    </a:lnL>
                    <a:lnR w="9525" cap="flat" cmpd="sng">
                      <a:solidFill>
                        <a:srgbClr val="E4E4E4"/>
                      </a:solidFill>
                      <a:prstDash val="solid"/>
                      <a:round/>
                      <a:headEnd type="none" w="sm" len="sm"/>
                      <a:tailEnd type="none" w="sm" len="sm"/>
                    </a:lnR>
                    <a:lnT w="9525" cap="flat" cmpd="sng">
                      <a:solidFill>
                        <a:srgbClr val="E4E4E4"/>
                      </a:solidFill>
                      <a:prstDash val="solid"/>
                      <a:round/>
                      <a:headEnd type="none" w="sm" len="sm"/>
                      <a:tailEnd type="none" w="sm" len="sm"/>
                    </a:lnT>
                    <a:lnB w="9525" cap="flat" cmpd="sng">
                      <a:solidFill>
                        <a:srgbClr val="E4E4E4"/>
                      </a:solidFill>
                      <a:prstDash val="solid"/>
                      <a:round/>
                      <a:headEnd type="none" w="sm" len="sm"/>
                      <a:tailEnd type="none" w="sm" len="sm"/>
                    </a:lnB>
                    <a:solidFill>
                      <a:schemeClr val="tx2">
                        <a:lumMod val="10000"/>
                        <a:lumOff val="90000"/>
                      </a:schemeClr>
                    </a:solidFill>
                  </a:tcPr>
                </a:tc>
                <a:tc>
                  <a:txBody>
                    <a:bodyPr/>
                    <a:lstStyle/>
                    <a:p>
                      <a:pPr marL="0" marR="0" lvl="0" indent="0" algn="l" rtl="0">
                        <a:spcBef>
                          <a:spcPts val="0"/>
                        </a:spcBef>
                        <a:spcAft>
                          <a:spcPts val="0"/>
                        </a:spcAft>
                        <a:buNone/>
                      </a:pPr>
                      <a:r>
                        <a:rPr lang="en-US" sz="1800" u="none" strike="noStrike" cap="none" dirty="0" err="1"/>
                        <a:t>amq.match</a:t>
                      </a:r>
                      <a:r>
                        <a:rPr lang="en-US" sz="1800" u="none" strike="noStrike" cap="none" dirty="0"/>
                        <a:t> (and </a:t>
                      </a:r>
                      <a:r>
                        <a:rPr lang="en-US" sz="1800" u="none" strike="noStrike" cap="none" dirty="0" err="1"/>
                        <a:t>amq.headers</a:t>
                      </a:r>
                      <a:r>
                        <a:rPr lang="en-US" sz="1800" u="none" strike="noStrike" cap="none" dirty="0"/>
                        <a:t> in RabbitMQ)</a:t>
                      </a:r>
                      <a:endParaRPr dirty="0"/>
                    </a:p>
                  </a:txBody>
                  <a:tcPr marL="91450" marR="91450" marT="15250" marB="15250">
                    <a:lnL w="9525" cap="flat" cmpd="sng">
                      <a:solidFill>
                        <a:srgbClr val="E4E4E4"/>
                      </a:solidFill>
                      <a:prstDash val="solid"/>
                      <a:round/>
                      <a:headEnd type="none" w="sm" len="sm"/>
                      <a:tailEnd type="none" w="sm" len="sm"/>
                    </a:lnL>
                    <a:lnR w="9525" cap="flat" cmpd="sng">
                      <a:solidFill>
                        <a:srgbClr val="E4E4E4"/>
                      </a:solidFill>
                      <a:prstDash val="solid"/>
                      <a:round/>
                      <a:headEnd type="none" w="sm" len="sm"/>
                      <a:tailEnd type="none" w="sm" len="sm"/>
                    </a:lnR>
                    <a:lnT w="9525" cap="flat" cmpd="sng">
                      <a:solidFill>
                        <a:srgbClr val="E4E4E4"/>
                      </a:solidFill>
                      <a:prstDash val="solid"/>
                      <a:round/>
                      <a:headEnd type="none" w="sm" len="sm"/>
                      <a:tailEnd type="none" w="sm" len="sm"/>
                    </a:lnT>
                    <a:lnB w="9525" cap="flat" cmpd="sng">
                      <a:solidFill>
                        <a:srgbClr val="E4E4E4"/>
                      </a:solidFill>
                      <a:prstDash val="solid"/>
                      <a:round/>
                      <a:headEnd type="none" w="sm" len="sm"/>
                      <a:tailEnd type="none" w="sm" len="sm"/>
                    </a:lnB>
                    <a:solidFill>
                      <a:schemeClr val="tx2">
                        <a:lumMod val="10000"/>
                        <a:lumOff val="90000"/>
                      </a:schemeClr>
                    </a:solidFill>
                  </a:tcPr>
                </a:tc>
                <a:extLst>
                  <a:ext uri="{0D108BD9-81ED-4DB2-BD59-A6C34878D82A}">
                    <a16:rowId xmlns:a16="http://schemas.microsoft.com/office/drawing/2014/main" val="10004"/>
                  </a:ext>
                </a:extLst>
              </a:tr>
            </a:tbl>
          </a:graphicData>
        </a:graphic>
      </p:graphicFrame>
      <p:sp>
        <p:nvSpPr>
          <p:cNvPr id="246" name="Google Shape;246;p8"/>
          <p:cNvSpPr txBox="1">
            <a:spLocks noGrp="1"/>
          </p:cNvSpPr>
          <p:nvPr>
            <p:ph sz="half" idx="10"/>
          </p:nvPr>
        </p:nvSpPr>
        <p:spPr>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070C0"/>
              </a:buClr>
              <a:buSzPts val="3600"/>
              <a:buFont typeface="Calibri"/>
              <a:buNone/>
            </a:pPr>
            <a:r>
              <a:rPr lang="en-US"/>
              <a:t>Exchange Pre-declared Names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3" name="Google Shape;253;p9"/>
          <p:cNvSpPr txBox="1">
            <a:spLocks noGrp="1"/>
          </p:cNvSpPr>
          <p:nvPr>
            <p:ph sz="half" idx="10"/>
          </p:nvPr>
        </p:nvSpPr>
        <p:spPr>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070C0"/>
              </a:buClr>
              <a:buSzPts val="3600"/>
              <a:buFont typeface="Calibri"/>
              <a:buNone/>
            </a:pPr>
            <a:r>
              <a:rPr lang="en-US"/>
              <a:t>RabbitMQ Docker Setup</a:t>
            </a:r>
            <a:endParaRPr/>
          </a:p>
        </p:txBody>
      </p:sp>
      <p:sp>
        <p:nvSpPr>
          <p:cNvPr id="252" name="Google Shape;252;p9"/>
          <p:cNvSpPr txBox="1">
            <a:spLocks noGrp="1"/>
          </p:cNvSpPr>
          <p:nvPr>
            <p:ph sz="half" idx="1"/>
          </p:nvPr>
        </p:nvSpPr>
        <p:spPr>
          <a:prstGeom prst="rect">
            <a:avLst/>
          </a:prstGeom>
          <a:noFill/>
          <a:ln>
            <a:noFill/>
          </a:ln>
        </p:spPr>
        <p:txBody>
          <a:bodyPr spcFirstLastPara="1" wrap="square" lIns="91425" tIns="45700" rIns="91425" bIns="45700" anchor="t" anchorCtr="0">
            <a:normAutofit/>
          </a:bodyPr>
          <a:lstStyle/>
          <a:p>
            <a:pPr marL="228600" lvl="0" indent="-228600" algn="l" rtl="0">
              <a:lnSpc>
                <a:spcPct val="100000"/>
              </a:lnSpc>
              <a:spcBef>
                <a:spcPts val="0"/>
              </a:spcBef>
              <a:spcAft>
                <a:spcPts val="0"/>
              </a:spcAft>
              <a:buClr>
                <a:srgbClr val="002060"/>
              </a:buClr>
              <a:buSzPts val="2800"/>
              <a:buFont typeface="Arial"/>
              <a:buChar char="•"/>
            </a:pPr>
            <a:r>
              <a:rPr lang="en-US" sz="2400" dirty="0"/>
              <a:t>docker pull rabbitmq:3-management</a:t>
            </a:r>
          </a:p>
          <a:p>
            <a:pPr marL="228600" lvl="0" indent="-228600" algn="l" rtl="0">
              <a:lnSpc>
                <a:spcPct val="100000"/>
              </a:lnSpc>
              <a:spcBef>
                <a:spcPts val="0"/>
              </a:spcBef>
              <a:spcAft>
                <a:spcPts val="0"/>
              </a:spcAft>
              <a:buClr>
                <a:srgbClr val="002060"/>
              </a:buClr>
              <a:buSzPts val="2800"/>
              <a:buFont typeface="Arial"/>
              <a:buChar char="•"/>
            </a:pPr>
            <a:r>
              <a:rPr lang="en-US" sz="2400" dirty="0"/>
              <a:t>docker run -p 15672:15672 -p 5672:5672 --name </a:t>
            </a:r>
            <a:r>
              <a:rPr lang="en-US" sz="2400" dirty="0" err="1"/>
              <a:t>rabbitmq</a:t>
            </a:r>
            <a:r>
              <a:rPr lang="en-US" sz="2400" dirty="0"/>
              <a:t> rabbitmq:3-management</a:t>
            </a:r>
            <a:endParaRPr sz="2400" dirty="0"/>
          </a:p>
          <a:p>
            <a:pPr marL="228600" lvl="0" indent="-228600" algn="l" rtl="0">
              <a:lnSpc>
                <a:spcPct val="100000"/>
              </a:lnSpc>
              <a:spcBef>
                <a:spcPts val="1000"/>
              </a:spcBef>
              <a:spcAft>
                <a:spcPts val="0"/>
              </a:spcAft>
              <a:buClr>
                <a:srgbClr val="002060"/>
              </a:buClr>
              <a:buSzPts val="2800"/>
              <a:buFont typeface="Arial"/>
              <a:buChar char="•"/>
            </a:pPr>
            <a:r>
              <a:rPr lang="en-US" sz="2400" dirty="0"/>
              <a:t>Access UI: </a:t>
            </a:r>
            <a:r>
              <a:rPr lang="en-US" sz="2400" u="sng" dirty="0">
                <a:solidFill>
                  <a:schemeClr val="hlink"/>
                </a:solidFill>
                <a:hlinkClick r:id="rId3"/>
              </a:rPr>
              <a:t>http://localhost:15672/</a:t>
            </a:r>
            <a:endParaRPr sz="2400" dirty="0"/>
          </a:p>
          <a:p>
            <a:pPr marL="228600" lvl="0" indent="-228600" algn="l" rtl="0">
              <a:lnSpc>
                <a:spcPct val="100000"/>
              </a:lnSpc>
              <a:spcBef>
                <a:spcPts val="1000"/>
              </a:spcBef>
              <a:spcAft>
                <a:spcPts val="0"/>
              </a:spcAft>
              <a:buClr>
                <a:srgbClr val="002060"/>
              </a:buClr>
              <a:buSzPts val="2800"/>
              <a:buFont typeface="Arial"/>
              <a:buChar char="•"/>
            </a:pPr>
            <a:r>
              <a:rPr lang="en-US" sz="2400" dirty="0"/>
              <a:t>Login: </a:t>
            </a:r>
            <a:r>
              <a:rPr lang="en-US" sz="2400" dirty="0" err="1"/>
              <a:t>UserId</a:t>
            </a:r>
            <a:r>
              <a:rPr lang="en-US" sz="2400" dirty="0"/>
              <a:t>: guest, </a:t>
            </a:r>
            <a:r>
              <a:rPr lang="en-US" sz="2400" dirty="0" err="1"/>
              <a:t>pwd</a:t>
            </a:r>
            <a:r>
              <a:rPr lang="en-US" sz="2400" dirty="0"/>
              <a:t>: guest</a:t>
            </a:r>
            <a:endParaRPr sz="2400" dirty="0"/>
          </a:p>
          <a:p>
            <a:pPr marL="228600" lvl="0" indent="-228600" algn="l" rtl="0">
              <a:lnSpc>
                <a:spcPct val="100000"/>
              </a:lnSpc>
              <a:spcBef>
                <a:spcPts val="1000"/>
              </a:spcBef>
              <a:spcAft>
                <a:spcPts val="0"/>
              </a:spcAft>
              <a:buClr>
                <a:srgbClr val="002060"/>
              </a:buClr>
              <a:buSzPts val="2800"/>
              <a:buFont typeface="Arial"/>
              <a:buChar char="•"/>
            </a:pPr>
            <a:r>
              <a:rPr lang="en-US" sz="2400" dirty="0"/>
              <a:t>WSL Setup In Step 4: </a:t>
            </a:r>
            <a:r>
              <a:rPr lang="en-US" sz="2400" u="sng" dirty="0">
                <a:solidFill>
                  <a:schemeClr val="hlink"/>
                </a:solidFill>
                <a:hlinkClick r:id="rId4"/>
              </a:rPr>
              <a:t>Manual installation steps for older versions of WSL | Microsoft Docs</a:t>
            </a:r>
            <a:endParaRPr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10"/>
          <p:cNvSpPr txBox="1">
            <a:spLocks noGrp="1"/>
          </p:cNvSpPr>
          <p:nvPr>
            <p:ph sz="half" idx="1"/>
          </p:nvPr>
        </p:nvSpPr>
        <p:spPr>
          <a:prstGeom prst="rect">
            <a:avLst/>
          </a:prstGeom>
          <a:noFill/>
          <a:ln>
            <a:noFill/>
          </a:ln>
        </p:spPr>
        <p:txBody>
          <a:bodyPr spcFirstLastPara="1" wrap="square" lIns="91425" tIns="45700" rIns="91425" bIns="45700" anchor="t" anchorCtr="0">
            <a:normAutofit/>
          </a:bodyPr>
          <a:lstStyle/>
          <a:p>
            <a:pPr marL="228600" lvl="0" indent="-228600" algn="l" rtl="0">
              <a:lnSpc>
                <a:spcPct val="100000"/>
              </a:lnSpc>
              <a:spcBef>
                <a:spcPts val="0"/>
              </a:spcBef>
              <a:spcAft>
                <a:spcPts val="0"/>
              </a:spcAft>
              <a:buSzPts val="2800"/>
              <a:buFont typeface="Arial"/>
              <a:buChar char="•"/>
            </a:pPr>
            <a:r>
              <a:rPr lang="en-US" sz="2800" dirty="0"/>
              <a:t>Install the Erlang and RabbitMQ</a:t>
            </a:r>
            <a:endParaRPr dirty="0"/>
          </a:p>
          <a:p>
            <a:pPr marL="228600" lvl="0" indent="-228600" algn="l" rtl="0">
              <a:lnSpc>
                <a:spcPct val="100000"/>
              </a:lnSpc>
              <a:spcBef>
                <a:spcPts val="1000"/>
              </a:spcBef>
              <a:spcAft>
                <a:spcPts val="0"/>
              </a:spcAft>
              <a:buSzPts val="2400"/>
              <a:buFont typeface="Arial"/>
              <a:buChar char="•"/>
            </a:pPr>
            <a:r>
              <a:rPr lang="en-US" sz="2400" dirty="0"/>
              <a:t>https://www.erlang.org/downloads</a:t>
            </a:r>
            <a:endParaRPr dirty="0"/>
          </a:p>
          <a:p>
            <a:pPr marL="228600" lvl="0" indent="-228600" algn="l" rtl="0">
              <a:lnSpc>
                <a:spcPct val="100000"/>
              </a:lnSpc>
              <a:spcBef>
                <a:spcPts val="1000"/>
              </a:spcBef>
              <a:spcAft>
                <a:spcPts val="0"/>
              </a:spcAft>
              <a:buSzPts val="2400"/>
              <a:buFont typeface="Arial"/>
              <a:buChar char="•"/>
            </a:pPr>
            <a:r>
              <a:rPr lang="en-US" sz="2400" dirty="0"/>
              <a:t>https://www.rabbitmq.com/install-windows.html#installer</a:t>
            </a:r>
            <a:endParaRPr dirty="0"/>
          </a:p>
          <a:p>
            <a:pPr marL="228600" lvl="0" indent="-228600" algn="l" rtl="0">
              <a:lnSpc>
                <a:spcPct val="100000"/>
              </a:lnSpc>
              <a:spcBef>
                <a:spcPts val="1000"/>
              </a:spcBef>
              <a:spcAft>
                <a:spcPts val="0"/>
              </a:spcAft>
              <a:buSzPts val="2800"/>
              <a:buFont typeface="Arial"/>
              <a:buChar char="•"/>
            </a:pPr>
            <a:r>
              <a:rPr lang="en-US" sz="2800" dirty="0"/>
              <a:t>Enable Plugins: </a:t>
            </a:r>
            <a:r>
              <a:rPr lang="en-US" sz="2400" dirty="0"/>
              <a:t>https://www.rabbitmq.com/management.html</a:t>
            </a:r>
            <a:endParaRPr dirty="0"/>
          </a:p>
          <a:p>
            <a:pPr marL="228600" lvl="0" indent="-228600" algn="l" rtl="0">
              <a:lnSpc>
                <a:spcPct val="100000"/>
              </a:lnSpc>
              <a:spcBef>
                <a:spcPts val="1000"/>
              </a:spcBef>
              <a:spcAft>
                <a:spcPts val="0"/>
              </a:spcAft>
              <a:buSzPts val="2400"/>
              <a:buFont typeface="Arial"/>
              <a:buChar char="•"/>
            </a:pPr>
            <a:r>
              <a:rPr lang="en-US" sz="2400" i="1" dirty="0"/>
              <a:t>&gt; </a:t>
            </a:r>
            <a:r>
              <a:rPr lang="en-US" sz="2400" i="1" dirty="0" err="1"/>
              <a:t>rabbitmq</a:t>
            </a:r>
            <a:r>
              <a:rPr lang="en-US" sz="2400" i="1" dirty="0"/>
              <a:t>-plugins enable </a:t>
            </a:r>
            <a:r>
              <a:rPr lang="en-US" sz="2400" i="1" dirty="0" err="1"/>
              <a:t>rabbitmq_management</a:t>
            </a:r>
            <a:endParaRPr sz="2400" i="1" dirty="0"/>
          </a:p>
          <a:p>
            <a:pPr marL="228600" lvl="0" indent="-228600" algn="l" rtl="0">
              <a:lnSpc>
                <a:spcPct val="100000"/>
              </a:lnSpc>
              <a:spcBef>
                <a:spcPts val="1000"/>
              </a:spcBef>
              <a:spcAft>
                <a:spcPts val="0"/>
              </a:spcAft>
              <a:buSzPts val="2800"/>
              <a:buFont typeface="Arial"/>
              <a:buChar char="•"/>
            </a:pPr>
            <a:r>
              <a:rPr lang="en-US" sz="2800" dirty="0"/>
              <a:t>&gt; </a:t>
            </a:r>
            <a:r>
              <a:rPr lang="en-US" sz="2800" dirty="0" err="1"/>
              <a:t>rabbitmqctl</a:t>
            </a:r>
            <a:r>
              <a:rPr lang="en-US" sz="2800" dirty="0"/>
              <a:t> status</a:t>
            </a:r>
            <a:endParaRPr dirty="0"/>
          </a:p>
          <a:p>
            <a:pPr marL="228600" lvl="0" indent="-228600" algn="l" rtl="0">
              <a:lnSpc>
                <a:spcPct val="100000"/>
              </a:lnSpc>
              <a:spcBef>
                <a:spcPts val="1000"/>
              </a:spcBef>
              <a:spcAft>
                <a:spcPts val="0"/>
              </a:spcAft>
              <a:buSzPts val="2800"/>
              <a:buFont typeface="Arial"/>
              <a:buChar char="•"/>
            </a:pPr>
            <a:r>
              <a:rPr lang="en-US" sz="2800" dirty="0"/>
              <a:t>Setup Video: </a:t>
            </a:r>
            <a:r>
              <a:rPr lang="en-US" sz="2400" dirty="0"/>
              <a:t>https://www.youtube.com/watch?v=UnKbvqVKB7k</a:t>
            </a:r>
            <a:endParaRPr dirty="0"/>
          </a:p>
          <a:p>
            <a:pPr marL="228600" lvl="0" indent="-228600" algn="l" rtl="0">
              <a:lnSpc>
                <a:spcPct val="100000"/>
              </a:lnSpc>
              <a:spcBef>
                <a:spcPts val="1000"/>
              </a:spcBef>
              <a:spcAft>
                <a:spcPts val="0"/>
              </a:spcAft>
              <a:buSzPts val="2400"/>
              <a:buFont typeface="Arial"/>
              <a:buChar char="•"/>
            </a:pPr>
            <a:r>
              <a:rPr lang="en-US" sz="2400" dirty="0"/>
              <a:t>Access UI: </a:t>
            </a:r>
            <a:r>
              <a:rPr lang="en-US" sz="2400" u="sng" dirty="0">
                <a:solidFill>
                  <a:srgbClr val="00B0F0"/>
                </a:solidFill>
                <a:hlinkClick r:id="rId3">
                  <a:extLst>
                    <a:ext uri="{A12FA001-AC4F-418D-AE19-62706E023703}">
                      <ahyp:hlinkClr xmlns:ahyp="http://schemas.microsoft.com/office/drawing/2018/hyperlinkcolor" val="tx"/>
                    </a:ext>
                  </a:extLst>
                </a:hlinkClick>
              </a:rPr>
              <a:t>http://localhost:15672/</a:t>
            </a:r>
            <a:endParaRPr sz="2400" dirty="0">
              <a:solidFill>
                <a:srgbClr val="00B0F0"/>
              </a:solidFill>
            </a:endParaRPr>
          </a:p>
          <a:p>
            <a:pPr marL="228600" lvl="0" indent="-228600" algn="l" rtl="0">
              <a:lnSpc>
                <a:spcPct val="100000"/>
              </a:lnSpc>
              <a:spcBef>
                <a:spcPts val="1000"/>
              </a:spcBef>
              <a:spcAft>
                <a:spcPts val="0"/>
              </a:spcAft>
              <a:buSzPts val="2400"/>
              <a:buFont typeface="Arial"/>
              <a:buChar char="•"/>
            </a:pPr>
            <a:r>
              <a:rPr lang="en-US" sz="2400" dirty="0"/>
              <a:t>Login: </a:t>
            </a:r>
            <a:r>
              <a:rPr lang="en-US" sz="2400" dirty="0" err="1"/>
              <a:t>UserId</a:t>
            </a:r>
            <a:r>
              <a:rPr lang="en-US" sz="2400" dirty="0"/>
              <a:t>: guest, </a:t>
            </a:r>
            <a:r>
              <a:rPr lang="en-US" sz="2400" dirty="0" err="1"/>
              <a:t>pwd</a:t>
            </a:r>
            <a:r>
              <a:rPr lang="en-US" sz="2400" dirty="0"/>
              <a:t>: guest</a:t>
            </a:r>
            <a:endParaRPr dirty="0"/>
          </a:p>
        </p:txBody>
      </p:sp>
      <p:sp>
        <p:nvSpPr>
          <p:cNvPr id="259" name="Google Shape;259;p10"/>
          <p:cNvSpPr txBox="1">
            <a:spLocks noGrp="1"/>
          </p:cNvSpPr>
          <p:nvPr>
            <p:ph sz="half" idx="10"/>
          </p:nvPr>
        </p:nvSpPr>
        <p:spPr>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070C0"/>
              </a:buClr>
              <a:buSzPts val="3600"/>
              <a:buFont typeface="Calibri"/>
              <a:buNone/>
            </a:pPr>
            <a:r>
              <a:rPr lang="en-US"/>
              <a:t>RabbitMQ Machine Setup</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11"/>
          <p:cNvSpPr txBox="1">
            <a:spLocks noGrp="1"/>
          </p:cNvSpPr>
          <p:nvPr>
            <p:ph sz="half" idx="1"/>
          </p:nvPr>
        </p:nvSpPr>
        <p:spPr>
          <a:prstGeom prst="rect">
            <a:avLst/>
          </a:prstGeom>
          <a:noFill/>
          <a:ln>
            <a:noFill/>
          </a:ln>
        </p:spPr>
        <p:txBody>
          <a:bodyPr spcFirstLastPara="1" wrap="square" lIns="91425" tIns="45700" rIns="91425" bIns="45700" anchor="t" anchorCtr="0">
            <a:normAutofit/>
          </a:bodyPr>
          <a:lstStyle/>
          <a:p>
            <a:pPr marL="228600" lvl="0" indent="-228600" algn="l" rtl="0">
              <a:lnSpc>
                <a:spcPct val="100000"/>
              </a:lnSpc>
              <a:spcBef>
                <a:spcPts val="0"/>
              </a:spcBef>
              <a:spcAft>
                <a:spcPts val="0"/>
              </a:spcAft>
              <a:buSzPts val="2800"/>
              <a:buChar char="•"/>
            </a:pPr>
            <a:r>
              <a:rPr lang="en-US" sz="2400" dirty="0"/>
              <a:t>A free, open-source, lightweight message bus used to create distributed applications using .NET technologies. </a:t>
            </a:r>
            <a:endParaRPr sz="2400" dirty="0"/>
          </a:p>
          <a:p>
            <a:pPr marL="228600" lvl="0" indent="-228600" algn="l" rtl="0">
              <a:lnSpc>
                <a:spcPct val="100000"/>
              </a:lnSpc>
              <a:spcBef>
                <a:spcPts val="1000"/>
              </a:spcBef>
              <a:spcAft>
                <a:spcPts val="0"/>
              </a:spcAft>
              <a:buSzPts val="2800"/>
              <a:buChar char="•"/>
            </a:pPr>
            <a:r>
              <a:rPr lang="en-US" sz="2400" dirty="0"/>
              <a:t>An abstraction between the message brokers and the application.</a:t>
            </a:r>
            <a:endParaRPr sz="2400" dirty="0"/>
          </a:p>
          <a:p>
            <a:pPr marL="228600" lvl="0" indent="-228600" algn="l" rtl="0">
              <a:lnSpc>
                <a:spcPct val="100000"/>
              </a:lnSpc>
              <a:spcBef>
                <a:spcPts val="1000"/>
              </a:spcBef>
              <a:spcAft>
                <a:spcPts val="0"/>
              </a:spcAft>
              <a:buSzPts val="2800"/>
              <a:buChar char="•"/>
            </a:pPr>
            <a:r>
              <a:rPr lang="en-US" sz="2400" dirty="0"/>
              <a:t>Supports RabbitMQ, Azure Service Bus, Amazon SQS/SNS etc.</a:t>
            </a:r>
            <a:endParaRPr sz="2400" dirty="0"/>
          </a:p>
          <a:p>
            <a:pPr marL="228600" lvl="0" indent="-228600" algn="l" rtl="0">
              <a:lnSpc>
                <a:spcPct val="100000"/>
              </a:lnSpc>
              <a:spcBef>
                <a:spcPts val="1000"/>
              </a:spcBef>
              <a:spcAft>
                <a:spcPts val="0"/>
              </a:spcAft>
              <a:buSzPts val="2800"/>
              <a:buChar char="•"/>
            </a:pPr>
            <a:r>
              <a:rPr lang="en-US" sz="2400" dirty="0"/>
              <a:t>Supports message patterns such as retry, circuit breaker, and outbox.</a:t>
            </a:r>
            <a:endParaRPr sz="2400" dirty="0"/>
          </a:p>
          <a:p>
            <a:pPr marL="228600" lvl="0" indent="-228600" algn="l" rtl="0">
              <a:lnSpc>
                <a:spcPct val="100000"/>
              </a:lnSpc>
              <a:spcBef>
                <a:spcPts val="1000"/>
              </a:spcBef>
              <a:spcAft>
                <a:spcPts val="0"/>
              </a:spcAft>
              <a:buSzPts val="2800"/>
              <a:buChar char="•"/>
            </a:pPr>
            <a:r>
              <a:rPr lang="en-US" sz="2400" dirty="0"/>
              <a:t>Support for the distributed transaction using Saga, event-driven state machines.</a:t>
            </a:r>
            <a:endParaRPr sz="2400" dirty="0"/>
          </a:p>
          <a:p>
            <a:pPr marL="228600" lvl="0" indent="-228600" algn="l" rtl="0">
              <a:lnSpc>
                <a:spcPct val="100000"/>
              </a:lnSpc>
              <a:spcBef>
                <a:spcPts val="1000"/>
              </a:spcBef>
              <a:spcAft>
                <a:spcPts val="0"/>
              </a:spcAft>
              <a:buSzPts val="2800"/>
              <a:buChar char="•"/>
            </a:pPr>
            <a:r>
              <a:rPr lang="en-US" sz="2400" dirty="0"/>
              <a:t>Built-In Exception Handling.</a:t>
            </a:r>
            <a:endParaRPr sz="2400" dirty="0"/>
          </a:p>
        </p:txBody>
      </p:sp>
      <p:sp>
        <p:nvSpPr>
          <p:cNvPr id="265" name="Google Shape;265;p11"/>
          <p:cNvSpPr txBox="1">
            <a:spLocks noGrp="1"/>
          </p:cNvSpPr>
          <p:nvPr>
            <p:ph sz="half" idx="10"/>
          </p:nvPr>
        </p:nvSpPr>
        <p:spPr>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070C0"/>
              </a:buClr>
              <a:buSzPts val="3600"/>
              <a:buFont typeface="Calibri"/>
              <a:buNone/>
            </a:pPr>
            <a:r>
              <a:rPr lang="en-US"/>
              <a:t>MassTransit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12"/>
          <p:cNvSpPr txBox="1">
            <a:spLocks noGrp="1"/>
          </p:cNvSpPr>
          <p:nvPr>
            <p:ph sz="half" idx="1"/>
          </p:nvPr>
        </p:nvSpPr>
        <p:spPr>
          <a:prstGeom prst="rect">
            <a:avLst/>
          </a:prstGeom>
          <a:noFill/>
          <a:ln>
            <a:noFill/>
          </a:ln>
        </p:spPr>
        <p:txBody>
          <a:bodyPr spcFirstLastPara="1" wrap="square" lIns="91425" tIns="45700" rIns="91425" bIns="45700" anchor="t" anchorCtr="0">
            <a:normAutofit/>
          </a:bodyPr>
          <a:lstStyle/>
          <a:p>
            <a:pPr marL="228600" lvl="0" indent="-228600" algn="just" rtl="0">
              <a:lnSpc>
                <a:spcPct val="110000"/>
              </a:lnSpc>
              <a:spcBef>
                <a:spcPts val="0"/>
              </a:spcBef>
              <a:spcAft>
                <a:spcPts val="0"/>
              </a:spcAft>
              <a:buSzPts val="2800"/>
              <a:buChar char="•"/>
            </a:pPr>
            <a:r>
              <a:rPr lang="en-US" sz="2400" b="1" dirty="0"/>
              <a:t>Publish()</a:t>
            </a:r>
            <a:r>
              <a:rPr lang="en-US" sz="2400" dirty="0"/>
              <a:t> - Useful to </a:t>
            </a:r>
            <a:r>
              <a:rPr lang="en-US" sz="2400" b="1" dirty="0"/>
              <a:t>send an event</a:t>
            </a:r>
            <a:r>
              <a:rPr lang="en-US" sz="2400" dirty="0"/>
              <a:t> since an event can be observed by one or more listeners. Follows the Publish-Subscribe pattern. </a:t>
            </a:r>
            <a:endParaRPr sz="2400" dirty="0"/>
          </a:p>
          <a:p>
            <a:pPr marL="228600" lvl="0" indent="-228600" algn="just" rtl="0">
              <a:lnSpc>
                <a:spcPct val="110000"/>
              </a:lnSpc>
              <a:spcBef>
                <a:spcPts val="1000"/>
              </a:spcBef>
              <a:spcAft>
                <a:spcPts val="0"/>
              </a:spcAft>
              <a:buSzPts val="2800"/>
              <a:buChar char="•"/>
            </a:pPr>
            <a:r>
              <a:rPr lang="en-US" sz="2400" dirty="0"/>
              <a:t>When a message is published, it is not sent to a specific endpoint, but broadcasted to any consumers which have subscribed to the message type. </a:t>
            </a:r>
            <a:endParaRPr sz="2400" dirty="0"/>
          </a:p>
          <a:p>
            <a:pPr marL="228600" lvl="0" indent="-228600" algn="just" rtl="0">
              <a:lnSpc>
                <a:spcPct val="110000"/>
              </a:lnSpc>
              <a:spcBef>
                <a:spcPts val="1000"/>
              </a:spcBef>
              <a:spcAft>
                <a:spcPts val="0"/>
              </a:spcAft>
              <a:buSzPts val="2800"/>
              <a:buChar char="•"/>
            </a:pPr>
            <a:r>
              <a:rPr lang="en-US" sz="2400" b="1" dirty="0"/>
              <a:t>Send()</a:t>
            </a:r>
            <a:r>
              <a:rPr lang="en-US" sz="2400" dirty="0"/>
              <a:t> - Useful to </a:t>
            </a:r>
            <a:r>
              <a:rPr lang="en-US" sz="2400" b="1" dirty="0"/>
              <a:t>send a command</a:t>
            </a:r>
            <a:r>
              <a:rPr lang="en-US" sz="2400" dirty="0"/>
              <a:t> since a command needs to be executed once. Need to specify the endpoint i.e. which queue to go to use send method.</a:t>
            </a:r>
            <a:endParaRPr sz="2400" dirty="0"/>
          </a:p>
          <a:p>
            <a:pPr marL="228600" lvl="0" indent="-228600" algn="just" rtl="0">
              <a:lnSpc>
                <a:spcPct val="110000"/>
              </a:lnSpc>
              <a:spcBef>
                <a:spcPts val="1000"/>
              </a:spcBef>
              <a:spcAft>
                <a:spcPts val="0"/>
              </a:spcAft>
              <a:buSzPts val="2800"/>
              <a:buChar char="•"/>
            </a:pPr>
            <a:r>
              <a:rPr lang="en-US" sz="2400" dirty="0"/>
              <a:t>When a message is sent, it is delivered to a specific endpoint using a </a:t>
            </a:r>
            <a:r>
              <a:rPr lang="en-US" sz="2400" i="1" dirty="0" err="1"/>
              <a:t>DestinationAddress</a:t>
            </a:r>
            <a:r>
              <a:rPr lang="en-US" sz="2400" dirty="0"/>
              <a:t>. </a:t>
            </a:r>
            <a:endParaRPr sz="2400" dirty="0"/>
          </a:p>
        </p:txBody>
      </p:sp>
      <p:sp>
        <p:nvSpPr>
          <p:cNvPr id="273" name="Google Shape;273;p12"/>
          <p:cNvSpPr txBox="1">
            <a:spLocks noGrp="1"/>
          </p:cNvSpPr>
          <p:nvPr>
            <p:ph sz="half" idx="10"/>
          </p:nvPr>
        </p:nvSpPr>
        <p:spPr>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070C0"/>
              </a:buClr>
              <a:buSzPts val="3600"/>
              <a:buFont typeface="Calibri"/>
              <a:buNone/>
            </a:pPr>
            <a:r>
              <a:rPr lang="en-US"/>
              <a:t>MassTransit Methods</a:t>
            </a:r>
            <a:endParaRPr/>
          </a:p>
        </p:txBody>
      </p:sp>
      <p:pic>
        <p:nvPicPr>
          <p:cNvPr id="274" name="Google Shape;274;p12"/>
          <p:cNvPicPr preferRelativeResize="0"/>
          <p:nvPr/>
        </p:nvPicPr>
        <p:blipFill rotWithShape="1">
          <a:blip r:embed="rId3">
            <a:alphaModFix/>
          </a:blip>
          <a:srcRect/>
          <a:stretch/>
        </p:blipFill>
        <p:spPr>
          <a:xfrm>
            <a:off x="10528199" y="106830"/>
            <a:ext cx="1087152" cy="1087152"/>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Google Shape;279;p13"/>
          <p:cNvSpPr txBox="1">
            <a:spLocks noGrp="1"/>
          </p:cNvSpPr>
          <p:nvPr>
            <p:ph sz="half" idx="1"/>
          </p:nvPr>
        </p:nvSpPr>
        <p:spPr>
          <a:prstGeom prst="rect">
            <a:avLst/>
          </a:prstGeom>
          <a:noFill/>
          <a:ln>
            <a:noFill/>
          </a:ln>
        </p:spPr>
        <p:txBody>
          <a:bodyPr spcFirstLastPara="1" wrap="square" lIns="91425" tIns="45700" rIns="91425" bIns="45700" anchor="t" anchorCtr="0">
            <a:normAutofit/>
          </a:bodyPr>
          <a:lstStyle/>
          <a:p>
            <a:pPr marL="228600" lvl="0" indent="-228600" algn="just" rtl="0">
              <a:lnSpc>
                <a:spcPct val="110000"/>
              </a:lnSpc>
              <a:spcBef>
                <a:spcPts val="0"/>
              </a:spcBef>
              <a:spcAft>
                <a:spcPts val="0"/>
              </a:spcAft>
              <a:buSzPts val="2800"/>
              <a:buChar char="•"/>
            </a:pPr>
            <a:r>
              <a:rPr lang="en-US" sz="2800" dirty="0" err="1"/>
              <a:t>MassTransit</a:t>
            </a:r>
            <a:r>
              <a:rPr lang="en-US" sz="2800" dirty="0"/>
              <a:t> creates durable, fanout exchanges by default, and queues are also durable by default.</a:t>
            </a:r>
            <a:endParaRPr dirty="0"/>
          </a:p>
          <a:p>
            <a:pPr marL="228600" lvl="0" indent="-228600" algn="just" rtl="0">
              <a:lnSpc>
                <a:spcPct val="110000"/>
              </a:lnSpc>
              <a:spcBef>
                <a:spcPts val="1000"/>
              </a:spcBef>
              <a:spcAft>
                <a:spcPts val="0"/>
              </a:spcAft>
              <a:buSzPts val="2800"/>
              <a:buChar char="•"/>
            </a:pPr>
            <a:r>
              <a:rPr lang="en-US" sz="2800" dirty="0" err="1"/>
              <a:t>MassTransit</a:t>
            </a:r>
            <a:r>
              <a:rPr lang="en-US" sz="2800" dirty="0"/>
              <a:t> encourages and support the use of interfaces for message contracts, and initializers make it easy to produce interface messages.</a:t>
            </a:r>
            <a:endParaRPr dirty="0"/>
          </a:p>
        </p:txBody>
      </p:sp>
      <p:sp>
        <p:nvSpPr>
          <p:cNvPr id="280" name="Google Shape;280;p13"/>
          <p:cNvSpPr txBox="1">
            <a:spLocks noGrp="1"/>
          </p:cNvSpPr>
          <p:nvPr>
            <p:ph sz="half" idx="10"/>
          </p:nvPr>
        </p:nvSpPr>
        <p:spPr>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070C0"/>
              </a:buClr>
              <a:buSzPts val="3600"/>
              <a:buFont typeface="Calibri"/>
              <a:buNone/>
            </a:pPr>
            <a:r>
              <a:rPr lang="en-US"/>
              <a:t>Key Points About MassTransit</a:t>
            </a:r>
            <a:endParaRPr/>
          </a:p>
        </p:txBody>
      </p:sp>
    </p:spTree>
  </p:cSld>
  <p:clrMapOvr>
    <a:masterClrMapping/>
  </p:clrMapOvr>
</p:sld>
</file>

<file path=ppt/theme/theme1.xml><?xml version="1.0" encoding="utf-8"?>
<a:theme xmlns:a="http://schemas.openxmlformats.org/drawingml/2006/main" name="ScholarHat Layout">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ScholarHat Font">
      <a:majorFont>
        <a:latin typeface="Roboto"/>
        <a:ea typeface=""/>
        <a:cs typeface=""/>
      </a:majorFont>
      <a:minorFont>
        <a:latin typeface="Robot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olution Architect.pptx" id="{06293316-8F9D-4244-9866-10C23334BAC7}" vid="{991B43C4-B17E-4503-B5C7-59C166CFDCF9}"/>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ScholarHat Theme</Template>
  <TotalTime>47</TotalTime>
  <Words>1372</Words>
  <Application>Microsoft Office PowerPoint</Application>
  <PresentationFormat>Widescreen</PresentationFormat>
  <Paragraphs>128</Paragraphs>
  <Slides>13</Slides>
  <Notes>12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13</vt:i4>
      </vt:variant>
    </vt:vector>
  </HeadingPairs>
  <TitlesOfParts>
    <vt:vector size="22" baseType="lpstr">
      <vt:lpstr>Roboto Light</vt:lpstr>
      <vt:lpstr>Calibri Light</vt:lpstr>
      <vt:lpstr>Roboto</vt:lpstr>
      <vt:lpstr>Arial</vt:lpstr>
      <vt:lpstr>Montserrat</vt:lpstr>
      <vt:lpstr>Raleway</vt:lpstr>
      <vt:lpstr>Calibri</vt:lpstr>
      <vt:lpstr>Segoe UI</vt:lpstr>
      <vt:lpstr>ScholarHat Layout</vt:lpstr>
      <vt:lpstr>Agenda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Agenda</dc:title>
  <dc:creator>Shailendra Chauhan</dc:creator>
  <cp:lastModifiedBy>Shailendra Chauhan</cp:lastModifiedBy>
  <cp:revision>1</cp:revision>
  <dcterms:created xsi:type="dcterms:W3CDTF">2015-04-26T09:42:00Z</dcterms:created>
  <dcterms:modified xsi:type="dcterms:W3CDTF">2025-03-16T04:52:11Z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1033-11.2.0.9684</vt:lpwstr>
  </property>
</Properties>
</file>