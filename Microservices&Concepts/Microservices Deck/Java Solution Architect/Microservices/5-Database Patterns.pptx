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2"/>
  </p:notesMasterIdLst>
  <p:sldIdLst>
    <p:sldId id="267" r:id="rId2"/>
    <p:sldId id="258" r:id="rId3"/>
    <p:sldId id="259" r:id="rId4"/>
    <p:sldId id="260" r:id="rId5"/>
    <p:sldId id="261" r:id="rId6"/>
    <p:sldId id="262" r:id="rId7"/>
    <p:sldId id="263" r:id="rId8"/>
    <p:sldId id="264" r:id="rId9"/>
    <p:sldId id="265" r:id="rId10"/>
    <p:sldId id="266" r:id="rId11"/>
  </p:sldIdLst>
  <p:sldSz cx="12192000" cy="6858000"/>
  <p:notesSz cx="6858000" cy="9144000"/>
  <p:embeddedFontLst>
    <p:embeddedFont>
      <p:font typeface="Helvetica Neue" panose="020B0604020202020204" charset="0"/>
      <p:regular r:id="rId13"/>
      <p:bold r:id="rId14"/>
      <p:italic r:id="rId15"/>
      <p:boldItalic r:id="rId16"/>
    </p:embeddedFont>
    <p:embeddedFont>
      <p:font typeface="Quattrocento Sans" panose="020B0502050000020003" pitchFamily="34" charset="0"/>
      <p:regular r:id="rId17"/>
      <p:bold r:id="rId18"/>
      <p:italic r:id="rId19"/>
      <p:boldItalic r:id="rId20"/>
    </p:embeddedFont>
    <p:embeddedFont>
      <p:font typeface="Roboto" panose="02000000000000000000" pitchFamily="2" charset="0"/>
      <p:regular r:id="rId21"/>
      <p:bold r:id="rId22"/>
      <p:italic r:id="rId23"/>
      <p:boldItalic r:id="rId24"/>
    </p:embeddedFont>
    <p:embeddedFont>
      <p:font typeface="Roboto Light" panose="02000000000000000000" pitchFamily="2" charset="0"/>
      <p:regular r:id="rId25"/>
      <p:italic r:id="rId26"/>
    </p:embeddedFont>
    <p:embeddedFont>
      <p:font typeface="Segoe UI" panose="020B0502040204020203" pitchFamily="3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t2JGeT1ExEkB2kHu5XubXNX/sb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22" d="100"/>
          <a:sy n="122" d="100"/>
        </p:scale>
        <p:origin x="1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7.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C6EBFFBF-A6B3-4989-9BC6-EEF31BA533DF}"/>
    <pc:docChg chg="modSld">
      <pc:chgData name="Shailendra Chauhan" userId="a7d3133f-e197-4b90-bf63-99a63a264234" providerId="ADAL" clId="{C6EBFFBF-A6B3-4989-9BC6-EEF31BA533DF}" dt="2024-12-07T13:39:13.664" v="1" actId="208"/>
      <pc:docMkLst>
        <pc:docMk/>
      </pc:docMkLst>
      <pc:sldChg chg="modSp mod">
        <pc:chgData name="Shailendra Chauhan" userId="a7d3133f-e197-4b90-bf63-99a63a264234" providerId="ADAL" clId="{C6EBFFBF-A6B3-4989-9BC6-EEF31BA533DF}" dt="2024-12-07T13:39:13.664" v="1" actId="208"/>
        <pc:sldMkLst>
          <pc:docMk/>
          <pc:sldMk cId="0" sldId="260"/>
        </pc:sldMkLst>
        <pc:spChg chg="mod">
          <ac:chgData name="Shailendra Chauhan" userId="a7d3133f-e197-4b90-bf63-99a63a264234" providerId="ADAL" clId="{C6EBFFBF-A6B3-4989-9BC6-EEF31BA533DF}" dt="2024-12-07T13:39:13.664" v="1" actId="208"/>
          <ac:spMkLst>
            <pc:docMk/>
            <pc:sldMk cId="0" sldId="260"/>
            <ac:spMk id="150" creationId="{00000000-0000-0000-0000-000000000000}"/>
          </ac:spMkLst>
        </pc:spChg>
      </pc:sldChg>
    </pc:docChg>
  </pc:docChgLst>
  <pc:docChgLst>
    <pc:chgData name="Shailendra Chauhan" userId="a7d3133f-e197-4b90-bf63-99a63a264234" providerId="ADAL" clId="{F298D9A4-FCC7-47F1-837D-3569E2C5EB3F}"/>
    <pc:docChg chg="modSld">
      <pc:chgData name="Shailendra Chauhan" userId="a7d3133f-e197-4b90-bf63-99a63a264234" providerId="ADAL" clId="{F298D9A4-FCC7-47F1-837D-3569E2C5EB3F}" dt="2024-04-27T12:25:59.667" v="2" actId="2711"/>
      <pc:docMkLst>
        <pc:docMk/>
      </pc:docMkLst>
      <pc:sldChg chg="modSp mod">
        <pc:chgData name="Shailendra Chauhan" userId="a7d3133f-e197-4b90-bf63-99a63a264234" providerId="ADAL" clId="{F298D9A4-FCC7-47F1-837D-3569E2C5EB3F}" dt="2024-04-27T12:24:54.660" v="1" actId="14100"/>
        <pc:sldMkLst>
          <pc:docMk/>
          <pc:sldMk cId="0" sldId="258"/>
        </pc:sldMkLst>
        <pc:spChg chg="mod">
          <ac:chgData name="Shailendra Chauhan" userId="a7d3133f-e197-4b90-bf63-99a63a264234" providerId="ADAL" clId="{F298D9A4-FCC7-47F1-837D-3569E2C5EB3F}" dt="2024-04-27T12:24:54.660" v="1" actId="14100"/>
          <ac:spMkLst>
            <pc:docMk/>
            <pc:sldMk cId="0" sldId="258"/>
            <ac:spMk id="125" creationId="{00000000-0000-0000-0000-000000000000}"/>
          </ac:spMkLst>
        </pc:spChg>
      </pc:sldChg>
      <pc:sldChg chg="modSp">
        <pc:chgData name="Shailendra Chauhan" userId="a7d3133f-e197-4b90-bf63-99a63a264234" providerId="ADAL" clId="{F298D9A4-FCC7-47F1-837D-3569E2C5EB3F}" dt="2024-04-27T12:25:59.667" v="2" actId="2711"/>
        <pc:sldMkLst>
          <pc:docMk/>
          <pc:sldMk cId="0" sldId="261"/>
        </pc:sldMkLst>
        <pc:spChg chg="mod">
          <ac:chgData name="Shailendra Chauhan" userId="a7d3133f-e197-4b90-bf63-99a63a264234" providerId="ADAL" clId="{F298D9A4-FCC7-47F1-837D-3569E2C5EB3F}" dt="2024-04-27T12:25:59.667" v="2" actId="2711"/>
          <ac:spMkLst>
            <pc:docMk/>
            <pc:sldMk cId="0" sldId="261"/>
            <ac:spMk id="160" creationId="{00000000-0000-0000-0000-000000000000}"/>
          </ac:spMkLst>
        </pc:spChg>
      </pc:sldChg>
    </pc:docChg>
  </pc:docChgLst>
  <pc:docChgLst>
    <pc:chgData name="Shailendra Chauhan" userId="a7d3133f-e197-4b90-bf63-99a63a264234" providerId="ADAL" clId="{10B7A1D6-B1BA-429E-97C7-E2DA5B0C06D8}"/>
    <pc:docChg chg="undo custSel addSld delSld modSld modMainMaster">
      <pc:chgData name="Shailendra Chauhan" userId="a7d3133f-e197-4b90-bf63-99a63a264234" providerId="ADAL" clId="{10B7A1D6-B1BA-429E-97C7-E2DA5B0C06D8}" dt="2024-07-15T17:38:56.067" v="86" actId="1076"/>
      <pc:docMkLst>
        <pc:docMk/>
      </pc:docMkLst>
      <pc:sldChg chg="modSp del mod modClrScheme chgLayout">
        <pc:chgData name="Shailendra Chauhan" userId="a7d3133f-e197-4b90-bf63-99a63a264234" providerId="ADAL" clId="{10B7A1D6-B1BA-429E-97C7-E2DA5B0C06D8}" dt="2024-07-15T17:33:42.799" v="17" actId="2696"/>
        <pc:sldMkLst>
          <pc:docMk/>
          <pc:sldMk cId="0" sldId="256"/>
        </pc:sldMkLst>
        <pc:spChg chg="mod ord">
          <ac:chgData name="Shailendra Chauhan" userId="a7d3133f-e197-4b90-bf63-99a63a264234" providerId="ADAL" clId="{10B7A1D6-B1BA-429E-97C7-E2DA5B0C06D8}" dt="2024-07-15T17:33:07.835" v="1" actId="700"/>
          <ac:spMkLst>
            <pc:docMk/>
            <pc:sldMk cId="0" sldId="256"/>
            <ac:spMk id="112" creationId="{00000000-0000-0000-0000-000000000000}"/>
          </ac:spMkLst>
        </pc:spChg>
        <pc:spChg chg="mod ord">
          <ac:chgData name="Shailendra Chauhan" userId="a7d3133f-e197-4b90-bf63-99a63a264234" providerId="ADAL" clId="{10B7A1D6-B1BA-429E-97C7-E2DA5B0C06D8}" dt="2024-07-15T17:33:07.835" v="1" actId="700"/>
          <ac:spMkLst>
            <pc:docMk/>
            <pc:sldMk cId="0" sldId="256"/>
            <ac:spMk id="113" creationId="{00000000-0000-0000-0000-000000000000}"/>
          </ac:spMkLst>
        </pc:spChg>
        <pc:spChg chg="mod ord">
          <ac:chgData name="Shailendra Chauhan" userId="a7d3133f-e197-4b90-bf63-99a63a264234" providerId="ADAL" clId="{10B7A1D6-B1BA-429E-97C7-E2DA5B0C06D8}" dt="2024-07-15T17:33:07.860" v="2" actId="27636"/>
          <ac:spMkLst>
            <pc:docMk/>
            <pc:sldMk cId="0" sldId="256"/>
            <ac:spMk id="114" creationId="{00000000-0000-0000-0000-000000000000}"/>
          </ac:spMkLst>
        </pc:spChg>
      </pc:sldChg>
      <pc:sldChg chg="modSp del">
        <pc:chgData name="Shailendra Chauhan" userId="a7d3133f-e197-4b90-bf63-99a63a264234" providerId="ADAL" clId="{10B7A1D6-B1BA-429E-97C7-E2DA5B0C06D8}" dt="2024-07-15T17:33:46.070" v="18" actId="2696"/>
        <pc:sldMkLst>
          <pc:docMk/>
          <pc:sldMk cId="0" sldId="257"/>
        </pc:sldMkLst>
        <pc:spChg chg="mod">
          <ac:chgData name="Shailendra Chauhan" userId="a7d3133f-e197-4b90-bf63-99a63a264234" providerId="ADAL" clId="{10B7A1D6-B1BA-429E-97C7-E2DA5B0C06D8}" dt="2024-07-15T17:33:02.279" v="0"/>
          <ac:spMkLst>
            <pc:docMk/>
            <pc:sldMk cId="0" sldId="257"/>
            <ac:spMk id="120" creationId="{00000000-0000-0000-0000-000000000000}"/>
          </ac:spMkLst>
        </pc:spChg>
      </pc:sldChg>
      <pc:sldChg chg="modSp mod modClrScheme modAnim chgLayout">
        <pc:chgData name="Shailendra Chauhan" userId="a7d3133f-e197-4b90-bf63-99a63a264234" providerId="ADAL" clId="{10B7A1D6-B1BA-429E-97C7-E2DA5B0C06D8}" dt="2024-07-15T17:34:53.667" v="32" actId="27636"/>
        <pc:sldMkLst>
          <pc:docMk/>
          <pc:sldMk cId="0" sldId="258"/>
        </pc:sldMkLst>
        <pc:spChg chg="mod ord">
          <ac:chgData name="Shailendra Chauhan" userId="a7d3133f-e197-4b90-bf63-99a63a264234" providerId="ADAL" clId="{10B7A1D6-B1BA-429E-97C7-E2DA5B0C06D8}" dt="2024-07-15T17:34:53.667" v="32" actId="27636"/>
          <ac:spMkLst>
            <pc:docMk/>
            <pc:sldMk cId="0" sldId="258"/>
            <ac:spMk id="125" creationId="{00000000-0000-0000-0000-000000000000}"/>
          </ac:spMkLst>
        </pc:spChg>
        <pc:spChg chg="mod ord">
          <ac:chgData name="Shailendra Chauhan" userId="a7d3133f-e197-4b90-bf63-99a63a264234" providerId="ADAL" clId="{10B7A1D6-B1BA-429E-97C7-E2DA5B0C06D8}" dt="2024-07-15T17:33:51.133" v="19" actId="700"/>
          <ac:spMkLst>
            <pc:docMk/>
            <pc:sldMk cId="0" sldId="258"/>
            <ac:spMk id="126" creationId="{00000000-0000-0000-0000-000000000000}"/>
          </ac:spMkLst>
        </pc:spChg>
      </pc:sldChg>
      <pc:sldChg chg="modSp mod modClrScheme chgLayout">
        <pc:chgData name="Shailendra Chauhan" userId="a7d3133f-e197-4b90-bf63-99a63a264234" providerId="ADAL" clId="{10B7A1D6-B1BA-429E-97C7-E2DA5B0C06D8}" dt="2024-07-15T17:35:01.724" v="34" actId="27636"/>
        <pc:sldMkLst>
          <pc:docMk/>
          <pc:sldMk cId="0" sldId="259"/>
        </pc:sldMkLst>
        <pc:spChg chg="mod ord">
          <ac:chgData name="Shailendra Chauhan" userId="a7d3133f-e197-4b90-bf63-99a63a264234" providerId="ADAL" clId="{10B7A1D6-B1BA-429E-97C7-E2DA5B0C06D8}" dt="2024-07-15T17:35:01.694" v="33" actId="700"/>
          <ac:spMkLst>
            <pc:docMk/>
            <pc:sldMk cId="0" sldId="259"/>
            <ac:spMk id="131" creationId="{00000000-0000-0000-0000-000000000000}"/>
          </ac:spMkLst>
        </pc:spChg>
        <pc:spChg chg="mod ord">
          <ac:chgData name="Shailendra Chauhan" userId="a7d3133f-e197-4b90-bf63-99a63a264234" providerId="ADAL" clId="{10B7A1D6-B1BA-429E-97C7-E2DA5B0C06D8}" dt="2024-07-15T17:35:01.724" v="34" actId="27636"/>
          <ac:spMkLst>
            <pc:docMk/>
            <pc:sldMk cId="0" sldId="259"/>
            <ac:spMk id="132" creationId="{00000000-0000-0000-0000-000000000000}"/>
          </ac:spMkLst>
        </pc:spChg>
      </pc:sldChg>
      <pc:sldChg chg="modSp mod modClrScheme chgLayout">
        <pc:chgData name="Shailendra Chauhan" userId="a7d3133f-e197-4b90-bf63-99a63a264234" providerId="ADAL" clId="{10B7A1D6-B1BA-429E-97C7-E2DA5B0C06D8}" dt="2024-07-15T17:35:22.070" v="36" actId="27636"/>
        <pc:sldMkLst>
          <pc:docMk/>
          <pc:sldMk cId="0" sldId="260"/>
        </pc:sldMkLst>
        <pc:spChg chg="mod ord">
          <ac:chgData name="Shailendra Chauhan" userId="a7d3133f-e197-4b90-bf63-99a63a264234" providerId="ADAL" clId="{10B7A1D6-B1BA-429E-97C7-E2DA5B0C06D8}" dt="2024-07-15T17:35:22.038" v="35" actId="700"/>
          <ac:spMkLst>
            <pc:docMk/>
            <pc:sldMk cId="0" sldId="260"/>
            <ac:spMk id="147" creationId="{00000000-0000-0000-0000-000000000000}"/>
          </ac:spMkLst>
        </pc:spChg>
        <pc:spChg chg="mod ord">
          <ac:chgData name="Shailendra Chauhan" userId="a7d3133f-e197-4b90-bf63-99a63a264234" providerId="ADAL" clId="{10B7A1D6-B1BA-429E-97C7-E2DA5B0C06D8}" dt="2024-07-15T17:35:22.070" v="36" actId="27636"/>
          <ac:spMkLst>
            <pc:docMk/>
            <pc:sldMk cId="0" sldId="260"/>
            <ac:spMk id="148" creationId="{00000000-0000-0000-0000-000000000000}"/>
          </ac:spMkLst>
        </pc:spChg>
      </pc:sldChg>
      <pc:sldChg chg="modSp mod modClrScheme chgLayout">
        <pc:chgData name="Shailendra Chauhan" userId="a7d3133f-e197-4b90-bf63-99a63a264234" providerId="ADAL" clId="{10B7A1D6-B1BA-429E-97C7-E2DA5B0C06D8}" dt="2024-07-15T17:36:52.711" v="67" actId="1036"/>
        <pc:sldMkLst>
          <pc:docMk/>
          <pc:sldMk cId="0" sldId="261"/>
        </pc:sldMkLst>
        <pc:spChg chg="mod ord">
          <ac:chgData name="Shailendra Chauhan" userId="a7d3133f-e197-4b90-bf63-99a63a264234" providerId="ADAL" clId="{10B7A1D6-B1BA-429E-97C7-E2DA5B0C06D8}" dt="2024-07-15T17:36:41.332" v="44" actId="1076"/>
          <ac:spMkLst>
            <pc:docMk/>
            <pc:sldMk cId="0" sldId="261"/>
            <ac:spMk id="160" creationId="{00000000-0000-0000-0000-000000000000}"/>
          </ac:spMkLst>
        </pc:spChg>
        <pc:spChg chg="mod ord">
          <ac:chgData name="Shailendra Chauhan" userId="a7d3133f-e197-4b90-bf63-99a63a264234" providerId="ADAL" clId="{10B7A1D6-B1BA-429E-97C7-E2DA5B0C06D8}" dt="2024-07-15T17:35:44.687" v="38" actId="27636"/>
          <ac:spMkLst>
            <pc:docMk/>
            <pc:sldMk cId="0" sldId="261"/>
            <ac:spMk id="161" creationId="{00000000-0000-0000-0000-000000000000}"/>
          </ac:spMkLst>
        </pc:spChg>
        <pc:spChg chg="mod">
          <ac:chgData name="Shailendra Chauhan" userId="a7d3133f-e197-4b90-bf63-99a63a264234" providerId="ADAL" clId="{10B7A1D6-B1BA-429E-97C7-E2DA5B0C06D8}" dt="2024-07-15T17:36:13.065" v="41" actId="207"/>
          <ac:spMkLst>
            <pc:docMk/>
            <pc:sldMk cId="0" sldId="261"/>
            <ac:spMk id="164" creationId="{00000000-0000-0000-0000-000000000000}"/>
          </ac:spMkLst>
        </pc:spChg>
        <pc:spChg chg="mod">
          <ac:chgData name="Shailendra Chauhan" userId="a7d3133f-e197-4b90-bf63-99a63a264234" providerId="ADAL" clId="{10B7A1D6-B1BA-429E-97C7-E2DA5B0C06D8}" dt="2024-07-15T17:36:22.715" v="42" actId="207"/>
          <ac:spMkLst>
            <pc:docMk/>
            <pc:sldMk cId="0" sldId="261"/>
            <ac:spMk id="180" creationId="{00000000-0000-0000-0000-000000000000}"/>
          </ac:spMkLst>
        </pc:spChg>
        <pc:grpChg chg="mod">
          <ac:chgData name="Shailendra Chauhan" userId="a7d3133f-e197-4b90-bf63-99a63a264234" providerId="ADAL" clId="{10B7A1D6-B1BA-429E-97C7-E2DA5B0C06D8}" dt="2024-07-15T17:36:52.711" v="67" actId="1036"/>
          <ac:grpSpMkLst>
            <pc:docMk/>
            <pc:sldMk cId="0" sldId="261"/>
            <ac:grpSpMk id="163" creationId="{00000000-0000-0000-0000-000000000000}"/>
          </ac:grpSpMkLst>
        </pc:grpChg>
        <pc:grpChg chg="mod">
          <ac:chgData name="Shailendra Chauhan" userId="a7d3133f-e197-4b90-bf63-99a63a264234" providerId="ADAL" clId="{10B7A1D6-B1BA-429E-97C7-E2DA5B0C06D8}" dt="2024-07-15T17:36:52.711" v="67" actId="1036"/>
          <ac:grpSpMkLst>
            <pc:docMk/>
            <pc:sldMk cId="0" sldId="261"/>
            <ac:grpSpMk id="170" creationId="{00000000-0000-0000-0000-000000000000}"/>
          </ac:grpSpMkLst>
        </pc:grpChg>
        <pc:cxnChg chg="mod">
          <ac:chgData name="Shailendra Chauhan" userId="a7d3133f-e197-4b90-bf63-99a63a264234" providerId="ADAL" clId="{10B7A1D6-B1BA-429E-97C7-E2DA5B0C06D8}" dt="2024-07-15T17:36:52.711" v="67" actId="1036"/>
          <ac:cxnSpMkLst>
            <pc:docMk/>
            <pc:sldMk cId="0" sldId="261"/>
            <ac:cxnSpMk id="162" creationId="{00000000-0000-0000-0000-000000000000}"/>
          </ac:cxnSpMkLst>
        </pc:cxnChg>
      </pc:sldChg>
      <pc:sldChg chg="modSp mod modClrScheme chgLayout">
        <pc:chgData name="Shailendra Chauhan" userId="a7d3133f-e197-4b90-bf63-99a63a264234" providerId="ADAL" clId="{10B7A1D6-B1BA-429E-97C7-E2DA5B0C06D8}" dt="2024-07-15T17:37:11.696" v="71" actId="20577"/>
        <pc:sldMkLst>
          <pc:docMk/>
          <pc:sldMk cId="0" sldId="262"/>
        </pc:sldMkLst>
        <pc:spChg chg="mod ord">
          <ac:chgData name="Shailendra Chauhan" userId="a7d3133f-e197-4b90-bf63-99a63a264234" providerId="ADAL" clId="{10B7A1D6-B1BA-429E-97C7-E2DA5B0C06D8}" dt="2024-07-15T17:37:11.696" v="71" actId="20577"/>
          <ac:spMkLst>
            <pc:docMk/>
            <pc:sldMk cId="0" sldId="262"/>
            <ac:spMk id="186" creationId="{00000000-0000-0000-0000-000000000000}"/>
          </ac:spMkLst>
        </pc:spChg>
        <pc:spChg chg="mod ord">
          <ac:chgData name="Shailendra Chauhan" userId="a7d3133f-e197-4b90-bf63-99a63a264234" providerId="ADAL" clId="{10B7A1D6-B1BA-429E-97C7-E2DA5B0C06D8}" dt="2024-07-15T17:37:00.698" v="69" actId="27636"/>
          <ac:spMkLst>
            <pc:docMk/>
            <pc:sldMk cId="0" sldId="262"/>
            <ac:spMk id="187" creationId="{00000000-0000-0000-0000-000000000000}"/>
          </ac:spMkLst>
        </pc:spChg>
      </pc:sldChg>
      <pc:sldChg chg="modSp mod modClrScheme chgLayout">
        <pc:chgData name="Shailendra Chauhan" userId="a7d3133f-e197-4b90-bf63-99a63a264234" providerId="ADAL" clId="{10B7A1D6-B1BA-429E-97C7-E2DA5B0C06D8}" dt="2024-07-15T17:37:31.700" v="72" actId="700"/>
        <pc:sldMkLst>
          <pc:docMk/>
          <pc:sldMk cId="0" sldId="263"/>
        </pc:sldMkLst>
        <pc:spChg chg="mod ord">
          <ac:chgData name="Shailendra Chauhan" userId="a7d3133f-e197-4b90-bf63-99a63a264234" providerId="ADAL" clId="{10B7A1D6-B1BA-429E-97C7-E2DA5B0C06D8}" dt="2024-07-15T17:37:31.700" v="72" actId="700"/>
          <ac:spMkLst>
            <pc:docMk/>
            <pc:sldMk cId="0" sldId="263"/>
            <ac:spMk id="193" creationId="{00000000-0000-0000-0000-000000000000}"/>
          </ac:spMkLst>
        </pc:spChg>
      </pc:sldChg>
      <pc:sldChg chg="modSp mod modClrScheme chgLayout">
        <pc:chgData name="Shailendra Chauhan" userId="a7d3133f-e197-4b90-bf63-99a63a264234" providerId="ADAL" clId="{10B7A1D6-B1BA-429E-97C7-E2DA5B0C06D8}" dt="2024-07-15T17:37:39.509" v="73" actId="700"/>
        <pc:sldMkLst>
          <pc:docMk/>
          <pc:sldMk cId="0" sldId="264"/>
        </pc:sldMkLst>
        <pc:spChg chg="mod ord">
          <ac:chgData name="Shailendra Chauhan" userId="a7d3133f-e197-4b90-bf63-99a63a264234" providerId="ADAL" clId="{10B7A1D6-B1BA-429E-97C7-E2DA5B0C06D8}" dt="2024-07-15T17:37:39.509" v="73" actId="700"/>
          <ac:spMkLst>
            <pc:docMk/>
            <pc:sldMk cId="0" sldId="264"/>
            <ac:spMk id="237" creationId="{00000000-0000-0000-0000-000000000000}"/>
          </ac:spMkLst>
        </pc:spChg>
        <pc:spChg chg="mod ord">
          <ac:chgData name="Shailendra Chauhan" userId="a7d3133f-e197-4b90-bf63-99a63a264234" providerId="ADAL" clId="{10B7A1D6-B1BA-429E-97C7-E2DA5B0C06D8}" dt="2024-07-15T17:37:39.509" v="73" actId="700"/>
          <ac:spMkLst>
            <pc:docMk/>
            <pc:sldMk cId="0" sldId="264"/>
            <ac:spMk id="238" creationId="{00000000-0000-0000-0000-000000000000}"/>
          </ac:spMkLst>
        </pc:spChg>
      </pc:sldChg>
      <pc:sldChg chg="modSp mod modClrScheme chgLayout">
        <pc:chgData name="Shailendra Chauhan" userId="a7d3133f-e197-4b90-bf63-99a63a264234" providerId="ADAL" clId="{10B7A1D6-B1BA-429E-97C7-E2DA5B0C06D8}" dt="2024-07-15T17:38:02.409" v="75" actId="27636"/>
        <pc:sldMkLst>
          <pc:docMk/>
          <pc:sldMk cId="0" sldId="265"/>
        </pc:sldMkLst>
        <pc:spChg chg="mod ord">
          <ac:chgData name="Shailendra Chauhan" userId="a7d3133f-e197-4b90-bf63-99a63a264234" providerId="ADAL" clId="{10B7A1D6-B1BA-429E-97C7-E2DA5B0C06D8}" dt="2024-07-15T17:38:02.409" v="75" actId="27636"/>
          <ac:spMkLst>
            <pc:docMk/>
            <pc:sldMk cId="0" sldId="265"/>
            <ac:spMk id="244" creationId="{00000000-0000-0000-0000-000000000000}"/>
          </ac:spMkLst>
        </pc:spChg>
        <pc:spChg chg="mod ord">
          <ac:chgData name="Shailendra Chauhan" userId="a7d3133f-e197-4b90-bf63-99a63a264234" providerId="ADAL" clId="{10B7A1D6-B1BA-429E-97C7-E2DA5B0C06D8}" dt="2024-07-15T17:38:02.383" v="74" actId="700"/>
          <ac:spMkLst>
            <pc:docMk/>
            <pc:sldMk cId="0" sldId="265"/>
            <ac:spMk id="245" creationId="{00000000-0000-0000-0000-000000000000}"/>
          </ac:spMkLst>
        </pc:spChg>
      </pc:sldChg>
      <pc:sldChg chg="modSp mod modClrScheme chgLayout">
        <pc:chgData name="Shailendra Chauhan" userId="a7d3133f-e197-4b90-bf63-99a63a264234" providerId="ADAL" clId="{10B7A1D6-B1BA-429E-97C7-E2DA5B0C06D8}" dt="2024-07-15T17:38:56.067" v="86" actId="1076"/>
        <pc:sldMkLst>
          <pc:docMk/>
          <pc:sldMk cId="0" sldId="266"/>
        </pc:sldMkLst>
        <pc:spChg chg="mod ord">
          <ac:chgData name="Shailendra Chauhan" userId="a7d3133f-e197-4b90-bf63-99a63a264234" providerId="ADAL" clId="{10B7A1D6-B1BA-429E-97C7-E2DA5B0C06D8}" dt="2024-07-15T17:38:31.675" v="78" actId="700"/>
          <ac:spMkLst>
            <pc:docMk/>
            <pc:sldMk cId="0" sldId="266"/>
            <ac:spMk id="254" creationId="{00000000-0000-0000-0000-000000000000}"/>
          </ac:spMkLst>
        </pc:spChg>
        <pc:picChg chg="mod ord">
          <ac:chgData name="Shailendra Chauhan" userId="a7d3133f-e197-4b90-bf63-99a63a264234" providerId="ADAL" clId="{10B7A1D6-B1BA-429E-97C7-E2DA5B0C06D8}" dt="2024-07-15T17:38:56.067" v="86" actId="1076"/>
          <ac:picMkLst>
            <pc:docMk/>
            <pc:sldMk cId="0" sldId="266"/>
            <ac:picMk id="253" creationId="{00000000-0000-0000-0000-000000000000}"/>
          </ac:picMkLst>
        </pc:picChg>
        <pc:picChg chg="mod">
          <ac:chgData name="Shailendra Chauhan" userId="a7d3133f-e197-4b90-bf63-99a63a264234" providerId="ADAL" clId="{10B7A1D6-B1BA-429E-97C7-E2DA5B0C06D8}" dt="2024-07-15T17:38:54.241" v="85" actId="14100"/>
          <ac:picMkLst>
            <pc:docMk/>
            <pc:sldMk cId="0" sldId="266"/>
            <ac:picMk id="255" creationId="{00000000-0000-0000-0000-000000000000}"/>
          </ac:picMkLst>
        </pc:picChg>
      </pc:sldChg>
      <pc:sldChg chg="modSp new mod">
        <pc:chgData name="Shailendra Chauhan" userId="a7d3133f-e197-4b90-bf63-99a63a264234" providerId="ADAL" clId="{10B7A1D6-B1BA-429E-97C7-E2DA5B0C06D8}" dt="2024-07-15T17:33:39.449" v="16" actId="20577"/>
        <pc:sldMkLst>
          <pc:docMk/>
          <pc:sldMk cId="2406788092" sldId="267"/>
        </pc:sldMkLst>
        <pc:spChg chg="mod">
          <ac:chgData name="Shailendra Chauhan" userId="a7d3133f-e197-4b90-bf63-99a63a264234" providerId="ADAL" clId="{10B7A1D6-B1BA-429E-97C7-E2DA5B0C06D8}" dt="2024-07-15T17:33:29.376" v="8" actId="20577"/>
          <ac:spMkLst>
            <pc:docMk/>
            <pc:sldMk cId="2406788092" sldId="267"/>
            <ac:spMk id="2" creationId="{8368E67F-FB02-D922-2077-F15C45E5B381}"/>
          </ac:spMkLst>
        </pc:spChg>
        <pc:spChg chg="mod">
          <ac:chgData name="Shailendra Chauhan" userId="a7d3133f-e197-4b90-bf63-99a63a264234" providerId="ADAL" clId="{10B7A1D6-B1BA-429E-97C7-E2DA5B0C06D8}" dt="2024-07-15T17:33:36.404" v="10" actId="20577"/>
          <ac:spMkLst>
            <pc:docMk/>
            <pc:sldMk cId="2406788092" sldId="267"/>
            <ac:spMk id="3" creationId="{355683D7-8F36-E9CE-0F04-F491DD2989E8}"/>
          </ac:spMkLst>
        </pc:spChg>
        <pc:spChg chg="mod">
          <ac:chgData name="Shailendra Chauhan" userId="a7d3133f-e197-4b90-bf63-99a63a264234" providerId="ADAL" clId="{10B7A1D6-B1BA-429E-97C7-E2DA5B0C06D8}" dt="2024-07-15T17:33:39.449" v="16" actId="20577"/>
          <ac:spMkLst>
            <pc:docMk/>
            <pc:sldMk cId="2406788092" sldId="267"/>
            <ac:spMk id="4" creationId="{22C6DB36-C696-4B0A-A854-4A395BB5E3B2}"/>
          </ac:spMkLst>
        </pc:spChg>
      </pc:sldChg>
      <pc:sldMasterChg chg="delSldLayout modSldLayout">
        <pc:chgData name="Shailendra Chauhan" userId="a7d3133f-e197-4b90-bf63-99a63a264234" providerId="ADAL" clId="{10B7A1D6-B1BA-429E-97C7-E2DA5B0C06D8}" dt="2024-07-15T17:33:46.070" v="18" actId="2696"/>
        <pc:sldMasterMkLst>
          <pc:docMk/>
          <pc:sldMasterMk cId="569515398" sldId="2147483668"/>
        </pc:sldMasterMkLst>
        <pc:sldLayoutChg chg="delSp">
          <pc:chgData name="Shailendra Chauhan" userId="a7d3133f-e197-4b90-bf63-99a63a264234" providerId="ADAL" clId="{10B7A1D6-B1BA-429E-97C7-E2DA5B0C06D8}" dt="2024-07-15T17:33:02.279" v="0"/>
          <pc:sldLayoutMkLst>
            <pc:docMk/>
            <pc:sldMasterMk cId="569515398" sldId="2147483668"/>
            <pc:sldLayoutMk cId="3590879253" sldId="2147483694"/>
          </pc:sldLayoutMkLst>
          <pc:spChg chg="del">
            <ac:chgData name="Shailendra Chauhan" userId="a7d3133f-e197-4b90-bf63-99a63a264234" providerId="ADAL" clId="{10B7A1D6-B1BA-429E-97C7-E2DA5B0C06D8}" dt="2024-07-15T17:33:02.279" v="0"/>
            <ac:spMkLst>
              <pc:docMk/>
              <pc:sldMasterMk cId="569515398" sldId="2147483668"/>
              <pc:sldLayoutMk cId="3590879253" sldId="2147483694"/>
              <ac:spMk id="13" creationId="{00000000-0000-0000-0000-000000000000}"/>
            </ac:spMkLst>
          </pc:spChg>
          <pc:spChg chg="del">
            <ac:chgData name="Shailendra Chauhan" userId="a7d3133f-e197-4b90-bf63-99a63a264234" providerId="ADAL" clId="{10B7A1D6-B1BA-429E-97C7-E2DA5B0C06D8}" dt="2024-07-15T17:33:02.279" v="0"/>
            <ac:spMkLst>
              <pc:docMk/>
              <pc:sldMasterMk cId="569515398" sldId="2147483668"/>
              <pc:sldLayoutMk cId="3590879253" sldId="2147483694"/>
              <ac:spMk id="18" creationId="{00000000-0000-0000-0000-000000000000}"/>
            </ac:spMkLst>
          </pc:spChg>
          <pc:spChg chg="del">
            <ac:chgData name="Shailendra Chauhan" userId="a7d3133f-e197-4b90-bf63-99a63a264234" providerId="ADAL" clId="{10B7A1D6-B1BA-429E-97C7-E2DA5B0C06D8}" dt="2024-07-15T17:33:02.279" v="0"/>
            <ac:spMkLst>
              <pc:docMk/>
              <pc:sldMasterMk cId="569515398" sldId="2147483668"/>
              <pc:sldLayoutMk cId="3590879253" sldId="2147483694"/>
              <ac:spMk id="19" creationId="{00000000-0000-0000-0000-000000000000}"/>
            </ac:spMkLst>
          </pc:spChg>
          <pc:cxnChg chg="del">
            <ac:chgData name="Shailendra Chauhan" userId="a7d3133f-e197-4b90-bf63-99a63a264234" providerId="ADAL" clId="{10B7A1D6-B1BA-429E-97C7-E2DA5B0C06D8}" dt="2024-07-15T17:33:02.279" v="0"/>
            <ac:cxnSpMkLst>
              <pc:docMk/>
              <pc:sldMasterMk cId="569515398" sldId="2147483668"/>
              <pc:sldLayoutMk cId="3590879253" sldId="2147483694"/>
              <ac:cxnSpMk id="15" creationId="{00000000-0000-0000-0000-000000000000}"/>
            </ac:cxnSpMkLst>
          </pc:cxnChg>
        </pc:sldLayoutChg>
        <pc:sldLayoutChg chg="delSp del">
          <pc:chgData name="Shailendra Chauhan" userId="a7d3133f-e197-4b90-bf63-99a63a264234" providerId="ADAL" clId="{10B7A1D6-B1BA-429E-97C7-E2DA5B0C06D8}" dt="2024-07-15T17:33:46.070" v="18" actId="2696"/>
          <pc:sldLayoutMkLst>
            <pc:docMk/>
            <pc:sldMasterMk cId="569515398" sldId="2147483668"/>
            <pc:sldLayoutMk cId="2552433003" sldId="2147483695"/>
          </pc:sldLayoutMkLst>
          <pc:cxnChg chg="del">
            <ac:chgData name="Shailendra Chauhan" userId="a7d3133f-e197-4b90-bf63-99a63a264234" providerId="ADAL" clId="{10B7A1D6-B1BA-429E-97C7-E2DA5B0C06D8}" dt="2024-07-15T17:33:02.279" v="0"/>
            <ac:cxnSpMkLst>
              <pc:docMk/>
              <pc:sldMasterMk cId="569515398" sldId="2147483668"/>
              <pc:sldLayoutMk cId="2552433003" sldId="2147483695"/>
              <ac:cxnSpMk id="23" creationId="{00000000-0000-0000-0000-000000000000}"/>
            </ac:cxnSpMkLst>
          </pc:cxnChg>
        </pc:sldLayoutChg>
        <pc:sldLayoutChg chg="delSp">
          <pc:chgData name="Shailendra Chauhan" userId="a7d3133f-e197-4b90-bf63-99a63a264234" providerId="ADAL" clId="{10B7A1D6-B1BA-429E-97C7-E2DA5B0C06D8}" dt="2024-07-15T17:33:02.279" v="0"/>
          <pc:sldLayoutMkLst>
            <pc:docMk/>
            <pc:sldMasterMk cId="569515398" sldId="2147483668"/>
            <pc:sldLayoutMk cId="120820297" sldId="2147483696"/>
          </pc:sldLayoutMkLst>
          <pc:cxnChg chg="del">
            <ac:chgData name="Shailendra Chauhan" userId="a7d3133f-e197-4b90-bf63-99a63a264234" providerId="ADAL" clId="{10B7A1D6-B1BA-429E-97C7-E2DA5B0C06D8}" dt="2024-07-15T17:33:02.279" v="0"/>
            <ac:cxnSpMkLst>
              <pc:docMk/>
              <pc:sldMasterMk cId="569515398" sldId="2147483668"/>
              <pc:sldLayoutMk cId="120820297" sldId="2147483696"/>
              <ac:cxnSpMk id="26" creationId="{00000000-0000-0000-0000-000000000000}"/>
            </ac:cxnSpMkLst>
          </pc:cxnChg>
        </pc:sldLayoutChg>
        <pc:sldLayoutChg chg="delSp">
          <pc:chgData name="Shailendra Chauhan" userId="a7d3133f-e197-4b90-bf63-99a63a264234" providerId="ADAL" clId="{10B7A1D6-B1BA-429E-97C7-E2DA5B0C06D8}" dt="2024-07-15T17:33:02.279" v="0"/>
          <pc:sldLayoutMkLst>
            <pc:docMk/>
            <pc:sldMasterMk cId="569515398" sldId="2147483668"/>
            <pc:sldLayoutMk cId="3114324581" sldId="2147483697"/>
          </pc:sldLayoutMkLst>
          <pc:cxnChg chg="del">
            <ac:chgData name="Shailendra Chauhan" userId="a7d3133f-e197-4b90-bf63-99a63a264234" providerId="ADAL" clId="{10B7A1D6-B1BA-429E-97C7-E2DA5B0C06D8}" dt="2024-07-15T17:33:02.279" v="0"/>
            <ac:cxnSpMkLst>
              <pc:docMk/>
              <pc:sldMasterMk cId="569515398" sldId="2147483668"/>
              <pc:sldLayoutMk cId="3114324581" sldId="2147483697"/>
              <ac:cxnSpMk id="29" creationId="{00000000-0000-0000-0000-000000000000}"/>
            </ac:cxnSpMkLst>
          </pc:cxnChg>
        </pc:sldLayoutChg>
      </pc:sldMasterChg>
    </pc:docChg>
  </pc:docChgLst>
  <pc:docChgLst>
    <pc:chgData name="Shailendra Chauhan" userId="a7d3133f-e197-4b90-bf63-99a63a264234" providerId="ADAL" clId="{D1CF4315-AC4F-41AF-ADC8-3D73C0AE8DBD}"/>
    <pc:docChg chg="undo redo custSel modSld">
      <pc:chgData name="Shailendra Chauhan" userId="a7d3133f-e197-4b90-bf63-99a63a264234" providerId="ADAL" clId="{D1CF4315-AC4F-41AF-ADC8-3D73C0AE8DBD}" dt="2024-10-14T09:41:42.253" v="93" actId="1076"/>
      <pc:docMkLst>
        <pc:docMk/>
      </pc:docMkLst>
      <pc:sldChg chg="modSp mod setBg">
        <pc:chgData name="Shailendra Chauhan" userId="a7d3133f-e197-4b90-bf63-99a63a264234" providerId="ADAL" clId="{D1CF4315-AC4F-41AF-ADC8-3D73C0AE8DBD}" dt="2024-10-12T16:26:54.392" v="3"/>
        <pc:sldMkLst>
          <pc:docMk/>
          <pc:sldMk cId="0" sldId="261"/>
        </pc:sldMkLst>
        <pc:spChg chg="mod">
          <ac:chgData name="Shailendra Chauhan" userId="a7d3133f-e197-4b90-bf63-99a63a264234" providerId="ADAL" clId="{D1CF4315-AC4F-41AF-ADC8-3D73C0AE8DBD}" dt="2024-10-12T16:26:51.328" v="2" actId="207"/>
          <ac:spMkLst>
            <pc:docMk/>
            <pc:sldMk cId="0" sldId="261"/>
            <ac:spMk id="180" creationId="{00000000-0000-0000-0000-000000000000}"/>
          </ac:spMkLst>
        </pc:spChg>
      </pc:sldChg>
      <pc:sldChg chg="addSp delSp modSp mod delAnim modAnim">
        <pc:chgData name="Shailendra Chauhan" userId="a7d3133f-e197-4b90-bf63-99a63a264234" providerId="ADAL" clId="{D1CF4315-AC4F-41AF-ADC8-3D73C0AE8DBD}" dt="2024-10-14T09:41:42.253" v="93" actId="1076"/>
        <pc:sldMkLst>
          <pc:docMk/>
          <pc:sldMk cId="0" sldId="263"/>
        </pc:sldMkLst>
        <pc:spChg chg="add del">
          <ac:chgData name="Shailendra Chauhan" userId="a7d3133f-e197-4b90-bf63-99a63a264234" providerId="ADAL" clId="{D1CF4315-AC4F-41AF-ADC8-3D73C0AE8DBD}" dt="2024-10-14T09:34:37.689" v="5" actId="22"/>
          <ac:spMkLst>
            <pc:docMk/>
            <pc:sldMk cId="0" sldId="263"/>
            <ac:spMk id="3" creationId="{4E13F451-7FEA-E80E-444F-CD90FD760ADF}"/>
          </ac:spMkLst>
        </pc:spChg>
        <pc:spChg chg="mod">
          <ac:chgData name="Shailendra Chauhan" userId="a7d3133f-e197-4b90-bf63-99a63a264234" providerId="ADAL" clId="{D1CF4315-AC4F-41AF-ADC8-3D73C0AE8DBD}" dt="2024-10-14T09:34:44.843" v="6"/>
          <ac:spMkLst>
            <pc:docMk/>
            <pc:sldMk cId="0" sldId="263"/>
            <ac:spMk id="5" creationId="{0350162C-B11D-4861-9001-500F9ED65655}"/>
          </ac:spMkLst>
        </pc:spChg>
        <pc:spChg chg="mod">
          <ac:chgData name="Shailendra Chauhan" userId="a7d3133f-e197-4b90-bf63-99a63a264234" providerId="ADAL" clId="{D1CF4315-AC4F-41AF-ADC8-3D73C0AE8DBD}" dt="2024-10-14T09:34:44.843" v="6"/>
          <ac:spMkLst>
            <pc:docMk/>
            <pc:sldMk cId="0" sldId="263"/>
            <ac:spMk id="6" creationId="{21B9E8DE-BE0B-FD33-E82C-7CC48551AE2A}"/>
          </ac:spMkLst>
        </pc:spChg>
        <pc:spChg chg="mod">
          <ac:chgData name="Shailendra Chauhan" userId="a7d3133f-e197-4b90-bf63-99a63a264234" providerId="ADAL" clId="{D1CF4315-AC4F-41AF-ADC8-3D73C0AE8DBD}" dt="2024-10-14T09:34:44.843" v="6"/>
          <ac:spMkLst>
            <pc:docMk/>
            <pc:sldMk cId="0" sldId="263"/>
            <ac:spMk id="7" creationId="{3877D06D-870E-F3A5-7BC5-A1961145A7CB}"/>
          </ac:spMkLst>
        </pc:spChg>
        <pc:spChg chg="mod">
          <ac:chgData name="Shailendra Chauhan" userId="a7d3133f-e197-4b90-bf63-99a63a264234" providerId="ADAL" clId="{D1CF4315-AC4F-41AF-ADC8-3D73C0AE8DBD}" dt="2024-10-14T09:34:44.843" v="6"/>
          <ac:spMkLst>
            <pc:docMk/>
            <pc:sldMk cId="0" sldId="263"/>
            <ac:spMk id="8" creationId="{FBD2C7FB-C9BE-F254-BEF4-659E41169AC9}"/>
          </ac:spMkLst>
        </pc:spChg>
        <pc:spChg chg="mod">
          <ac:chgData name="Shailendra Chauhan" userId="a7d3133f-e197-4b90-bf63-99a63a264234" providerId="ADAL" clId="{D1CF4315-AC4F-41AF-ADC8-3D73C0AE8DBD}" dt="2024-10-14T09:34:44.843" v="6"/>
          <ac:spMkLst>
            <pc:docMk/>
            <pc:sldMk cId="0" sldId="263"/>
            <ac:spMk id="10" creationId="{BEBAE7D1-E88F-834B-162A-D4FF210303B8}"/>
          </ac:spMkLst>
        </pc:spChg>
        <pc:spChg chg="mod">
          <ac:chgData name="Shailendra Chauhan" userId="a7d3133f-e197-4b90-bf63-99a63a264234" providerId="ADAL" clId="{D1CF4315-AC4F-41AF-ADC8-3D73C0AE8DBD}" dt="2024-10-14T09:34:44.843" v="6"/>
          <ac:spMkLst>
            <pc:docMk/>
            <pc:sldMk cId="0" sldId="263"/>
            <ac:spMk id="14" creationId="{9FBA6459-B84C-65BC-80DE-A938A7B0D0C8}"/>
          </ac:spMkLst>
        </pc:spChg>
        <pc:spChg chg="mod">
          <ac:chgData name="Shailendra Chauhan" userId="a7d3133f-e197-4b90-bf63-99a63a264234" providerId="ADAL" clId="{D1CF4315-AC4F-41AF-ADC8-3D73C0AE8DBD}" dt="2024-10-14T09:34:44.843" v="6"/>
          <ac:spMkLst>
            <pc:docMk/>
            <pc:sldMk cId="0" sldId="263"/>
            <ac:spMk id="15" creationId="{11EB59BC-69ED-4C0B-F449-E1B6D5CA2ADB}"/>
          </ac:spMkLst>
        </pc:spChg>
        <pc:spChg chg="mod">
          <ac:chgData name="Shailendra Chauhan" userId="a7d3133f-e197-4b90-bf63-99a63a264234" providerId="ADAL" clId="{D1CF4315-AC4F-41AF-ADC8-3D73C0AE8DBD}" dt="2024-10-14T09:34:44.843" v="6"/>
          <ac:spMkLst>
            <pc:docMk/>
            <pc:sldMk cId="0" sldId="263"/>
            <ac:spMk id="16" creationId="{17AF351E-B264-4D2C-F23F-94C34A429A13}"/>
          </ac:spMkLst>
        </pc:spChg>
        <pc:spChg chg="mod">
          <ac:chgData name="Shailendra Chauhan" userId="a7d3133f-e197-4b90-bf63-99a63a264234" providerId="ADAL" clId="{D1CF4315-AC4F-41AF-ADC8-3D73C0AE8DBD}" dt="2024-10-14T09:34:44.843" v="6"/>
          <ac:spMkLst>
            <pc:docMk/>
            <pc:sldMk cId="0" sldId="263"/>
            <ac:spMk id="17" creationId="{E14EBE8A-AEBA-23B1-C9F5-F902AB02BB54}"/>
          </ac:spMkLst>
        </pc:spChg>
        <pc:spChg chg="mod">
          <ac:chgData name="Shailendra Chauhan" userId="a7d3133f-e197-4b90-bf63-99a63a264234" providerId="ADAL" clId="{D1CF4315-AC4F-41AF-ADC8-3D73C0AE8DBD}" dt="2024-10-14T09:41:04.729" v="91" actId="1076"/>
          <ac:spMkLst>
            <pc:docMk/>
            <pc:sldMk cId="0" sldId="263"/>
            <ac:spMk id="195" creationId="{00000000-0000-0000-0000-000000000000}"/>
          </ac:spMkLst>
        </pc:spChg>
        <pc:spChg chg="mod">
          <ac:chgData name="Shailendra Chauhan" userId="a7d3133f-e197-4b90-bf63-99a63a264234" providerId="ADAL" clId="{D1CF4315-AC4F-41AF-ADC8-3D73C0AE8DBD}" dt="2024-10-14T09:35:24.007" v="21"/>
          <ac:spMkLst>
            <pc:docMk/>
            <pc:sldMk cId="0" sldId="263"/>
            <ac:spMk id="196" creationId="{00000000-0000-0000-0000-000000000000}"/>
          </ac:spMkLst>
        </pc:spChg>
        <pc:spChg chg="mod">
          <ac:chgData name="Shailendra Chauhan" userId="a7d3133f-e197-4b90-bf63-99a63a264234" providerId="ADAL" clId="{D1CF4315-AC4F-41AF-ADC8-3D73C0AE8DBD}" dt="2024-10-14T09:36:19.486" v="42" actId="20577"/>
          <ac:spMkLst>
            <pc:docMk/>
            <pc:sldMk cId="0" sldId="263"/>
            <ac:spMk id="197" creationId="{00000000-0000-0000-0000-000000000000}"/>
          </ac:spMkLst>
        </pc:spChg>
        <pc:spChg chg="mod">
          <ac:chgData name="Shailendra Chauhan" userId="a7d3133f-e197-4b90-bf63-99a63a264234" providerId="ADAL" clId="{D1CF4315-AC4F-41AF-ADC8-3D73C0AE8DBD}" dt="2024-10-14T09:35:57.021" v="31" actId="20577"/>
          <ac:spMkLst>
            <pc:docMk/>
            <pc:sldMk cId="0" sldId="263"/>
            <ac:spMk id="198" creationId="{00000000-0000-0000-0000-000000000000}"/>
          </ac:spMkLst>
        </pc:spChg>
        <pc:spChg chg="mod">
          <ac:chgData name="Shailendra Chauhan" userId="a7d3133f-e197-4b90-bf63-99a63a264234" providerId="ADAL" clId="{D1CF4315-AC4F-41AF-ADC8-3D73C0AE8DBD}" dt="2024-10-14T09:35:36.746" v="23"/>
          <ac:spMkLst>
            <pc:docMk/>
            <pc:sldMk cId="0" sldId="263"/>
            <ac:spMk id="205" creationId="{00000000-0000-0000-0000-000000000000}"/>
          </ac:spMkLst>
        </pc:spChg>
        <pc:spChg chg="mod">
          <ac:chgData name="Shailendra Chauhan" userId="a7d3133f-e197-4b90-bf63-99a63a264234" providerId="ADAL" clId="{D1CF4315-AC4F-41AF-ADC8-3D73C0AE8DBD}" dt="2024-10-14T09:36:33.484" v="46" actId="20577"/>
          <ac:spMkLst>
            <pc:docMk/>
            <pc:sldMk cId="0" sldId="263"/>
            <ac:spMk id="206" creationId="{00000000-0000-0000-0000-000000000000}"/>
          </ac:spMkLst>
        </pc:spChg>
        <pc:spChg chg="mod">
          <ac:chgData name="Shailendra Chauhan" userId="a7d3133f-e197-4b90-bf63-99a63a264234" providerId="ADAL" clId="{D1CF4315-AC4F-41AF-ADC8-3D73C0AE8DBD}" dt="2024-10-14T09:36:07.820" v="36" actId="20577"/>
          <ac:spMkLst>
            <pc:docMk/>
            <pc:sldMk cId="0" sldId="263"/>
            <ac:spMk id="207" creationId="{00000000-0000-0000-0000-000000000000}"/>
          </ac:spMkLst>
        </pc:spChg>
        <pc:spChg chg="mod">
          <ac:chgData name="Shailendra Chauhan" userId="a7d3133f-e197-4b90-bf63-99a63a264234" providerId="ADAL" clId="{D1CF4315-AC4F-41AF-ADC8-3D73C0AE8DBD}" dt="2024-10-14T09:41:42.253" v="93" actId="1076"/>
          <ac:spMkLst>
            <pc:docMk/>
            <pc:sldMk cId="0" sldId="263"/>
            <ac:spMk id="214" creationId="{00000000-0000-0000-0000-000000000000}"/>
          </ac:spMkLst>
        </pc:spChg>
        <pc:spChg chg="mod">
          <ac:chgData name="Shailendra Chauhan" userId="a7d3133f-e197-4b90-bf63-99a63a264234" providerId="ADAL" clId="{D1CF4315-AC4F-41AF-ADC8-3D73C0AE8DBD}" dt="2024-10-14T09:39:12.711" v="55" actId="6549"/>
          <ac:spMkLst>
            <pc:docMk/>
            <pc:sldMk cId="0" sldId="263"/>
            <ac:spMk id="222" creationId="{00000000-0000-0000-0000-000000000000}"/>
          </ac:spMkLst>
        </pc:spChg>
        <pc:spChg chg="mod">
          <ac:chgData name="Shailendra Chauhan" userId="a7d3133f-e197-4b90-bf63-99a63a264234" providerId="ADAL" clId="{D1CF4315-AC4F-41AF-ADC8-3D73C0AE8DBD}" dt="2024-10-14T09:39:19.992" v="67" actId="20577"/>
          <ac:spMkLst>
            <pc:docMk/>
            <pc:sldMk cId="0" sldId="263"/>
            <ac:spMk id="223" creationId="{00000000-0000-0000-0000-000000000000}"/>
          </ac:spMkLst>
        </pc:spChg>
        <pc:spChg chg="mod">
          <ac:chgData name="Shailendra Chauhan" userId="a7d3133f-e197-4b90-bf63-99a63a264234" providerId="ADAL" clId="{D1CF4315-AC4F-41AF-ADC8-3D73C0AE8DBD}" dt="2024-10-14T09:40:03.966" v="90" actId="255"/>
          <ac:spMkLst>
            <pc:docMk/>
            <pc:sldMk cId="0" sldId="263"/>
            <ac:spMk id="224" creationId="{00000000-0000-0000-0000-000000000000}"/>
          </ac:spMkLst>
        </pc:spChg>
        <pc:grpChg chg="add del mod">
          <ac:chgData name="Shailendra Chauhan" userId="a7d3133f-e197-4b90-bf63-99a63a264234" providerId="ADAL" clId="{D1CF4315-AC4F-41AF-ADC8-3D73C0AE8DBD}" dt="2024-10-14T09:37:15.475" v="47" actId="478"/>
          <ac:grpSpMkLst>
            <pc:docMk/>
            <pc:sldMk cId="0" sldId="263"/>
            <ac:grpSpMk id="4" creationId="{B4B6F6BF-CB3A-8469-3C3D-7D6E95BD29E1}"/>
          </ac:grpSpMkLst>
        </pc:grpChg>
        <pc:grpChg chg="mod">
          <ac:chgData name="Shailendra Chauhan" userId="a7d3133f-e197-4b90-bf63-99a63a264234" providerId="ADAL" clId="{D1CF4315-AC4F-41AF-ADC8-3D73C0AE8DBD}" dt="2024-10-14T09:41:14.860" v="92" actId="1076"/>
          <ac:grpSpMkLst>
            <pc:docMk/>
            <pc:sldMk cId="0" sldId="263"/>
            <ac:grpSpMk id="194" creationId="{00000000-0000-0000-0000-000000000000}"/>
          </ac:grpSpMkLst>
        </pc:grpChg>
        <pc:cxnChg chg="mod">
          <ac:chgData name="Shailendra Chauhan" userId="a7d3133f-e197-4b90-bf63-99a63a264234" providerId="ADAL" clId="{D1CF4315-AC4F-41AF-ADC8-3D73C0AE8DBD}" dt="2024-10-14T09:34:44.843" v="6"/>
          <ac:cxnSpMkLst>
            <pc:docMk/>
            <pc:sldMk cId="0" sldId="263"/>
            <ac:cxnSpMk id="9" creationId="{7FB1495A-AF99-18BC-74FD-8D37957E9B9D}"/>
          </ac:cxnSpMkLst>
        </pc:cxnChg>
        <pc:cxnChg chg="mod">
          <ac:chgData name="Shailendra Chauhan" userId="a7d3133f-e197-4b90-bf63-99a63a264234" providerId="ADAL" clId="{D1CF4315-AC4F-41AF-ADC8-3D73C0AE8DBD}" dt="2024-10-14T09:34:44.843" v="6"/>
          <ac:cxnSpMkLst>
            <pc:docMk/>
            <pc:sldMk cId="0" sldId="263"/>
            <ac:cxnSpMk id="11" creationId="{0571B277-5983-9F4F-C306-CF1247D6CC6F}"/>
          </ac:cxnSpMkLst>
        </pc:cxnChg>
        <pc:cxnChg chg="mod">
          <ac:chgData name="Shailendra Chauhan" userId="a7d3133f-e197-4b90-bf63-99a63a264234" providerId="ADAL" clId="{D1CF4315-AC4F-41AF-ADC8-3D73C0AE8DBD}" dt="2024-10-14T09:34:44.843" v="6"/>
          <ac:cxnSpMkLst>
            <pc:docMk/>
            <pc:sldMk cId="0" sldId="263"/>
            <ac:cxnSpMk id="12" creationId="{D784A028-4942-14ED-96CA-2D9E72DAFA51}"/>
          </ac:cxnSpMkLst>
        </pc:cxnChg>
        <pc:cxnChg chg="mod">
          <ac:chgData name="Shailendra Chauhan" userId="a7d3133f-e197-4b90-bf63-99a63a264234" providerId="ADAL" clId="{D1CF4315-AC4F-41AF-ADC8-3D73C0AE8DBD}" dt="2024-10-14T09:34:44.843" v="6"/>
          <ac:cxnSpMkLst>
            <pc:docMk/>
            <pc:sldMk cId="0" sldId="263"/>
            <ac:cxnSpMk id="13" creationId="{2754FAF3-66F7-A390-6D40-50FBBAFA970E}"/>
          </ac:cxnSpMkLst>
        </pc:cxnChg>
        <pc:cxnChg chg="mod">
          <ac:chgData name="Shailendra Chauhan" userId="a7d3133f-e197-4b90-bf63-99a63a264234" providerId="ADAL" clId="{D1CF4315-AC4F-41AF-ADC8-3D73C0AE8DBD}" dt="2024-10-14T09:37:15.475" v="47" actId="478"/>
          <ac:cxnSpMkLst>
            <pc:docMk/>
            <pc:sldMk cId="0" sldId="263"/>
            <ac:cxnSpMk id="18" creationId="{7625D7E3-A3C9-4059-97D4-7D2813E3582F}"/>
          </ac:cxnSpMkLst>
        </pc:cxnChg>
        <pc:cxnChg chg="mod">
          <ac:chgData name="Shailendra Chauhan" userId="a7d3133f-e197-4b90-bf63-99a63a264234" providerId="ADAL" clId="{D1CF4315-AC4F-41AF-ADC8-3D73C0AE8DBD}" dt="2024-10-14T09:34:44.843" v="6"/>
          <ac:cxnSpMkLst>
            <pc:docMk/>
            <pc:sldMk cId="0" sldId="263"/>
            <ac:cxnSpMk id="19" creationId="{61544C74-8049-64B1-EC91-7312541B44B1}"/>
          </ac:cxnSpMkLst>
        </pc:cxnChg>
        <pc:cxnChg chg="mod">
          <ac:chgData name="Shailendra Chauhan" userId="a7d3133f-e197-4b90-bf63-99a63a264234" providerId="ADAL" clId="{D1CF4315-AC4F-41AF-ADC8-3D73C0AE8DBD}" dt="2024-10-14T09:34:44.843" v="6"/>
          <ac:cxnSpMkLst>
            <pc:docMk/>
            <pc:sldMk cId="0" sldId="263"/>
            <ac:cxnSpMk id="20" creationId="{1C17C67B-E0C1-9514-14DA-392465637B2F}"/>
          </ac:cxnSpMkLst>
        </pc:cxnChg>
        <pc:cxnChg chg="mod">
          <ac:chgData name="Shailendra Chauhan" userId="a7d3133f-e197-4b90-bf63-99a63a264234" providerId="ADAL" clId="{D1CF4315-AC4F-41AF-ADC8-3D73C0AE8DBD}" dt="2024-10-14T09:34:44.843" v="6"/>
          <ac:cxnSpMkLst>
            <pc:docMk/>
            <pc:sldMk cId="0" sldId="263"/>
            <ac:cxnSpMk id="21" creationId="{1E7525ED-8A40-81EF-2082-D3738A47A9C8}"/>
          </ac:cxnSpMkLst>
        </pc:cxnChg>
        <pc:cxnChg chg="mod">
          <ac:chgData name="Shailendra Chauhan" userId="a7d3133f-e197-4b90-bf63-99a63a264234" providerId="ADAL" clId="{D1CF4315-AC4F-41AF-ADC8-3D73C0AE8DBD}" dt="2024-10-14T09:34:44.843" v="6"/>
          <ac:cxnSpMkLst>
            <pc:docMk/>
            <pc:sldMk cId="0" sldId="263"/>
            <ac:cxnSpMk id="22" creationId="{39F79A80-B3DA-F285-5C5D-DB053945B7AA}"/>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Enterprise_service_bu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tnetuniversity.com/distributed-transactions-in-microservice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github.com/Azure-Samples/saga-orchestration-serverless"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mortaza-ghahremani.medium.com/how-to-create-distributed-transaction-using-masstransit-in-your-net-core-micro-services-2863fa9f4cc3"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When building applications, DDD talks about problems as domains and subdomains.</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Identifying subdomains is not an easy task. It requires an understanding of the business. Like business capabilities, subdomains are identified by analyzing the business and its organizational structure and identifying the different areas of expertise.</a:t>
            </a:r>
            <a:endParaRPr/>
          </a:p>
        </p:txBody>
      </p:sp>
      <p:sp>
        <p:nvSpPr>
          <p:cNvPr id="145" name="Google Shape;14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When services are developed by decomposing business capabilities/subdomains, the services responsible for user experience have to pull data from several microservices.</a:t>
            </a:r>
            <a:endParaRPr/>
          </a:p>
          <a:p>
            <a:pPr marL="0" lvl="0" indent="0" algn="l" rtl="0">
              <a:spcBef>
                <a:spcPts val="0"/>
              </a:spcBef>
              <a:spcAft>
                <a:spcPts val="0"/>
              </a:spcAft>
              <a:buNone/>
            </a:pPr>
            <a:endParaRPr/>
          </a:p>
          <a:p>
            <a:pPr marL="0" lvl="0" indent="0" algn="l" rtl="0">
              <a:spcBef>
                <a:spcPts val="0"/>
              </a:spcBef>
              <a:spcAft>
                <a:spcPts val="0"/>
              </a:spcAft>
              <a:buNone/>
            </a:pPr>
            <a:r>
              <a:rPr lang="en-US"/>
              <a:t>The problem with traditional architectural patterns is that the same data model or DTO is used to query as well as update a data source. This can be the go-to approach when your application is related to just CRUD operations and nothing more. But when your requirements suddenly start getting complex, this basic approach can prove to be a disaster.</a:t>
            </a:r>
            <a:endParaRPr/>
          </a:p>
          <a:p>
            <a:pPr marL="0" lvl="0" indent="0" algn="l" rtl="0">
              <a:spcBef>
                <a:spcPts val="0"/>
              </a:spcBef>
              <a:spcAft>
                <a:spcPts val="0"/>
              </a:spcAft>
              <a:buNone/>
            </a:pPr>
            <a:endParaRPr/>
          </a:p>
          <a:p>
            <a:pPr marL="0" lvl="0" indent="0" algn="l" rtl="0">
              <a:spcBef>
                <a:spcPts val="0"/>
              </a:spcBef>
              <a:spcAft>
                <a:spcPts val="0"/>
              </a:spcAft>
              <a:buNone/>
            </a:pPr>
            <a:r>
              <a:rPr lang="en-US"/>
              <a:t>In practical applications, there is always a mismatch between the read and write forms of data, like the extra properties you may require to update. Parallel operations may even lead to data loss in the worst cases. That means, you will be stuck with just one Data Transfer Object for the entire lifetime of the application unless you choose to introduce yet another DTO, which in-turn may break your application architecture.</a:t>
            </a:r>
            <a:endParaRPr/>
          </a:p>
          <a:p>
            <a:pPr marL="0" lvl="0" indent="0" algn="l" rtl="0">
              <a:spcBef>
                <a:spcPts val="0"/>
              </a:spcBef>
              <a:spcAft>
                <a:spcPts val="0"/>
              </a:spcAft>
              <a:buNone/>
            </a:pP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 CQRS allows for </a:t>
            </a:r>
            <a:r>
              <a:rPr lang="en-US" b="0" i="1">
                <a:solidFill>
                  <a:srgbClr val="333333"/>
                </a:solidFill>
                <a:latin typeface="Helvetica Neue"/>
                <a:ea typeface="Helvetica Neue"/>
                <a:cs typeface="Helvetica Neue"/>
                <a:sym typeface="Helvetica Neue"/>
              </a:rPr>
              <a:t>separate data stores and models (data or ORM)</a:t>
            </a:r>
            <a:r>
              <a:rPr lang="en-US" b="0" i="0">
                <a:solidFill>
                  <a:srgbClr val="333333"/>
                </a:solidFill>
                <a:latin typeface="Helvetica Neue"/>
                <a:ea typeface="Helvetica Neue"/>
                <a:cs typeface="Helvetica Neue"/>
                <a:sym typeface="Helvetica Neue"/>
              </a:rPr>
              <a:t> for Commands and Queries. The data between data stores is usually synchronized asynchronously using a </a:t>
            </a:r>
            <a:r>
              <a:rPr lang="en-US" b="0" i="0" u="sng" strike="noStrike">
                <a:solidFill>
                  <a:srgbClr val="337AB7"/>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service bus</a:t>
            </a:r>
            <a:r>
              <a:rPr lang="en-US" b="0" i="0">
                <a:solidFill>
                  <a:srgbClr val="333333"/>
                </a:solidFill>
                <a:latin typeface="Helvetica Neue"/>
                <a:ea typeface="Helvetica Neue"/>
                <a:cs typeface="Helvetica Neue"/>
                <a:sym typeface="Helvetica Neue"/>
              </a:rPr>
              <a:t>.</a:t>
            </a: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An architecture that is built upon the CQS pattern will follow the same logical separation, but Queries and Commands will be executed </a:t>
            </a:r>
            <a:r>
              <a:rPr lang="en-US" b="0" i="1">
                <a:solidFill>
                  <a:srgbClr val="333333"/>
                </a:solidFill>
                <a:latin typeface="Helvetica Neue"/>
                <a:ea typeface="Helvetica Neue"/>
                <a:cs typeface="Helvetica Neue"/>
                <a:sym typeface="Helvetica Neue"/>
              </a:rPr>
              <a:t>on the same datastore and share the same model</a:t>
            </a:r>
            <a:r>
              <a:rPr lang="en-US" b="0" i="0">
                <a:solidFill>
                  <a:srgbClr val="333333"/>
                </a:solidFill>
                <a:latin typeface="Helvetica Neue"/>
                <a:ea typeface="Helvetica Neue"/>
                <a:cs typeface="Helvetica Neue"/>
                <a:sym typeface="Helvetica Neue"/>
              </a:rPr>
              <a:t>. It should be noted though that you can use CQS in an application that does not have a data store at all.</a:t>
            </a:r>
            <a:endParaRPr/>
          </a:p>
          <a:p>
            <a:pPr marL="0" lvl="0" indent="0" algn="l" rtl="0">
              <a:spcBef>
                <a:spcPts val="0"/>
              </a:spcBef>
              <a:spcAft>
                <a:spcPts val="0"/>
              </a:spcAft>
              <a:buNone/>
            </a:pPr>
            <a:endParaRPr/>
          </a:p>
          <a:p>
            <a:pPr marL="0" lvl="0" indent="0" algn="l" rtl="0">
              <a:spcBef>
                <a:spcPts val="0"/>
              </a:spcBef>
              <a:spcAft>
                <a:spcPts val="0"/>
              </a:spcAft>
              <a:buNone/>
            </a:pPr>
            <a:r>
              <a:rPr lang="en-US"/>
              <a:t>https://www.codewithmukesh.com/blog/cqrs-in-aspnet-core-3-1/#0-what-is-cqrs</a:t>
            </a:r>
            <a:endParaRPr/>
          </a:p>
        </p:txBody>
      </p:sp>
      <p:sp>
        <p:nvSpPr>
          <p:cNvPr id="158" name="Google Shape;1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A </a:t>
            </a:r>
            <a:r>
              <a:rPr lang="en-US" sz="1200" b="1" i="0">
                <a:solidFill>
                  <a:schemeClr val="dk1"/>
                </a:solidFill>
                <a:latin typeface="Calibri"/>
                <a:ea typeface="Calibri"/>
                <a:cs typeface="Calibri"/>
                <a:sym typeface="Calibri"/>
              </a:rPr>
              <a:t>Saga</a:t>
            </a:r>
            <a:r>
              <a:rPr lang="en-US" sz="1200" b="0" i="0">
                <a:solidFill>
                  <a:schemeClr val="dk1"/>
                </a:solidFill>
                <a:latin typeface="Calibri"/>
                <a:ea typeface="Calibri"/>
                <a:cs typeface="Calibri"/>
                <a:sym typeface="Calibri"/>
              </a:rPr>
              <a:t> represents a high-level business process (such as booking a trip) that consists of several low-level </a:t>
            </a:r>
            <a:r>
              <a:rPr lang="en-US" sz="1200" b="1" i="0">
                <a:solidFill>
                  <a:schemeClr val="dk1"/>
                </a:solidFill>
                <a:latin typeface="Calibri"/>
                <a:ea typeface="Calibri"/>
                <a:cs typeface="Calibri"/>
                <a:sym typeface="Calibri"/>
              </a:rPr>
              <a:t>Requests</a:t>
            </a:r>
            <a:r>
              <a:rPr lang="en-US" sz="1200" b="0" i="0">
                <a:solidFill>
                  <a:schemeClr val="dk1"/>
                </a:solidFill>
                <a:latin typeface="Calibri"/>
                <a:ea typeface="Calibri"/>
                <a:cs typeface="Calibri"/>
                <a:sym typeface="Calibri"/>
              </a:rPr>
              <a:t> that each update data within a single service.</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For example, for an e-commerce application where customers have a credit limit, the application must ensure that a new order will not exceed the customer’s credit limit. Since Orders and Customers are in different databases, the application cannot simply use a local ACID transaction.</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a:t>https://blog.couchbase.com/saga-pattern-implement-business-transactions-using-microservices-part/</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https://www.cloudamqp.com/blog/2019-12-12-when-to-use-rabbitmq-or-apache-kafka.html</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https://www.upsolver.com/blog/kafka-versus-rabbitmq-architecture-performance-use-case</a:t>
            </a:r>
            <a:endParaRPr/>
          </a:p>
          <a:p>
            <a:pPr marL="0" lvl="0" indent="0" algn="l" rtl="0">
              <a:spcBef>
                <a:spcPts val="0"/>
              </a:spcBef>
              <a:spcAft>
                <a:spcPts val="0"/>
              </a:spcAft>
              <a:buNone/>
            </a:pPr>
            <a:endParaRPr/>
          </a:p>
        </p:txBody>
      </p:sp>
      <p:sp>
        <p:nvSpPr>
          <p:cNvPr id="184" name="Google Shape;18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sz="1400"/>
          </a:p>
        </p:txBody>
      </p:sp>
      <p:sp>
        <p:nvSpPr>
          <p:cNvPr id="191" name="Google Shape;19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Distributed Transactions in Microservices (dotnetuniversity.com)</a:t>
            </a:r>
            <a:endParaRPr/>
          </a:p>
          <a:p>
            <a:pPr marL="0" lvl="0" indent="0" algn="l" rtl="0">
              <a:spcBef>
                <a:spcPts val="0"/>
              </a:spcBef>
              <a:spcAft>
                <a:spcPts val="0"/>
              </a:spcAft>
              <a:buNone/>
            </a:pPr>
            <a:r>
              <a:rPr lang="en-US" b="1"/>
              <a:t>Two Phase Commit:</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Not really recommended for many microservice-based systems because 2pc is synchronous (blocking)</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Reduce throughput due to locks</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Not support by many NoSQL databases or message brokers</a:t>
            </a:r>
            <a:endParaRPr/>
          </a:p>
          <a:p>
            <a:pPr marL="0" lvl="0" indent="0" algn="l" rtl="0">
              <a:spcBef>
                <a:spcPts val="0"/>
              </a:spcBef>
              <a:spcAft>
                <a:spcPts val="0"/>
              </a:spcAft>
              <a:buClr>
                <a:schemeClr val="dk1"/>
              </a:buClr>
              <a:buSzPts val="1200"/>
              <a:buFont typeface="Arial"/>
              <a:buNone/>
            </a:pPr>
            <a:endParaRPr b="0" i="0">
              <a:solidFill>
                <a:srgbClr val="CCCCCC"/>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u="sng">
                <a:solidFill>
                  <a:schemeClr val="hlink"/>
                </a:solidFill>
                <a:hlinkClick r:id="rId4"/>
              </a:rPr>
              <a:t>GitHub - Azure-Samples/saga-orchestration-serverless: An orchestration-based saga implementation reference in a serverless architecture</a:t>
            </a:r>
            <a:endParaRPr b="0" i="0">
              <a:solidFill>
                <a:srgbClr val="CCCCCC"/>
              </a:solidFill>
              <a:latin typeface="Arial"/>
              <a:ea typeface="Arial"/>
              <a:cs typeface="Arial"/>
              <a:sym typeface="Arial"/>
            </a:endParaRPr>
          </a:p>
          <a:p>
            <a:pPr marL="0" lvl="0" indent="0" algn="l" rtl="0">
              <a:spcBef>
                <a:spcPts val="0"/>
              </a:spcBef>
              <a:spcAft>
                <a:spcPts val="0"/>
              </a:spcAft>
              <a:buNone/>
            </a:pPr>
            <a:endParaRPr/>
          </a:p>
        </p:txBody>
      </p:sp>
      <p:sp>
        <p:nvSpPr>
          <p:cNvPr id="242" name="Google Shape;24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a:p>
          <a:p>
            <a:pPr marL="0" lvl="0" indent="0" algn="l" rtl="0">
              <a:spcBef>
                <a:spcPts val="0"/>
              </a:spcBef>
              <a:spcAft>
                <a:spcPts val="0"/>
              </a:spcAft>
              <a:buNone/>
            </a:pPr>
            <a:r>
              <a:rPr lang="en-US" u="sng">
                <a:solidFill>
                  <a:schemeClr val="hlink"/>
                </a:solidFill>
                <a:hlinkClick r:id="rId4"/>
              </a:rPr>
              <a:t>How to Create Distributed Transaction Using MassTransit in your .Net Core Micro-services | by Mortaza Ghahremani | Medium</a:t>
            </a:r>
            <a:endParaRPr/>
          </a:p>
        </p:txBody>
      </p:sp>
      <p:sp>
        <p:nvSpPr>
          <p:cNvPr id="251" name="Google Shape;25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234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376008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29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26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4778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54003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93413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8221359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8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968263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3772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1935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69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31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37972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7241909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6608798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69666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39980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71319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88812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20268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67003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884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48977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_Content">
  <p:cSld name="1_Agenda_Content">
    <p:spTree>
      <p:nvGrpSpPr>
        <p:cNvPr id="1" name="Shape 12"/>
        <p:cNvGrpSpPr/>
        <p:nvPr/>
      </p:nvGrpSpPr>
      <p:grpSpPr>
        <a:xfrm>
          <a:off x="0" y="0"/>
          <a:ext cx="0" cy="0"/>
          <a:chOff x="0" y="0"/>
          <a:chExt cx="0" cy="0"/>
        </a:xfrm>
      </p:grpSpPr>
      <p:sp>
        <p:nvSpPr>
          <p:cNvPr id="14" name="Google Shape;14;p13"/>
          <p:cNvSpPr txBox="1">
            <a:spLocks noGrp="1"/>
          </p:cNvSpPr>
          <p:nvPr>
            <p:ph type="title"/>
          </p:nvPr>
        </p:nvSpPr>
        <p:spPr>
          <a:xfrm>
            <a:off x="292734" y="2821654"/>
            <a:ext cx="4524341" cy="772946"/>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5719315" y="1414732"/>
            <a:ext cx="6098863" cy="489117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body" idx="2"/>
          </p:nvPr>
        </p:nvSpPr>
        <p:spPr>
          <a:xfrm>
            <a:off x="5719316" y="425063"/>
            <a:ext cx="6098865" cy="67911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590879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charRg st="1" end="1"/>
                                            </p:txEl>
                                          </p:spTgt>
                                        </p:tgtEl>
                                        <p:attrNameLst>
                                          <p:attrName>style.visibility</p:attrName>
                                        </p:attrNameLst>
                                      </p:cBhvr>
                                      <p:to>
                                        <p:strVal val="visible"/>
                                      </p:to>
                                    </p:set>
                                    <p:animEffect transition="in" filter="fade">
                                      <p:cBhvr>
                                        <p:cTn id="10" dur="500"/>
                                        <p:tgtEl>
                                          <p:spTgt spid="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charRg st="1" end="1"/>
                                            </p:txEl>
                                          </p:spTgt>
                                        </p:tgtEl>
                                        <p:attrNameLst>
                                          <p:attrName>style.visibility</p:attrName>
                                        </p:attrNameLst>
                                      </p:cBhvr>
                                      <p:to>
                                        <p:strVal val="visible"/>
                                      </p:to>
                                    </p:set>
                                    <p:animEffect transition="in" filter="fade">
                                      <p:cBhvr>
                                        <p:cTn id="13" dur="500"/>
                                        <p:tgtEl>
                                          <p:spTgt spid="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charRg st="1" end="1"/>
                                            </p:txEl>
                                          </p:spTgt>
                                        </p:tgtEl>
                                        <p:attrNameLst>
                                          <p:attrName>style.visibility</p:attrName>
                                        </p:attrNameLst>
                                      </p:cBhvr>
                                      <p:to>
                                        <p:strVal val="visible"/>
                                      </p:to>
                                    </p:set>
                                    <p:animEffect transition="in" filter="fade">
                                      <p:cBhvr>
                                        <p:cTn id="16" dur="500"/>
                                        <p:tgtEl>
                                          <p:spTgt spid="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charRg st="1" end="1"/>
                                            </p:txEl>
                                          </p:spTgt>
                                        </p:tgtEl>
                                        <p:attrNameLst>
                                          <p:attrName>style.visibility</p:attrName>
                                        </p:attrNameLst>
                                      </p:cBhvr>
                                      <p:to>
                                        <p:strVal val="visible"/>
                                      </p:to>
                                    </p:set>
                                    <p:animEffect transition="in" filter="fade">
                                      <p:cBhvr>
                                        <p:cTn id="19" dur="500"/>
                                        <p:tgtEl>
                                          <p:spTgt spid="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charRg st="1" end="1"/>
                                            </p:txEl>
                                          </p:spTgt>
                                        </p:tgtEl>
                                        <p:attrNameLst>
                                          <p:attrName>style.visibility</p:attrName>
                                        </p:attrNameLst>
                                      </p:cBhvr>
                                      <p:to>
                                        <p:strVal val="visible"/>
                                      </p:to>
                                    </p:set>
                                    <p:animEffect transition="in" filter="fade">
                                      <p:cBhvr>
                                        <p:cTn id="22" dur="500"/>
                                        <p:tgtEl>
                                          <p:spTgt spid="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charRg st="1" end="1"/>
                                            </p:txEl>
                                          </p:spTgt>
                                        </p:tgtEl>
                                        <p:attrNameLst>
                                          <p:attrName>style.visibility</p:attrName>
                                        </p:attrNameLst>
                                      </p:cBhvr>
                                      <p:to>
                                        <p:strVal val="visible"/>
                                      </p:to>
                                    </p:set>
                                    <p:animEffect transition="in" filter="fade">
                                      <p:cBhvr>
                                        <p:cTn id="25" dur="500"/>
                                        <p:tgtEl>
                                          <p:spTgt spid="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charRg st="1" end="1"/>
                                            </p:txEl>
                                          </p:spTgt>
                                        </p:tgtEl>
                                        <p:attrNameLst>
                                          <p:attrName>style.visibility</p:attrName>
                                        </p:attrNameLst>
                                      </p:cBhvr>
                                      <p:to>
                                        <p:strVal val="visible"/>
                                      </p:to>
                                    </p:set>
                                    <p:animEffect transition="in" filter="fade">
                                      <p:cBhvr>
                                        <p:cTn id="28" dur="500"/>
                                        <p:tgtEl>
                                          <p:spTgt spid="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charRg st="1" end="1"/>
                                            </p:txEl>
                                          </p:spTgt>
                                        </p:tgtEl>
                                        <p:attrNameLst>
                                          <p:attrName>style.visibility</p:attrName>
                                        </p:attrNameLst>
                                      </p:cBhvr>
                                      <p:to>
                                        <p:strVal val="visible"/>
                                      </p:to>
                                    </p:set>
                                    <p:animEffect transition="in" filter="fade">
                                      <p:cBhvr>
                                        <p:cTn id="31" dur="500"/>
                                        <p:tgtEl>
                                          <p:spTgt spid="1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Heading and Content Levels">
  <p:cSld name="Heading and Content Levels">
    <p:spTree>
      <p:nvGrpSpPr>
        <p:cNvPr id="1" name="Shape 24"/>
        <p:cNvGrpSpPr/>
        <p:nvPr/>
      </p:nvGrpSpPr>
      <p:grpSpPr>
        <a:xfrm>
          <a:off x="0" y="0"/>
          <a:ext cx="0" cy="0"/>
          <a:chOff x="0" y="0"/>
          <a:chExt cx="0" cy="0"/>
        </a:xfrm>
      </p:grpSpPr>
      <p:sp>
        <p:nvSpPr>
          <p:cNvPr id="25" name="Google Shape;25;p15"/>
          <p:cNvSpPr txBox="1">
            <a:spLocks noGrp="1"/>
          </p:cNvSpPr>
          <p:nvPr>
            <p:ph type="body" idx="1"/>
          </p:nvPr>
        </p:nvSpPr>
        <p:spPr>
          <a:xfrm>
            <a:off x="493295" y="1593670"/>
            <a:ext cx="11122056" cy="474181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100000"/>
              </a:lnSpc>
              <a:spcBef>
                <a:spcPts val="500"/>
              </a:spcBef>
              <a:spcAft>
                <a:spcPts val="0"/>
              </a:spcAft>
              <a:buClr>
                <a:srgbClr val="002060"/>
              </a:buClr>
              <a:buSzPts val="2400"/>
              <a:buFont typeface="Arial"/>
              <a:buChar char="•"/>
              <a:defRPr sz="2400" b="0" i="0" u="none" strike="noStrike" cap="none">
                <a:solidFill>
                  <a:srgbClr val="002060"/>
                </a:solidFill>
                <a:latin typeface="Calibri"/>
                <a:ea typeface="Calibri"/>
                <a:cs typeface="Calibri"/>
                <a:sym typeface="Calibri"/>
              </a:defRPr>
            </a:lvl2pPr>
            <a:lvl3pPr marL="1371600" marR="0" lvl="2" indent="-355600" algn="l" rtl="0">
              <a:lnSpc>
                <a:spcPct val="100000"/>
              </a:lnSpc>
              <a:spcBef>
                <a:spcPts val="500"/>
              </a:spcBef>
              <a:spcAft>
                <a:spcPts val="0"/>
              </a:spcAft>
              <a:buClr>
                <a:srgbClr val="002060"/>
              </a:buClr>
              <a:buSzPts val="2000"/>
              <a:buFont typeface="Arial"/>
              <a:buChar char="•"/>
              <a:defRPr sz="2000" b="0" i="0" u="none" strike="noStrike" cap="none">
                <a:solidFill>
                  <a:srgbClr val="002060"/>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15"/>
          <p:cNvSpPr txBox="1">
            <a:spLocks noGrp="1"/>
          </p:cNvSpPr>
          <p:nvPr>
            <p:ph type="body" idx="2"/>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20820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7">
                                            <p:txEl>
                                              <p:charRg st="1" end="1"/>
                                            </p:txEl>
                                          </p:spTgt>
                                        </p:tgtEl>
                                        <p:attrNameLst>
                                          <p:attrName>style.visibility</p:attrName>
                                        </p:attrNameLst>
                                      </p:cBhvr>
                                      <p:to>
                                        <p:strVal val="visible"/>
                                      </p:to>
                                    </p:set>
                                    <p:animEffect transition="in" filter="fade">
                                      <p:cBhvr>
                                        <p:cTn id="10" dur="500"/>
                                        <p:tgtEl>
                                          <p:spTgt spid="2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7">
                                            <p:txEl>
                                              <p:charRg st="1" end="1"/>
                                            </p:txEl>
                                          </p:spTgt>
                                        </p:tgtEl>
                                        <p:attrNameLst>
                                          <p:attrName>style.visibility</p:attrName>
                                        </p:attrNameLst>
                                      </p:cBhvr>
                                      <p:to>
                                        <p:strVal val="visible"/>
                                      </p:to>
                                    </p:set>
                                    <p:animEffect transition="in" filter="fade">
                                      <p:cBhvr>
                                        <p:cTn id="13" dur="500"/>
                                        <p:tgtEl>
                                          <p:spTgt spid="2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7">
                                            <p:txEl>
                                              <p:charRg st="1" end="1"/>
                                            </p:txEl>
                                          </p:spTgt>
                                        </p:tgtEl>
                                        <p:attrNameLst>
                                          <p:attrName>style.visibility</p:attrName>
                                        </p:attrNameLst>
                                      </p:cBhvr>
                                      <p:to>
                                        <p:strVal val="visible"/>
                                      </p:to>
                                    </p:set>
                                    <p:animEffect transition="in" filter="fade">
                                      <p:cBhvr>
                                        <p:cTn id="16" dur="500"/>
                                        <p:tgtEl>
                                          <p:spTgt spid="2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xEl>
                                              <p:charRg st="1" end="1"/>
                                            </p:txEl>
                                          </p:spTgt>
                                        </p:tgtEl>
                                        <p:attrNameLst>
                                          <p:attrName>style.visibility</p:attrName>
                                        </p:attrNameLst>
                                      </p:cBhvr>
                                      <p:to>
                                        <p:strVal val="visible"/>
                                      </p:to>
                                    </p:set>
                                    <p:animEffect transition="in" filter="fade">
                                      <p:cBhvr>
                                        <p:cTn id="19" dur="500"/>
                                        <p:tgtEl>
                                          <p:spTgt spid="2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xEl>
                                              <p:charRg st="1" end="1"/>
                                            </p:txEl>
                                          </p:spTgt>
                                        </p:tgtEl>
                                        <p:attrNameLst>
                                          <p:attrName>style.visibility</p:attrName>
                                        </p:attrNameLst>
                                      </p:cBhvr>
                                      <p:to>
                                        <p:strVal val="visible"/>
                                      </p:to>
                                    </p:set>
                                    <p:animEffect transition="in" filter="fade">
                                      <p:cBhvr>
                                        <p:cTn id="22" dur="500"/>
                                        <p:tgtEl>
                                          <p:spTgt spid="2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xEl>
                                              <p:charRg st="1" end="1"/>
                                            </p:txEl>
                                          </p:spTgt>
                                        </p:tgtEl>
                                        <p:attrNameLst>
                                          <p:attrName>style.visibility</p:attrName>
                                        </p:attrNameLst>
                                      </p:cBhvr>
                                      <p:to>
                                        <p:strVal val="visible"/>
                                      </p:to>
                                    </p:set>
                                    <p:animEffect transition="in" filter="fade">
                                      <p:cBhvr>
                                        <p:cTn id="25" dur="500"/>
                                        <p:tgtEl>
                                          <p:spTgt spid="2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xEl>
                                              <p:charRg st="1" end="1"/>
                                            </p:txEl>
                                          </p:spTgt>
                                        </p:tgtEl>
                                        <p:attrNameLst>
                                          <p:attrName>style.visibility</p:attrName>
                                        </p:attrNameLst>
                                      </p:cBhvr>
                                      <p:to>
                                        <p:strVal val="visible"/>
                                      </p:to>
                                    </p:set>
                                    <p:animEffect transition="in" filter="fade">
                                      <p:cBhvr>
                                        <p:cTn id="28" dur="500"/>
                                        <p:tgtEl>
                                          <p:spTgt spid="2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xEl>
                                              <p:charRg st="1" end="1"/>
                                            </p:txEl>
                                          </p:spTgt>
                                        </p:tgtEl>
                                        <p:attrNameLst>
                                          <p:attrName>style.visibility</p:attrName>
                                        </p:attrNameLst>
                                      </p:cBhvr>
                                      <p:to>
                                        <p:strVal val="visible"/>
                                      </p:to>
                                    </p:set>
                                    <p:animEffect transition="in" filter="fade">
                                      <p:cBhvr>
                                        <p:cTn id="31" dur="500"/>
                                        <p:tgtEl>
                                          <p:spTgt spid="2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ing and Image">
  <p:cSld name="1_Heading and Image">
    <p:spTree>
      <p:nvGrpSpPr>
        <p:cNvPr id="1" name="Shape 28"/>
        <p:cNvGrpSpPr/>
        <p:nvPr/>
      </p:nvGrpSpPr>
      <p:grpSpPr>
        <a:xfrm>
          <a:off x="0" y="0"/>
          <a:ext cx="0" cy="0"/>
          <a:chOff x="0" y="0"/>
          <a:chExt cx="0" cy="0"/>
        </a:xfrm>
      </p:grpSpPr>
      <p:sp>
        <p:nvSpPr>
          <p:cNvPr id="30" name="Google Shape;30;p16"/>
          <p:cNvSpPr txBox="1">
            <a:spLocks noGrp="1"/>
          </p:cNvSpPr>
          <p:nvPr>
            <p:ph type="body" idx="1"/>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11432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0">
                                            <p:txEl>
                                              <p:charRg st="1" end="1"/>
                                            </p:txEl>
                                          </p:spTgt>
                                        </p:tgtEl>
                                        <p:attrNameLst>
                                          <p:attrName>style.visibility</p:attrName>
                                        </p:attrNameLst>
                                      </p:cBhvr>
                                      <p:to>
                                        <p:strVal val="visible"/>
                                      </p:to>
                                    </p:set>
                                    <p:animEffect transition="in" filter="fade">
                                      <p:cBhvr>
                                        <p:cTn id="10" dur="500"/>
                                        <p:tgtEl>
                                          <p:spTgt spid="30">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xEl>
                                              <p:charRg st="1" end="1"/>
                                            </p:txEl>
                                          </p:spTgt>
                                        </p:tgtEl>
                                        <p:attrNameLst>
                                          <p:attrName>style.visibility</p:attrName>
                                        </p:attrNameLst>
                                      </p:cBhvr>
                                      <p:to>
                                        <p:strVal val="visible"/>
                                      </p:to>
                                    </p:set>
                                    <p:animEffect transition="in" filter="fade">
                                      <p:cBhvr>
                                        <p:cTn id="13" dur="500"/>
                                        <p:tgtEl>
                                          <p:spTgt spid="30">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0">
                                            <p:txEl>
                                              <p:charRg st="1" end="1"/>
                                            </p:txEl>
                                          </p:spTgt>
                                        </p:tgtEl>
                                        <p:attrNameLst>
                                          <p:attrName>style.visibility</p:attrName>
                                        </p:attrNameLst>
                                      </p:cBhvr>
                                      <p:to>
                                        <p:strVal val="visible"/>
                                      </p:to>
                                    </p:set>
                                    <p:animEffect transition="in" filter="fade">
                                      <p:cBhvr>
                                        <p:cTn id="16" dur="500"/>
                                        <p:tgtEl>
                                          <p:spTgt spid="30">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0">
                                            <p:txEl>
                                              <p:charRg st="1" end="1"/>
                                            </p:txEl>
                                          </p:spTgt>
                                        </p:tgtEl>
                                        <p:attrNameLst>
                                          <p:attrName>style.visibility</p:attrName>
                                        </p:attrNameLst>
                                      </p:cBhvr>
                                      <p:to>
                                        <p:strVal val="visible"/>
                                      </p:to>
                                    </p:set>
                                    <p:animEffect transition="in" filter="fade">
                                      <p:cBhvr>
                                        <p:cTn id="19" dur="500"/>
                                        <p:tgtEl>
                                          <p:spTgt spid="30">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0">
                                            <p:txEl>
                                              <p:charRg st="1" end="1"/>
                                            </p:txEl>
                                          </p:spTgt>
                                        </p:tgtEl>
                                        <p:attrNameLst>
                                          <p:attrName>style.visibility</p:attrName>
                                        </p:attrNameLst>
                                      </p:cBhvr>
                                      <p:to>
                                        <p:strVal val="visible"/>
                                      </p:to>
                                    </p:set>
                                    <p:animEffect transition="in" filter="fade">
                                      <p:cBhvr>
                                        <p:cTn id="22" dur="500"/>
                                        <p:tgtEl>
                                          <p:spTgt spid="30">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0">
                                            <p:txEl>
                                              <p:charRg st="1" end="1"/>
                                            </p:txEl>
                                          </p:spTgt>
                                        </p:tgtEl>
                                        <p:attrNameLst>
                                          <p:attrName>style.visibility</p:attrName>
                                        </p:attrNameLst>
                                      </p:cBhvr>
                                      <p:to>
                                        <p:strVal val="visible"/>
                                      </p:to>
                                    </p:set>
                                    <p:animEffect transition="in" filter="fade">
                                      <p:cBhvr>
                                        <p:cTn id="25" dur="500"/>
                                        <p:tgtEl>
                                          <p:spTgt spid="30">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xEl>
                                              <p:charRg st="1" end="1"/>
                                            </p:txEl>
                                          </p:spTgt>
                                        </p:tgtEl>
                                        <p:attrNameLst>
                                          <p:attrName>style.visibility</p:attrName>
                                        </p:attrNameLst>
                                      </p:cBhvr>
                                      <p:to>
                                        <p:strVal val="visible"/>
                                      </p:to>
                                    </p:set>
                                    <p:animEffect transition="in" filter="fade">
                                      <p:cBhvr>
                                        <p:cTn id="28" dur="500"/>
                                        <p:tgtEl>
                                          <p:spTgt spid="30">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0">
                                            <p:txEl>
                                              <p:charRg st="1" end="1"/>
                                            </p:txEl>
                                          </p:spTgt>
                                        </p:tgtEl>
                                        <p:attrNameLst>
                                          <p:attrName>style.visibility</p:attrName>
                                        </p:attrNameLst>
                                      </p:cBhvr>
                                      <p:to>
                                        <p:strVal val="visible"/>
                                      </p:to>
                                    </p:set>
                                    <p:animEffect transition="in" filter="fade">
                                      <p:cBhvr>
                                        <p:cTn id="31" dur="500"/>
                                        <p:tgtEl>
                                          <p:spTgt spid="30">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569515398"/>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6" r:id="rId27"/>
    <p:sldLayoutId id="2147483697" r:id="rId2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68E67F-FB02-D922-2077-F15C45E5B381}"/>
              </a:ext>
            </a:extLst>
          </p:cNvPr>
          <p:cNvSpPr>
            <a:spLocks noGrp="1"/>
          </p:cNvSpPr>
          <p:nvPr>
            <p:ph sz="half" idx="1"/>
          </p:nvPr>
        </p:nvSpPr>
        <p:spPr/>
        <p:txBody>
          <a:bodyPr/>
          <a:lstStyle/>
          <a:p>
            <a:r>
              <a:rPr lang="en-US" dirty="0"/>
              <a:t>Database Patterns</a:t>
            </a:r>
          </a:p>
          <a:p>
            <a:r>
              <a:rPr lang="en-US" dirty="0"/>
              <a:t>Database Per Service Pattern</a:t>
            </a:r>
          </a:p>
          <a:p>
            <a:r>
              <a:rPr lang="en-US" dirty="0"/>
              <a:t>Shared Database Pattern</a:t>
            </a:r>
          </a:p>
          <a:p>
            <a:r>
              <a:rPr lang="en-US" dirty="0"/>
              <a:t>CQRS Pattern</a:t>
            </a:r>
          </a:p>
          <a:p>
            <a:r>
              <a:rPr lang="en-US" dirty="0"/>
              <a:t>Saga Pattern</a:t>
            </a:r>
          </a:p>
        </p:txBody>
      </p:sp>
      <p:sp>
        <p:nvSpPr>
          <p:cNvPr id="3" name="Content Placeholder 2">
            <a:extLst>
              <a:ext uri="{FF2B5EF4-FFF2-40B4-BE49-F238E27FC236}">
                <a16:creationId xmlns:a16="http://schemas.microsoft.com/office/drawing/2014/main" id="{355683D7-8F36-E9CE-0F04-F491DD2989E8}"/>
              </a:ext>
            </a:extLst>
          </p:cNvPr>
          <p:cNvSpPr>
            <a:spLocks noGrp="1"/>
          </p:cNvSpPr>
          <p:nvPr>
            <p:ph sz="half" idx="10"/>
          </p:nvPr>
        </p:nvSpPr>
        <p:spPr/>
        <p:txBody>
          <a:bodyPr/>
          <a:lstStyle/>
          <a:p>
            <a:r>
              <a:rPr lang="en-US" sz="3200" dirty="0"/>
              <a:t>Database Patterns</a:t>
            </a:r>
            <a:endParaRPr lang="en-US" dirty="0"/>
          </a:p>
        </p:txBody>
      </p:sp>
      <p:sp>
        <p:nvSpPr>
          <p:cNvPr id="4" name="Title 3">
            <a:extLst>
              <a:ext uri="{FF2B5EF4-FFF2-40B4-BE49-F238E27FC236}">
                <a16:creationId xmlns:a16="http://schemas.microsoft.com/office/drawing/2014/main" id="{22C6DB36-C696-4B0A-A854-4A395BB5E3B2}"/>
              </a:ext>
            </a:extLst>
          </p:cNvPr>
          <p:cNvSpPr>
            <a:spLocks noGrp="1"/>
          </p:cNvSpPr>
          <p:nvPr>
            <p:ph type="title"/>
          </p:nvPr>
        </p:nvSpPr>
        <p:spPr/>
        <p:txBody>
          <a:bodyPr/>
          <a:lstStyle/>
          <a:p>
            <a:r>
              <a:rPr lang="en-IN" dirty="0"/>
              <a:t>Agenda</a:t>
            </a:r>
            <a:endParaRPr lang="en-US" dirty="0"/>
          </a:p>
        </p:txBody>
      </p:sp>
    </p:spTree>
    <p:extLst>
      <p:ext uri="{BB962C8B-B14F-4D97-AF65-F5344CB8AC3E}">
        <p14:creationId xmlns:p14="http://schemas.microsoft.com/office/powerpoint/2010/main" val="240678809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sz="half" idx="1"/>
          </p:nvPr>
        </p:nvSpPr>
        <p:spPr>
          <a:prstGeom prst="rect">
            <a:avLst/>
          </a:prstGeom>
          <a:noFill/>
          <a:ln>
            <a:noFill/>
          </a:ln>
        </p:spPr>
        <p:txBody>
          <a:bodyPr spcFirstLastPara="1" wrap="square" lIns="91425" tIns="45700" rIns="91425" bIns="45700" anchor="t" anchorCtr="0">
            <a:normAutofit fontScale="47500" lnSpcReduction="20000"/>
          </a:bodyPr>
          <a:lstStyle/>
          <a:p>
            <a:pPr lvl="0" algn="just" rtl="0">
              <a:lnSpc>
                <a:spcPct val="110000"/>
              </a:lnSpc>
              <a:spcBef>
                <a:spcPts val="0"/>
              </a:spcBef>
              <a:spcAft>
                <a:spcPts val="0"/>
              </a:spcAft>
              <a:buSzPct val="100000"/>
            </a:pPr>
            <a:r>
              <a:rPr lang="en-US" sz="5900" b="1" dirty="0">
                <a:latin typeface="Calibri Light" panose="020F0302020204030204" pitchFamily="34" charset="0"/>
                <a:ea typeface="Calibri Light" panose="020F0302020204030204" pitchFamily="34" charset="0"/>
                <a:cs typeface="Calibri Light" panose="020F0302020204030204" pitchFamily="34" charset="0"/>
              </a:rPr>
              <a:t>Problem:</a:t>
            </a:r>
            <a:r>
              <a:rPr lang="en-US" sz="5900" dirty="0">
                <a:latin typeface="Calibri Light" panose="020F0302020204030204" pitchFamily="34" charset="0"/>
                <a:ea typeface="Calibri Light" panose="020F0302020204030204" pitchFamily="34" charset="0"/>
                <a:cs typeface="Calibri Light" panose="020F0302020204030204" pitchFamily="34" charset="0"/>
              </a:rPr>
              <a:t> While defining database architecture for microservices, the following concerns must be addressed: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lvl="1">
              <a:lnSpc>
                <a:spcPct val="120000"/>
              </a:lnSpc>
              <a:buSzPct val="100000"/>
            </a:pPr>
            <a:r>
              <a:rPr lang="en-US" sz="5100" dirty="0">
                <a:latin typeface="Calibri Light" panose="020F0302020204030204" pitchFamily="34" charset="0"/>
                <a:ea typeface="Calibri Light" panose="020F0302020204030204" pitchFamily="34" charset="0"/>
                <a:cs typeface="Calibri Light" panose="020F0302020204030204" pitchFamily="34" charset="0"/>
              </a:rPr>
              <a:t>Services must be loosely coupled and developed, deployed, &amp; scaled independently.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lvl="1">
              <a:lnSpc>
                <a:spcPct val="120000"/>
              </a:lnSpc>
              <a:buSzPct val="100000"/>
            </a:pPr>
            <a:r>
              <a:rPr lang="en-US" sz="5100" dirty="0">
                <a:latin typeface="Calibri Light" panose="020F0302020204030204" pitchFamily="34" charset="0"/>
                <a:ea typeface="Calibri Light" panose="020F0302020204030204" pitchFamily="34" charset="0"/>
                <a:cs typeface="Calibri Light" panose="020F0302020204030204" pitchFamily="34" charset="0"/>
              </a:rPr>
              <a:t>Business transactions may enforce invariants that span multiple services.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lvl="1">
              <a:lnSpc>
                <a:spcPct val="120000"/>
              </a:lnSpc>
              <a:buSzPct val="100000"/>
            </a:pPr>
            <a:r>
              <a:rPr lang="en-US" sz="5100" dirty="0">
                <a:latin typeface="Calibri Light" panose="020F0302020204030204" pitchFamily="34" charset="0"/>
                <a:ea typeface="Calibri Light" panose="020F0302020204030204" pitchFamily="34" charset="0"/>
                <a:cs typeface="Calibri Light" panose="020F0302020204030204" pitchFamily="34" charset="0"/>
              </a:rPr>
              <a:t>Some business transactions need to query data that is owned by multiple services.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lvl="0" algn="just" rtl="0">
              <a:lnSpc>
                <a:spcPct val="110000"/>
              </a:lnSpc>
              <a:spcBef>
                <a:spcPts val="1000"/>
              </a:spcBef>
              <a:spcAft>
                <a:spcPts val="0"/>
              </a:spcAft>
              <a:buSzPct val="100000"/>
            </a:pPr>
            <a:r>
              <a:rPr lang="en-US" sz="5800" b="1" dirty="0">
                <a:latin typeface="Calibri Light" panose="020F0302020204030204" pitchFamily="34" charset="0"/>
                <a:ea typeface="Calibri Light" panose="020F0302020204030204" pitchFamily="34" charset="0"/>
                <a:cs typeface="Calibri Light" panose="020F0302020204030204" pitchFamily="34" charset="0"/>
              </a:rPr>
              <a:t>Solution:</a:t>
            </a:r>
            <a:r>
              <a:rPr lang="en-US" sz="5800" dirty="0">
                <a:latin typeface="Calibri Light" panose="020F0302020204030204" pitchFamily="34" charset="0"/>
                <a:ea typeface="Calibri Light" panose="020F0302020204030204" pitchFamily="34" charset="0"/>
                <a:cs typeface="Calibri Light" panose="020F0302020204030204" pitchFamily="34" charset="0"/>
              </a:rPr>
              <a:t> There are the following patterns to rescue the above concerns:</a:t>
            </a:r>
            <a:endParaRPr sz="5800" dirty="0">
              <a:latin typeface="Calibri Light" panose="020F0302020204030204" pitchFamily="34" charset="0"/>
              <a:ea typeface="Calibri Light" panose="020F0302020204030204" pitchFamily="34" charset="0"/>
              <a:cs typeface="Calibri Light" panose="020F0302020204030204" pitchFamily="34" charset="0"/>
            </a:endParaRPr>
          </a:p>
          <a:p>
            <a:pPr lvl="1" algn="l" rtl="0">
              <a:lnSpc>
                <a:spcPct val="120000"/>
              </a:lnSpc>
              <a:spcBef>
                <a:spcPts val="500"/>
              </a:spcBef>
              <a:spcAft>
                <a:spcPts val="0"/>
              </a:spcAft>
              <a:buSzPct val="100000"/>
            </a:pPr>
            <a:r>
              <a:rPr lang="en-US" sz="4200" dirty="0">
                <a:latin typeface="Calibri Light" panose="020F0302020204030204" pitchFamily="34" charset="0"/>
                <a:ea typeface="Calibri Light" panose="020F0302020204030204" pitchFamily="34" charset="0"/>
                <a:cs typeface="Calibri Light" panose="020F0302020204030204" pitchFamily="34" charset="0"/>
              </a:rPr>
              <a:t>Database Per Service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lvl="1" algn="l" rtl="0">
              <a:lnSpc>
                <a:spcPct val="120000"/>
              </a:lnSpc>
              <a:spcBef>
                <a:spcPts val="500"/>
              </a:spcBef>
              <a:spcAft>
                <a:spcPts val="0"/>
              </a:spcAft>
              <a:buSzPct val="100000"/>
            </a:pPr>
            <a:r>
              <a:rPr lang="en-US" sz="4200" dirty="0">
                <a:latin typeface="Calibri Light" panose="020F0302020204030204" pitchFamily="34" charset="0"/>
                <a:ea typeface="Calibri Light" panose="020F0302020204030204" pitchFamily="34" charset="0"/>
                <a:cs typeface="Calibri Light" panose="020F0302020204030204" pitchFamily="34" charset="0"/>
              </a:rPr>
              <a:t>Shared Database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lvl="1" algn="l" rtl="0">
              <a:lnSpc>
                <a:spcPct val="120000"/>
              </a:lnSpc>
              <a:spcBef>
                <a:spcPts val="500"/>
              </a:spcBef>
              <a:spcAft>
                <a:spcPts val="0"/>
              </a:spcAft>
              <a:buSzPct val="100000"/>
            </a:pPr>
            <a:r>
              <a:rPr lang="en-US" sz="4200" dirty="0">
                <a:latin typeface="Calibri Light" panose="020F0302020204030204" pitchFamily="34" charset="0"/>
                <a:ea typeface="Calibri Light" panose="020F0302020204030204" pitchFamily="34" charset="0"/>
                <a:cs typeface="Calibri Light" panose="020F0302020204030204" pitchFamily="34" charset="0"/>
              </a:rPr>
              <a:t>CQRS (Command Query Responsibility Segregation)</a:t>
            </a:r>
            <a:endParaRPr dirty="0">
              <a:latin typeface="Calibri Light" panose="020F0302020204030204" pitchFamily="34" charset="0"/>
              <a:ea typeface="Calibri Light" panose="020F0302020204030204" pitchFamily="34" charset="0"/>
              <a:cs typeface="Calibri Light" panose="020F0302020204030204" pitchFamily="34" charset="0"/>
            </a:endParaRPr>
          </a:p>
          <a:p>
            <a:pPr lvl="1" algn="l" rtl="0">
              <a:lnSpc>
                <a:spcPct val="120000"/>
              </a:lnSpc>
              <a:spcBef>
                <a:spcPts val="500"/>
              </a:spcBef>
              <a:spcAft>
                <a:spcPts val="0"/>
              </a:spcAft>
              <a:buSzPct val="100000"/>
            </a:pPr>
            <a:r>
              <a:rPr lang="en-US" sz="4200" dirty="0">
                <a:latin typeface="Calibri Light" panose="020F0302020204030204" pitchFamily="34" charset="0"/>
                <a:ea typeface="Calibri Light" panose="020F0302020204030204" pitchFamily="34" charset="0"/>
                <a:cs typeface="Calibri Light" panose="020F0302020204030204" pitchFamily="34" charset="0"/>
              </a:rPr>
              <a:t>Saga Pattern</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26" name="Google Shape;126;p3"/>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Database Patterns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animEffect transition="in" filter="fade">
                                      <p:cBhvr>
                                        <p:cTn id="7" dur="500"/>
                                        <p:tgtEl>
                                          <p:spTgt spid="1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
                                            <p:txEl>
                                              <p:pRg st="1" end="1"/>
                                            </p:txEl>
                                          </p:spTgt>
                                        </p:tgtEl>
                                        <p:attrNameLst>
                                          <p:attrName>style.visibility</p:attrName>
                                        </p:attrNameLst>
                                      </p:cBhvr>
                                      <p:to>
                                        <p:strVal val="visible"/>
                                      </p:to>
                                    </p:set>
                                    <p:animEffect transition="in" filter="fade">
                                      <p:cBhvr>
                                        <p:cTn id="12" dur="500"/>
                                        <p:tgtEl>
                                          <p:spTgt spid="1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5">
                                            <p:txEl>
                                              <p:pRg st="2" end="2"/>
                                            </p:txEl>
                                          </p:spTgt>
                                        </p:tgtEl>
                                        <p:attrNameLst>
                                          <p:attrName>style.visibility</p:attrName>
                                        </p:attrNameLst>
                                      </p:cBhvr>
                                      <p:to>
                                        <p:strVal val="visible"/>
                                      </p:to>
                                    </p:set>
                                    <p:animEffect transition="in" filter="fade">
                                      <p:cBhvr>
                                        <p:cTn id="17" dur="500"/>
                                        <p:tgtEl>
                                          <p:spTgt spid="1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5">
                                            <p:txEl>
                                              <p:pRg st="3" end="3"/>
                                            </p:txEl>
                                          </p:spTgt>
                                        </p:tgtEl>
                                        <p:attrNameLst>
                                          <p:attrName>style.visibility</p:attrName>
                                        </p:attrNameLst>
                                      </p:cBhvr>
                                      <p:to>
                                        <p:strVal val="visible"/>
                                      </p:to>
                                    </p:set>
                                    <p:animEffect transition="in" filter="fade">
                                      <p:cBhvr>
                                        <p:cTn id="22" dur="500"/>
                                        <p:tgtEl>
                                          <p:spTgt spid="12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5">
                                            <p:txEl>
                                              <p:pRg st="4" end="4"/>
                                            </p:txEl>
                                          </p:spTgt>
                                        </p:tgtEl>
                                        <p:attrNameLst>
                                          <p:attrName>style.visibility</p:attrName>
                                        </p:attrNameLst>
                                      </p:cBhvr>
                                      <p:to>
                                        <p:strVal val="visible"/>
                                      </p:to>
                                    </p:set>
                                    <p:animEffect transition="in" filter="fade">
                                      <p:cBhvr>
                                        <p:cTn id="27" dur="500"/>
                                        <p:tgtEl>
                                          <p:spTgt spid="12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5">
                                            <p:txEl>
                                              <p:pRg st="5" end="5"/>
                                            </p:txEl>
                                          </p:spTgt>
                                        </p:tgtEl>
                                        <p:attrNameLst>
                                          <p:attrName>style.visibility</p:attrName>
                                        </p:attrNameLst>
                                      </p:cBhvr>
                                      <p:to>
                                        <p:strVal val="visible"/>
                                      </p:to>
                                    </p:set>
                                    <p:animEffect transition="in" filter="fade">
                                      <p:cBhvr>
                                        <p:cTn id="32" dur="500"/>
                                        <p:tgtEl>
                                          <p:spTgt spid="12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5">
                                            <p:txEl>
                                              <p:pRg st="6" end="6"/>
                                            </p:txEl>
                                          </p:spTgt>
                                        </p:tgtEl>
                                        <p:attrNameLst>
                                          <p:attrName>style.visibility</p:attrName>
                                        </p:attrNameLst>
                                      </p:cBhvr>
                                      <p:to>
                                        <p:strVal val="visible"/>
                                      </p:to>
                                    </p:set>
                                    <p:animEffect transition="in" filter="fade">
                                      <p:cBhvr>
                                        <p:cTn id="37" dur="500"/>
                                        <p:tgtEl>
                                          <p:spTgt spid="12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5">
                                            <p:txEl>
                                              <p:pRg st="7" end="7"/>
                                            </p:txEl>
                                          </p:spTgt>
                                        </p:tgtEl>
                                        <p:attrNameLst>
                                          <p:attrName>style.visibility</p:attrName>
                                        </p:attrNameLst>
                                      </p:cBhvr>
                                      <p:to>
                                        <p:strVal val="visible"/>
                                      </p:to>
                                    </p:set>
                                    <p:animEffect transition="in" filter="fade">
                                      <p:cBhvr>
                                        <p:cTn id="42" dur="500"/>
                                        <p:tgtEl>
                                          <p:spTgt spid="12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5">
                                            <p:txEl>
                                              <p:pRg st="8" end="8"/>
                                            </p:txEl>
                                          </p:spTgt>
                                        </p:tgtEl>
                                        <p:attrNameLst>
                                          <p:attrName>style.visibility</p:attrName>
                                        </p:attrNameLst>
                                      </p:cBhvr>
                                      <p:to>
                                        <p:strVal val="visible"/>
                                      </p:to>
                                    </p:set>
                                    <p:animEffect transition="in" filter="fade">
                                      <p:cBhvr>
                                        <p:cTn id="47" dur="500"/>
                                        <p:tgtEl>
                                          <p:spTgt spid="12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4"/>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a:t>1. Database Per Service</a:t>
            </a:r>
            <a:endParaRPr/>
          </a:p>
        </p:txBody>
      </p:sp>
      <p:sp>
        <p:nvSpPr>
          <p:cNvPr id="131" name="Google Shape;131;p4"/>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dirty="0"/>
              <a:t>One database per microservice must be designed; it must be private to that service only. It should be accessed by the microservice API only. </a:t>
            </a:r>
            <a:endParaRPr dirty="0"/>
          </a:p>
          <a:p>
            <a:pPr marL="228600" lvl="0" indent="-228600" algn="just" rtl="0">
              <a:lnSpc>
                <a:spcPct val="100000"/>
              </a:lnSpc>
              <a:spcBef>
                <a:spcPts val="1000"/>
              </a:spcBef>
              <a:spcAft>
                <a:spcPts val="0"/>
              </a:spcAft>
              <a:buClrTx/>
              <a:buSzPts val="2800"/>
              <a:buChar char="•"/>
            </a:pPr>
            <a:r>
              <a:rPr lang="en-US" dirty="0"/>
              <a:t>It cannot be accessed by other services directly.</a:t>
            </a:r>
            <a:endParaRPr dirty="0"/>
          </a:p>
        </p:txBody>
      </p:sp>
      <p:grpSp>
        <p:nvGrpSpPr>
          <p:cNvPr id="133" name="Google Shape;133;p4"/>
          <p:cNvGrpSpPr/>
          <p:nvPr/>
        </p:nvGrpSpPr>
        <p:grpSpPr>
          <a:xfrm>
            <a:off x="1256639" y="3786858"/>
            <a:ext cx="1879499" cy="922926"/>
            <a:chOff x="8658687" y="2283627"/>
            <a:chExt cx="1879499" cy="922926"/>
          </a:xfrm>
        </p:grpSpPr>
        <p:sp>
          <p:nvSpPr>
            <p:cNvPr id="134" name="Google Shape;134;p4"/>
            <p:cNvSpPr/>
            <p:nvPr/>
          </p:nvSpPr>
          <p:spPr>
            <a:xfrm>
              <a:off x="8658687" y="2283627"/>
              <a:ext cx="1700724" cy="831874"/>
            </a:xfrm>
            <a:prstGeom prst="rect">
              <a:avLst/>
            </a:prstGeom>
            <a:solidFill>
              <a:srgbClr val="146BD8"/>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Catalog Microservice</a:t>
              </a:r>
              <a:endParaRPr/>
            </a:p>
          </p:txBody>
        </p:sp>
        <p:sp>
          <p:nvSpPr>
            <p:cNvPr id="135" name="Google Shape;135;p4"/>
            <p:cNvSpPr/>
            <p:nvPr/>
          </p:nvSpPr>
          <p:spPr>
            <a:xfrm>
              <a:off x="10197416" y="2851152"/>
              <a:ext cx="340770" cy="355401"/>
            </a:xfrm>
            <a:prstGeom prst="can">
              <a:avLst>
                <a:gd name="adj" fmla="val 25000"/>
              </a:avLst>
            </a:prstGeom>
            <a:solidFill>
              <a:schemeClr val="accent1"/>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6" name="Google Shape;136;p4"/>
          <p:cNvGrpSpPr/>
          <p:nvPr/>
        </p:nvGrpSpPr>
        <p:grpSpPr>
          <a:xfrm>
            <a:off x="4807705" y="3786858"/>
            <a:ext cx="1879501" cy="926306"/>
            <a:chOff x="8658685" y="3322089"/>
            <a:chExt cx="1879501" cy="926306"/>
          </a:xfrm>
        </p:grpSpPr>
        <p:sp>
          <p:nvSpPr>
            <p:cNvPr id="137" name="Google Shape;137;p4"/>
            <p:cNvSpPr/>
            <p:nvPr/>
          </p:nvSpPr>
          <p:spPr>
            <a:xfrm>
              <a:off x="8658685" y="3322089"/>
              <a:ext cx="1700724" cy="831874"/>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Authentication Microservice</a:t>
              </a:r>
              <a:endParaRPr/>
            </a:p>
          </p:txBody>
        </p:sp>
        <p:sp>
          <p:nvSpPr>
            <p:cNvPr id="138" name="Google Shape;138;p4"/>
            <p:cNvSpPr/>
            <p:nvPr/>
          </p:nvSpPr>
          <p:spPr>
            <a:xfrm>
              <a:off x="10197416" y="3892994"/>
              <a:ext cx="340770" cy="355401"/>
            </a:xfrm>
            <a:prstGeom prst="can">
              <a:avLst>
                <a:gd name="adj" fmla="val 25000"/>
              </a:avLst>
            </a:prstGeom>
            <a:solidFill>
              <a:srgbClr val="7030A0"/>
            </a:solidFill>
            <a:ln w="12700" cap="flat" cmpd="sng">
              <a:solidFill>
                <a:srgbClr val="BA8B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9" name="Google Shape;139;p4"/>
          <p:cNvGrpSpPr/>
          <p:nvPr/>
        </p:nvGrpSpPr>
        <p:grpSpPr>
          <a:xfrm>
            <a:off x="8358771" y="3786858"/>
            <a:ext cx="1880165" cy="934113"/>
            <a:chOff x="8658021" y="4403800"/>
            <a:chExt cx="1880165" cy="934113"/>
          </a:xfrm>
        </p:grpSpPr>
        <p:sp>
          <p:nvSpPr>
            <p:cNvPr id="140" name="Google Shape;140;p4"/>
            <p:cNvSpPr/>
            <p:nvPr/>
          </p:nvSpPr>
          <p:spPr>
            <a:xfrm>
              <a:off x="8658021" y="4403800"/>
              <a:ext cx="1700724" cy="831874"/>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Order Microservice</a:t>
              </a:r>
              <a:endParaRPr/>
            </a:p>
          </p:txBody>
        </p:sp>
        <p:sp>
          <p:nvSpPr>
            <p:cNvPr id="141" name="Google Shape;141;p4"/>
            <p:cNvSpPr/>
            <p:nvPr/>
          </p:nvSpPr>
          <p:spPr>
            <a:xfrm>
              <a:off x="10197416" y="4982512"/>
              <a:ext cx="340770" cy="355401"/>
            </a:xfrm>
            <a:prstGeom prst="can">
              <a:avLst>
                <a:gd name="adj" fmla="val 25000"/>
              </a:avLst>
            </a:prstGeom>
            <a:solidFill>
              <a:srgbClr val="002060"/>
            </a:solidFill>
            <a:ln w="12700" cap="flat" cmpd="sng">
              <a:solidFill>
                <a:srgbClr val="8DA9D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fade">
                                      <p:cBhvr>
                                        <p:cTn id="7" dur="5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fade">
                                      <p:cBhvr>
                                        <p:cTn id="12" dur="500"/>
                                        <p:tgtEl>
                                          <p:spTgt spid="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fade">
                                      <p:cBhvr>
                                        <p:cTn id="17" dur="500"/>
                                        <p:tgtEl>
                                          <p:spTgt spid="133"/>
                                        </p:tgtEl>
                                      </p:cBhvr>
                                    </p:animEffect>
                                  </p:childTnLst>
                                </p:cTn>
                              </p:par>
                              <p:par>
                                <p:cTn id="18" presetID="10" presetClass="entr" presetSubtype="0" fill="hold" nodeType="withEffect">
                                  <p:stCondLst>
                                    <p:cond delay="0"/>
                                  </p:stCondLst>
                                  <p:childTnLst>
                                    <p:set>
                                      <p:cBhvr>
                                        <p:cTn id="19" dur="1" fill="hold">
                                          <p:stCondLst>
                                            <p:cond delay="0"/>
                                          </p:stCondLst>
                                        </p:cTn>
                                        <p:tgtEl>
                                          <p:spTgt spid="136"/>
                                        </p:tgtEl>
                                        <p:attrNameLst>
                                          <p:attrName>style.visibility</p:attrName>
                                        </p:attrNameLst>
                                      </p:cBhvr>
                                      <p:to>
                                        <p:strVal val="visible"/>
                                      </p:to>
                                    </p:set>
                                    <p:animEffect transition="in" filter="fade">
                                      <p:cBhvr>
                                        <p:cTn id="20" dur="500"/>
                                        <p:tgtEl>
                                          <p:spTgt spid="136"/>
                                        </p:tgtEl>
                                      </p:cBhvr>
                                    </p:animEffect>
                                  </p:childTnLst>
                                </p:cTn>
                              </p:par>
                              <p:par>
                                <p:cTn id="21" presetID="10" presetClass="entr" presetSubtype="0" fill="hold" nodeType="withEffect">
                                  <p:stCondLst>
                                    <p:cond delay="0"/>
                                  </p:stCondLst>
                                  <p:childTnLst>
                                    <p:set>
                                      <p:cBhvr>
                                        <p:cTn id="22" dur="1" fill="hold">
                                          <p:stCondLst>
                                            <p:cond delay="0"/>
                                          </p:stCondLst>
                                        </p:cTn>
                                        <p:tgtEl>
                                          <p:spTgt spid="139"/>
                                        </p:tgtEl>
                                        <p:attrNameLst>
                                          <p:attrName>style.visibility</p:attrName>
                                        </p:attrNameLst>
                                      </p:cBhvr>
                                      <p:to>
                                        <p:strVal val="visible"/>
                                      </p:to>
                                    </p:set>
                                    <p:animEffect transition="in" filter="fade">
                                      <p:cBhvr>
                                        <p:cTn id="23"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8" name="Google Shape;148;p5"/>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a:t>2. Shared Database</a:t>
            </a:r>
            <a:endParaRPr/>
          </a:p>
        </p:txBody>
      </p:sp>
      <p:sp>
        <p:nvSpPr>
          <p:cNvPr id="147" name="Google Shape;147;p5"/>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10000"/>
              </a:lnSpc>
              <a:spcBef>
                <a:spcPts val="0"/>
              </a:spcBef>
              <a:spcAft>
                <a:spcPts val="0"/>
              </a:spcAft>
              <a:buClrTx/>
              <a:buSzPts val="2800"/>
              <a:buChar char="•"/>
            </a:pPr>
            <a:r>
              <a:rPr lang="en-US" dirty="0"/>
              <a:t>In this pattern, one database can be aligned with more than one microservice, but it has to be restricted to 2-3 max, otherwise scaling, autonomy, &amp; independence will be challenging to execute.</a:t>
            </a:r>
            <a:endParaRPr dirty="0"/>
          </a:p>
          <a:p>
            <a:pPr marL="228600" lvl="0" indent="-228600" algn="just" rtl="0">
              <a:lnSpc>
                <a:spcPct val="110000"/>
              </a:lnSpc>
              <a:spcBef>
                <a:spcPts val="1000"/>
              </a:spcBef>
              <a:spcAft>
                <a:spcPts val="0"/>
              </a:spcAft>
              <a:buClrTx/>
              <a:buSzPts val="2800"/>
              <a:buChar char="•"/>
            </a:pPr>
            <a:r>
              <a:rPr lang="en-US" dirty="0"/>
              <a:t>An ideal solution for legacy applications.</a:t>
            </a:r>
            <a:endParaRPr dirty="0"/>
          </a:p>
        </p:txBody>
      </p:sp>
      <p:grpSp>
        <p:nvGrpSpPr>
          <p:cNvPr id="149" name="Google Shape;149;p5"/>
          <p:cNvGrpSpPr/>
          <p:nvPr/>
        </p:nvGrpSpPr>
        <p:grpSpPr>
          <a:xfrm>
            <a:off x="3590509" y="4100429"/>
            <a:ext cx="2633311" cy="1867513"/>
            <a:chOff x="3564384" y="4448772"/>
            <a:chExt cx="2633311" cy="1867513"/>
          </a:xfrm>
        </p:grpSpPr>
        <p:sp>
          <p:nvSpPr>
            <p:cNvPr id="150" name="Google Shape;150;p5"/>
            <p:cNvSpPr/>
            <p:nvPr/>
          </p:nvSpPr>
          <p:spPr>
            <a:xfrm>
              <a:off x="3566725" y="4448772"/>
              <a:ext cx="1106487" cy="842811"/>
            </a:xfrm>
            <a:prstGeom prst="rect">
              <a:avLst/>
            </a:prstGeom>
            <a:solidFill>
              <a:schemeClr val="accent3">
                <a:lumMod val="60000"/>
                <a:lumOff val="40000"/>
              </a:schemeClr>
            </a:solidFill>
            <a:ln w="12700" cap="flat" cmpd="sng">
              <a:solidFill>
                <a:schemeClr val="accent3">
                  <a:lumMod val="60000"/>
                  <a:lumOff val="40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lt1"/>
                  </a:solidFill>
                  <a:latin typeface="Calibri"/>
                  <a:ea typeface="Calibri"/>
                  <a:cs typeface="Calibri"/>
                  <a:sym typeface="Calibri"/>
                </a:rPr>
                <a:t>Catalog Service</a:t>
              </a:r>
              <a:endParaRPr/>
            </a:p>
          </p:txBody>
        </p:sp>
        <p:sp>
          <p:nvSpPr>
            <p:cNvPr id="151" name="Google Shape;151;p5"/>
            <p:cNvSpPr/>
            <p:nvPr/>
          </p:nvSpPr>
          <p:spPr>
            <a:xfrm>
              <a:off x="5380356" y="4802819"/>
              <a:ext cx="817339" cy="1145219"/>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3A3838"/>
                  </a:solidFill>
                  <a:latin typeface="Calibri"/>
                  <a:ea typeface="Calibri"/>
                  <a:cs typeface="Calibri"/>
                  <a:sym typeface="Calibri"/>
                </a:rPr>
                <a:t>Database</a:t>
              </a:r>
              <a:endParaRPr/>
            </a:p>
          </p:txBody>
        </p:sp>
        <p:sp>
          <p:nvSpPr>
            <p:cNvPr id="152" name="Google Shape;152;p5"/>
            <p:cNvSpPr/>
            <p:nvPr/>
          </p:nvSpPr>
          <p:spPr>
            <a:xfrm>
              <a:off x="3564384" y="5473475"/>
              <a:ext cx="1106487" cy="842810"/>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b="0" i="0" u="none" strike="noStrike" cap="none">
                  <a:solidFill>
                    <a:schemeClr val="lt1"/>
                  </a:solidFill>
                  <a:latin typeface="Calibri"/>
                  <a:ea typeface="Calibri"/>
                  <a:cs typeface="Calibri"/>
                  <a:sym typeface="Calibri"/>
                </a:rPr>
                <a:t>Stock</a:t>
              </a:r>
              <a:endParaRPr/>
            </a:p>
            <a:p>
              <a:pPr marL="0" marR="0" lvl="0" indent="0" algn="ctr" rtl="0">
                <a:spcBef>
                  <a:spcPts val="0"/>
                </a:spcBef>
                <a:spcAft>
                  <a:spcPts val="0"/>
                </a:spcAft>
                <a:buNone/>
              </a:pPr>
              <a:r>
                <a:rPr lang="en-US" sz="1400" b="0" i="0" u="none" strike="noStrike" cap="none">
                  <a:solidFill>
                    <a:schemeClr val="lt1"/>
                  </a:solidFill>
                  <a:latin typeface="Calibri"/>
                  <a:ea typeface="Calibri"/>
                  <a:cs typeface="Calibri"/>
                  <a:sym typeface="Calibri"/>
                </a:rPr>
                <a:t>Service</a:t>
              </a:r>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53" name="Google Shape;153;p5"/>
            <p:cNvCxnSpPr>
              <a:stCxn id="150" idx="3"/>
              <a:endCxn id="151" idx="2"/>
            </p:cNvCxnSpPr>
            <p:nvPr/>
          </p:nvCxnSpPr>
          <p:spPr>
            <a:xfrm>
              <a:off x="4673212" y="4870178"/>
              <a:ext cx="707100" cy="5052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54" name="Google Shape;154;p5"/>
            <p:cNvCxnSpPr>
              <a:stCxn id="152" idx="3"/>
              <a:endCxn id="151" idx="2"/>
            </p:cNvCxnSpPr>
            <p:nvPr/>
          </p:nvCxnSpPr>
          <p:spPr>
            <a:xfrm rot="10800000" flipH="1">
              <a:off x="4670871" y="5375280"/>
              <a:ext cx="709500" cy="519600"/>
            </a:xfrm>
            <a:prstGeom prst="straightConnector1">
              <a:avLst/>
            </a:prstGeom>
            <a:noFill/>
            <a:ln w="28575" cap="flat" cmpd="sng">
              <a:solidFill>
                <a:schemeClr val="accent1"/>
              </a:solidFill>
              <a:prstDash val="solid"/>
              <a:miter lim="800000"/>
              <a:headEnd type="none" w="sm" len="sm"/>
              <a:tailEnd type="triangle" w="med" len="med"/>
            </a:ln>
          </p:spPr>
        </p:cxn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animEffect transition="in" filter="fade">
                                      <p:cBhvr>
                                        <p:cTn id="7" dur="500"/>
                                        <p:tgtEl>
                                          <p:spTgt spid="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7">
                                            <p:txEl>
                                              <p:pRg st="1" end="1"/>
                                            </p:txEl>
                                          </p:spTgt>
                                        </p:tgtEl>
                                        <p:attrNameLst>
                                          <p:attrName>style.visibility</p:attrName>
                                        </p:attrNameLst>
                                      </p:cBhvr>
                                      <p:to>
                                        <p:strVal val="visible"/>
                                      </p:to>
                                    </p:set>
                                    <p:animEffect transition="in" filter="fade">
                                      <p:cBhvr>
                                        <p:cTn id="12" dur="500"/>
                                        <p:tgtEl>
                                          <p:spTgt spid="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9"/>
                                        </p:tgtEl>
                                        <p:attrNameLst>
                                          <p:attrName>style.visibility</p:attrName>
                                        </p:attrNameLst>
                                      </p:cBhvr>
                                      <p:to>
                                        <p:strVal val="visible"/>
                                      </p:to>
                                    </p:set>
                                    <p:animEffect transition="in" filter="fade">
                                      <p:cBhvr>
                                        <p:cTn id="17"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6"/>
          <p:cNvSpPr txBox="1">
            <a:spLocks noGrp="1"/>
          </p:cNvSpPr>
          <p:nvPr>
            <p:ph sz="half" idx="10"/>
          </p:nvPr>
        </p:nvSpPr>
        <p:spPr>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90000"/>
              </a:lnSpc>
              <a:spcBef>
                <a:spcPts val="0"/>
              </a:spcBef>
              <a:spcAft>
                <a:spcPts val="0"/>
              </a:spcAft>
              <a:buClr>
                <a:srgbClr val="0070C0"/>
              </a:buClr>
              <a:buSzPts val="4000"/>
              <a:buFont typeface="Calibri"/>
              <a:buNone/>
            </a:pPr>
            <a:r>
              <a:rPr lang="en-US" sz="4000"/>
              <a:t>3. Command Query Responsibility Segregation (CQRS)</a:t>
            </a:r>
            <a:endParaRPr/>
          </a:p>
        </p:txBody>
      </p:sp>
      <p:sp>
        <p:nvSpPr>
          <p:cNvPr id="160" name="Google Shape;160;p6"/>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Once we implement database-per-service, there is a requirement to query, which requires joint data from multiple services.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CQRS suggests splitting the application into two parts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685800" lvl="1" indent="-228600" algn="just" rtl="0">
              <a:lnSpc>
                <a:spcPct val="100000"/>
              </a:lnSpc>
              <a:spcBef>
                <a:spcPts val="5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Command side - Handles the Create, Update, and Delete requests.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685800" lvl="1" indent="-228600" algn="just" rtl="0">
              <a:lnSpc>
                <a:spcPct val="100000"/>
              </a:lnSpc>
              <a:spcBef>
                <a:spcPts val="5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Query side - Handles the query part by using the materialized views.</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cxnSp>
        <p:nvCxnSpPr>
          <p:cNvPr id="162" name="Google Shape;162;p6"/>
          <p:cNvCxnSpPr/>
          <p:nvPr/>
        </p:nvCxnSpPr>
        <p:spPr>
          <a:xfrm>
            <a:off x="6054323" y="4059909"/>
            <a:ext cx="0" cy="1735571"/>
          </a:xfrm>
          <a:prstGeom prst="straightConnector1">
            <a:avLst/>
          </a:prstGeom>
          <a:noFill/>
          <a:ln w="19050" cap="flat" cmpd="sng">
            <a:solidFill>
              <a:srgbClr val="BFBFBF"/>
            </a:solidFill>
            <a:prstDash val="solid"/>
            <a:miter lim="800000"/>
            <a:headEnd type="none" w="sm" len="sm"/>
            <a:tailEnd type="none" w="sm" len="sm"/>
          </a:ln>
        </p:spPr>
      </p:cxnSp>
      <p:grpSp>
        <p:nvGrpSpPr>
          <p:cNvPr id="163" name="Google Shape;163;p6"/>
          <p:cNvGrpSpPr/>
          <p:nvPr/>
        </p:nvGrpSpPr>
        <p:grpSpPr>
          <a:xfrm>
            <a:off x="902662" y="3927778"/>
            <a:ext cx="4223421" cy="2135565"/>
            <a:chOff x="902662" y="4154421"/>
            <a:chExt cx="4223421" cy="2135565"/>
          </a:xfrm>
        </p:grpSpPr>
        <p:sp>
          <p:nvSpPr>
            <p:cNvPr id="164" name="Google Shape;164;p6"/>
            <p:cNvSpPr txBox="1"/>
            <p:nvPr/>
          </p:nvSpPr>
          <p:spPr>
            <a:xfrm>
              <a:off x="1483098" y="5982209"/>
              <a:ext cx="278646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chemeClr val="tx2">
                      <a:lumMod val="10000"/>
                      <a:lumOff val="90000"/>
                    </a:schemeClr>
                  </a:solidFill>
                  <a:latin typeface="Quattrocento Sans"/>
                  <a:ea typeface="Quattrocento Sans"/>
                  <a:cs typeface="Quattrocento Sans"/>
                  <a:sym typeface="Quattrocento Sans"/>
                </a:rPr>
                <a:t>Standard, non-CQRS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sp>
          <p:nvSpPr>
            <p:cNvPr id="165" name="Google Shape;165;p6"/>
            <p:cNvSpPr/>
            <p:nvPr/>
          </p:nvSpPr>
          <p:spPr>
            <a:xfrm>
              <a:off x="902662" y="4154421"/>
              <a:ext cx="1303303" cy="17326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66" name="Google Shape;166;p6"/>
            <p:cNvSpPr/>
            <p:nvPr/>
          </p:nvSpPr>
          <p:spPr>
            <a:xfrm>
              <a:off x="2704111" y="4154421"/>
              <a:ext cx="1106487" cy="1732673"/>
            </a:xfrm>
            <a:prstGeom prst="rect">
              <a:avLst/>
            </a:prstGeom>
            <a:solidFill>
              <a:srgbClr val="A365D1"/>
            </a:solidFill>
            <a:ln w="12700" cap="flat" cmpd="sng">
              <a:solidFill>
                <a:srgbClr val="A365D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Database</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167" name="Google Shape;167;p6"/>
            <p:cNvSpPr/>
            <p:nvPr/>
          </p:nvSpPr>
          <p:spPr>
            <a:xfrm>
              <a:off x="4308744" y="4625336"/>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3A3838"/>
                  </a:solidFill>
                  <a:latin typeface="Calibri"/>
                  <a:ea typeface="Calibri"/>
                  <a:cs typeface="Calibri"/>
                  <a:sym typeface="Calibri"/>
                </a:rPr>
                <a:t>Database</a:t>
              </a:r>
              <a:endParaRPr/>
            </a:p>
          </p:txBody>
        </p:sp>
        <p:cxnSp>
          <p:nvCxnSpPr>
            <p:cNvPr id="168" name="Google Shape;168;p6"/>
            <p:cNvCxnSpPr>
              <a:stCxn id="165" idx="3"/>
              <a:endCxn id="166" idx="1"/>
            </p:cNvCxnSpPr>
            <p:nvPr/>
          </p:nvCxnSpPr>
          <p:spPr>
            <a:xfrm>
              <a:off x="2205965" y="5020759"/>
              <a:ext cx="498000" cy="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69" name="Google Shape;169;p6"/>
            <p:cNvCxnSpPr/>
            <p:nvPr/>
          </p:nvCxnSpPr>
          <p:spPr>
            <a:xfrm>
              <a:off x="3815895" y="5020758"/>
              <a:ext cx="498146" cy="1"/>
            </a:xfrm>
            <a:prstGeom prst="straightConnector1">
              <a:avLst/>
            </a:prstGeom>
            <a:noFill/>
            <a:ln w="28575" cap="flat" cmpd="sng">
              <a:solidFill>
                <a:schemeClr val="accent1"/>
              </a:solidFill>
              <a:prstDash val="solid"/>
              <a:miter lim="800000"/>
              <a:headEnd type="none" w="sm" len="sm"/>
              <a:tailEnd type="triangle" w="med" len="med"/>
            </a:ln>
          </p:spPr>
        </p:cxnSp>
      </p:grpSp>
      <p:grpSp>
        <p:nvGrpSpPr>
          <p:cNvPr id="170" name="Google Shape;170;p6"/>
          <p:cNvGrpSpPr/>
          <p:nvPr/>
        </p:nvGrpSpPr>
        <p:grpSpPr>
          <a:xfrm>
            <a:off x="6552469" y="3868445"/>
            <a:ext cx="4609971" cy="2223549"/>
            <a:chOff x="6550341" y="4177948"/>
            <a:chExt cx="4609971" cy="2223549"/>
          </a:xfrm>
        </p:grpSpPr>
        <p:grpSp>
          <p:nvGrpSpPr>
            <p:cNvPr id="171" name="Google Shape;171;p6"/>
            <p:cNvGrpSpPr/>
            <p:nvPr/>
          </p:nvGrpSpPr>
          <p:grpSpPr>
            <a:xfrm>
              <a:off x="6550341" y="4177948"/>
              <a:ext cx="4609971" cy="1844175"/>
              <a:chOff x="6550341" y="4177948"/>
              <a:chExt cx="4609971" cy="1844175"/>
            </a:xfrm>
          </p:grpSpPr>
          <p:sp>
            <p:nvSpPr>
              <p:cNvPr id="172" name="Google Shape;172;p6"/>
              <p:cNvSpPr/>
              <p:nvPr/>
            </p:nvSpPr>
            <p:spPr>
              <a:xfrm>
                <a:off x="6550341" y="4177948"/>
                <a:ext cx="1303303" cy="18441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73" name="Google Shape;173;p6"/>
              <p:cNvSpPr/>
              <p:nvPr/>
            </p:nvSpPr>
            <p:spPr>
              <a:xfrm>
                <a:off x="8529342" y="4233072"/>
                <a:ext cx="1106487" cy="842811"/>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Service</a:t>
                </a:r>
                <a:endParaRPr/>
              </a:p>
            </p:txBody>
          </p:sp>
          <p:sp>
            <p:nvSpPr>
              <p:cNvPr id="174" name="Google Shape;174;p6"/>
              <p:cNvSpPr/>
              <p:nvPr/>
            </p:nvSpPr>
            <p:spPr>
              <a:xfrm>
                <a:off x="10342973" y="4764800"/>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3A3838"/>
                    </a:solidFill>
                    <a:latin typeface="Calibri"/>
                    <a:ea typeface="Calibri"/>
                    <a:cs typeface="Calibri"/>
                    <a:sym typeface="Calibri"/>
                  </a:rPr>
                  <a:t>Database</a:t>
                </a:r>
                <a:endParaRPr/>
              </a:p>
            </p:txBody>
          </p:sp>
          <p:cxnSp>
            <p:nvCxnSpPr>
              <p:cNvPr id="175" name="Google Shape;175;p6"/>
              <p:cNvCxnSpPr>
                <a:stCxn id="172" idx="3"/>
                <a:endCxn id="173" idx="1"/>
              </p:cNvCxnSpPr>
              <p:nvPr/>
            </p:nvCxnSpPr>
            <p:spPr>
              <a:xfrm rot="10800000" flipH="1">
                <a:off x="7853644" y="4654536"/>
                <a:ext cx="675600" cy="445500"/>
              </a:xfrm>
              <a:prstGeom prst="straightConnector1">
                <a:avLst/>
              </a:prstGeom>
              <a:noFill/>
              <a:ln w="28575" cap="flat" cmpd="sng">
                <a:solidFill>
                  <a:schemeClr val="accent1"/>
                </a:solidFill>
                <a:prstDash val="solid"/>
                <a:miter lim="800000"/>
                <a:headEnd type="none" w="sm" len="sm"/>
                <a:tailEnd type="triangle" w="med" len="med"/>
              </a:ln>
            </p:spPr>
          </p:cxnSp>
          <p:sp>
            <p:nvSpPr>
              <p:cNvPr id="176" name="Google Shape;176;p6"/>
              <p:cNvSpPr/>
              <p:nvPr/>
            </p:nvSpPr>
            <p:spPr>
              <a:xfrm>
                <a:off x="8544757" y="525777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Query</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Service</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77" name="Google Shape;177;p6"/>
              <p:cNvCxnSpPr>
                <a:stCxn id="172" idx="3"/>
                <a:endCxn id="176" idx="1"/>
              </p:cNvCxnSpPr>
              <p:nvPr/>
            </p:nvCxnSpPr>
            <p:spPr>
              <a:xfrm>
                <a:off x="7853644" y="5100036"/>
                <a:ext cx="691200" cy="5223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8" name="Google Shape;178;p6"/>
              <p:cNvCxnSpPr>
                <a:stCxn id="173" idx="3"/>
                <a:endCxn id="174" idx="2"/>
              </p:cNvCxnSpPr>
              <p:nvPr/>
            </p:nvCxnSpPr>
            <p:spPr>
              <a:xfrm>
                <a:off x="9635829" y="4654478"/>
                <a:ext cx="707100" cy="5409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9" name="Google Shape;179;p6"/>
              <p:cNvCxnSpPr>
                <a:stCxn id="176" idx="3"/>
                <a:endCxn id="174" idx="2"/>
              </p:cNvCxnSpPr>
              <p:nvPr/>
            </p:nvCxnSpPr>
            <p:spPr>
              <a:xfrm rot="10800000" flipH="1">
                <a:off x="9651244" y="5195293"/>
                <a:ext cx="691800" cy="426900"/>
              </a:xfrm>
              <a:prstGeom prst="straightConnector1">
                <a:avLst/>
              </a:prstGeom>
              <a:noFill/>
              <a:ln w="28575" cap="flat" cmpd="sng">
                <a:solidFill>
                  <a:schemeClr val="accent1"/>
                </a:solidFill>
                <a:prstDash val="solid"/>
                <a:miter lim="800000"/>
                <a:headEnd type="none" w="sm" len="sm"/>
                <a:tailEnd type="triangle" w="med" len="med"/>
              </a:ln>
            </p:spPr>
          </p:cxnSp>
        </p:grpSp>
        <p:sp>
          <p:nvSpPr>
            <p:cNvPr id="180" name="Google Shape;180;p6"/>
            <p:cNvSpPr txBox="1"/>
            <p:nvPr/>
          </p:nvSpPr>
          <p:spPr>
            <a:xfrm>
              <a:off x="7565782" y="6093720"/>
              <a:ext cx="1611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chemeClr val="tx2">
                      <a:lumMod val="10000"/>
                      <a:lumOff val="90000"/>
                    </a:schemeClr>
                  </a:solidFill>
                  <a:latin typeface="Quattrocento Sans"/>
                  <a:ea typeface="Quattrocento Sans"/>
                  <a:cs typeface="Quattrocento Sans"/>
                  <a:sym typeface="Quattrocento Sans"/>
                </a:rPr>
                <a:t>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xEl>
                                              <p:pRg st="0" end="0"/>
                                            </p:txEl>
                                          </p:spTgt>
                                        </p:tgtEl>
                                        <p:attrNameLst>
                                          <p:attrName>style.visibility</p:attrName>
                                        </p:attrNameLst>
                                      </p:cBhvr>
                                      <p:to>
                                        <p:strVal val="visible"/>
                                      </p:to>
                                    </p:set>
                                    <p:animEffect transition="in" filter="fade">
                                      <p:cBhvr>
                                        <p:cTn id="7" dur="500"/>
                                        <p:tgtEl>
                                          <p:spTgt spid="1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0">
                                            <p:txEl>
                                              <p:pRg st="1" end="1"/>
                                            </p:txEl>
                                          </p:spTgt>
                                        </p:tgtEl>
                                        <p:attrNameLst>
                                          <p:attrName>style.visibility</p:attrName>
                                        </p:attrNameLst>
                                      </p:cBhvr>
                                      <p:to>
                                        <p:strVal val="visible"/>
                                      </p:to>
                                    </p:set>
                                    <p:animEffect transition="in" filter="fade">
                                      <p:cBhvr>
                                        <p:cTn id="12" dur="500"/>
                                        <p:tgtEl>
                                          <p:spTgt spid="1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0">
                                            <p:txEl>
                                              <p:pRg st="2" end="2"/>
                                            </p:txEl>
                                          </p:spTgt>
                                        </p:tgtEl>
                                        <p:attrNameLst>
                                          <p:attrName>style.visibility</p:attrName>
                                        </p:attrNameLst>
                                      </p:cBhvr>
                                      <p:to>
                                        <p:strVal val="visible"/>
                                      </p:to>
                                    </p:set>
                                    <p:animEffect transition="in" filter="fade">
                                      <p:cBhvr>
                                        <p:cTn id="17" dur="500"/>
                                        <p:tgtEl>
                                          <p:spTgt spid="1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0">
                                            <p:txEl>
                                              <p:pRg st="3" end="3"/>
                                            </p:txEl>
                                          </p:spTgt>
                                        </p:tgtEl>
                                        <p:attrNameLst>
                                          <p:attrName>style.visibility</p:attrName>
                                        </p:attrNameLst>
                                      </p:cBhvr>
                                      <p:to>
                                        <p:strVal val="visible"/>
                                      </p:to>
                                    </p:set>
                                    <p:animEffect transition="in" filter="fade">
                                      <p:cBhvr>
                                        <p:cTn id="22" dur="500"/>
                                        <p:tgtEl>
                                          <p:spTgt spid="1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3"/>
                                        </p:tgtEl>
                                        <p:attrNameLst>
                                          <p:attrName>style.visibility</p:attrName>
                                        </p:attrNameLst>
                                      </p:cBhvr>
                                      <p:to>
                                        <p:strVal val="visible"/>
                                      </p:to>
                                    </p:set>
                                    <p:animEffect transition="in" filter="fade">
                                      <p:cBhvr>
                                        <p:cTn id="27" dur="500"/>
                                        <p:tgtEl>
                                          <p:spTgt spid="16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2"/>
                                        </p:tgtEl>
                                        <p:attrNameLst>
                                          <p:attrName>style.visibility</p:attrName>
                                        </p:attrNameLst>
                                      </p:cBhvr>
                                      <p:to>
                                        <p:strVal val="visible"/>
                                      </p:to>
                                    </p:set>
                                    <p:animEffect transition="in" filter="fade">
                                      <p:cBhvr>
                                        <p:cTn id="32" dur="500"/>
                                        <p:tgtEl>
                                          <p:spTgt spid="16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0"/>
                                        </p:tgtEl>
                                        <p:attrNameLst>
                                          <p:attrName>style.visibility</p:attrName>
                                        </p:attrNameLst>
                                      </p:cBhvr>
                                      <p:to>
                                        <p:strVal val="visible"/>
                                      </p:to>
                                    </p:set>
                                    <p:animEffect transition="in" filter="fade">
                                      <p:cBhvr>
                                        <p:cTn id="37"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SzPts val="2800"/>
              <a:buChar char="•"/>
            </a:pPr>
            <a:r>
              <a:rPr lang="en-US" b="1" dirty="0"/>
              <a:t>Problem:</a:t>
            </a:r>
            <a:r>
              <a:rPr lang="en-US" dirty="0"/>
              <a:t> When each service has its own database and a business transaction spans multiple services, how do we ensure data consistency across services? </a:t>
            </a:r>
            <a:endParaRPr dirty="0"/>
          </a:p>
          <a:p>
            <a:pPr marL="228600" lvl="0" indent="-228600" algn="just" rtl="0">
              <a:lnSpc>
                <a:spcPct val="100000"/>
              </a:lnSpc>
              <a:spcBef>
                <a:spcPts val="1000"/>
              </a:spcBef>
              <a:spcAft>
                <a:spcPts val="0"/>
              </a:spcAft>
              <a:buSzPts val="2800"/>
              <a:buChar char="•"/>
            </a:pPr>
            <a:r>
              <a:rPr lang="en-US" b="1" dirty="0"/>
              <a:t>Solution:</a:t>
            </a:r>
            <a:r>
              <a:rPr lang="en-US" dirty="0"/>
              <a:t> Saga pattern is the solution. </a:t>
            </a:r>
            <a:endParaRPr dirty="0"/>
          </a:p>
          <a:p>
            <a:pPr marL="228600" lvl="0" indent="-228600" algn="just" rtl="0">
              <a:lnSpc>
                <a:spcPct val="100000"/>
              </a:lnSpc>
              <a:spcBef>
                <a:spcPts val="1000"/>
              </a:spcBef>
              <a:spcAft>
                <a:spcPts val="0"/>
              </a:spcAft>
              <a:buSzPts val="2800"/>
              <a:buChar char="•"/>
            </a:pPr>
            <a:r>
              <a:rPr lang="en-US" dirty="0"/>
              <a:t>A Saga is a sequence of local transactions where each local transaction updates the database and publishes a message or event to trigger the next local transaction. If a local transaction fails then the saga executes a series of </a:t>
            </a:r>
            <a:r>
              <a:rPr lang="en-US" b="1" dirty="0"/>
              <a:t>compensating transactions</a:t>
            </a:r>
            <a:r>
              <a:rPr lang="en-US" dirty="0"/>
              <a:t> that undo the changes made by the preceding local transactions. </a:t>
            </a:r>
            <a:endParaRPr dirty="0"/>
          </a:p>
        </p:txBody>
      </p:sp>
      <p:sp>
        <p:nvSpPr>
          <p:cNvPr id="187" name="Google Shape;187;p7"/>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a:t>4. Saga Pattern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Effect transition="in" filter="fade">
                                      <p:cBhvr>
                                        <p:cTn id="7" dur="500"/>
                                        <p:tgtEl>
                                          <p:spTgt spid="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Effect transition="in" filter="fade">
                                      <p:cBhvr>
                                        <p:cTn id="12" dur="500"/>
                                        <p:tgtEl>
                                          <p:spTgt spid="1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Effect transition="in" filter="fade">
                                      <p:cBhvr>
                                        <p:cTn id="17" dur="500"/>
                                        <p:tgtEl>
                                          <p:spTgt spid="1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8"/>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4.1 Saga Pattern Implementation</a:t>
            </a:r>
            <a:endParaRPr/>
          </a:p>
        </p:txBody>
      </p:sp>
      <p:grpSp>
        <p:nvGrpSpPr>
          <p:cNvPr id="194" name="Google Shape;194;p8"/>
          <p:cNvGrpSpPr/>
          <p:nvPr/>
        </p:nvGrpSpPr>
        <p:grpSpPr>
          <a:xfrm>
            <a:off x="320258" y="2669758"/>
            <a:ext cx="6052411" cy="2317687"/>
            <a:chOff x="367897" y="2803623"/>
            <a:chExt cx="6052411" cy="2317687"/>
          </a:xfrm>
        </p:grpSpPr>
        <p:sp>
          <p:nvSpPr>
            <p:cNvPr id="195" name="Google Shape;195;p8"/>
            <p:cNvSpPr/>
            <p:nvPr/>
          </p:nvSpPr>
          <p:spPr>
            <a:xfrm>
              <a:off x="2841276" y="4751978"/>
              <a:ext cx="111402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Saga Flow</a:t>
              </a:r>
              <a:endParaRPr dirty="0"/>
            </a:p>
          </p:txBody>
        </p:sp>
        <p:sp>
          <p:nvSpPr>
            <p:cNvPr id="196" name="Google Shape;196;p8"/>
            <p:cNvSpPr/>
            <p:nvPr/>
          </p:nvSpPr>
          <p:spPr>
            <a:xfrm>
              <a:off x="1211252" y="2805048"/>
              <a:ext cx="1122117" cy="820615"/>
            </a:xfrm>
            <a:prstGeom prst="hexagon">
              <a:avLst>
                <a:gd name="adj" fmla="val 25000"/>
                <a:gd name="vf" fmla="val 115470"/>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a:ea typeface="Calibri"/>
                  <a:cs typeface="Calibri"/>
                  <a:sym typeface="Calibri"/>
                </a:rPr>
                <a:t>Payment</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Calibri"/>
                  <a:cs typeface="Calibri"/>
                  <a:sym typeface="Calibri"/>
                </a:rPr>
                <a:t>(Confirm Payment)</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p:txBody>
        </p:sp>
        <p:sp>
          <p:nvSpPr>
            <p:cNvPr id="197" name="Google Shape;197;p8"/>
            <p:cNvSpPr/>
            <p:nvPr/>
          </p:nvSpPr>
          <p:spPr>
            <a:xfrm>
              <a:off x="2832140" y="2803623"/>
              <a:ext cx="1122117" cy="820615"/>
            </a:xfrm>
            <a:prstGeom prst="hexagon">
              <a:avLst>
                <a:gd name="adj" fmla="val 25000"/>
                <a:gd name="vf" fmla="val 115470"/>
              </a:avLst>
            </a:prstGeom>
            <a:solidFill>
              <a:srgbClr val="F4814E"/>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Calibri"/>
                  <a:cs typeface="Calibri"/>
                  <a:sym typeface="Calibri"/>
                </a:rPr>
                <a:t>Order</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Calibri"/>
                  <a:cs typeface="Calibri"/>
                  <a:sym typeface="Calibri"/>
                </a:rPr>
                <a:t>(Create Order)</a:t>
              </a:r>
              <a:endParaRPr kumimoji="0" lang="en-US" sz="1400" b="0" i="0" u="none" strike="noStrike" kern="1200" cap="none" spc="0" normalizeH="0" baseline="0" noProof="0" dirty="0">
                <a:ln>
                  <a:noFill/>
                </a:ln>
                <a:solidFill>
                  <a:prstClr val="white"/>
                </a:solidFill>
                <a:effectLst/>
                <a:uLnTx/>
                <a:uFillTx/>
                <a:latin typeface="Calibri"/>
                <a:ea typeface="Calibri"/>
                <a:cs typeface="Calibri"/>
                <a:sym typeface="Calibri"/>
              </a:endParaRPr>
            </a:p>
          </p:txBody>
        </p:sp>
        <p:sp>
          <p:nvSpPr>
            <p:cNvPr id="198" name="Google Shape;198;p8"/>
            <p:cNvSpPr/>
            <p:nvPr/>
          </p:nvSpPr>
          <p:spPr>
            <a:xfrm>
              <a:off x="4452812" y="2803623"/>
              <a:ext cx="1122117" cy="820615"/>
            </a:xfrm>
            <a:prstGeom prst="hexagon">
              <a:avLst>
                <a:gd name="adj" fmla="val 25000"/>
                <a:gd name="vf" fmla="val 115470"/>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Calibri"/>
                  <a:cs typeface="Calibri"/>
                  <a:sym typeface="Calibri"/>
                </a:rPr>
                <a:t>Stock</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Calibri"/>
                  <a:cs typeface="Calibri"/>
                  <a:sym typeface="Calibri"/>
                </a:rPr>
                <a:t>(Reserve Stock</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p:txBody>
        </p:sp>
        <p:cxnSp>
          <p:nvCxnSpPr>
            <p:cNvPr id="199" name="Google Shape;199;p8"/>
            <p:cNvCxnSpPr/>
            <p:nvPr/>
          </p:nvCxnSpPr>
          <p:spPr>
            <a:xfrm>
              <a:off x="710044" y="3212876"/>
              <a:ext cx="500643" cy="2109"/>
            </a:xfrm>
            <a:prstGeom prst="straightConnector1">
              <a:avLst/>
            </a:prstGeom>
            <a:noFill/>
            <a:ln w="28575" cap="flat" cmpd="sng">
              <a:solidFill>
                <a:srgbClr val="595959"/>
              </a:solidFill>
              <a:prstDash val="solid"/>
              <a:miter lim="800000"/>
              <a:headEnd type="none" w="sm" len="sm"/>
              <a:tailEnd type="triangle" w="med" len="med"/>
            </a:ln>
          </p:spPr>
        </p:cxnSp>
        <p:sp>
          <p:nvSpPr>
            <p:cNvPr id="200" name="Google Shape;200;p8"/>
            <p:cNvSpPr/>
            <p:nvPr/>
          </p:nvSpPr>
          <p:spPr>
            <a:xfrm>
              <a:off x="367897" y="3024594"/>
              <a:ext cx="359507" cy="376563"/>
            </a:xfrm>
            <a:prstGeom prst="ellipse">
              <a:avLst/>
            </a:prstGeom>
            <a:solidFill>
              <a:srgbClr val="DDEAF6"/>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01" name="Google Shape;201;p8"/>
            <p:cNvCxnSpPr/>
            <p:nvPr/>
          </p:nvCxnSpPr>
          <p:spPr>
            <a:xfrm>
              <a:off x="2340633" y="3217005"/>
              <a:ext cx="500643" cy="2109"/>
            </a:xfrm>
            <a:prstGeom prst="straightConnector1">
              <a:avLst/>
            </a:prstGeom>
            <a:noFill/>
            <a:ln w="28575" cap="flat" cmpd="sng">
              <a:solidFill>
                <a:srgbClr val="595959"/>
              </a:solidFill>
              <a:prstDash val="solid"/>
              <a:miter lim="800000"/>
              <a:headEnd type="none" w="sm" len="sm"/>
              <a:tailEnd type="triangle" w="med" len="med"/>
            </a:ln>
          </p:spPr>
        </p:cxnSp>
        <p:cxnSp>
          <p:nvCxnSpPr>
            <p:cNvPr id="202" name="Google Shape;202;p8"/>
            <p:cNvCxnSpPr/>
            <p:nvPr/>
          </p:nvCxnSpPr>
          <p:spPr>
            <a:xfrm>
              <a:off x="3953499" y="3213246"/>
              <a:ext cx="500643" cy="2109"/>
            </a:xfrm>
            <a:prstGeom prst="straightConnector1">
              <a:avLst/>
            </a:prstGeom>
            <a:noFill/>
            <a:ln w="28575" cap="flat" cmpd="sng">
              <a:solidFill>
                <a:srgbClr val="595959"/>
              </a:solidFill>
              <a:prstDash val="solid"/>
              <a:miter lim="800000"/>
              <a:headEnd type="none" w="sm" len="sm"/>
              <a:tailEnd type="triangle" w="med" len="med"/>
            </a:ln>
          </p:spPr>
        </p:cxnSp>
        <p:cxnSp>
          <p:nvCxnSpPr>
            <p:cNvPr id="203" name="Google Shape;203;p8"/>
            <p:cNvCxnSpPr/>
            <p:nvPr/>
          </p:nvCxnSpPr>
          <p:spPr>
            <a:xfrm>
              <a:off x="5565790" y="3218059"/>
              <a:ext cx="500643" cy="2109"/>
            </a:xfrm>
            <a:prstGeom prst="straightConnector1">
              <a:avLst/>
            </a:prstGeom>
            <a:noFill/>
            <a:ln w="28575" cap="flat" cmpd="sng">
              <a:solidFill>
                <a:srgbClr val="595959"/>
              </a:solidFill>
              <a:prstDash val="solid"/>
              <a:miter lim="800000"/>
              <a:headEnd type="none" w="sm" len="sm"/>
              <a:tailEnd type="triangle" w="med" len="med"/>
            </a:ln>
          </p:spPr>
        </p:cxnSp>
        <p:sp>
          <p:nvSpPr>
            <p:cNvPr id="204" name="Google Shape;204;p8"/>
            <p:cNvSpPr/>
            <p:nvPr/>
          </p:nvSpPr>
          <p:spPr>
            <a:xfrm>
              <a:off x="6060801" y="3031886"/>
              <a:ext cx="359507" cy="376563"/>
            </a:xfrm>
            <a:prstGeom prst="ellipse">
              <a:avLst/>
            </a:prstGeom>
            <a:solidFill>
              <a:srgbClr val="DDEAF6"/>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8"/>
            <p:cNvSpPr/>
            <p:nvPr/>
          </p:nvSpPr>
          <p:spPr>
            <a:xfrm>
              <a:off x="1288068" y="4028489"/>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Cancel</a:t>
              </a:r>
              <a:endParaRPr lang="en-US" sz="1400"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Payment</a:t>
              </a:r>
              <a:endParaRPr lang="en-US" sz="1400" dirty="0"/>
            </a:p>
          </p:txBody>
        </p:sp>
        <p:sp>
          <p:nvSpPr>
            <p:cNvPr id="206" name="Google Shape;206;p8"/>
            <p:cNvSpPr/>
            <p:nvPr/>
          </p:nvSpPr>
          <p:spPr>
            <a:xfrm>
              <a:off x="2908956" y="4026010"/>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Calibri"/>
                  <a:cs typeface="Calibri"/>
                  <a:sym typeface="Calibri"/>
                </a:rPr>
                <a:t>Cancel</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Calibri"/>
                  <a:cs typeface="Calibri"/>
                  <a:sym typeface="Calibri"/>
                </a:rPr>
                <a:t>Order</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p:txBody>
        </p:sp>
        <p:sp>
          <p:nvSpPr>
            <p:cNvPr id="207" name="Google Shape;207;p8"/>
            <p:cNvSpPr/>
            <p:nvPr/>
          </p:nvSpPr>
          <p:spPr>
            <a:xfrm>
              <a:off x="4529628" y="4026009"/>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Calibri"/>
                  <a:cs typeface="Calibri"/>
                  <a:sym typeface="Calibri"/>
                </a:rPr>
                <a:t>Release</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Calibri"/>
                  <a:cs typeface="Calibri"/>
                  <a:sym typeface="Calibri"/>
                </a:rPr>
                <a:t>Stock</a:t>
              </a:r>
              <a:endParaRPr kumimoji="0" lang="en-US" sz="1800" b="0" i="0" u="none" strike="noStrike" kern="1200" cap="none" spc="0" normalizeH="0" baseline="0" noProof="0" dirty="0">
                <a:ln>
                  <a:noFill/>
                </a:ln>
                <a:solidFill>
                  <a:prstClr val="black"/>
                </a:solidFill>
                <a:effectLst/>
                <a:uLnTx/>
                <a:uFillTx/>
                <a:latin typeface="Roboto Light"/>
                <a:ea typeface="+mn-ea"/>
                <a:cs typeface="+mn-cs"/>
              </a:endParaRPr>
            </a:p>
          </p:txBody>
        </p:sp>
        <p:cxnSp>
          <p:nvCxnSpPr>
            <p:cNvPr id="208" name="Google Shape;208;p8"/>
            <p:cNvCxnSpPr>
              <a:endCxn id="207" idx="0"/>
            </p:cNvCxnSpPr>
            <p:nvPr/>
          </p:nvCxnSpPr>
          <p:spPr>
            <a:xfrm>
              <a:off x="5013870" y="3624309"/>
              <a:ext cx="0" cy="401700"/>
            </a:xfrm>
            <a:prstGeom prst="straightConnector1">
              <a:avLst/>
            </a:prstGeom>
            <a:noFill/>
            <a:ln w="28575" cap="flat" cmpd="sng">
              <a:solidFill>
                <a:srgbClr val="595959"/>
              </a:solidFill>
              <a:prstDash val="solid"/>
              <a:miter lim="800000"/>
              <a:headEnd type="none" w="sm" len="sm"/>
              <a:tailEnd type="triangle" w="med" len="med"/>
            </a:ln>
          </p:spPr>
        </p:cxnSp>
        <p:cxnSp>
          <p:nvCxnSpPr>
            <p:cNvPr id="209" name="Google Shape;209;p8"/>
            <p:cNvCxnSpPr/>
            <p:nvPr/>
          </p:nvCxnSpPr>
          <p:spPr>
            <a:xfrm>
              <a:off x="3393198" y="3624238"/>
              <a:ext cx="0" cy="401771"/>
            </a:xfrm>
            <a:prstGeom prst="straightConnector1">
              <a:avLst/>
            </a:prstGeom>
            <a:noFill/>
            <a:ln w="28575" cap="flat" cmpd="sng">
              <a:solidFill>
                <a:srgbClr val="595959"/>
              </a:solidFill>
              <a:prstDash val="solid"/>
              <a:miter lim="800000"/>
              <a:headEnd type="none" w="sm" len="sm"/>
              <a:tailEnd type="triangle" w="med" len="med"/>
            </a:ln>
          </p:spPr>
        </p:cxnSp>
        <p:cxnSp>
          <p:nvCxnSpPr>
            <p:cNvPr id="210" name="Google Shape;210;p8"/>
            <p:cNvCxnSpPr/>
            <p:nvPr/>
          </p:nvCxnSpPr>
          <p:spPr>
            <a:xfrm>
              <a:off x="1772310" y="3624238"/>
              <a:ext cx="0" cy="401771"/>
            </a:xfrm>
            <a:prstGeom prst="straightConnector1">
              <a:avLst/>
            </a:prstGeom>
            <a:noFill/>
            <a:ln w="28575" cap="flat" cmpd="sng">
              <a:solidFill>
                <a:srgbClr val="595959"/>
              </a:solidFill>
              <a:prstDash val="solid"/>
              <a:miter lim="800000"/>
              <a:headEnd type="none" w="sm" len="sm"/>
              <a:tailEnd type="triangle" w="med" len="med"/>
            </a:ln>
          </p:spPr>
        </p:cxnSp>
        <p:cxnSp>
          <p:nvCxnSpPr>
            <p:cNvPr id="211" name="Google Shape;211;p8"/>
            <p:cNvCxnSpPr/>
            <p:nvPr/>
          </p:nvCxnSpPr>
          <p:spPr>
            <a:xfrm rot="10800000">
              <a:off x="3876436" y="4281153"/>
              <a:ext cx="653192" cy="0"/>
            </a:xfrm>
            <a:prstGeom prst="straightConnector1">
              <a:avLst/>
            </a:prstGeom>
            <a:noFill/>
            <a:ln w="28575" cap="flat" cmpd="sng">
              <a:solidFill>
                <a:srgbClr val="595959"/>
              </a:solidFill>
              <a:prstDash val="solid"/>
              <a:miter lim="800000"/>
              <a:headEnd type="none" w="sm" len="sm"/>
              <a:tailEnd type="triangle" w="med" len="med"/>
            </a:ln>
          </p:spPr>
        </p:cxnSp>
        <p:cxnSp>
          <p:nvCxnSpPr>
            <p:cNvPr id="212" name="Google Shape;212;p8"/>
            <p:cNvCxnSpPr/>
            <p:nvPr/>
          </p:nvCxnSpPr>
          <p:spPr>
            <a:xfrm rot="10800000">
              <a:off x="2255764" y="4281153"/>
              <a:ext cx="653192" cy="0"/>
            </a:xfrm>
            <a:prstGeom prst="straightConnector1">
              <a:avLst/>
            </a:prstGeom>
            <a:noFill/>
            <a:ln w="28575" cap="flat" cmpd="sng">
              <a:solidFill>
                <a:srgbClr val="595959"/>
              </a:solidFill>
              <a:prstDash val="solid"/>
              <a:miter lim="800000"/>
              <a:headEnd type="none" w="sm" len="sm"/>
              <a:tailEnd type="triangle" w="med" len="med"/>
            </a:ln>
          </p:spPr>
        </p:cxnSp>
      </p:grpSp>
      <p:grpSp>
        <p:nvGrpSpPr>
          <p:cNvPr id="213" name="Google Shape;213;p8"/>
          <p:cNvGrpSpPr/>
          <p:nvPr/>
        </p:nvGrpSpPr>
        <p:grpSpPr>
          <a:xfrm>
            <a:off x="7052673" y="2434362"/>
            <a:ext cx="4468358" cy="2546758"/>
            <a:chOff x="6670697" y="2323213"/>
            <a:chExt cx="4468358" cy="2546758"/>
          </a:xfrm>
        </p:grpSpPr>
        <p:sp>
          <p:nvSpPr>
            <p:cNvPr id="214" name="Google Shape;214;p8"/>
            <p:cNvSpPr/>
            <p:nvPr/>
          </p:nvSpPr>
          <p:spPr>
            <a:xfrm>
              <a:off x="7385908" y="4500639"/>
              <a:ext cx="27620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Saga Execution Coordinator</a:t>
              </a:r>
              <a:endParaRPr dirty="0"/>
            </a:p>
          </p:txBody>
        </p:sp>
        <p:sp>
          <p:nvSpPr>
            <p:cNvPr id="215" name="Google Shape;215;p8"/>
            <p:cNvSpPr/>
            <p:nvPr/>
          </p:nvSpPr>
          <p:spPr>
            <a:xfrm>
              <a:off x="6670697" y="2548478"/>
              <a:ext cx="968484" cy="17326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Saga Log</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200">
                  <a:solidFill>
                    <a:schemeClr val="lt1"/>
                  </a:solidFill>
                  <a:latin typeface="Calibri"/>
                  <a:ea typeface="Calibri"/>
                  <a:cs typeface="Calibri"/>
                  <a:sym typeface="Calibri"/>
                </a:rPr>
                <a:t>Start Order</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100">
                <a:solidFill>
                  <a:schemeClr val="lt1"/>
                </a:solidFill>
                <a:latin typeface="Calibri"/>
                <a:ea typeface="Calibri"/>
                <a:cs typeface="Calibri"/>
                <a:sym typeface="Calibri"/>
              </a:endParaRPr>
            </a:p>
            <a:p>
              <a:pPr marL="0" marR="0" lvl="0" indent="0" algn="ctr" rtl="0">
                <a:spcBef>
                  <a:spcPts val="0"/>
                </a:spcBef>
                <a:spcAft>
                  <a:spcPts val="0"/>
                </a:spcAft>
                <a:buNone/>
              </a:pPr>
              <a:r>
                <a:rPr lang="en-US" sz="1100">
                  <a:solidFill>
                    <a:schemeClr val="lt1"/>
                  </a:solidFill>
                  <a:latin typeface="Calibri"/>
                  <a:ea typeface="Calibri"/>
                  <a:cs typeface="Calibri"/>
                  <a:sym typeface="Calibri"/>
                </a:rPr>
                <a:t>End Payment</a:t>
              </a:r>
              <a:endParaRPr/>
            </a:p>
          </p:txBody>
        </p:sp>
        <p:cxnSp>
          <p:nvCxnSpPr>
            <p:cNvPr id="216" name="Google Shape;216;p8"/>
            <p:cNvCxnSpPr/>
            <p:nvPr/>
          </p:nvCxnSpPr>
          <p:spPr>
            <a:xfrm>
              <a:off x="6733217" y="4024927"/>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7" name="Google Shape;217;p8"/>
            <p:cNvCxnSpPr/>
            <p:nvPr/>
          </p:nvCxnSpPr>
          <p:spPr>
            <a:xfrm>
              <a:off x="6729312" y="3810001"/>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8" name="Google Shape;218;p8"/>
            <p:cNvCxnSpPr/>
            <p:nvPr/>
          </p:nvCxnSpPr>
          <p:spPr>
            <a:xfrm>
              <a:off x="6717593" y="3548190"/>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9" name="Google Shape;219;p8"/>
            <p:cNvCxnSpPr/>
            <p:nvPr/>
          </p:nvCxnSpPr>
          <p:spPr>
            <a:xfrm>
              <a:off x="6729318" y="3294190"/>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20" name="Google Shape;220;p8"/>
            <p:cNvCxnSpPr/>
            <p:nvPr/>
          </p:nvCxnSpPr>
          <p:spPr>
            <a:xfrm>
              <a:off x="6733228" y="2985483"/>
              <a:ext cx="968483" cy="0"/>
            </a:xfrm>
            <a:prstGeom prst="straightConnector1">
              <a:avLst/>
            </a:prstGeom>
            <a:noFill/>
            <a:ln w="19050" cap="flat" cmpd="sng">
              <a:solidFill>
                <a:srgbClr val="F2F2F2"/>
              </a:solidFill>
              <a:prstDash val="solid"/>
              <a:miter lim="800000"/>
              <a:headEnd type="none" w="sm" len="sm"/>
              <a:tailEnd type="none" w="sm" len="sm"/>
            </a:ln>
          </p:spPr>
        </p:cxnSp>
        <p:sp>
          <p:nvSpPr>
            <p:cNvPr id="221" name="Google Shape;221;p8"/>
            <p:cNvSpPr/>
            <p:nvPr/>
          </p:nvSpPr>
          <p:spPr>
            <a:xfrm>
              <a:off x="8314559" y="2513971"/>
              <a:ext cx="1106487" cy="1732675"/>
            </a:xfrm>
            <a:prstGeom prst="rect">
              <a:avLst/>
            </a:prstGeom>
            <a:solidFill>
              <a:srgbClr val="8296B0"/>
            </a:solidFill>
            <a:ln w="12700" cap="flat" cmpd="sng">
              <a:solidFill>
                <a:srgbClr val="ACB8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Saga Execution </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Coordinator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(SEC)</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222" name="Google Shape;222;p8"/>
            <p:cNvSpPr/>
            <p:nvPr/>
          </p:nvSpPr>
          <p:spPr>
            <a:xfrm>
              <a:off x="10170571" y="2323213"/>
              <a:ext cx="968484" cy="510289"/>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Confirm</a:t>
              </a:r>
              <a:endParaRPr lang="en-US" sz="1400"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Payment</a:t>
              </a:r>
              <a:endParaRPr lang="en-US" sz="1400" dirty="0"/>
            </a:p>
          </p:txBody>
        </p:sp>
        <p:sp>
          <p:nvSpPr>
            <p:cNvPr id="223" name="Google Shape;223;p8"/>
            <p:cNvSpPr/>
            <p:nvPr/>
          </p:nvSpPr>
          <p:spPr>
            <a:xfrm>
              <a:off x="10170571" y="3173855"/>
              <a:ext cx="968484" cy="510289"/>
            </a:xfrm>
            <a:prstGeom prst="rect">
              <a:avLst/>
            </a:prstGeom>
            <a:solidFill>
              <a:srgbClr val="FF9933"/>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Create Order</a:t>
              </a:r>
              <a:endParaRPr dirty="0"/>
            </a:p>
          </p:txBody>
        </p:sp>
        <p:sp>
          <p:nvSpPr>
            <p:cNvPr id="224" name="Google Shape;224;p8"/>
            <p:cNvSpPr/>
            <p:nvPr/>
          </p:nvSpPr>
          <p:spPr>
            <a:xfrm>
              <a:off x="10170571" y="3991501"/>
              <a:ext cx="968484" cy="510289"/>
            </a:xfrm>
            <a:prstGeom prst="rect">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Reserve Stock</a:t>
              </a:r>
              <a:endParaRPr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25" name="Google Shape;225;p8"/>
            <p:cNvCxnSpPr/>
            <p:nvPr/>
          </p:nvCxnSpPr>
          <p:spPr>
            <a:xfrm>
              <a:off x="10654813" y="2842369"/>
              <a:ext cx="0" cy="301856"/>
            </a:xfrm>
            <a:prstGeom prst="straightConnector1">
              <a:avLst/>
            </a:prstGeom>
            <a:noFill/>
            <a:ln w="28575" cap="flat" cmpd="sng">
              <a:solidFill>
                <a:srgbClr val="595959"/>
              </a:solidFill>
              <a:prstDash val="solid"/>
              <a:miter lim="800000"/>
              <a:headEnd type="none" w="sm" len="sm"/>
              <a:tailEnd type="triangle" w="med" len="med"/>
            </a:ln>
          </p:spPr>
        </p:cxnSp>
        <p:cxnSp>
          <p:nvCxnSpPr>
            <p:cNvPr id="226" name="Google Shape;226;p8"/>
            <p:cNvCxnSpPr/>
            <p:nvPr/>
          </p:nvCxnSpPr>
          <p:spPr>
            <a:xfrm>
              <a:off x="10654813" y="3678644"/>
              <a:ext cx="0" cy="332042"/>
            </a:xfrm>
            <a:prstGeom prst="straightConnector1">
              <a:avLst/>
            </a:prstGeom>
            <a:noFill/>
            <a:ln w="28575" cap="flat" cmpd="sng">
              <a:solidFill>
                <a:srgbClr val="595959"/>
              </a:solidFill>
              <a:prstDash val="solid"/>
              <a:miter lim="800000"/>
              <a:headEnd type="none" w="sm" len="sm"/>
              <a:tailEnd type="triangle" w="med" len="med"/>
            </a:ln>
          </p:spPr>
        </p:cxnSp>
        <p:cxnSp>
          <p:nvCxnSpPr>
            <p:cNvPr id="227" name="Google Shape;227;p8"/>
            <p:cNvCxnSpPr>
              <a:endCxn id="221" idx="3"/>
            </p:cNvCxnSpPr>
            <p:nvPr/>
          </p:nvCxnSpPr>
          <p:spPr>
            <a:xfrm flipH="1">
              <a:off x="9421046" y="2558609"/>
              <a:ext cx="749100" cy="821700"/>
            </a:xfrm>
            <a:prstGeom prst="straightConnector1">
              <a:avLst/>
            </a:prstGeom>
            <a:noFill/>
            <a:ln w="28575" cap="flat" cmpd="sng">
              <a:solidFill>
                <a:srgbClr val="595959"/>
              </a:solidFill>
              <a:prstDash val="solid"/>
              <a:miter lim="800000"/>
              <a:headEnd type="none" w="sm" len="sm"/>
              <a:tailEnd type="triangle" w="med" len="med"/>
            </a:ln>
          </p:spPr>
        </p:cxnSp>
        <p:cxnSp>
          <p:nvCxnSpPr>
            <p:cNvPr id="228" name="Google Shape;228;p8"/>
            <p:cNvCxnSpPr>
              <a:endCxn id="221" idx="3"/>
            </p:cNvCxnSpPr>
            <p:nvPr/>
          </p:nvCxnSpPr>
          <p:spPr>
            <a:xfrm rot="10800000">
              <a:off x="9421046" y="3380309"/>
              <a:ext cx="726900" cy="900900"/>
            </a:xfrm>
            <a:prstGeom prst="straightConnector1">
              <a:avLst/>
            </a:prstGeom>
            <a:noFill/>
            <a:ln w="28575" cap="flat" cmpd="sng">
              <a:solidFill>
                <a:srgbClr val="595959"/>
              </a:solidFill>
              <a:prstDash val="solid"/>
              <a:miter lim="800000"/>
              <a:headEnd type="none" w="sm" len="sm"/>
              <a:tailEnd type="triangle" w="med" len="med"/>
            </a:ln>
          </p:spPr>
        </p:cxnSp>
        <p:sp>
          <p:nvSpPr>
            <p:cNvPr id="229" name="Google Shape;229;p8"/>
            <p:cNvSpPr txBox="1"/>
            <p:nvPr/>
          </p:nvSpPr>
          <p:spPr>
            <a:xfrm>
              <a:off x="9416338" y="2715626"/>
              <a:ext cx="45878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Calibri"/>
                  <a:ea typeface="Calibri"/>
                  <a:cs typeface="Calibri"/>
                  <a:sym typeface="Calibri"/>
                </a:rPr>
                <a:t>Start</a:t>
              </a:r>
              <a:endParaRPr/>
            </a:p>
          </p:txBody>
        </p:sp>
        <p:sp>
          <p:nvSpPr>
            <p:cNvPr id="230" name="Google Shape;230;p8"/>
            <p:cNvSpPr txBox="1"/>
            <p:nvPr/>
          </p:nvSpPr>
          <p:spPr>
            <a:xfrm>
              <a:off x="9469670" y="3959158"/>
              <a:ext cx="40107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Calibri"/>
                  <a:ea typeface="Calibri"/>
                  <a:cs typeface="Calibri"/>
                  <a:sym typeface="Calibri"/>
                </a:rPr>
                <a:t>End</a:t>
              </a:r>
              <a:endParaRPr/>
            </a:p>
          </p:txBody>
        </p:sp>
        <p:cxnSp>
          <p:nvCxnSpPr>
            <p:cNvPr id="231" name="Google Shape;231;p8"/>
            <p:cNvCxnSpPr/>
            <p:nvPr/>
          </p:nvCxnSpPr>
          <p:spPr>
            <a:xfrm rot="10800000">
              <a:off x="7645737" y="3401157"/>
              <a:ext cx="653192" cy="0"/>
            </a:xfrm>
            <a:prstGeom prst="straightConnector1">
              <a:avLst/>
            </a:prstGeom>
            <a:noFill/>
            <a:ln w="28575" cap="flat" cmpd="sng">
              <a:solidFill>
                <a:srgbClr val="595959"/>
              </a:solidFill>
              <a:prstDash val="solid"/>
              <a:miter lim="800000"/>
              <a:headEnd type="none" w="sm" len="sm"/>
              <a:tailEnd type="triangle" w="med" len="med"/>
            </a:ln>
          </p:spPr>
        </p:cxnSp>
      </p:grpSp>
      <p:cxnSp>
        <p:nvCxnSpPr>
          <p:cNvPr id="232" name="Google Shape;232;p8"/>
          <p:cNvCxnSpPr/>
          <p:nvPr/>
        </p:nvCxnSpPr>
        <p:spPr>
          <a:xfrm rot="10800000">
            <a:off x="9859461" y="3504491"/>
            <a:ext cx="700901" cy="27843"/>
          </a:xfrm>
          <a:prstGeom prst="straightConnector1">
            <a:avLst/>
          </a:prstGeom>
          <a:noFill/>
          <a:ln w="28575" cap="flat" cmpd="sng">
            <a:solidFill>
              <a:srgbClr val="595959"/>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5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3"/>
                                        </p:tgtEl>
                                        <p:attrNameLst>
                                          <p:attrName>style.visibility</p:attrName>
                                        </p:attrNameLst>
                                      </p:cBhvr>
                                      <p:to>
                                        <p:strVal val="visible"/>
                                      </p:to>
                                    </p:set>
                                    <p:animEffect transition="in" filter="fade">
                                      <p:cBhvr>
                                        <p:cTn id="12" dur="5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9"/>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2800"/>
              <a:buChar char="•"/>
            </a:pPr>
            <a:r>
              <a:rPr lang="en-US" dirty="0"/>
              <a:t>The Saga Execution Coordinator (SEC) maintains a Saga log that contains the sequence of events of a particular flow. </a:t>
            </a:r>
            <a:endParaRPr dirty="0"/>
          </a:p>
          <a:p>
            <a:pPr marL="228600" lvl="0" indent="-228600" algn="just" rtl="0">
              <a:lnSpc>
                <a:spcPct val="100000"/>
              </a:lnSpc>
              <a:spcBef>
                <a:spcPts val="1000"/>
              </a:spcBef>
              <a:spcAft>
                <a:spcPts val="0"/>
              </a:spcAft>
              <a:buSzPts val="2800"/>
              <a:buChar char="•"/>
            </a:pPr>
            <a:r>
              <a:rPr lang="en-US" dirty="0"/>
              <a:t>If a failure occurs within any of the components, the SEC queries the logs and helps identify which components are impacted and in which sequence the compensating transactions must be executed. </a:t>
            </a:r>
            <a:endParaRPr dirty="0"/>
          </a:p>
          <a:p>
            <a:pPr marL="228600" lvl="0" indent="-228600" algn="just" rtl="0">
              <a:lnSpc>
                <a:spcPct val="100000"/>
              </a:lnSpc>
              <a:spcBef>
                <a:spcPts val="1000"/>
              </a:spcBef>
              <a:spcAft>
                <a:spcPts val="0"/>
              </a:spcAft>
              <a:buSzPts val="2800"/>
              <a:buChar char="•"/>
            </a:pPr>
            <a:r>
              <a:rPr lang="en-US" dirty="0"/>
              <a:t>If the SEC component itself fails, it can read the SEC logs when coming back, to identify which of the components are successfully rolled back, identify which ones were pending, and start calling them in reverse chronological order.</a:t>
            </a:r>
            <a:endParaRPr dirty="0"/>
          </a:p>
        </p:txBody>
      </p:sp>
      <p:sp>
        <p:nvSpPr>
          <p:cNvPr id="238" name="Google Shape;238;p9"/>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4.1 Saga Execution Coordinator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Effect transition="in" filter="fade">
                                      <p:cBhvr>
                                        <p:cTn id="7" dur="500"/>
                                        <p:tgtEl>
                                          <p:spTgt spid="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xEl>
                                              <p:pRg st="1" end="1"/>
                                            </p:txEl>
                                          </p:spTgt>
                                        </p:tgtEl>
                                        <p:attrNameLst>
                                          <p:attrName>style.visibility</p:attrName>
                                        </p:attrNameLst>
                                      </p:cBhvr>
                                      <p:to>
                                        <p:strVal val="visible"/>
                                      </p:to>
                                    </p:set>
                                    <p:animEffect transition="in" filter="fade">
                                      <p:cBhvr>
                                        <p:cTn id="12" dur="500"/>
                                        <p:tgtEl>
                                          <p:spTgt spid="2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xEl>
                                              <p:pRg st="2" end="2"/>
                                            </p:txEl>
                                          </p:spTgt>
                                        </p:tgtEl>
                                        <p:attrNameLst>
                                          <p:attrName>style.visibility</p:attrName>
                                        </p:attrNameLst>
                                      </p:cBhvr>
                                      <p:to>
                                        <p:strVal val="visible"/>
                                      </p:to>
                                    </p:set>
                                    <p:animEffect transition="in" filter="fade">
                                      <p:cBhvr>
                                        <p:cTn id="17" dur="500"/>
                                        <p:tgtEl>
                                          <p:spTgt spid="2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
        <p:cNvGrpSpPr/>
        <p:nvPr/>
      </p:nvGrpSpPr>
      <p:grpSpPr>
        <a:xfrm>
          <a:off x="0" y="0"/>
          <a:ext cx="0" cy="0"/>
          <a:chOff x="0" y="0"/>
          <a:chExt cx="0" cy="0"/>
        </a:xfrm>
      </p:grpSpPr>
      <p:sp>
        <p:nvSpPr>
          <p:cNvPr id="245" name="Google Shape;245;p10"/>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4.2 Saga Pattern Implementation</a:t>
            </a:r>
            <a:endParaRPr/>
          </a:p>
        </p:txBody>
      </p:sp>
      <p:sp>
        <p:nvSpPr>
          <p:cNvPr id="244" name="Google Shape;244;p10"/>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rgbClr val="002060"/>
              </a:buClr>
              <a:buSzPts val="2800"/>
              <a:buFont typeface="Arial"/>
              <a:buChar char="•"/>
            </a:pPr>
            <a:r>
              <a:rPr lang="en-US"/>
              <a:t>Choreography – each local transaction publishes domain events to the message broker that trigger local transactions in other services.</a:t>
            </a:r>
            <a:endParaRPr/>
          </a:p>
          <a:p>
            <a:pPr marL="228600" lvl="0" indent="-50800" algn="l" rtl="0">
              <a:lnSpc>
                <a:spcPct val="100000"/>
              </a:lnSpc>
              <a:spcBef>
                <a:spcPts val="1000"/>
              </a:spcBef>
              <a:spcAft>
                <a:spcPts val="0"/>
              </a:spcAft>
              <a:buClr>
                <a:srgbClr val="002060"/>
              </a:buClr>
              <a:buSzPts val="2800"/>
              <a:buFont typeface="Arial"/>
              <a:buNone/>
            </a:pPr>
            <a:endParaRPr/>
          </a:p>
          <a:p>
            <a:pPr marL="228600" lvl="0" indent="-50800" algn="l" rtl="0">
              <a:lnSpc>
                <a:spcPct val="100000"/>
              </a:lnSpc>
              <a:spcBef>
                <a:spcPts val="1000"/>
              </a:spcBef>
              <a:spcAft>
                <a:spcPts val="0"/>
              </a:spcAft>
              <a:buClr>
                <a:srgbClr val="002060"/>
              </a:buClr>
              <a:buSzPts val="2800"/>
              <a:buFont typeface="Arial"/>
              <a:buNone/>
            </a:pPr>
            <a:endParaRPr/>
          </a:p>
          <a:p>
            <a:pPr marL="0" lvl="0" indent="0" algn="l" rtl="0">
              <a:lnSpc>
                <a:spcPct val="100000"/>
              </a:lnSpc>
              <a:spcBef>
                <a:spcPts val="1000"/>
              </a:spcBef>
              <a:spcAft>
                <a:spcPts val="0"/>
              </a:spcAft>
              <a:buClr>
                <a:srgbClr val="002060"/>
              </a:buClr>
              <a:buSzPts val="2800"/>
              <a:buNone/>
            </a:pPr>
            <a:endParaRPr/>
          </a:p>
          <a:p>
            <a:pPr marL="0" lvl="0" indent="0" algn="l" rtl="0">
              <a:lnSpc>
                <a:spcPct val="100000"/>
              </a:lnSpc>
              <a:spcBef>
                <a:spcPts val="1000"/>
              </a:spcBef>
              <a:spcAft>
                <a:spcPts val="0"/>
              </a:spcAft>
              <a:buClr>
                <a:srgbClr val="002060"/>
              </a:buClr>
              <a:buSzPts val="2800"/>
              <a:buNone/>
            </a:pPr>
            <a:endParaRPr/>
          </a:p>
          <a:p>
            <a:pPr marL="0" lvl="0" indent="0" algn="l" rtl="0">
              <a:lnSpc>
                <a:spcPct val="100000"/>
              </a:lnSpc>
              <a:spcBef>
                <a:spcPts val="1000"/>
              </a:spcBef>
              <a:spcAft>
                <a:spcPts val="0"/>
              </a:spcAft>
              <a:buClr>
                <a:srgbClr val="002060"/>
              </a:buClr>
              <a:buSzPts val="2800"/>
              <a:buNone/>
            </a:pPr>
            <a:endParaRPr/>
          </a:p>
          <a:p>
            <a:pPr marL="228600" lvl="0" indent="-228600" algn="l" rtl="0">
              <a:lnSpc>
                <a:spcPct val="100000"/>
              </a:lnSpc>
              <a:spcBef>
                <a:spcPts val="1000"/>
              </a:spcBef>
              <a:spcAft>
                <a:spcPts val="0"/>
              </a:spcAft>
              <a:buClr>
                <a:srgbClr val="002060"/>
              </a:buClr>
              <a:buSzPts val="2800"/>
              <a:buFont typeface="Arial"/>
              <a:buChar char="•"/>
            </a:pPr>
            <a:r>
              <a:rPr lang="en-US"/>
              <a:t>Orchestration – an orchestrator (object) tells the participants what local transaction to execute.</a:t>
            </a:r>
            <a:endParaRPr/>
          </a:p>
        </p:txBody>
      </p:sp>
      <p:pic>
        <p:nvPicPr>
          <p:cNvPr id="246" name="Google Shape;246;p10"/>
          <p:cNvPicPr preferRelativeResize="0"/>
          <p:nvPr/>
        </p:nvPicPr>
        <p:blipFill rotWithShape="1">
          <a:blip r:embed="rId3">
            <a:alphaModFix/>
          </a:blip>
          <a:srcRect/>
          <a:stretch/>
        </p:blipFill>
        <p:spPr>
          <a:xfrm>
            <a:off x="940615" y="2644370"/>
            <a:ext cx="3623569" cy="2361348"/>
          </a:xfrm>
          <a:prstGeom prst="rect">
            <a:avLst/>
          </a:prstGeom>
          <a:noFill/>
          <a:ln>
            <a:noFill/>
          </a:ln>
        </p:spPr>
      </p:pic>
      <p:pic>
        <p:nvPicPr>
          <p:cNvPr id="247" name="Google Shape;247;p10"/>
          <p:cNvPicPr preferRelativeResize="0"/>
          <p:nvPr/>
        </p:nvPicPr>
        <p:blipFill rotWithShape="1">
          <a:blip r:embed="rId4">
            <a:alphaModFix/>
          </a:blip>
          <a:srcRect/>
          <a:stretch/>
        </p:blipFill>
        <p:spPr>
          <a:xfrm>
            <a:off x="6820796" y="2860431"/>
            <a:ext cx="4359098" cy="20342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Effect transition="in" filter="fade">
                                      <p:cBhvr>
                                        <p:cTn id="7" dur="500"/>
                                        <p:tgtEl>
                                          <p:spTgt spid="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Effect transition="in" filter="fade">
                                      <p:cBhvr>
                                        <p:cTn id="12" dur="500"/>
                                        <p:tgtEl>
                                          <p:spTgt spid="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Effect transition="in" filter="fade">
                                      <p:cBhvr>
                                        <p:cTn id="17" dur="500"/>
                                        <p:tgtEl>
                                          <p:spTgt spid="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4">
                                            <p:txEl>
                                              <p:pRg st="3" end="3"/>
                                            </p:txEl>
                                          </p:spTgt>
                                        </p:tgtEl>
                                        <p:attrNameLst>
                                          <p:attrName>style.visibility</p:attrName>
                                        </p:attrNameLst>
                                      </p:cBhvr>
                                      <p:to>
                                        <p:strVal val="visible"/>
                                      </p:to>
                                    </p:set>
                                    <p:animEffect transition="in" filter="fade">
                                      <p:cBhvr>
                                        <p:cTn id="22" dur="500"/>
                                        <p:tgtEl>
                                          <p:spTgt spid="2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4">
                                            <p:txEl>
                                              <p:pRg st="4" end="4"/>
                                            </p:txEl>
                                          </p:spTgt>
                                        </p:tgtEl>
                                        <p:attrNameLst>
                                          <p:attrName>style.visibility</p:attrName>
                                        </p:attrNameLst>
                                      </p:cBhvr>
                                      <p:to>
                                        <p:strVal val="visible"/>
                                      </p:to>
                                    </p:set>
                                    <p:animEffect transition="in" filter="fade">
                                      <p:cBhvr>
                                        <p:cTn id="27" dur="500"/>
                                        <p:tgtEl>
                                          <p:spTgt spid="2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4">
                                            <p:txEl>
                                              <p:pRg st="5" end="5"/>
                                            </p:txEl>
                                          </p:spTgt>
                                        </p:tgtEl>
                                        <p:attrNameLst>
                                          <p:attrName>style.visibility</p:attrName>
                                        </p:attrNameLst>
                                      </p:cBhvr>
                                      <p:to>
                                        <p:strVal val="visible"/>
                                      </p:to>
                                    </p:set>
                                    <p:animEffect transition="in" filter="fade">
                                      <p:cBhvr>
                                        <p:cTn id="32" dur="500"/>
                                        <p:tgtEl>
                                          <p:spTgt spid="2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4">
                                            <p:txEl>
                                              <p:pRg st="6" end="6"/>
                                            </p:txEl>
                                          </p:spTgt>
                                        </p:tgtEl>
                                        <p:attrNameLst>
                                          <p:attrName>style.visibility</p:attrName>
                                        </p:attrNameLst>
                                      </p:cBhvr>
                                      <p:to>
                                        <p:strVal val="visible"/>
                                      </p:to>
                                    </p:set>
                                    <p:animEffect transition="in" filter="fade">
                                      <p:cBhvr>
                                        <p:cTn id="37" dur="500"/>
                                        <p:tgtEl>
                                          <p:spTgt spid="24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6"/>
                                        </p:tgtEl>
                                        <p:attrNameLst>
                                          <p:attrName>style.visibility</p:attrName>
                                        </p:attrNameLst>
                                      </p:cBhvr>
                                      <p:to>
                                        <p:strVal val="visible"/>
                                      </p:to>
                                    </p:set>
                                    <p:animEffect transition="in" filter="fade">
                                      <p:cBhvr>
                                        <p:cTn id="42" dur="500"/>
                                        <p:tgtEl>
                                          <p:spTgt spid="2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7"/>
                                        </p:tgtEl>
                                        <p:attrNameLst>
                                          <p:attrName>style.visibility</p:attrName>
                                        </p:attrNameLst>
                                      </p:cBhvr>
                                      <p:to>
                                        <p:strVal val="visible"/>
                                      </p:to>
                                    </p:set>
                                    <p:animEffect transition="in" filter="fade">
                                      <p:cBhvr>
                                        <p:cTn id="47"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252"/>
        <p:cNvGrpSpPr/>
        <p:nvPr/>
      </p:nvGrpSpPr>
      <p:grpSpPr>
        <a:xfrm>
          <a:off x="0" y="0"/>
          <a:ext cx="0" cy="0"/>
          <a:chOff x="0" y="0"/>
          <a:chExt cx="0" cy="0"/>
        </a:xfrm>
      </p:grpSpPr>
      <p:sp>
        <p:nvSpPr>
          <p:cNvPr id="254" name="Google Shape;254;p11"/>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3.4.2 Saga Pattern Implementation</a:t>
            </a:r>
            <a:endParaRPr/>
          </a:p>
        </p:txBody>
      </p:sp>
      <p:pic>
        <p:nvPicPr>
          <p:cNvPr id="253" name="Google Shape;253;p11"/>
          <p:cNvPicPr preferRelativeResize="0">
            <a:picLocks noGrp="1"/>
          </p:cNvPicPr>
          <p:nvPr>
            <p:ph sz="half" idx="1"/>
          </p:nvPr>
        </p:nvPicPr>
        <p:blipFill rotWithShape="1">
          <a:blip r:embed="rId3">
            <a:alphaModFix/>
          </a:blip>
          <a:stretch/>
        </p:blipFill>
        <p:spPr>
          <a:xfrm>
            <a:off x="5259753" y="3208252"/>
            <a:ext cx="5380397" cy="2802181"/>
          </a:xfrm>
          <a:prstGeom prst="rect">
            <a:avLst/>
          </a:prstGeom>
          <a:noFill/>
          <a:ln>
            <a:noFill/>
          </a:ln>
        </p:spPr>
      </p:pic>
      <p:pic>
        <p:nvPicPr>
          <p:cNvPr id="255" name="Google Shape;255;p11"/>
          <p:cNvPicPr preferRelativeResize="0"/>
          <p:nvPr/>
        </p:nvPicPr>
        <p:blipFill rotWithShape="1">
          <a:blip r:embed="rId4">
            <a:alphaModFix/>
          </a:blip>
          <a:srcRect/>
          <a:stretch/>
        </p:blipFill>
        <p:spPr>
          <a:xfrm>
            <a:off x="662816" y="1262039"/>
            <a:ext cx="5104938" cy="16218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500"/>
                                        <p:tgtEl>
                                          <p:spTgt spid="2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gtEl>
                                        <p:attrNameLst>
                                          <p:attrName>style.visibility</p:attrName>
                                        </p:attrNameLst>
                                      </p:cBhvr>
                                      <p:to>
                                        <p:strVal val="visible"/>
                                      </p:to>
                                    </p:set>
                                    <p:animEffect transition="in" filter="fade">
                                      <p:cBhvr>
                                        <p:cTn id="12" dur="5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15</TotalTime>
  <Words>1118</Words>
  <Application>Microsoft Office PowerPoint</Application>
  <PresentationFormat>Widescreen</PresentationFormat>
  <Paragraphs>173</Paragraphs>
  <Slides>10</Slides>
  <Notes>9</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Calibri</vt:lpstr>
      <vt:lpstr>Segoe UI</vt:lpstr>
      <vt:lpstr>Roboto</vt:lpstr>
      <vt:lpstr>Arial</vt:lpstr>
      <vt:lpstr>Roboto Light</vt:lpstr>
      <vt:lpstr>Quattrocento Sans</vt:lpstr>
      <vt:lpstr>Calibri Light</vt:lpstr>
      <vt:lpstr>Helvetica Neue</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dc:title>
  <dc:creator>Shailendra Chauhan</dc:creator>
  <cp:lastModifiedBy>Shailendra Chauhan</cp:lastModifiedBy>
  <cp:revision>1</cp:revision>
  <dcterms:created xsi:type="dcterms:W3CDTF">2015-04-26T09:42:00Z</dcterms:created>
  <dcterms:modified xsi:type="dcterms:W3CDTF">2024-12-07T13:39:21Z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