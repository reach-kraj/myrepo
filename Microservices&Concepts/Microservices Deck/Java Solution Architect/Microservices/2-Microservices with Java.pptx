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6"/>
  </p:notesMasterIdLst>
  <p:sldIdLst>
    <p:sldId id="282" r:id="rId2"/>
    <p:sldId id="257" r:id="rId3"/>
    <p:sldId id="258" r:id="rId4"/>
    <p:sldId id="285" r:id="rId5"/>
    <p:sldId id="260" r:id="rId6"/>
    <p:sldId id="261" r:id="rId7"/>
    <p:sldId id="262" r:id="rId8"/>
    <p:sldId id="263" r:id="rId9"/>
    <p:sldId id="264" r:id="rId10"/>
    <p:sldId id="284" r:id="rId11"/>
    <p:sldId id="283" r:id="rId12"/>
    <p:sldId id="280" r:id="rId13"/>
    <p:sldId id="28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RnKGgd2oWcLXfTR6XsqILz/VM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CB59A1-5F4E-44F1-8019-038E3E6FB3B7}" v="12" dt="2024-10-15T04:41:34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730CEBBB-C02D-4792-9C07-0B12C16197C5}"/>
    <pc:docChg chg="custSel addSld modSld">
      <pc:chgData name="Shailendra Chauhan" userId="a7d3133f-e197-4b90-bf63-99a63a264234" providerId="ADAL" clId="{730CEBBB-C02D-4792-9C07-0B12C16197C5}" dt="2024-03-31T12:37:21.133" v="6"/>
      <pc:docMkLst>
        <pc:docMk/>
      </pc:docMkLst>
      <pc:sldChg chg="modSp mod">
        <pc:chgData name="Shailendra Chauhan" userId="a7d3133f-e197-4b90-bf63-99a63a264234" providerId="ADAL" clId="{730CEBBB-C02D-4792-9C07-0B12C16197C5}" dt="2024-03-30T14:09:37.024" v="0" actId="2711"/>
        <pc:sldMkLst>
          <pc:docMk/>
          <pc:sldMk cId="0" sldId="256"/>
        </pc:sldMkLst>
        <pc:spChg chg="mod">
          <ac:chgData name="Shailendra Chauhan" userId="a7d3133f-e197-4b90-bf63-99a63a264234" providerId="ADAL" clId="{730CEBBB-C02D-4792-9C07-0B12C16197C5}" dt="2024-03-30T14:09:37.024" v="0" actId="2711"/>
          <ac:spMkLst>
            <pc:docMk/>
            <pc:sldMk cId="0" sldId="256"/>
            <ac:spMk id="113" creationId="{00000000-0000-0000-0000-000000000000}"/>
          </ac:spMkLst>
        </pc:spChg>
      </pc:sldChg>
      <pc:sldChg chg="modSp mod">
        <pc:chgData name="Shailendra Chauhan" userId="a7d3133f-e197-4b90-bf63-99a63a264234" providerId="ADAL" clId="{730CEBBB-C02D-4792-9C07-0B12C16197C5}" dt="2024-03-30T14:09:42.632" v="2" actId="27636"/>
        <pc:sldMkLst>
          <pc:docMk/>
          <pc:sldMk cId="0" sldId="261"/>
        </pc:sldMkLst>
        <pc:spChg chg="mod">
          <ac:chgData name="Shailendra Chauhan" userId="a7d3133f-e197-4b90-bf63-99a63a264234" providerId="ADAL" clId="{730CEBBB-C02D-4792-9C07-0B12C16197C5}" dt="2024-03-30T14:09:42.577" v="1" actId="2711"/>
          <ac:spMkLst>
            <pc:docMk/>
            <pc:sldMk cId="0" sldId="261"/>
            <ac:spMk id="219" creationId="{00000000-0000-0000-0000-000000000000}"/>
          </ac:spMkLst>
        </pc:spChg>
        <pc:spChg chg="mod">
          <ac:chgData name="Shailendra Chauhan" userId="a7d3133f-e197-4b90-bf63-99a63a264234" providerId="ADAL" clId="{730CEBBB-C02D-4792-9C07-0B12C16197C5}" dt="2024-03-30T14:09:42.632" v="2" actId="27636"/>
          <ac:spMkLst>
            <pc:docMk/>
            <pc:sldMk cId="0" sldId="261"/>
            <ac:spMk id="220" creationId="{00000000-0000-0000-0000-000000000000}"/>
          </ac:spMkLst>
        </pc:spChg>
      </pc:sldChg>
      <pc:sldChg chg="modSp">
        <pc:chgData name="Shailendra Chauhan" userId="a7d3133f-e197-4b90-bf63-99a63a264234" providerId="ADAL" clId="{730CEBBB-C02D-4792-9C07-0B12C16197C5}" dt="2024-03-30T14:09:49.320" v="3" actId="2711"/>
        <pc:sldMkLst>
          <pc:docMk/>
          <pc:sldMk cId="0" sldId="263"/>
        </pc:sldMkLst>
        <pc:spChg chg="mod">
          <ac:chgData name="Shailendra Chauhan" userId="a7d3133f-e197-4b90-bf63-99a63a264234" providerId="ADAL" clId="{730CEBBB-C02D-4792-9C07-0B12C16197C5}" dt="2024-03-30T14:09:49.320" v="3" actId="2711"/>
          <ac:spMkLst>
            <pc:docMk/>
            <pc:sldMk cId="0" sldId="263"/>
            <ac:spMk id="271" creationId="{00000000-0000-0000-0000-000000000000}"/>
          </ac:spMkLst>
        </pc:spChg>
      </pc:sldChg>
      <pc:sldChg chg="modSp">
        <pc:chgData name="Shailendra Chauhan" userId="a7d3133f-e197-4b90-bf63-99a63a264234" providerId="ADAL" clId="{730CEBBB-C02D-4792-9C07-0B12C16197C5}" dt="2024-03-30T14:09:54.837" v="4" actId="2711"/>
        <pc:sldMkLst>
          <pc:docMk/>
          <pc:sldMk cId="0" sldId="264"/>
        </pc:sldMkLst>
        <pc:spChg chg="mod">
          <ac:chgData name="Shailendra Chauhan" userId="a7d3133f-e197-4b90-bf63-99a63a264234" providerId="ADAL" clId="{730CEBBB-C02D-4792-9C07-0B12C16197C5}" dt="2024-03-30T14:09:54.837" v="4" actId="2711"/>
          <ac:spMkLst>
            <pc:docMk/>
            <pc:sldMk cId="0" sldId="264"/>
            <ac:spMk id="278" creationId="{00000000-0000-0000-0000-000000000000}"/>
          </ac:spMkLst>
        </pc:spChg>
      </pc:sldChg>
      <pc:sldChg chg="modSp">
        <pc:chgData name="Shailendra Chauhan" userId="a7d3133f-e197-4b90-bf63-99a63a264234" providerId="ADAL" clId="{730CEBBB-C02D-4792-9C07-0B12C16197C5}" dt="2024-03-30T14:09:59.897" v="5" actId="2711"/>
        <pc:sldMkLst>
          <pc:docMk/>
          <pc:sldMk cId="0" sldId="265"/>
        </pc:sldMkLst>
        <pc:spChg chg="mod">
          <ac:chgData name="Shailendra Chauhan" userId="a7d3133f-e197-4b90-bf63-99a63a264234" providerId="ADAL" clId="{730CEBBB-C02D-4792-9C07-0B12C16197C5}" dt="2024-03-30T14:09:59.897" v="5" actId="2711"/>
          <ac:spMkLst>
            <pc:docMk/>
            <pc:sldMk cId="0" sldId="265"/>
            <ac:spMk id="285" creationId="{00000000-0000-0000-0000-000000000000}"/>
          </ac:spMkLst>
        </pc:spChg>
      </pc:sldChg>
      <pc:sldChg chg="add">
        <pc:chgData name="Shailendra Chauhan" userId="a7d3133f-e197-4b90-bf63-99a63a264234" providerId="ADAL" clId="{730CEBBB-C02D-4792-9C07-0B12C16197C5}" dt="2024-03-31T12:37:21.133" v="6"/>
        <pc:sldMkLst>
          <pc:docMk/>
          <pc:sldMk cId="4172035021" sldId="278"/>
        </pc:sldMkLst>
      </pc:sldChg>
    </pc:docChg>
  </pc:docChgLst>
  <pc:docChgLst>
    <pc:chgData name="Shailendra Chauhan" userId="a7d3133f-e197-4b90-bf63-99a63a264234" providerId="ADAL" clId="{984FF68D-9531-49D2-9E16-D8D8D09EF127}"/>
    <pc:docChg chg="undo custSel addSld delSld modSld modMainMaster">
      <pc:chgData name="Shailendra Chauhan" userId="a7d3133f-e197-4b90-bf63-99a63a264234" providerId="ADAL" clId="{984FF68D-9531-49D2-9E16-D8D8D09EF127}" dt="2024-07-12T13:34:11.348" v="92" actId="207"/>
      <pc:docMkLst>
        <pc:docMk/>
      </pc:docMkLst>
      <pc:sldChg chg="modSp del">
        <pc:chgData name="Shailendra Chauhan" userId="a7d3133f-e197-4b90-bf63-99a63a264234" providerId="ADAL" clId="{984FF68D-9531-49D2-9E16-D8D8D09EF127}" dt="2024-07-12T13:29:46.531" v="24" actId="2696"/>
        <pc:sldMkLst>
          <pc:docMk/>
          <pc:sldMk cId="0" sldId="256"/>
        </pc:sldMkLst>
        <pc:spChg chg="mod">
          <ac:chgData name="Shailendra Chauhan" userId="a7d3133f-e197-4b90-bf63-99a63a264234" providerId="ADAL" clId="{984FF68D-9531-49D2-9E16-D8D8D09EF127}" dt="2024-07-12T13:29:08.702" v="8"/>
          <ac:spMkLst>
            <pc:docMk/>
            <pc:sldMk cId="0" sldId="256"/>
            <ac:spMk id="112" creationId="{00000000-0000-0000-0000-000000000000}"/>
          </ac:spMkLst>
        </pc:spChg>
        <pc:spChg chg="mod">
          <ac:chgData name="Shailendra Chauhan" userId="a7d3133f-e197-4b90-bf63-99a63a264234" providerId="ADAL" clId="{984FF68D-9531-49D2-9E16-D8D8D09EF127}" dt="2024-07-12T13:29:08.702" v="8"/>
          <ac:spMkLst>
            <pc:docMk/>
            <pc:sldMk cId="0" sldId="256"/>
            <ac:spMk id="113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984FF68D-9531-49D2-9E16-D8D8D09EF127}" dt="2024-07-12T13:30:02.430" v="29" actId="700"/>
        <pc:sldMkLst>
          <pc:docMk/>
          <pc:sldMk cId="0" sldId="257"/>
        </pc:sldMkLst>
        <pc:spChg chg="mod ord">
          <ac:chgData name="Shailendra Chauhan" userId="a7d3133f-e197-4b90-bf63-99a63a264234" providerId="ADAL" clId="{984FF68D-9531-49D2-9E16-D8D8D09EF127}" dt="2024-07-12T13:30:02.430" v="29" actId="700"/>
          <ac:spMkLst>
            <pc:docMk/>
            <pc:sldMk cId="0" sldId="257"/>
            <ac:spMk id="119" creationId="{00000000-0000-0000-0000-000000000000}"/>
          </ac:spMkLst>
        </pc:spChg>
        <pc:picChg chg="mod">
          <ac:chgData name="Shailendra Chauhan" userId="a7d3133f-e197-4b90-bf63-99a63a264234" providerId="ADAL" clId="{984FF68D-9531-49D2-9E16-D8D8D09EF127}" dt="2024-07-12T13:29:58.240" v="28" actId="2660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Shailendra Chauhan" userId="a7d3133f-e197-4b90-bf63-99a63a264234" providerId="ADAL" clId="{984FF68D-9531-49D2-9E16-D8D8D09EF127}" dt="2024-07-12T13:29:58.240" v="28" actId="26606"/>
          <ac:picMkLst>
            <pc:docMk/>
            <pc:sldMk cId="0" sldId="257"/>
            <ac:picMk id="121" creationId="{00000000-0000-0000-0000-000000000000}"/>
          </ac:picMkLst>
        </pc:picChg>
        <pc:picChg chg="mod">
          <ac:chgData name="Shailendra Chauhan" userId="a7d3133f-e197-4b90-bf63-99a63a264234" providerId="ADAL" clId="{984FF68D-9531-49D2-9E16-D8D8D09EF127}" dt="2024-07-12T13:29:58.240" v="28" actId="26606"/>
          <ac:picMkLst>
            <pc:docMk/>
            <pc:sldMk cId="0" sldId="257"/>
            <ac:picMk id="122" creationId="{00000000-0000-0000-0000-000000000000}"/>
          </ac:picMkLst>
        </pc:picChg>
        <pc:picChg chg="mod">
          <ac:chgData name="Shailendra Chauhan" userId="a7d3133f-e197-4b90-bf63-99a63a264234" providerId="ADAL" clId="{984FF68D-9531-49D2-9E16-D8D8D09EF127}" dt="2024-07-12T13:29:58.240" v="28" actId="26606"/>
          <ac:picMkLst>
            <pc:docMk/>
            <pc:sldMk cId="0" sldId="257"/>
            <ac:picMk id="123" creationId="{00000000-0000-0000-0000-000000000000}"/>
          </ac:picMkLst>
        </pc:picChg>
      </pc:sldChg>
      <pc:sldChg chg="modSp mod modClrScheme chgLayout">
        <pc:chgData name="Shailendra Chauhan" userId="a7d3133f-e197-4b90-bf63-99a63a264234" providerId="ADAL" clId="{984FF68D-9531-49D2-9E16-D8D8D09EF127}" dt="2024-07-12T13:30:08.198" v="31" actId="27636"/>
        <pc:sldMkLst>
          <pc:docMk/>
          <pc:sldMk cId="0" sldId="258"/>
        </pc:sldMkLst>
        <pc:spChg chg="mod ord">
          <ac:chgData name="Shailendra Chauhan" userId="a7d3133f-e197-4b90-bf63-99a63a264234" providerId="ADAL" clId="{984FF68D-9531-49D2-9E16-D8D8D09EF127}" dt="2024-07-12T13:30:08.198" v="31" actId="27636"/>
          <ac:spMkLst>
            <pc:docMk/>
            <pc:sldMk cId="0" sldId="258"/>
            <ac:spMk id="128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984FF68D-9531-49D2-9E16-D8D8D09EF127}" dt="2024-07-12T13:30:11.927" v="33" actId="27636"/>
        <pc:sldMkLst>
          <pc:docMk/>
          <pc:sldMk cId="0" sldId="259"/>
        </pc:sldMkLst>
        <pc:spChg chg="mod ord">
          <ac:chgData name="Shailendra Chauhan" userId="a7d3133f-e197-4b90-bf63-99a63a264234" providerId="ADAL" clId="{984FF68D-9531-49D2-9E16-D8D8D09EF127}" dt="2024-07-12T13:30:11.927" v="33" actId="27636"/>
          <ac:spMkLst>
            <pc:docMk/>
            <pc:sldMk cId="0" sldId="259"/>
            <ac:spMk id="162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984FF68D-9531-49D2-9E16-D8D8D09EF127}" dt="2024-07-12T13:30:18.187" v="34" actId="700"/>
        <pc:sldMkLst>
          <pc:docMk/>
          <pc:sldMk cId="0" sldId="260"/>
        </pc:sldMkLst>
        <pc:spChg chg="mod ord">
          <ac:chgData name="Shailendra Chauhan" userId="a7d3133f-e197-4b90-bf63-99a63a264234" providerId="ADAL" clId="{984FF68D-9531-49D2-9E16-D8D8D09EF127}" dt="2024-07-12T13:30:18.187" v="34" actId="700"/>
          <ac:spMkLst>
            <pc:docMk/>
            <pc:sldMk cId="0" sldId="260"/>
            <ac:spMk id="213" creationId="{00000000-0000-0000-0000-000000000000}"/>
          </ac:spMkLst>
        </pc:spChg>
        <pc:spChg chg="mod ord">
          <ac:chgData name="Shailendra Chauhan" userId="a7d3133f-e197-4b90-bf63-99a63a264234" providerId="ADAL" clId="{984FF68D-9531-49D2-9E16-D8D8D09EF127}" dt="2024-07-12T13:30:18.187" v="34" actId="700"/>
          <ac:spMkLst>
            <pc:docMk/>
            <pc:sldMk cId="0" sldId="260"/>
            <ac:spMk id="214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984FF68D-9531-49D2-9E16-D8D8D09EF127}" dt="2024-07-12T13:34:11.348" v="92" actId="207"/>
        <pc:sldMkLst>
          <pc:docMk/>
          <pc:sldMk cId="0" sldId="261"/>
        </pc:sldMkLst>
        <pc:spChg chg="mod ord">
          <ac:chgData name="Shailendra Chauhan" userId="a7d3133f-e197-4b90-bf63-99a63a264234" providerId="ADAL" clId="{984FF68D-9531-49D2-9E16-D8D8D09EF127}" dt="2024-07-12T13:33:31.222" v="87" actId="1076"/>
          <ac:spMkLst>
            <pc:docMk/>
            <pc:sldMk cId="0" sldId="261"/>
            <ac:spMk id="219" creationId="{00000000-0000-0000-0000-000000000000}"/>
          </ac:spMkLst>
        </pc:spChg>
        <pc:spChg chg="mod ord">
          <ac:chgData name="Shailendra Chauhan" userId="a7d3133f-e197-4b90-bf63-99a63a264234" providerId="ADAL" clId="{984FF68D-9531-49D2-9E16-D8D8D09EF127}" dt="2024-07-12T13:30:25.163" v="36" actId="27636"/>
          <ac:spMkLst>
            <pc:docMk/>
            <pc:sldMk cId="0" sldId="261"/>
            <ac:spMk id="220" creationId="{00000000-0000-0000-0000-000000000000}"/>
          </ac:spMkLst>
        </pc:spChg>
        <pc:spChg chg="mod">
          <ac:chgData name="Shailendra Chauhan" userId="a7d3133f-e197-4b90-bf63-99a63a264234" providerId="ADAL" clId="{984FF68D-9531-49D2-9E16-D8D8D09EF127}" dt="2024-07-12T13:34:11.348" v="92" actId="207"/>
          <ac:spMkLst>
            <pc:docMk/>
            <pc:sldMk cId="0" sldId="261"/>
            <ac:spMk id="240" creationId="{00000000-0000-0000-0000-000000000000}"/>
          </ac:spMkLst>
        </pc:spChg>
        <pc:grpChg chg="mod">
          <ac:chgData name="Shailendra Chauhan" userId="a7d3133f-e197-4b90-bf63-99a63a264234" providerId="ADAL" clId="{984FF68D-9531-49D2-9E16-D8D8D09EF127}" dt="2024-07-12T13:33:34.005" v="88" actId="1076"/>
          <ac:grpSpMkLst>
            <pc:docMk/>
            <pc:sldMk cId="0" sldId="261"/>
            <ac:grpSpMk id="221" creationId="{00000000-0000-0000-0000-000000000000}"/>
          </ac:grpSpMkLst>
        </pc:grpChg>
        <pc:cxnChg chg="mod">
          <ac:chgData name="Shailendra Chauhan" userId="a7d3133f-e197-4b90-bf63-99a63a264234" providerId="ADAL" clId="{984FF68D-9531-49D2-9E16-D8D8D09EF127}" dt="2024-07-12T13:33:45.816" v="89" actId="208"/>
          <ac:cxnSpMkLst>
            <pc:docMk/>
            <pc:sldMk cId="0" sldId="261"/>
            <ac:cxnSpMk id="223" creationId="{00000000-0000-0000-0000-000000000000}"/>
          </ac:cxnSpMkLst>
        </pc:cxnChg>
        <pc:cxnChg chg="mod">
          <ac:chgData name="Shailendra Chauhan" userId="a7d3133f-e197-4b90-bf63-99a63a264234" providerId="ADAL" clId="{984FF68D-9531-49D2-9E16-D8D8D09EF127}" dt="2024-07-12T13:34:04.709" v="91" actId="208"/>
          <ac:cxnSpMkLst>
            <pc:docMk/>
            <pc:sldMk cId="0" sldId="261"/>
            <ac:cxnSpMk id="226" creationId="{00000000-0000-0000-0000-000000000000}"/>
          </ac:cxnSpMkLst>
        </pc:cxnChg>
        <pc:cxnChg chg="mod">
          <ac:chgData name="Shailendra Chauhan" userId="a7d3133f-e197-4b90-bf63-99a63a264234" providerId="ADAL" clId="{984FF68D-9531-49D2-9E16-D8D8D09EF127}" dt="2024-07-12T13:33:45.816" v="89" actId="208"/>
          <ac:cxnSpMkLst>
            <pc:docMk/>
            <pc:sldMk cId="0" sldId="261"/>
            <ac:cxnSpMk id="228" creationId="{00000000-0000-0000-0000-000000000000}"/>
          </ac:cxnSpMkLst>
        </pc:cxnChg>
        <pc:cxnChg chg="mod">
          <ac:chgData name="Shailendra Chauhan" userId="a7d3133f-e197-4b90-bf63-99a63a264234" providerId="ADAL" clId="{984FF68D-9531-49D2-9E16-D8D8D09EF127}" dt="2024-07-12T13:33:45.816" v="89" actId="208"/>
          <ac:cxnSpMkLst>
            <pc:docMk/>
            <pc:sldMk cId="0" sldId="261"/>
            <ac:cxnSpMk id="232" creationId="{00000000-0000-0000-0000-000000000000}"/>
          </ac:cxnSpMkLst>
        </pc:cxnChg>
        <pc:cxnChg chg="mod">
          <ac:chgData name="Shailendra Chauhan" userId="a7d3133f-e197-4b90-bf63-99a63a264234" providerId="ADAL" clId="{984FF68D-9531-49D2-9E16-D8D8D09EF127}" dt="2024-07-12T13:33:45.816" v="89" actId="208"/>
          <ac:cxnSpMkLst>
            <pc:docMk/>
            <pc:sldMk cId="0" sldId="261"/>
            <ac:cxnSpMk id="233" creationId="{00000000-0000-0000-0000-000000000000}"/>
          </ac:cxnSpMkLst>
        </pc:cxnChg>
      </pc:sldChg>
      <pc:sldChg chg="modSp mod modClrScheme chgLayout">
        <pc:chgData name="Shailendra Chauhan" userId="a7d3133f-e197-4b90-bf63-99a63a264234" providerId="ADAL" clId="{984FF68D-9531-49D2-9E16-D8D8D09EF127}" dt="2024-07-12T13:30:45.189" v="38" actId="27636"/>
        <pc:sldMkLst>
          <pc:docMk/>
          <pc:sldMk cId="0" sldId="262"/>
        </pc:sldMkLst>
        <pc:spChg chg="mod ord">
          <ac:chgData name="Shailendra Chauhan" userId="a7d3133f-e197-4b90-bf63-99a63a264234" providerId="ADAL" clId="{984FF68D-9531-49D2-9E16-D8D8D09EF127}" dt="2024-07-12T13:30:45.189" v="38" actId="27636"/>
          <ac:spMkLst>
            <pc:docMk/>
            <pc:sldMk cId="0" sldId="262"/>
            <ac:spMk id="248" creationId="{00000000-0000-0000-0000-000000000000}"/>
          </ac:spMkLst>
        </pc:spChg>
        <pc:spChg chg="mod">
          <ac:chgData name="Shailendra Chauhan" userId="a7d3133f-e197-4b90-bf63-99a63a264234" providerId="ADAL" clId="{984FF68D-9531-49D2-9E16-D8D8D09EF127}" dt="2024-06-30T12:50:44.219" v="7" actId="14100"/>
          <ac:spMkLst>
            <pc:docMk/>
            <pc:sldMk cId="0" sldId="262"/>
            <ac:spMk id="251" creationId="{00000000-0000-0000-0000-000000000000}"/>
          </ac:spMkLst>
        </pc:spChg>
      </pc:sldChg>
      <pc:sldChg chg="delSp modSp mod modClrScheme delAnim chgLayout">
        <pc:chgData name="Shailendra Chauhan" userId="a7d3133f-e197-4b90-bf63-99a63a264234" providerId="ADAL" clId="{984FF68D-9531-49D2-9E16-D8D8D09EF127}" dt="2024-07-12T13:30:53.318" v="41" actId="478"/>
        <pc:sldMkLst>
          <pc:docMk/>
          <pc:sldMk cId="0" sldId="263"/>
        </pc:sldMkLst>
        <pc:spChg chg="mod ord">
          <ac:chgData name="Shailendra Chauhan" userId="a7d3133f-e197-4b90-bf63-99a63a264234" providerId="ADAL" clId="{984FF68D-9531-49D2-9E16-D8D8D09EF127}" dt="2024-07-12T13:30:50.399" v="39" actId="700"/>
          <ac:spMkLst>
            <pc:docMk/>
            <pc:sldMk cId="0" sldId="263"/>
            <ac:spMk id="271" creationId="{00000000-0000-0000-0000-000000000000}"/>
          </ac:spMkLst>
        </pc:spChg>
        <pc:spChg chg="mod ord">
          <ac:chgData name="Shailendra Chauhan" userId="a7d3133f-e197-4b90-bf63-99a63a264234" providerId="ADAL" clId="{984FF68D-9531-49D2-9E16-D8D8D09EF127}" dt="2024-07-12T13:30:50.410" v="40" actId="27636"/>
          <ac:spMkLst>
            <pc:docMk/>
            <pc:sldMk cId="0" sldId="263"/>
            <ac:spMk id="272" creationId="{00000000-0000-0000-0000-000000000000}"/>
          </ac:spMkLst>
        </pc:spChg>
        <pc:picChg chg="del">
          <ac:chgData name="Shailendra Chauhan" userId="a7d3133f-e197-4b90-bf63-99a63a264234" providerId="ADAL" clId="{984FF68D-9531-49D2-9E16-D8D8D09EF127}" dt="2024-07-12T13:30:53.318" v="41" actId="478"/>
          <ac:picMkLst>
            <pc:docMk/>
            <pc:sldMk cId="0" sldId="263"/>
            <ac:picMk id="273" creationId="{00000000-0000-0000-0000-000000000000}"/>
          </ac:picMkLst>
        </pc:picChg>
      </pc:sldChg>
      <pc:sldChg chg="modSp mod modClrScheme chgLayout">
        <pc:chgData name="Shailendra Chauhan" userId="a7d3133f-e197-4b90-bf63-99a63a264234" providerId="ADAL" clId="{984FF68D-9531-49D2-9E16-D8D8D09EF127}" dt="2024-07-12T13:31:06.952" v="43" actId="27636"/>
        <pc:sldMkLst>
          <pc:docMk/>
          <pc:sldMk cId="0" sldId="264"/>
        </pc:sldMkLst>
        <pc:spChg chg="mod ord">
          <ac:chgData name="Shailendra Chauhan" userId="a7d3133f-e197-4b90-bf63-99a63a264234" providerId="ADAL" clId="{984FF68D-9531-49D2-9E16-D8D8D09EF127}" dt="2024-07-12T13:31:06.941" v="42" actId="700"/>
          <ac:spMkLst>
            <pc:docMk/>
            <pc:sldMk cId="0" sldId="264"/>
            <ac:spMk id="278" creationId="{00000000-0000-0000-0000-000000000000}"/>
          </ac:spMkLst>
        </pc:spChg>
        <pc:spChg chg="mod ord">
          <ac:chgData name="Shailendra Chauhan" userId="a7d3133f-e197-4b90-bf63-99a63a264234" providerId="ADAL" clId="{984FF68D-9531-49D2-9E16-D8D8D09EF127}" dt="2024-07-12T13:31:06.952" v="43" actId="27636"/>
          <ac:spMkLst>
            <pc:docMk/>
            <pc:sldMk cId="0" sldId="264"/>
            <ac:spMk id="279" creationId="{00000000-0000-0000-0000-000000000000}"/>
          </ac:spMkLst>
        </pc:spChg>
      </pc:sldChg>
      <pc:sldChg chg="modSp del mod modClrScheme chgLayout">
        <pc:chgData name="Shailendra Chauhan" userId="a7d3133f-e197-4b90-bf63-99a63a264234" providerId="ADAL" clId="{984FF68D-9531-49D2-9E16-D8D8D09EF127}" dt="2024-07-12T13:33:15.615" v="84" actId="2696"/>
        <pc:sldMkLst>
          <pc:docMk/>
          <pc:sldMk cId="0" sldId="265"/>
        </pc:sldMkLst>
        <pc:spChg chg="mod ord">
          <ac:chgData name="Shailendra Chauhan" userId="a7d3133f-e197-4b90-bf63-99a63a264234" providerId="ADAL" clId="{984FF68D-9531-49D2-9E16-D8D8D09EF127}" dt="2024-07-12T13:31:20.864" v="44" actId="700"/>
          <ac:spMkLst>
            <pc:docMk/>
            <pc:sldMk cId="0" sldId="265"/>
            <ac:spMk id="285" creationId="{00000000-0000-0000-0000-000000000000}"/>
          </ac:spMkLst>
        </pc:spChg>
        <pc:spChg chg="mod ord">
          <ac:chgData name="Shailendra Chauhan" userId="a7d3133f-e197-4b90-bf63-99a63a264234" providerId="ADAL" clId="{984FF68D-9531-49D2-9E16-D8D8D09EF127}" dt="2024-07-12T13:31:20.875" v="45" actId="27636"/>
          <ac:spMkLst>
            <pc:docMk/>
            <pc:sldMk cId="0" sldId="265"/>
            <ac:spMk id="286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984FF68D-9531-49D2-9E16-D8D8D09EF127}" dt="2024-07-12T13:32:07.105" v="60" actId="27636"/>
        <pc:sldMkLst>
          <pc:docMk/>
          <pc:sldMk cId="0" sldId="266"/>
        </pc:sldMkLst>
        <pc:spChg chg="mod ord">
          <ac:chgData name="Shailendra Chauhan" userId="a7d3133f-e197-4b90-bf63-99a63a264234" providerId="ADAL" clId="{984FF68D-9531-49D2-9E16-D8D8D09EF127}" dt="2024-07-12T13:32:07.104" v="59" actId="27636"/>
          <ac:spMkLst>
            <pc:docMk/>
            <pc:sldMk cId="0" sldId="266"/>
            <ac:spMk id="294" creationId="{00000000-0000-0000-0000-000000000000}"/>
          </ac:spMkLst>
        </pc:spChg>
        <pc:spChg chg="mod ord">
          <ac:chgData name="Shailendra Chauhan" userId="a7d3133f-e197-4b90-bf63-99a63a264234" providerId="ADAL" clId="{984FF68D-9531-49D2-9E16-D8D8D09EF127}" dt="2024-07-12T13:32:07.105" v="60" actId="27636"/>
          <ac:spMkLst>
            <pc:docMk/>
            <pc:sldMk cId="0" sldId="266"/>
            <ac:spMk id="295" creationId="{00000000-0000-0000-0000-000000000000}"/>
          </ac:spMkLst>
        </pc:spChg>
      </pc:sldChg>
      <pc:sldChg chg="addSp delSp modSp del mod modClrScheme chgLayout">
        <pc:chgData name="Shailendra Chauhan" userId="a7d3133f-e197-4b90-bf63-99a63a264234" providerId="ADAL" clId="{984FF68D-9531-49D2-9E16-D8D8D09EF127}" dt="2024-07-12T13:32:46.389" v="72" actId="2696"/>
        <pc:sldMkLst>
          <pc:docMk/>
          <pc:sldMk cId="4172035021" sldId="278"/>
        </pc:sldMkLst>
        <pc:spChg chg="add del mod ord">
          <ac:chgData name="Shailendra Chauhan" userId="a7d3133f-e197-4b90-bf63-99a63a264234" providerId="ADAL" clId="{984FF68D-9531-49D2-9E16-D8D8D09EF127}" dt="2024-07-12T13:31:41.908" v="47" actId="700"/>
          <ac:spMkLst>
            <pc:docMk/>
            <pc:sldMk cId="4172035021" sldId="278"/>
            <ac:spMk id="2" creationId="{809A8E6A-E4EE-B7AB-E63C-55ECE9BF4CE7}"/>
          </ac:spMkLst>
        </pc:spChg>
        <pc:spChg chg="add del mod ord">
          <ac:chgData name="Shailendra Chauhan" userId="a7d3133f-e197-4b90-bf63-99a63a264234" providerId="ADAL" clId="{984FF68D-9531-49D2-9E16-D8D8D09EF127}" dt="2024-07-12T13:31:47.291" v="49" actId="700"/>
          <ac:spMkLst>
            <pc:docMk/>
            <pc:sldMk cId="4172035021" sldId="278"/>
            <ac:spMk id="3" creationId="{9D657C62-CF11-6C0A-C822-DE2BE6C83039}"/>
          </ac:spMkLst>
        </pc:spChg>
        <pc:spChg chg="add del mod ord">
          <ac:chgData name="Shailendra Chauhan" userId="a7d3133f-e197-4b90-bf63-99a63a264234" providerId="ADAL" clId="{984FF68D-9531-49D2-9E16-D8D8D09EF127}" dt="2024-07-12T13:31:47.291" v="49" actId="700"/>
          <ac:spMkLst>
            <pc:docMk/>
            <pc:sldMk cId="4172035021" sldId="278"/>
            <ac:spMk id="4" creationId="{F161F9E3-9787-26EA-E280-CFD9D598D25A}"/>
          </ac:spMkLst>
        </pc:spChg>
        <pc:spChg chg="add del mod ord">
          <ac:chgData name="Shailendra Chauhan" userId="a7d3133f-e197-4b90-bf63-99a63a264234" providerId="ADAL" clId="{984FF68D-9531-49D2-9E16-D8D8D09EF127}" dt="2024-07-12T13:32:29.577" v="66" actId="700"/>
          <ac:spMkLst>
            <pc:docMk/>
            <pc:sldMk cId="4172035021" sldId="278"/>
            <ac:spMk id="5" creationId="{3C9ED260-437E-D934-BF42-24A17CCD5CDC}"/>
          </ac:spMkLst>
        </pc:spChg>
        <pc:spChg chg="add del mod ord">
          <ac:chgData name="Shailendra Chauhan" userId="a7d3133f-e197-4b90-bf63-99a63a264234" providerId="ADAL" clId="{984FF68D-9531-49D2-9E16-D8D8D09EF127}" dt="2024-07-12T13:32:29.577" v="66" actId="700"/>
          <ac:spMkLst>
            <pc:docMk/>
            <pc:sldMk cId="4172035021" sldId="278"/>
            <ac:spMk id="6" creationId="{A2B3EB62-95BC-E0CA-50CE-1B0B273EC4BA}"/>
          </ac:spMkLst>
        </pc:spChg>
        <pc:spChg chg="add del mod ord">
          <ac:chgData name="Shailendra Chauhan" userId="a7d3133f-e197-4b90-bf63-99a63a264234" providerId="ADAL" clId="{984FF68D-9531-49D2-9E16-D8D8D09EF127}" dt="2024-07-12T13:32:26.694" v="65" actId="700"/>
          <ac:spMkLst>
            <pc:docMk/>
            <pc:sldMk cId="4172035021" sldId="278"/>
            <ac:spMk id="8" creationId="{738F8E7E-074D-0C7B-62AB-78D971E01465}"/>
          </ac:spMkLst>
        </pc:spChg>
      </pc:sldChg>
      <pc:sldChg chg="modSp mod modClrScheme chgLayout">
        <pc:chgData name="Shailendra Chauhan" userId="a7d3133f-e197-4b90-bf63-99a63a264234" providerId="ADAL" clId="{984FF68D-9531-49D2-9E16-D8D8D09EF127}" dt="2024-07-12T13:31:56.044" v="51" actId="27636"/>
        <pc:sldMkLst>
          <pc:docMk/>
          <pc:sldMk cId="3242851681" sldId="280"/>
        </pc:sldMkLst>
        <pc:spChg chg="mod ord">
          <ac:chgData name="Shailendra Chauhan" userId="a7d3133f-e197-4b90-bf63-99a63a264234" providerId="ADAL" clId="{984FF68D-9531-49D2-9E16-D8D8D09EF127}" dt="2024-07-12T13:31:56.032" v="50" actId="700"/>
          <ac:spMkLst>
            <pc:docMk/>
            <pc:sldMk cId="3242851681" sldId="280"/>
            <ac:spMk id="278" creationId="{00000000-0000-0000-0000-000000000000}"/>
          </ac:spMkLst>
        </pc:spChg>
        <pc:spChg chg="mod ord">
          <ac:chgData name="Shailendra Chauhan" userId="a7d3133f-e197-4b90-bf63-99a63a264234" providerId="ADAL" clId="{984FF68D-9531-49D2-9E16-D8D8D09EF127}" dt="2024-07-12T13:31:56.044" v="51" actId="27636"/>
          <ac:spMkLst>
            <pc:docMk/>
            <pc:sldMk cId="3242851681" sldId="280"/>
            <ac:spMk id="279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984FF68D-9531-49D2-9E16-D8D8D09EF127}" dt="2024-07-12T13:32:00.410" v="53" actId="27636"/>
        <pc:sldMkLst>
          <pc:docMk/>
          <pc:sldMk cId="2446412054" sldId="281"/>
        </pc:sldMkLst>
        <pc:spChg chg="mod ord">
          <ac:chgData name="Shailendra Chauhan" userId="a7d3133f-e197-4b90-bf63-99a63a264234" providerId="ADAL" clId="{984FF68D-9531-49D2-9E16-D8D8D09EF127}" dt="2024-07-12T13:32:00.400" v="52" actId="700"/>
          <ac:spMkLst>
            <pc:docMk/>
            <pc:sldMk cId="2446412054" sldId="281"/>
            <ac:spMk id="278" creationId="{00000000-0000-0000-0000-000000000000}"/>
          </ac:spMkLst>
        </pc:spChg>
        <pc:spChg chg="mod ord">
          <ac:chgData name="Shailendra Chauhan" userId="a7d3133f-e197-4b90-bf63-99a63a264234" providerId="ADAL" clId="{984FF68D-9531-49D2-9E16-D8D8D09EF127}" dt="2024-07-12T13:32:00.410" v="53" actId="27636"/>
          <ac:spMkLst>
            <pc:docMk/>
            <pc:sldMk cId="2446412054" sldId="281"/>
            <ac:spMk id="279" creationId="{00000000-0000-0000-0000-000000000000}"/>
          </ac:spMkLst>
        </pc:spChg>
      </pc:sldChg>
      <pc:sldChg chg="addSp delSp modSp new mod modClrScheme chgLayout">
        <pc:chgData name="Shailendra Chauhan" userId="a7d3133f-e197-4b90-bf63-99a63a264234" providerId="ADAL" clId="{984FF68D-9531-49D2-9E16-D8D8D09EF127}" dt="2024-07-12T13:29:43.559" v="23" actId="20577"/>
        <pc:sldMkLst>
          <pc:docMk/>
          <pc:sldMk cId="3202809754" sldId="282"/>
        </pc:sldMkLst>
        <pc:spChg chg="del mod ord">
          <ac:chgData name="Shailendra Chauhan" userId="a7d3133f-e197-4b90-bf63-99a63a264234" providerId="ADAL" clId="{984FF68D-9531-49D2-9E16-D8D8D09EF127}" dt="2024-07-12T13:29:19.109" v="10" actId="700"/>
          <ac:spMkLst>
            <pc:docMk/>
            <pc:sldMk cId="3202809754" sldId="282"/>
            <ac:spMk id="2" creationId="{ACAD5762-62CF-0B10-BECA-BCBD5A6EF9B6}"/>
          </ac:spMkLst>
        </pc:spChg>
        <pc:spChg chg="del mod ord">
          <ac:chgData name="Shailendra Chauhan" userId="a7d3133f-e197-4b90-bf63-99a63a264234" providerId="ADAL" clId="{984FF68D-9531-49D2-9E16-D8D8D09EF127}" dt="2024-07-12T13:29:19.109" v="10" actId="700"/>
          <ac:spMkLst>
            <pc:docMk/>
            <pc:sldMk cId="3202809754" sldId="282"/>
            <ac:spMk id="3" creationId="{291DED27-CB12-1CCE-6D85-CCD72E2CE176}"/>
          </ac:spMkLst>
        </pc:spChg>
        <pc:spChg chg="del mod ord">
          <ac:chgData name="Shailendra Chauhan" userId="a7d3133f-e197-4b90-bf63-99a63a264234" providerId="ADAL" clId="{984FF68D-9531-49D2-9E16-D8D8D09EF127}" dt="2024-07-12T13:29:19.109" v="10" actId="700"/>
          <ac:spMkLst>
            <pc:docMk/>
            <pc:sldMk cId="3202809754" sldId="282"/>
            <ac:spMk id="4" creationId="{0738992C-866D-CB75-3DF3-5DBF0E192CD2}"/>
          </ac:spMkLst>
        </pc:spChg>
        <pc:spChg chg="add mod ord">
          <ac:chgData name="Shailendra Chauhan" userId="a7d3133f-e197-4b90-bf63-99a63a264234" providerId="ADAL" clId="{984FF68D-9531-49D2-9E16-D8D8D09EF127}" dt="2024-07-12T13:29:28.987" v="12" actId="700"/>
          <ac:spMkLst>
            <pc:docMk/>
            <pc:sldMk cId="3202809754" sldId="282"/>
            <ac:spMk id="5" creationId="{4E9E71D2-F4F7-7470-36FE-D0CD27D364F5}"/>
          </ac:spMkLst>
        </pc:spChg>
        <pc:spChg chg="add del mod ord">
          <ac:chgData name="Shailendra Chauhan" userId="a7d3133f-e197-4b90-bf63-99a63a264234" providerId="ADAL" clId="{984FF68D-9531-49D2-9E16-D8D8D09EF127}" dt="2024-07-12T13:29:28.987" v="12" actId="700"/>
          <ac:spMkLst>
            <pc:docMk/>
            <pc:sldMk cId="3202809754" sldId="282"/>
            <ac:spMk id="6" creationId="{E52D2FF1-4640-E05B-30BD-AD289DAAFC04}"/>
          </ac:spMkLst>
        </pc:spChg>
        <pc:spChg chg="add del mod ord">
          <ac:chgData name="Shailendra Chauhan" userId="a7d3133f-e197-4b90-bf63-99a63a264234" providerId="ADAL" clId="{984FF68D-9531-49D2-9E16-D8D8D09EF127}" dt="2024-07-12T13:29:28.987" v="12" actId="700"/>
          <ac:spMkLst>
            <pc:docMk/>
            <pc:sldMk cId="3202809754" sldId="282"/>
            <ac:spMk id="7" creationId="{3478931F-815E-925F-893C-B9478847E75E}"/>
          </ac:spMkLst>
        </pc:spChg>
        <pc:spChg chg="add mod ord">
          <ac:chgData name="Shailendra Chauhan" userId="a7d3133f-e197-4b90-bf63-99a63a264234" providerId="ADAL" clId="{984FF68D-9531-49D2-9E16-D8D8D09EF127}" dt="2024-07-12T13:29:36.040" v="17" actId="20577"/>
          <ac:spMkLst>
            <pc:docMk/>
            <pc:sldMk cId="3202809754" sldId="282"/>
            <ac:spMk id="8" creationId="{FF01D0B4-8A12-7A11-3686-BD38BC906620}"/>
          </ac:spMkLst>
        </pc:spChg>
        <pc:spChg chg="add mod ord">
          <ac:chgData name="Shailendra Chauhan" userId="a7d3133f-e197-4b90-bf63-99a63a264234" providerId="ADAL" clId="{984FF68D-9531-49D2-9E16-D8D8D09EF127}" dt="2024-07-12T13:29:43.559" v="23" actId="20577"/>
          <ac:spMkLst>
            <pc:docMk/>
            <pc:sldMk cId="3202809754" sldId="282"/>
            <ac:spMk id="9" creationId="{17D6D19A-D115-0395-A87E-6388C2998B15}"/>
          </ac:spMkLst>
        </pc:spChg>
      </pc:sldChg>
      <pc:sldChg chg="addSp delSp modSp new mod modClrScheme chgLayout">
        <pc:chgData name="Shailendra Chauhan" userId="a7d3133f-e197-4b90-bf63-99a63a264234" providerId="ADAL" clId="{984FF68D-9531-49D2-9E16-D8D8D09EF127}" dt="2024-07-12T13:32:43.654" v="71"/>
        <pc:sldMkLst>
          <pc:docMk/>
          <pc:sldMk cId="2373171931" sldId="283"/>
        </pc:sldMkLst>
        <pc:spChg chg="del mod ord">
          <ac:chgData name="Shailendra Chauhan" userId="a7d3133f-e197-4b90-bf63-99a63a264234" providerId="ADAL" clId="{984FF68D-9531-49D2-9E16-D8D8D09EF127}" dt="2024-07-12T13:32:38.137" v="68" actId="700"/>
          <ac:spMkLst>
            <pc:docMk/>
            <pc:sldMk cId="2373171931" sldId="283"/>
            <ac:spMk id="2" creationId="{43393193-AF6C-7BEA-D769-48D501221954}"/>
          </ac:spMkLst>
        </pc:spChg>
        <pc:spChg chg="del">
          <ac:chgData name="Shailendra Chauhan" userId="a7d3133f-e197-4b90-bf63-99a63a264234" providerId="ADAL" clId="{984FF68D-9531-49D2-9E16-D8D8D09EF127}" dt="2024-07-12T13:32:38.137" v="68" actId="700"/>
          <ac:spMkLst>
            <pc:docMk/>
            <pc:sldMk cId="2373171931" sldId="283"/>
            <ac:spMk id="3" creationId="{9C0BD5C8-5F17-5DBF-E210-744A9B44EC6E}"/>
          </ac:spMkLst>
        </pc:spChg>
        <pc:spChg chg="add mod ord">
          <ac:chgData name="Shailendra Chauhan" userId="a7d3133f-e197-4b90-bf63-99a63a264234" providerId="ADAL" clId="{984FF68D-9531-49D2-9E16-D8D8D09EF127}" dt="2024-07-12T13:32:39.946" v="70" actId="20577"/>
          <ac:spMkLst>
            <pc:docMk/>
            <pc:sldMk cId="2373171931" sldId="283"/>
            <ac:spMk id="4" creationId="{189235B4-F9E9-BB13-4533-923AC497AE4F}"/>
          </ac:spMkLst>
        </pc:spChg>
        <pc:picChg chg="add mod">
          <ac:chgData name="Shailendra Chauhan" userId="a7d3133f-e197-4b90-bf63-99a63a264234" providerId="ADAL" clId="{984FF68D-9531-49D2-9E16-D8D8D09EF127}" dt="2024-07-12T13:32:43.654" v="71"/>
          <ac:picMkLst>
            <pc:docMk/>
            <pc:sldMk cId="2373171931" sldId="283"/>
            <ac:picMk id="5" creationId="{0D6AE549-A8C0-0323-BE01-1C362093377B}"/>
          </ac:picMkLst>
        </pc:picChg>
        <pc:picChg chg="add mod">
          <ac:chgData name="Shailendra Chauhan" userId="a7d3133f-e197-4b90-bf63-99a63a264234" providerId="ADAL" clId="{984FF68D-9531-49D2-9E16-D8D8D09EF127}" dt="2024-07-12T13:32:43.654" v="71"/>
          <ac:picMkLst>
            <pc:docMk/>
            <pc:sldMk cId="2373171931" sldId="283"/>
            <ac:picMk id="6" creationId="{30BA0DD5-5EB9-1B92-EB74-A73386502E1C}"/>
          </ac:picMkLst>
        </pc:picChg>
      </pc:sldChg>
      <pc:sldChg chg="addSp modSp new mod modAnim">
        <pc:chgData name="Shailendra Chauhan" userId="a7d3133f-e197-4b90-bf63-99a63a264234" providerId="ADAL" clId="{984FF68D-9531-49D2-9E16-D8D8D09EF127}" dt="2024-07-12T13:33:10.817" v="83" actId="1076"/>
        <pc:sldMkLst>
          <pc:docMk/>
          <pc:sldMk cId="3637231107" sldId="284"/>
        </pc:sldMkLst>
        <pc:spChg chg="mod">
          <ac:chgData name="Shailendra Chauhan" userId="a7d3133f-e197-4b90-bf63-99a63a264234" providerId="ADAL" clId="{984FF68D-9531-49D2-9E16-D8D8D09EF127}" dt="2024-07-12T13:32:56.438" v="75" actId="20577"/>
          <ac:spMkLst>
            <pc:docMk/>
            <pc:sldMk cId="3637231107" sldId="284"/>
            <ac:spMk id="2" creationId="{BB284F08-2E08-045C-C79C-E608E6ED72A2}"/>
          </ac:spMkLst>
        </pc:spChg>
        <pc:spChg chg="mod">
          <ac:chgData name="Shailendra Chauhan" userId="a7d3133f-e197-4b90-bf63-99a63a264234" providerId="ADAL" clId="{984FF68D-9531-49D2-9E16-D8D8D09EF127}" dt="2024-07-12T13:33:02.653" v="80" actId="20577"/>
          <ac:spMkLst>
            <pc:docMk/>
            <pc:sldMk cId="3637231107" sldId="284"/>
            <ac:spMk id="3" creationId="{A15B930A-4E70-B587-D516-DED0FAD289B0}"/>
          </ac:spMkLst>
        </pc:spChg>
        <pc:picChg chg="add mod">
          <ac:chgData name="Shailendra Chauhan" userId="a7d3133f-e197-4b90-bf63-99a63a264234" providerId="ADAL" clId="{984FF68D-9531-49D2-9E16-D8D8D09EF127}" dt="2024-07-12T13:33:10.817" v="83" actId="1076"/>
          <ac:picMkLst>
            <pc:docMk/>
            <pc:sldMk cId="3637231107" sldId="284"/>
            <ac:picMk id="4" creationId="{B738DFE2-7F4B-E5F9-C55D-54B20E155C74}"/>
          </ac:picMkLst>
        </pc:picChg>
      </pc:sldChg>
      <pc:sldMasterChg chg="delSldLayout modSldLayout">
        <pc:chgData name="Shailendra Chauhan" userId="a7d3133f-e197-4b90-bf63-99a63a264234" providerId="ADAL" clId="{984FF68D-9531-49D2-9E16-D8D8D09EF127}" dt="2024-07-12T13:32:46.389" v="72" actId="2696"/>
        <pc:sldMasterMkLst>
          <pc:docMk/>
          <pc:sldMasterMk cId="1685029781" sldId="2147483668"/>
        </pc:sldMasterMkLst>
        <pc:sldLayoutChg chg="delSp del">
          <pc:chgData name="Shailendra Chauhan" userId="a7d3133f-e197-4b90-bf63-99a63a264234" providerId="ADAL" clId="{984FF68D-9531-49D2-9E16-D8D8D09EF127}" dt="2024-07-12T13:29:46.531" v="24" actId="2696"/>
          <pc:sldLayoutMkLst>
            <pc:docMk/>
            <pc:sldMasterMk cId="1685029781" sldId="2147483668"/>
            <pc:sldLayoutMk cId="2137170118" sldId="2147483694"/>
          </pc:sldLayoutMkLst>
          <pc:spChg chg="del">
            <ac:chgData name="Shailendra Chauhan" userId="a7d3133f-e197-4b90-bf63-99a63a264234" providerId="ADAL" clId="{984FF68D-9531-49D2-9E16-D8D8D09EF127}" dt="2024-07-12T13:29:08.702" v="8"/>
            <ac:spMkLst>
              <pc:docMk/>
              <pc:sldMasterMk cId="1685029781" sldId="2147483668"/>
              <pc:sldLayoutMk cId="2137170118" sldId="2147483694"/>
              <ac:spMk id="13" creationId="{00000000-0000-0000-0000-000000000000}"/>
            </ac:spMkLst>
          </pc:spChg>
          <pc:spChg chg="del">
            <ac:chgData name="Shailendra Chauhan" userId="a7d3133f-e197-4b90-bf63-99a63a264234" providerId="ADAL" clId="{984FF68D-9531-49D2-9E16-D8D8D09EF127}" dt="2024-07-12T13:29:08.702" v="8"/>
            <ac:spMkLst>
              <pc:docMk/>
              <pc:sldMasterMk cId="1685029781" sldId="2147483668"/>
              <pc:sldLayoutMk cId="2137170118" sldId="2147483694"/>
              <ac:spMk id="18" creationId="{00000000-0000-0000-0000-000000000000}"/>
            </ac:spMkLst>
          </pc:spChg>
          <pc:spChg chg="del">
            <ac:chgData name="Shailendra Chauhan" userId="a7d3133f-e197-4b90-bf63-99a63a264234" providerId="ADAL" clId="{984FF68D-9531-49D2-9E16-D8D8D09EF127}" dt="2024-07-12T13:29:08.702" v="8"/>
            <ac:spMkLst>
              <pc:docMk/>
              <pc:sldMasterMk cId="1685029781" sldId="2147483668"/>
              <pc:sldLayoutMk cId="2137170118" sldId="2147483694"/>
              <ac:spMk id="19" creationId="{00000000-0000-0000-0000-000000000000}"/>
            </ac:spMkLst>
          </pc:spChg>
          <pc:cxnChg chg="del">
            <ac:chgData name="Shailendra Chauhan" userId="a7d3133f-e197-4b90-bf63-99a63a264234" providerId="ADAL" clId="{984FF68D-9531-49D2-9E16-D8D8D09EF127}" dt="2024-07-12T13:29:08.702" v="8"/>
            <ac:cxnSpMkLst>
              <pc:docMk/>
              <pc:sldMasterMk cId="1685029781" sldId="2147483668"/>
              <pc:sldLayoutMk cId="2137170118" sldId="2147483694"/>
              <ac:cxnSpMk id="15" creationId="{00000000-0000-0000-0000-000000000000}"/>
            </ac:cxnSpMkLst>
          </pc:cxnChg>
        </pc:sldLayoutChg>
        <pc:sldLayoutChg chg="delSp">
          <pc:chgData name="Shailendra Chauhan" userId="a7d3133f-e197-4b90-bf63-99a63a264234" providerId="ADAL" clId="{984FF68D-9531-49D2-9E16-D8D8D09EF127}" dt="2024-07-12T13:29:08.702" v="8"/>
          <pc:sldLayoutMkLst>
            <pc:docMk/>
            <pc:sldMasterMk cId="1685029781" sldId="2147483668"/>
            <pc:sldLayoutMk cId="347910191" sldId="2147483695"/>
          </pc:sldLayoutMkLst>
          <pc:cxnChg chg="del">
            <ac:chgData name="Shailendra Chauhan" userId="a7d3133f-e197-4b90-bf63-99a63a264234" providerId="ADAL" clId="{984FF68D-9531-49D2-9E16-D8D8D09EF127}" dt="2024-07-12T13:29:08.702" v="8"/>
            <ac:cxnSpMkLst>
              <pc:docMk/>
              <pc:sldMasterMk cId="1685029781" sldId="2147483668"/>
              <pc:sldLayoutMk cId="347910191" sldId="2147483695"/>
              <ac:cxnSpMk id="21" creationId="{00000000-0000-0000-0000-000000000000}"/>
            </ac:cxnSpMkLst>
          </pc:cxnChg>
        </pc:sldLayoutChg>
        <pc:sldLayoutChg chg="delSp">
          <pc:chgData name="Shailendra Chauhan" userId="a7d3133f-e197-4b90-bf63-99a63a264234" providerId="ADAL" clId="{984FF68D-9531-49D2-9E16-D8D8D09EF127}" dt="2024-07-12T13:29:08.702" v="8"/>
          <pc:sldLayoutMkLst>
            <pc:docMk/>
            <pc:sldMasterMk cId="1685029781" sldId="2147483668"/>
            <pc:sldLayoutMk cId="2898773851" sldId="2147483696"/>
          </pc:sldLayoutMkLst>
          <pc:spChg chg="del">
            <ac:chgData name="Shailendra Chauhan" userId="a7d3133f-e197-4b90-bf63-99a63a264234" providerId="ADAL" clId="{984FF68D-9531-49D2-9E16-D8D8D09EF127}" dt="2024-07-12T13:29:08.702" v="8"/>
            <ac:spMkLst>
              <pc:docMk/>
              <pc:sldMasterMk cId="1685029781" sldId="2147483668"/>
              <pc:sldLayoutMk cId="2898773851" sldId="2147483696"/>
              <ac:spMk id="24" creationId="{00000000-0000-0000-0000-000000000000}"/>
            </ac:spMkLst>
          </pc:spChg>
          <pc:picChg chg="del">
            <ac:chgData name="Shailendra Chauhan" userId="a7d3133f-e197-4b90-bf63-99a63a264234" providerId="ADAL" clId="{984FF68D-9531-49D2-9E16-D8D8D09EF127}" dt="2024-07-12T13:29:08.702" v="8"/>
            <ac:picMkLst>
              <pc:docMk/>
              <pc:sldMasterMk cId="1685029781" sldId="2147483668"/>
              <pc:sldLayoutMk cId="2898773851" sldId="2147483696"/>
              <ac:picMk id="27" creationId="{00000000-0000-0000-0000-000000000000}"/>
            </ac:picMkLst>
          </pc:picChg>
        </pc:sldLayoutChg>
        <pc:sldLayoutChg chg="delSp del">
          <pc:chgData name="Shailendra Chauhan" userId="a7d3133f-e197-4b90-bf63-99a63a264234" providerId="ADAL" clId="{984FF68D-9531-49D2-9E16-D8D8D09EF127}" dt="2024-07-12T13:32:46.389" v="72" actId="2696"/>
          <pc:sldLayoutMkLst>
            <pc:docMk/>
            <pc:sldMasterMk cId="1685029781" sldId="2147483668"/>
            <pc:sldLayoutMk cId="2299684939" sldId="2147483697"/>
          </pc:sldLayoutMkLst>
          <pc:cxnChg chg="del">
            <ac:chgData name="Shailendra Chauhan" userId="a7d3133f-e197-4b90-bf63-99a63a264234" providerId="ADAL" clId="{984FF68D-9531-49D2-9E16-D8D8D09EF127}" dt="2024-07-12T13:29:08.702" v="8"/>
            <ac:cxnSpMkLst>
              <pc:docMk/>
              <pc:sldMasterMk cId="1685029781" sldId="2147483668"/>
              <pc:sldLayoutMk cId="2299684939" sldId="2147483697"/>
              <ac:cxnSpMk id="30" creationId="{00000000-0000-0000-0000-000000000000}"/>
            </ac:cxnSpMkLst>
          </pc:cxnChg>
        </pc:sldLayoutChg>
        <pc:sldLayoutChg chg="delSp">
          <pc:chgData name="Shailendra Chauhan" userId="a7d3133f-e197-4b90-bf63-99a63a264234" providerId="ADAL" clId="{984FF68D-9531-49D2-9E16-D8D8D09EF127}" dt="2024-07-12T13:29:08.702" v="8"/>
          <pc:sldLayoutMkLst>
            <pc:docMk/>
            <pc:sldMasterMk cId="1685029781" sldId="2147483668"/>
            <pc:sldLayoutMk cId="3281884283" sldId="2147483698"/>
          </pc:sldLayoutMkLst>
          <pc:cxnChg chg="del">
            <ac:chgData name="Shailendra Chauhan" userId="a7d3133f-e197-4b90-bf63-99a63a264234" providerId="ADAL" clId="{984FF68D-9531-49D2-9E16-D8D8D09EF127}" dt="2024-07-12T13:29:08.702" v="8"/>
            <ac:cxnSpMkLst>
              <pc:docMk/>
              <pc:sldMasterMk cId="1685029781" sldId="2147483668"/>
              <pc:sldLayoutMk cId="3281884283" sldId="2147483698"/>
              <ac:cxnSpMk id="35" creationId="{00000000-0000-0000-0000-000000000000}"/>
            </ac:cxnSpMkLst>
          </pc:cxnChg>
        </pc:sldLayoutChg>
        <pc:sldLayoutChg chg="delSp">
          <pc:chgData name="Shailendra Chauhan" userId="a7d3133f-e197-4b90-bf63-99a63a264234" providerId="ADAL" clId="{984FF68D-9531-49D2-9E16-D8D8D09EF127}" dt="2024-07-12T13:29:08.702" v="8"/>
          <pc:sldLayoutMkLst>
            <pc:docMk/>
            <pc:sldMasterMk cId="1685029781" sldId="2147483668"/>
            <pc:sldLayoutMk cId="1660559029" sldId="2147483699"/>
          </pc:sldLayoutMkLst>
          <pc:cxnChg chg="del">
            <ac:chgData name="Shailendra Chauhan" userId="a7d3133f-e197-4b90-bf63-99a63a264234" providerId="ADAL" clId="{984FF68D-9531-49D2-9E16-D8D8D09EF127}" dt="2024-07-12T13:29:08.702" v="8"/>
            <ac:cxnSpMkLst>
              <pc:docMk/>
              <pc:sldMasterMk cId="1685029781" sldId="2147483668"/>
              <pc:sldLayoutMk cId="1660559029" sldId="2147483699"/>
              <ac:cxnSpMk id="38" creationId="{00000000-0000-0000-0000-000000000000}"/>
            </ac:cxnSpMkLst>
          </pc:cxnChg>
        </pc:sldLayoutChg>
      </pc:sldMasterChg>
    </pc:docChg>
  </pc:docChgLst>
  <pc:docChgLst>
    <pc:chgData name="Shailendra Chauhan" userId="a7d3133f-e197-4b90-bf63-99a63a264234" providerId="ADAL" clId="{64C764F0-EFA6-4FF5-9044-06B1788F60BA}"/>
    <pc:docChg chg="undo custSel addSld modSld">
      <pc:chgData name="Shailendra Chauhan" userId="a7d3133f-e197-4b90-bf63-99a63a264234" providerId="ADAL" clId="{64C764F0-EFA6-4FF5-9044-06B1788F60BA}" dt="2024-09-08T12:22:16.853" v="43" actId="1035"/>
      <pc:docMkLst>
        <pc:docMk/>
      </pc:docMkLst>
      <pc:sldChg chg="modSp mod">
        <pc:chgData name="Shailendra Chauhan" userId="a7d3133f-e197-4b90-bf63-99a63a264234" providerId="ADAL" clId="{64C764F0-EFA6-4FF5-9044-06B1788F60BA}" dt="2024-09-08T12:22:16.853" v="43" actId="1035"/>
        <pc:sldMkLst>
          <pc:docMk/>
          <pc:sldMk cId="0" sldId="259"/>
        </pc:sldMkLst>
        <pc:spChg chg="mod">
          <ac:chgData name="Shailendra Chauhan" userId="a7d3133f-e197-4b90-bf63-99a63a264234" providerId="ADAL" clId="{64C764F0-EFA6-4FF5-9044-06B1788F60BA}" dt="2024-09-08T12:22:16.853" v="43" actId="1035"/>
          <ac:spMkLst>
            <pc:docMk/>
            <pc:sldMk cId="0" sldId="259"/>
            <ac:spMk id="163" creationId="{00000000-0000-0000-0000-000000000000}"/>
          </ac:spMkLst>
        </pc:spChg>
        <pc:cxnChg chg="mod">
          <ac:chgData name="Shailendra Chauhan" userId="a7d3133f-e197-4b90-bf63-99a63a264234" providerId="ADAL" clId="{64C764F0-EFA6-4FF5-9044-06B1788F60BA}" dt="2024-09-08T12:22:16.853" v="43" actId="1035"/>
          <ac:cxnSpMkLst>
            <pc:docMk/>
            <pc:sldMk cId="0" sldId="259"/>
            <ac:cxnSpMk id="164" creationId="{00000000-0000-0000-0000-000000000000}"/>
          </ac:cxnSpMkLst>
        </pc:cxnChg>
      </pc:sldChg>
      <pc:sldChg chg="addSp delSp modSp mod modClrScheme chgLayout">
        <pc:chgData name="Shailendra Chauhan" userId="a7d3133f-e197-4b90-bf63-99a63a264234" providerId="ADAL" clId="{64C764F0-EFA6-4FF5-9044-06B1788F60BA}" dt="2024-09-07T13:29:14.744" v="5" actId="700"/>
        <pc:sldMkLst>
          <pc:docMk/>
          <pc:sldMk cId="0" sldId="260"/>
        </pc:sldMkLst>
        <pc:spChg chg="add del mod ord">
          <ac:chgData name="Shailendra Chauhan" userId="a7d3133f-e197-4b90-bf63-99a63a264234" providerId="ADAL" clId="{64C764F0-EFA6-4FF5-9044-06B1788F60BA}" dt="2024-09-07T13:29:14.744" v="5" actId="700"/>
          <ac:spMkLst>
            <pc:docMk/>
            <pc:sldMk cId="0" sldId="260"/>
            <ac:spMk id="2" creationId="{0B8A7858-AF26-E2F0-3DBB-95F2F86A206E}"/>
          </ac:spMkLst>
        </pc:spChg>
        <pc:spChg chg="mod ord">
          <ac:chgData name="Shailendra Chauhan" userId="a7d3133f-e197-4b90-bf63-99a63a264234" providerId="ADAL" clId="{64C764F0-EFA6-4FF5-9044-06B1788F60BA}" dt="2024-09-07T13:29:14.744" v="5" actId="700"/>
          <ac:spMkLst>
            <pc:docMk/>
            <pc:sldMk cId="0" sldId="260"/>
            <ac:spMk id="213" creationId="{00000000-0000-0000-0000-000000000000}"/>
          </ac:spMkLst>
        </pc:spChg>
        <pc:spChg chg="mod ord">
          <ac:chgData name="Shailendra Chauhan" userId="a7d3133f-e197-4b90-bf63-99a63a264234" providerId="ADAL" clId="{64C764F0-EFA6-4FF5-9044-06B1788F60BA}" dt="2024-09-07T13:29:14.744" v="5" actId="700"/>
          <ac:spMkLst>
            <pc:docMk/>
            <pc:sldMk cId="0" sldId="260"/>
            <ac:spMk id="214" creationId="{00000000-0000-0000-0000-000000000000}"/>
          </ac:spMkLst>
        </pc:spChg>
      </pc:sldChg>
      <pc:sldChg chg="addSp delSp modSp new mod modClrScheme chgLayout">
        <pc:chgData name="Shailendra Chauhan" userId="a7d3133f-e197-4b90-bf63-99a63a264234" providerId="ADAL" clId="{64C764F0-EFA6-4FF5-9044-06B1788F60BA}" dt="2024-09-07T14:12:36.760" v="37" actId="1076"/>
        <pc:sldMkLst>
          <pc:docMk/>
          <pc:sldMk cId="876841565" sldId="285"/>
        </pc:sldMkLst>
        <pc:spChg chg="add del mod ord">
          <ac:chgData name="Shailendra Chauhan" userId="a7d3133f-e197-4b90-bf63-99a63a264234" providerId="ADAL" clId="{64C764F0-EFA6-4FF5-9044-06B1788F60BA}" dt="2024-09-07T13:29:06.164" v="3" actId="700"/>
          <ac:spMkLst>
            <pc:docMk/>
            <pc:sldMk cId="876841565" sldId="285"/>
            <ac:spMk id="2" creationId="{B12B6004-6046-0737-D660-0F5CAC0F3CCF}"/>
          </ac:spMkLst>
        </pc:spChg>
        <pc:spChg chg="add del mod ord">
          <ac:chgData name="Shailendra Chauhan" userId="a7d3133f-e197-4b90-bf63-99a63a264234" providerId="ADAL" clId="{64C764F0-EFA6-4FF5-9044-06B1788F60BA}" dt="2024-09-07T13:29:19.907" v="6" actId="700"/>
          <ac:spMkLst>
            <pc:docMk/>
            <pc:sldMk cId="876841565" sldId="285"/>
            <ac:spMk id="5" creationId="{114FAADA-2E88-6F10-DA67-3C66E838C09E}"/>
          </ac:spMkLst>
        </pc:spChg>
        <pc:spChg chg="add del mod ord">
          <ac:chgData name="Shailendra Chauhan" userId="a7d3133f-e197-4b90-bf63-99a63a264234" providerId="ADAL" clId="{64C764F0-EFA6-4FF5-9044-06B1788F60BA}" dt="2024-09-07T13:29:19.907" v="6" actId="700"/>
          <ac:spMkLst>
            <pc:docMk/>
            <pc:sldMk cId="876841565" sldId="285"/>
            <ac:spMk id="6" creationId="{E5437006-F03E-3CF1-780C-A3582783F069}"/>
          </ac:spMkLst>
        </pc:spChg>
        <pc:spChg chg="add del mod ord">
          <ac:chgData name="Shailendra Chauhan" userId="a7d3133f-e197-4b90-bf63-99a63a264234" providerId="ADAL" clId="{64C764F0-EFA6-4FF5-9044-06B1788F60BA}" dt="2024-09-07T13:29:32.193" v="12" actId="700"/>
          <ac:spMkLst>
            <pc:docMk/>
            <pc:sldMk cId="876841565" sldId="285"/>
            <ac:spMk id="7" creationId="{D51BABC2-D1B5-D991-6C0B-2009E8DADC9D}"/>
          </ac:spMkLst>
        </pc:spChg>
        <pc:spChg chg="add del mod ord">
          <ac:chgData name="Shailendra Chauhan" userId="a7d3133f-e197-4b90-bf63-99a63a264234" providerId="ADAL" clId="{64C764F0-EFA6-4FF5-9044-06B1788F60BA}" dt="2024-09-07T13:29:32.193" v="12" actId="700"/>
          <ac:spMkLst>
            <pc:docMk/>
            <pc:sldMk cId="876841565" sldId="285"/>
            <ac:spMk id="8" creationId="{8F207F61-A274-347B-2749-954883A54638}"/>
          </ac:spMkLst>
        </pc:spChg>
        <pc:spChg chg="add del mod ord">
          <ac:chgData name="Shailendra Chauhan" userId="a7d3133f-e197-4b90-bf63-99a63a264234" providerId="ADAL" clId="{64C764F0-EFA6-4FF5-9044-06B1788F60BA}" dt="2024-09-07T13:29:36.155" v="13"/>
          <ac:spMkLst>
            <pc:docMk/>
            <pc:sldMk cId="876841565" sldId="285"/>
            <ac:spMk id="11" creationId="{147E499E-E870-CF28-0586-6DE12FBA68EC}"/>
          </ac:spMkLst>
        </pc:spChg>
        <pc:spChg chg="add mod ord">
          <ac:chgData name="Shailendra Chauhan" userId="a7d3133f-e197-4b90-bf63-99a63a264234" providerId="ADAL" clId="{64C764F0-EFA6-4FF5-9044-06B1788F60BA}" dt="2024-09-07T14:12:30.427" v="35" actId="313"/>
          <ac:spMkLst>
            <pc:docMk/>
            <pc:sldMk cId="876841565" sldId="285"/>
            <ac:spMk id="12" creationId="{F7CC829D-85AD-3876-E45C-FB0B84555E43}"/>
          </ac:spMkLst>
        </pc:spChg>
        <pc:picChg chg="add mod">
          <ac:chgData name="Shailendra Chauhan" userId="a7d3133f-e197-4b90-bf63-99a63a264234" providerId="ADAL" clId="{64C764F0-EFA6-4FF5-9044-06B1788F60BA}" dt="2024-09-07T13:29:00.190" v="2"/>
          <ac:picMkLst>
            <pc:docMk/>
            <pc:sldMk cId="876841565" sldId="285"/>
            <ac:picMk id="4" creationId="{1B1CB9B6-4B63-BD17-8FCD-3EB7275C1884}"/>
          </ac:picMkLst>
        </pc:picChg>
        <pc:picChg chg="add mod">
          <ac:chgData name="Shailendra Chauhan" userId="a7d3133f-e197-4b90-bf63-99a63a264234" providerId="ADAL" clId="{64C764F0-EFA6-4FF5-9044-06B1788F60BA}" dt="2024-09-07T13:29:23.055" v="11"/>
          <ac:picMkLst>
            <pc:docMk/>
            <pc:sldMk cId="876841565" sldId="285"/>
            <ac:picMk id="10" creationId="{FD028F7D-9076-EF1A-D46A-265CFC6A1E08}"/>
          </ac:picMkLst>
        </pc:picChg>
        <pc:picChg chg="add mod">
          <ac:chgData name="Shailendra Chauhan" userId="a7d3133f-e197-4b90-bf63-99a63a264234" providerId="ADAL" clId="{64C764F0-EFA6-4FF5-9044-06B1788F60BA}" dt="2024-09-07T14:12:36.760" v="37" actId="1076"/>
          <ac:picMkLst>
            <pc:docMk/>
            <pc:sldMk cId="876841565" sldId="285"/>
            <ac:picMk id="14" creationId="{9EE546CA-0A1F-9570-9A77-6D542A95394A}"/>
          </ac:picMkLst>
        </pc:picChg>
      </pc:sldChg>
    </pc:docChg>
  </pc:docChgLst>
  <pc:docChgLst>
    <pc:chgData name="Shailendra Chauhan" userId="a7d3133f-e197-4b90-bf63-99a63a264234" providerId="ADAL" clId="{E8CB59A1-5F4E-44F1-8019-038E3E6FB3B7}"/>
    <pc:docChg chg="custSel addSld delSld modSld">
      <pc:chgData name="Shailendra Chauhan" userId="a7d3133f-e197-4b90-bf63-99a63a264234" providerId="ADAL" clId="{E8CB59A1-5F4E-44F1-8019-038E3E6FB3B7}" dt="2024-10-15T04:42:00.175" v="91" actId="2696"/>
      <pc:docMkLst>
        <pc:docMk/>
      </pc:docMkLst>
      <pc:sldChg chg="modSp mod modClrScheme chgLayout">
        <pc:chgData name="Shailendra Chauhan" userId="a7d3133f-e197-4b90-bf63-99a63a264234" providerId="ADAL" clId="{E8CB59A1-5F4E-44F1-8019-038E3E6FB3B7}" dt="2024-10-14T10:11:20.065" v="84" actId="700"/>
        <pc:sldMkLst>
          <pc:docMk/>
          <pc:sldMk cId="0" sldId="257"/>
        </pc:sldMkLst>
        <pc:spChg chg="mod ord">
          <ac:chgData name="Shailendra Chauhan" userId="a7d3133f-e197-4b90-bf63-99a63a264234" providerId="ADAL" clId="{E8CB59A1-5F4E-44F1-8019-038E3E6FB3B7}" dt="2024-10-14T10:11:20.065" v="84" actId="700"/>
          <ac:spMkLst>
            <pc:docMk/>
            <pc:sldMk cId="0" sldId="257"/>
            <ac:spMk id="119" creationId="{00000000-0000-0000-0000-000000000000}"/>
          </ac:spMkLst>
        </pc:spChg>
      </pc:sldChg>
      <pc:sldChg chg="modSp mod setBg modClrScheme chgLayout">
        <pc:chgData name="Shailendra Chauhan" userId="a7d3133f-e197-4b90-bf63-99a63a264234" providerId="ADAL" clId="{E8CB59A1-5F4E-44F1-8019-038E3E6FB3B7}" dt="2024-10-14T10:11:38.452" v="87" actId="700"/>
        <pc:sldMkLst>
          <pc:docMk/>
          <pc:sldMk cId="0" sldId="258"/>
        </pc:sldMkLst>
        <pc:spChg chg="mod ord">
          <ac:chgData name="Shailendra Chauhan" userId="a7d3133f-e197-4b90-bf63-99a63a264234" providerId="ADAL" clId="{E8CB59A1-5F4E-44F1-8019-038E3E6FB3B7}" dt="2024-10-14T10:11:38.452" v="87" actId="700"/>
          <ac:spMkLst>
            <pc:docMk/>
            <pc:sldMk cId="0" sldId="258"/>
            <ac:spMk id="128" creationId="{00000000-0000-0000-0000-000000000000}"/>
          </ac:spMkLst>
        </pc:spChg>
      </pc:sldChg>
      <pc:sldChg chg="del">
        <pc:chgData name="Shailendra Chauhan" userId="a7d3133f-e197-4b90-bf63-99a63a264234" providerId="ADAL" clId="{E8CB59A1-5F4E-44F1-8019-038E3E6FB3B7}" dt="2024-10-15T04:42:00.175" v="91" actId="2696"/>
        <pc:sldMkLst>
          <pc:docMk/>
          <pc:sldMk cId="0" sldId="259"/>
        </pc:sldMkLst>
      </pc:sldChg>
      <pc:sldChg chg="modSp">
        <pc:chgData name="Shailendra Chauhan" userId="a7d3133f-e197-4b90-bf63-99a63a264234" providerId="ADAL" clId="{E8CB59A1-5F4E-44F1-8019-038E3E6FB3B7}" dt="2024-10-14T10:00:29.929" v="2"/>
        <pc:sldMkLst>
          <pc:docMk/>
          <pc:sldMk cId="0" sldId="261"/>
        </pc:sldMkLst>
        <pc:picChg chg="mod">
          <ac:chgData name="Shailendra Chauhan" userId="a7d3133f-e197-4b90-bf63-99a63a264234" providerId="ADAL" clId="{E8CB59A1-5F4E-44F1-8019-038E3E6FB3B7}" dt="2024-10-14T10:00:29.929" v="2"/>
          <ac:picMkLst>
            <pc:docMk/>
            <pc:sldMk cId="0" sldId="261"/>
            <ac:picMk id="242" creationId="{00000000-0000-0000-0000-000000000000}"/>
          </ac:picMkLst>
        </pc:picChg>
      </pc:sldChg>
      <pc:sldChg chg="addSp delSp modSp mod setBg modClrScheme modAnim chgLayout">
        <pc:chgData name="Shailendra Chauhan" userId="a7d3133f-e197-4b90-bf63-99a63a264234" providerId="ADAL" clId="{E8CB59A1-5F4E-44F1-8019-038E3E6FB3B7}" dt="2024-10-14T10:11:00.718" v="83" actId="14826"/>
        <pc:sldMkLst>
          <pc:docMk/>
          <pc:sldMk cId="0" sldId="262"/>
        </pc:sldMkLst>
        <pc:spChg chg="mod ord">
          <ac:chgData name="Shailendra Chauhan" userId="a7d3133f-e197-4b90-bf63-99a63a264234" providerId="ADAL" clId="{E8CB59A1-5F4E-44F1-8019-038E3E6FB3B7}" dt="2024-10-14T10:00:37.758" v="3" actId="700"/>
          <ac:spMkLst>
            <pc:docMk/>
            <pc:sldMk cId="0" sldId="262"/>
            <ac:spMk id="248" creationId="{00000000-0000-0000-0000-000000000000}"/>
          </ac:spMkLst>
        </pc:spChg>
        <pc:spChg chg="mod topLvl">
          <ac:chgData name="Shailendra Chauhan" userId="a7d3133f-e197-4b90-bf63-99a63a264234" providerId="ADAL" clId="{E8CB59A1-5F4E-44F1-8019-038E3E6FB3B7}" dt="2024-10-14T10:09:13.629" v="70" actId="165"/>
          <ac:spMkLst>
            <pc:docMk/>
            <pc:sldMk cId="0" sldId="262"/>
            <ac:spMk id="251" creationId="{00000000-0000-0000-0000-000000000000}"/>
          </ac:spMkLst>
        </pc:spChg>
        <pc:spChg chg="mod">
          <ac:chgData name="Shailendra Chauhan" userId="a7d3133f-e197-4b90-bf63-99a63a264234" providerId="ADAL" clId="{E8CB59A1-5F4E-44F1-8019-038E3E6FB3B7}" dt="2024-10-14T10:02:57.950" v="62" actId="207"/>
          <ac:spMkLst>
            <pc:docMk/>
            <pc:sldMk cId="0" sldId="262"/>
            <ac:spMk id="254" creationId="{00000000-0000-0000-0000-000000000000}"/>
          </ac:spMkLst>
        </pc:spChg>
        <pc:spChg chg="mod topLvl">
          <ac:chgData name="Shailendra Chauhan" userId="a7d3133f-e197-4b90-bf63-99a63a264234" providerId="ADAL" clId="{E8CB59A1-5F4E-44F1-8019-038E3E6FB3B7}" dt="2024-10-14T10:03:00.880" v="63" actId="207"/>
          <ac:spMkLst>
            <pc:docMk/>
            <pc:sldMk cId="0" sldId="262"/>
            <ac:spMk id="257" creationId="{00000000-0000-0000-0000-000000000000}"/>
          </ac:spMkLst>
        </pc:spChg>
        <pc:spChg chg="mod">
          <ac:chgData name="Shailendra Chauhan" userId="a7d3133f-e197-4b90-bf63-99a63a264234" providerId="ADAL" clId="{E8CB59A1-5F4E-44F1-8019-038E3E6FB3B7}" dt="2024-10-14T10:11:00.718" v="83" actId="14826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Shailendra Chauhan" userId="a7d3133f-e197-4b90-bf63-99a63a264234" providerId="ADAL" clId="{E8CB59A1-5F4E-44F1-8019-038E3E6FB3B7}" dt="2024-10-14T10:03:03.735" v="64" actId="207"/>
          <ac:spMkLst>
            <pc:docMk/>
            <pc:sldMk cId="0" sldId="262"/>
            <ac:spMk id="263" creationId="{00000000-0000-0000-0000-000000000000}"/>
          </ac:spMkLst>
        </pc:spChg>
        <pc:spChg chg="mod">
          <ac:chgData name="Shailendra Chauhan" userId="a7d3133f-e197-4b90-bf63-99a63a264234" providerId="ADAL" clId="{E8CB59A1-5F4E-44F1-8019-038E3E6FB3B7}" dt="2024-10-14T10:03:08.886" v="66" actId="207"/>
          <ac:spMkLst>
            <pc:docMk/>
            <pc:sldMk cId="0" sldId="262"/>
            <ac:spMk id="266" creationId="{00000000-0000-0000-0000-000000000000}"/>
          </ac:spMkLst>
        </pc:spChg>
        <pc:grpChg chg="del mod">
          <ac:chgData name="Shailendra Chauhan" userId="a7d3133f-e197-4b90-bf63-99a63a264234" providerId="ADAL" clId="{E8CB59A1-5F4E-44F1-8019-038E3E6FB3B7}" dt="2024-10-14T10:09:13.629" v="70" actId="165"/>
          <ac:grpSpMkLst>
            <pc:docMk/>
            <pc:sldMk cId="0" sldId="262"/>
            <ac:grpSpMk id="249" creationId="{00000000-0000-0000-0000-000000000000}"/>
          </ac:grpSpMkLst>
        </pc:grpChg>
        <pc:grpChg chg="del">
          <ac:chgData name="Shailendra Chauhan" userId="a7d3133f-e197-4b90-bf63-99a63a264234" providerId="ADAL" clId="{E8CB59A1-5F4E-44F1-8019-038E3E6FB3B7}" dt="2024-10-14T10:00:57.039" v="5" actId="165"/>
          <ac:grpSpMkLst>
            <pc:docMk/>
            <pc:sldMk cId="0" sldId="262"/>
            <ac:grpSpMk id="255" creationId="{00000000-0000-0000-0000-000000000000}"/>
          </ac:grpSpMkLst>
        </pc:grpChg>
        <pc:grpChg chg="mod">
          <ac:chgData name="Shailendra Chauhan" userId="a7d3133f-e197-4b90-bf63-99a63a264234" providerId="ADAL" clId="{E8CB59A1-5F4E-44F1-8019-038E3E6FB3B7}" dt="2024-10-14T10:11:00.718" v="83" actId="14826"/>
          <ac:grpSpMkLst>
            <pc:docMk/>
            <pc:sldMk cId="0" sldId="262"/>
            <ac:grpSpMk id="258" creationId="{00000000-0000-0000-0000-000000000000}"/>
          </ac:grpSpMkLst>
        </pc:grpChg>
        <pc:picChg chg="add mod">
          <ac:chgData name="Shailendra Chauhan" userId="a7d3133f-e197-4b90-bf63-99a63a264234" providerId="ADAL" clId="{E8CB59A1-5F4E-44F1-8019-038E3E6FB3B7}" dt="2024-10-14T10:09:48.976" v="82" actId="14100"/>
          <ac:picMkLst>
            <pc:docMk/>
            <pc:sldMk cId="0" sldId="262"/>
            <ac:picMk id="3" creationId="{8B8D54BA-6E8F-0D9D-903A-58A6F2BD40CB}"/>
          </ac:picMkLst>
        </pc:picChg>
        <pc:picChg chg="del mod topLvl">
          <ac:chgData name="Shailendra Chauhan" userId="a7d3133f-e197-4b90-bf63-99a63a264234" providerId="ADAL" clId="{E8CB59A1-5F4E-44F1-8019-038E3E6FB3B7}" dt="2024-10-14T10:09:31.299" v="73" actId="478"/>
          <ac:picMkLst>
            <pc:docMk/>
            <pc:sldMk cId="0" sldId="262"/>
            <ac:picMk id="250" creationId="{00000000-0000-0000-0000-000000000000}"/>
          </ac:picMkLst>
        </pc:picChg>
        <pc:picChg chg="mod topLvl">
          <ac:chgData name="Shailendra Chauhan" userId="a7d3133f-e197-4b90-bf63-99a63a264234" providerId="ADAL" clId="{E8CB59A1-5F4E-44F1-8019-038E3E6FB3B7}" dt="2024-10-14T10:08:50.243" v="68" actId="14826"/>
          <ac:picMkLst>
            <pc:docMk/>
            <pc:sldMk cId="0" sldId="262"/>
            <ac:picMk id="256" creationId="{00000000-0000-0000-0000-000000000000}"/>
          </ac:picMkLst>
        </pc:picChg>
        <pc:picChg chg="mod">
          <ac:chgData name="Shailendra Chauhan" userId="a7d3133f-e197-4b90-bf63-99a63a264234" providerId="ADAL" clId="{E8CB59A1-5F4E-44F1-8019-038E3E6FB3B7}" dt="2024-10-14T10:11:00.718" v="83" actId="14826"/>
          <ac:picMkLst>
            <pc:docMk/>
            <pc:sldMk cId="0" sldId="262"/>
            <ac:picMk id="259" creationId="{00000000-0000-0000-0000-000000000000}"/>
          </ac:picMkLst>
        </pc:picChg>
      </pc:sldChg>
      <pc:sldChg chg="modSp add mod modClrScheme chgLayout">
        <pc:chgData name="Shailendra Chauhan" userId="a7d3133f-e197-4b90-bf63-99a63a264234" providerId="ADAL" clId="{E8CB59A1-5F4E-44F1-8019-038E3E6FB3B7}" dt="2024-10-15T04:41:51.551" v="90" actId="700"/>
        <pc:sldMkLst>
          <pc:docMk/>
          <pc:sldMk cId="0" sldId="285"/>
        </pc:sldMkLst>
        <pc:spChg chg="mod ord">
          <ac:chgData name="Shailendra Chauhan" userId="a7d3133f-e197-4b90-bf63-99a63a264234" providerId="ADAL" clId="{E8CB59A1-5F4E-44F1-8019-038E3E6FB3B7}" dt="2024-10-15T04:41:51.551" v="90" actId="700"/>
          <ac:spMkLst>
            <pc:docMk/>
            <pc:sldMk cId="0" sldId="285"/>
            <ac:spMk id="162" creationId="{00000000-0000-0000-0000-000000000000}"/>
          </ac:spMkLst>
        </pc:spChg>
      </pc:sldChg>
      <pc:sldChg chg="del">
        <pc:chgData name="Shailendra Chauhan" userId="a7d3133f-e197-4b90-bf63-99a63a264234" providerId="ADAL" clId="{E8CB59A1-5F4E-44F1-8019-038E3E6FB3B7}" dt="2024-10-14T09:59:43.436" v="0" actId="2696"/>
        <pc:sldMkLst>
          <pc:docMk/>
          <pc:sldMk cId="876841565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ginx.com/products/nginx-ingress-controller/compare-models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Compare NGINX Ingress Controller Models - NGINX</a:t>
            </a:r>
            <a:endParaRPr/>
          </a:p>
        </p:txBody>
      </p:sp>
      <p:sp>
        <p:nvSpPr>
          <p:cNvPr id="246" name="Google Shape;2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850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7838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 Management Server - </a:t>
            </a:r>
            <a:r>
              <a:rPr lang="en-US" sz="1800" b="0" i="0" u="none" strike="noStrike">
                <a:latin typeface="Calibri"/>
                <a:ea typeface="Calibri"/>
                <a:cs typeface="Calibri"/>
                <a:sym typeface="Calibri"/>
              </a:rPr>
              <a:t>This will be an external system that has knowledge about the users, and their authentication process. It provides the auth token that can be use to identify user's session.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latin typeface="Calibri"/>
                <a:ea typeface="Calibri"/>
                <a:cs typeface="Calibri"/>
                <a:sym typeface="Calibri"/>
              </a:rPr>
              <a:t>Authentication Server </a:t>
            </a:r>
            <a:r>
              <a:rPr lang="en-US" sz="1800" b="0" i="0" u="none" strike="noStrike">
                <a:latin typeface="Calibri"/>
                <a:ea typeface="Calibri"/>
                <a:cs typeface="Calibri"/>
                <a:sym typeface="Calibri"/>
              </a:rPr>
              <a:t>- It is usually implemented as a microservice, and provides login, logout, and refresh APIs. It can implement any standard or custom protocol for authentication, and session creation.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latin typeface="Calibri"/>
                <a:ea typeface="Calibri"/>
                <a:cs typeface="Calibri"/>
                <a:sym typeface="Calibri"/>
              </a:rPr>
              <a:t>Load Balancer </a:t>
            </a:r>
            <a:r>
              <a:rPr lang="en-US" sz="1800" b="0" i="0" u="none" strike="noStrike">
                <a:latin typeface="Calibri"/>
                <a:ea typeface="Calibri"/>
                <a:cs typeface="Calibri"/>
                <a:sym typeface="Calibri"/>
              </a:rPr>
              <a:t>- These are third party systems. works as a reverse proxy and spread incoming requests on all the instances of a business microservice.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latin typeface="Calibri"/>
                <a:ea typeface="Calibri"/>
                <a:cs typeface="Calibri"/>
                <a:sym typeface="Calibri"/>
              </a:rPr>
              <a:t>Reverse Proxy/Side Car</a:t>
            </a:r>
            <a:r>
              <a:rPr lang="en-US" sz="1800" b="0" i="0" u="none" strike="noStrike">
                <a:latin typeface="Calibri"/>
                <a:ea typeface="Calibri"/>
                <a:cs typeface="Calibri"/>
                <a:sym typeface="Calibri"/>
              </a:rPr>
              <a:t> - These are third party systems that are deployed before the microservice to assist it in many different ways like filtering, protecting, or monitoring content.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latin typeface="Calibri"/>
                <a:ea typeface="Calibri"/>
                <a:cs typeface="Calibri"/>
                <a:sym typeface="Calibri"/>
              </a:rPr>
              <a:t>Log Aggregator </a:t>
            </a:r>
            <a:r>
              <a:rPr lang="en-US" sz="1800" b="0" i="0" u="none" strike="noStrike">
                <a:latin typeface="Calibri"/>
                <a:ea typeface="Calibri"/>
                <a:cs typeface="Calibri"/>
                <a:sym typeface="Calibri"/>
              </a:rPr>
              <a:t>- It is usually a third party service that captures all the logs streaming from the business microservices. It transform these logs into structure records, and store them in a database.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latin typeface="Calibri"/>
                <a:ea typeface="Calibri"/>
                <a:cs typeface="Calibri"/>
                <a:sym typeface="Calibri"/>
              </a:rPr>
              <a:t>Admin Server </a:t>
            </a:r>
            <a:r>
              <a:rPr lang="en-US" sz="1800" b="0" i="0" u="none" strike="noStrike">
                <a:latin typeface="Calibri"/>
                <a:ea typeface="Calibri"/>
                <a:cs typeface="Calibri"/>
                <a:sym typeface="Calibri"/>
              </a:rPr>
              <a:t>- It is can be an external server or a custom build one. It takes performance metrics from all the business microservices, and have them display in a single dashboard. It can also generate compressed logs, reports and analytical data.</a:t>
            </a:r>
            <a:endParaRPr/>
          </a:p>
        </p:txBody>
      </p:sp>
      <p:sp>
        <p:nvSpPr>
          <p:cNvPr id="292" name="Google Shape;29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72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890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03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76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10976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37377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27531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51454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34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34751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52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5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85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75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78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53539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14900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48070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24237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22561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24498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62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5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00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3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Image">
  <p:cSld name="1_Heading and Imag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91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mo Dark Blue">
  <p:cSld name="Demo Dark Blue">
    <p:bg>
      <p:bgPr>
        <a:solidFill>
          <a:srgbClr val="001A2D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title"/>
          </p:nvPr>
        </p:nvSpPr>
        <p:spPr>
          <a:xfrm>
            <a:off x="493295" y="1989612"/>
            <a:ext cx="11113251" cy="794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1"/>
          </p:nvPr>
        </p:nvSpPr>
        <p:spPr>
          <a:xfrm>
            <a:off x="484490" y="3044247"/>
            <a:ext cx="11122056" cy="267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877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Content">
  <p:cSld name="1_Heading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493295" y="1593670"/>
            <a:ext cx="11122056" cy="47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2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188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, Content and Image Horizontal">
  <p:cSld name="1_Heading, Content and Image Horizontal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body" idx="1"/>
          </p:nvPr>
        </p:nvSpPr>
        <p:spPr>
          <a:xfrm>
            <a:off x="493295" y="1593670"/>
            <a:ext cx="6351642" cy="47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055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2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5" r:id="rId26"/>
    <p:sldLayoutId id="2147483696" r:id="rId27"/>
    <p:sldLayoutId id="2147483698" r:id="rId28"/>
    <p:sldLayoutId id="2147483699" r:id="rId2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jp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01D0B4-8A12-7A11-3686-BD38BC9066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Getting Started with Microservices</a:t>
            </a:r>
          </a:p>
          <a:p>
            <a:r>
              <a:rPr lang="en-US" dirty="0"/>
              <a:t>Building Microservices with ASP.NET Core </a:t>
            </a:r>
          </a:p>
          <a:p>
            <a:r>
              <a:rPr lang="en-US" dirty="0"/>
              <a:t>API Gateways</a:t>
            </a:r>
          </a:p>
          <a:p>
            <a:r>
              <a:rPr lang="en-US" dirty="0"/>
              <a:t>Ocelot API Gateway</a:t>
            </a:r>
          </a:p>
          <a:p>
            <a:r>
              <a:rPr lang="en-US" dirty="0"/>
              <a:t>Integrating Ocelot API Gateway</a:t>
            </a:r>
          </a:p>
          <a:p>
            <a:r>
              <a:rPr lang="en-US" dirty="0"/>
              <a:t>Testing Microservices Using Postman</a:t>
            </a:r>
          </a:p>
          <a:p>
            <a:r>
              <a:rPr lang="en-US" dirty="0"/>
              <a:t>Swagger</a:t>
            </a:r>
          </a:p>
          <a:p>
            <a:r>
              <a:rPr lang="en-US" dirty="0"/>
              <a:t>Web API Documentation with Swagger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D6D19A-D115-0395-A87E-6388C2998B1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Microservices with ASP.NET Core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9E71D2-F4F7-7470-36FE-D0CD27D3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20280975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/>
              <a:t>Development Frameworks</a:t>
            </a:r>
            <a:endParaRPr lang="en-US"/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477" y="2729855"/>
            <a:ext cx="1456739" cy="164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 descr="Image result for java logo"/>
          <p:cNvPicPr preferRelativeResize="0"/>
          <p:nvPr/>
        </p:nvPicPr>
        <p:blipFill rotWithShape="1">
          <a:blip r:embed="rId4">
            <a:alphaModFix/>
          </a:blip>
          <a:srcRect l="24867" t="6285" r="23678" b="31438"/>
          <a:stretch/>
        </p:blipFill>
        <p:spPr>
          <a:xfrm>
            <a:off x="6717400" y="2729855"/>
            <a:ext cx="1357475" cy="164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3795" y="2882392"/>
            <a:ext cx="1362416" cy="135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/>
          <p:cNvPicPr preferRelativeResize="0"/>
          <p:nvPr/>
        </p:nvPicPr>
        <p:blipFill rotWithShape="1">
          <a:blip r:embed="rId6">
            <a:alphaModFix/>
          </a:blip>
          <a:srcRect t="3712" b="5661"/>
          <a:stretch/>
        </p:blipFill>
        <p:spPr>
          <a:xfrm>
            <a:off x="714902" y="2882391"/>
            <a:ext cx="1644531" cy="149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/>
              <a:t>Tools For Building Microservices</a:t>
            </a:r>
            <a:endParaRPr/>
          </a:p>
        </p:txBody>
      </p:sp>
      <p:grpSp>
        <p:nvGrpSpPr>
          <p:cNvPr id="129" name="Google Shape;129;p3"/>
          <p:cNvGrpSpPr/>
          <p:nvPr/>
        </p:nvGrpSpPr>
        <p:grpSpPr>
          <a:xfrm>
            <a:off x="615657" y="1837203"/>
            <a:ext cx="1645865" cy="1798720"/>
            <a:chOff x="6878679" y="3534716"/>
            <a:chExt cx="1645059" cy="1798720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6970183" y="4933326"/>
              <a:ext cx="155355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Visual Studio</a:t>
              </a:r>
              <a:endParaRPr/>
            </a:p>
          </p:txBody>
        </p:sp>
        <p:pic>
          <p:nvPicPr>
            <p:cNvPr id="131" name="Google Shape;131;p3" descr="The Visual Studio 2019 release icon (left) next to the Visual Studio 2019 Preview icon (right)"/>
            <p:cNvPicPr preferRelativeResize="0"/>
            <p:nvPr/>
          </p:nvPicPr>
          <p:blipFill rotWithShape="1">
            <a:blip r:embed="rId3">
              <a:alphaModFix/>
            </a:blip>
            <a:srcRect l="2642" t="12302" r="59763" b="11780"/>
            <a:stretch/>
          </p:blipFill>
          <p:spPr>
            <a:xfrm>
              <a:off x="6878679" y="3534716"/>
              <a:ext cx="1645059" cy="13478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3"/>
          <p:cNvGrpSpPr/>
          <p:nvPr/>
        </p:nvGrpSpPr>
        <p:grpSpPr>
          <a:xfrm>
            <a:off x="3271733" y="1864073"/>
            <a:ext cx="1408404" cy="1717039"/>
            <a:chOff x="6096000" y="4289806"/>
            <a:chExt cx="1408404" cy="1717039"/>
          </a:xfrm>
        </p:grpSpPr>
        <p:pic>
          <p:nvPicPr>
            <p:cNvPr id="133" name="Google Shape;133;p3" descr="Image result for sql server management studio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96000" y="4289806"/>
              <a:ext cx="1256880" cy="1285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3"/>
            <p:cNvSpPr txBox="1"/>
            <p:nvPr/>
          </p:nvSpPr>
          <p:spPr>
            <a:xfrm>
              <a:off x="6181079" y="5637513"/>
              <a:ext cx="13233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SQL Server</a:t>
              </a:r>
              <a:endParaRPr/>
            </a:p>
          </p:txBody>
        </p:sp>
      </p:grpSp>
      <p:grpSp>
        <p:nvGrpSpPr>
          <p:cNvPr id="135" name="Google Shape;135;p3"/>
          <p:cNvGrpSpPr/>
          <p:nvPr/>
        </p:nvGrpSpPr>
        <p:grpSpPr>
          <a:xfrm>
            <a:off x="5472846" y="1864073"/>
            <a:ext cx="1446876" cy="1685000"/>
            <a:chOff x="6096000" y="3754504"/>
            <a:chExt cx="1644011" cy="2013343"/>
          </a:xfrm>
        </p:grpSpPr>
        <p:pic>
          <p:nvPicPr>
            <p:cNvPr id="136" name="Google Shape;136;p3" descr="Image result for postman logo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096000" y="3754504"/>
              <a:ext cx="1644011" cy="16440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3"/>
            <p:cNvSpPr txBox="1"/>
            <p:nvPr/>
          </p:nvSpPr>
          <p:spPr>
            <a:xfrm>
              <a:off x="6102500" y="5398515"/>
              <a:ext cx="16338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Postman App</a:t>
              </a:r>
              <a:endParaRPr/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7774005" y="4015436"/>
            <a:ext cx="1824810" cy="1773390"/>
            <a:chOff x="9694452" y="2539609"/>
            <a:chExt cx="1824810" cy="1773390"/>
          </a:xfrm>
        </p:grpSpPr>
        <p:pic>
          <p:nvPicPr>
            <p:cNvPr id="139" name="Google Shape;139;p3"/>
            <p:cNvPicPr preferRelativeResize="0"/>
            <p:nvPr/>
          </p:nvPicPr>
          <p:blipFill rotWithShape="1">
            <a:blip r:embed="rId6">
              <a:alphaModFix/>
            </a:blip>
            <a:srcRect l="8362" t="13651" r="6994" b="17696"/>
            <a:stretch/>
          </p:blipFill>
          <p:spPr>
            <a:xfrm>
              <a:off x="9794356" y="2539609"/>
              <a:ext cx="1724906" cy="12746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3"/>
            <p:cNvSpPr txBox="1"/>
            <p:nvPr/>
          </p:nvSpPr>
          <p:spPr>
            <a:xfrm>
              <a:off x="9694452" y="3943667"/>
              <a:ext cx="18248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Docker Desktop</a:t>
              </a:r>
              <a:endParaRPr dirty="0"/>
            </a:p>
          </p:txBody>
        </p:sp>
      </p:grpSp>
      <p:grpSp>
        <p:nvGrpSpPr>
          <p:cNvPr id="141" name="Google Shape;141;p3"/>
          <p:cNvGrpSpPr/>
          <p:nvPr/>
        </p:nvGrpSpPr>
        <p:grpSpPr>
          <a:xfrm>
            <a:off x="7610630" y="1837203"/>
            <a:ext cx="2087361" cy="1804180"/>
            <a:chOff x="6380933" y="2907919"/>
            <a:chExt cx="2645044" cy="2288284"/>
          </a:xfrm>
        </p:grpSpPr>
        <p:pic>
          <p:nvPicPr>
            <p:cNvPr id="142" name="Google Shape;142;p3" descr="Image result for ocelot logo 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779156" y="2907919"/>
              <a:ext cx="1685494" cy="16854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3"/>
            <p:cNvSpPr txBox="1"/>
            <p:nvPr/>
          </p:nvSpPr>
          <p:spPr>
            <a:xfrm>
              <a:off x="6380933" y="4727771"/>
              <a:ext cx="2645044" cy="468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Ocelot API Gateway</a:t>
              </a:r>
              <a:endParaRPr/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10191978" y="1859532"/>
            <a:ext cx="1352248" cy="1735191"/>
            <a:chOff x="9688195" y="4424937"/>
            <a:chExt cx="1352248" cy="1735191"/>
          </a:xfrm>
        </p:grpSpPr>
        <p:pic>
          <p:nvPicPr>
            <p:cNvPr id="145" name="Google Shape;145;p3" descr="Image result for swagger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688195" y="4424937"/>
              <a:ext cx="1352248" cy="1352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3"/>
            <p:cNvSpPr txBox="1"/>
            <p:nvPr/>
          </p:nvSpPr>
          <p:spPr>
            <a:xfrm>
              <a:off x="9888355" y="5790796"/>
              <a:ext cx="10803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Swagger</a:t>
              </a: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5488804" y="4125576"/>
            <a:ext cx="1491878" cy="1656990"/>
            <a:chOff x="3222334" y="4387449"/>
            <a:chExt cx="1491878" cy="1656990"/>
          </a:xfrm>
        </p:grpSpPr>
        <p:pic>
          <p:nvPicPr>
            <p:cNvPr id="148" name="Google Shape;148;p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291189" y="4387449"/>
              <a:ext cx="1256880" cy="1256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3"/>
            <p:cNvSpPr txBox="1"/>
            <p:nvPr/>
          </p:nvSpPr>
          <p:spPr>
            <a:xfrm>
              <a:off x="3222334" y="5644329"/>
              <a:ext cx="1491878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MassTransit</a:t>
              </a: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0" name="Google Shape;150;p3"/>
          <p:cNvPicPr preferRelativeResize="0"/>
          <p:nvPr/>
        </p:nvPicPr>
        <p:blipFill rotWithShape="1">
          <a:blip r:embed="rId10">
            <a:alphaModFix/>
          </a:blip>
          <a:srcRect l="5787" t="12204" r="4900" b="12879"/>
          <a:stretch/>
        </p:blipFill>
        <p:spPr>
          <a:xfrm>
            <a:off x="10108529" y="3977666"/>
            <a:ext cx="1564629" cy="13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10392138" y="5404105"/>
            <a:ext cx="13635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AKS</a:t>
            </a:r>
            <a:endParaRPr/>
          </a:p>
        </p:txBody>
      </p:sp>
      <p:grpSp>
        <p:nvGrpSpPr>
          <p:cNvPr id="152" name="Google Shape;152;p3"/>
          <p:cNvGrpSpPr/>
          <p:nvPr/>
        </p:nvGrpSpPr>
        <p:grpSpPr>
          <a:xfrm>
            <a:off x="615660" y="4207112"/>
            <a:ext cx="1485983" cy="1566325"/>
            <a:chOff x="669904" y="4447336"/>
            <a:chExt cx="1485983" cy="1566325"/>
          </a:xfrm>
        </p:grpSpPr>
        <p:pic>
          <p:nvPicPr>
            <p:cNvPr id="153" name="Google Shape;153;p3"/>
            <p:cNvPicPr preferRelativeResize="0"/>
            <p:nvPr/>
          </p:nvPicPr>
          <p:blipFill rotWithShape="1">
            <a:blip r:embed="rId11">
              <a:alphaModFix/>
            </a:blip>
            <a:srcRect b="18741"/>
            <a:stretch/>
          </p:blipFill>
          <p:spPr>
            <a:xfrm>
              <a:off x="669904" y="4447336"/>
              <a:ext cx="1394435" cy="11330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3"/>
            <p:cNvSpPr txBox="1"/>
            <p:nvPr/>
          </p:nvSpPr>
          <p:spPr>
            <a:xfrm>
              <a:off x="761452" y="5613551"/>
              <a:ext cx="139443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RabbitMQ</a:t>
              </a:r>
              <a:endParaRPr/>
            </a:p>
          </p:txBody>
        </p:sp>
      </p:grpSp>
      <p:grpSp>
        <p:nvGrpSpPr>
          <p:cNvPr id="155" name="Google Shape;155;p3"/>
          <p:cNvGrpSpPr/>
          <p:nvPr/>
        </p:nvGrpSpPr>
        <p:grpSpPr>
          <a:xfrm>
            <a:off x="2732837" y="4153779"/>
            <a:ext cx="2134815" cy="1586534"/>
            <a:chOff x="2787081" y="4394003"/>
            <a:chExt cx="2134815" cy="1586534"/>
          </a:xfrm>
        </p:grpSpPr>
        <p:sp>
          <p:nvSpPr>
            <p:cNvPr id="156" name="Google Shape;156;p3"/>
            <p:cNvSpPr txBox="1"/>
            <p:nvPr/>
          </p:nvSpPr>
          <p:spPr>
            <a:xfrm>
              <a:off x="2787081" y="5580427"/>
              <a:ext cx="213481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Azure Subscription</a:t>
              </a:r>
              <a:endParaRPr/>
            </a:p>
          </p:txBody>
        </p:sp>
        <p:pic>
          <p:nvPicPr>
            <p:cNvPr id="157" name="Google Shape;157;p3"/>
            <p:cNvPicPr preferRelativeResize="0"/>
            <p:nvPr/>
          </p:nvPicPr>
          <p:blipFill rotWithShape="1">
            <a:blip r:embed="rId12">
              <a:alphaModFix/>
            </a:blip>
            <a:srcRect t="2203" b="4389"/>
            <a:stretch/>
          </p:blipFill>
          <p:spPr>
            <a:xfrm>
              <a:off x="3123709" y="4394003"/>
              <a:ext cx="1285188" cy="12004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 sz="4400" dirty="0"/>
              <a:t>Microservices Project Architecture</a:t>
            </a:r>
            <a:endParaRPr dirty="0"/>
          </a:p>
        </p:txBody>
      </p:sp>
      <p:sp>
        <p:nvSpPr>
          <p:cNvPr id="163" name="Google Shape;163;p4"/>
          <p:cNvSpPr/>
          <p:nvPr/>
        </p:nvSpPr>
        <p:spPr>
          <a:xfrm>
            <a:off x="3066538" y="1855360"/>
            <a:ext cx="1141319" cy="1687999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Shopping Website</a:t>
            </a:r>
            <a:endParaRPr sz="1600" dirty="0"/>
          </a:p>
        </p:txBody>
      </p:sp>
      <p:cxnSp>
        <p:nvCxnSpPr>
          <p:cNvPr id="164" name="Google Shape;164;p4"/>
          <p:cNvCxnSpPr>
            <a:cxnSpLocks/>
            <a:stCxn id="163" idx="3"/>
            <a:endCxn id="165" idx="1"/>
          </p:cNvCxnSpPr>
          <p:nvPr/>
        </p:nvCxnSpPr>
        <p:spPr>
          <a:xfrm>
            <a:off x="4207857" y="2699360"/>
            <a:ext cx="1061455" cy="967048"/>
          </a:xfrm>
          <a:prstGeom prst="straightConnector1">
            <a:avLst/>
          </a:prstGeom>
          <a:noFill/>
          <a:ln w="2857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7" name="Google Shape;167;p4"/>
          <p:cNvCxnSpPr>
            <a:cxnSpLocks/>
            <a:stCxn id="174" idx="3"/>
            <a:endCxn id="168" idx="1"/>
          </p:cNvCxnSpPr>
          <p:nvPr/>
        </p:nvCxnSpPr>
        <p:spPr>
          <a:xfrm flipV="1">
            <a:off x="6708876" y="2071147"/>
            <a:ext cx="1273065" cy="1407157"/>
          </a:xfrm>
          <a:prstGeom prst="straightConnector1">
            <a:avLst/>
          </a:prstGeom>
          <a:noFill/>
          <a:ln w="19050" cap="flat" cmpd="sng">
            <a:solidFill>
              <a:srgbClr val="8296B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9" name="Google Shape;169;p4"/>
          <p:cNvCxnSpPr>
            <a:cxnSpLocks/>
            <a:stCxn id="174" idx="3"/>
            <a:endCxn id="170" idx="1"/>
          </p:cNvCxnSpPr>
          <p:nvPr/>
        </p:nvCxnSpPr>
        <p:spPr>
          <a:xfrm flipV="1">
            <a:off x="6708876" y="2688200"/>
            <a:ext cx="1273065" cy="790104"/>
          </a:xfrm>
          <a:prstGeom prst="straightConnector1">
            <a:avLst/>
          </a:prstGeom>
          <a:noFill/>
          <a:ln w="19050" cap="flat" cmpd="sng">
            <a:solidFill>
              <a:srgbClr val="8296B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1" name="Google Shape;171;p4"/>
          <p:cNvCxnSpPr>
            <a:cxnSpLocks/>
            <a:stCxn id="174" idx="3"/>
            <a:endCxn id="172" idx="1"/>
          </p:cNvCxnSpPr>
          <p:nvPr/>
        </p:nvCxnSpPr>
        <p:spPr>
          <a:xfrm flipV="1">
            <a:off x="6708876" y="3309531"/>
            <a:ext cx="1273065" cy="168773"/>
          </a:xfrm>
          <a:prstGeom prst="straightConnector1">
            <a:avLst/>
          </a:prstGeom>
          <a:noFill/>
          <a:ln w="19050" cap="flat" cmpd="sng">
            <a:solidFill>
              <a:srgbClr val="8296B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73" name="Google Shape;173;p4"/>
          <p:cNvGrpSpPr/>
          <p:nvPr/>
        </p:nvGrpSpPr>
        <p:grpSpPr>
          <a:xfrm>
            <a:off x="5269312" y="2286932"/>
            <a:ext cx="1439564" cy="2570848"/>
            <a:chOff x="5269311" y="2610330"/>
            <a:chExt cx="1511527" cy="1611629"/>
          </a:xfrm>
        </p:grpSpPr>
        <p:sp>
          <p:nvSpPr>
            <p:cNvPr id="174" name="Google Shape;174;p4"/>
            <p:cNvSpPr/>
            <p:nvPr/>
          </p:nvSpPr>
          <p:spPr>
            <a:xfrm>
              <a:off x="5389359" y="2610330"/>
              <a:ext cx="1391479" cy="1493709"/>
            </a:xfrm>
            <a:prstGeom prst="rect">
              <a:avLst/>
            </a:prstGeom>
            <a:solidFill>
              <a:srgbClr val="323F4F"/>
            </a:solidFill>
            <a:ln w="12700" cap="flat" cmpd="sng">
              <a:solidFill>
                <a:srgbClr val="D5DBE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5269311" y="2728250"/>
              <a:ext cx="1391479" cy="1493709"/>
            </a:xfrm>
            <a:prstGeom prst="rect">
              <a:avLst/>
            </a:prstGeom>
            <a:solidFill>
              <a:srgbClr val="323F4F"/>
            </a:solidFill>
            <a:ln w="12700" cap="flat" cmpd="sng">
              <a:solidFill>
                <a:srgbClr val="D5DBE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API Gateway</a:t>
              </a:r>
              <a:endParaRPr sz="1600" dirty="0"/>
            </a:p>
          </p:txBody>
        </p:sp>
      </p:grpSp>
      <p:sp>
        <p:nvSpPr>
          <p:cNvPr id="176" name="Google Shape;176;p4"/>
          <p:cNvSpPr/>
          <p:nvPr/>
        </p:nvSpPr>
        <p:spPr>
          <a:xfrm>
            <a:off x="4835029" y="1663095"/>
            <a:ext cx="5161899" cy="4062756"/>
          </a:xfrm>
          <a:prstGeom prst="rect">
            <a:avLst/>
          </a:prstGeom>
          <a:noFill/>
          <a:ln w="28575" cap="flat" cmpd="sng">
            <a:solidFill>
              <a:srgbClr val="7030A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4"/>
          <p:cNvCxnSpPr>
            <a:cxnSpLocks/>
            <a:endCxn id="218" idx="1"/>
          </p:cNvCxnSpPr>
          <p:nvPr/>
        </p:nvCxnSpPr>
        <p:spPr>
          <a:xfrm>
            <a:off x="1752838" y="1971512"/>
            <a:ext cx="554375" cy="700628"/>
          </a:xfrm>
          <a:prstGeom prst="straightConnector1">
            <a:avLst/>
          </a:prstGeom>
          <a:noFill/>
          <a:ln w="28575" cap="flat" cmpd="sng">
            <a:solidFill>
              <a:srgbClr val="3A383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1" name="Google Shape;181;p4"/>
          <p:cNvCxnSpPr>
            <a:cxnSpLocks/>
            <a:endCxn id="218" idx="1"/>
          </p:cNvCxnSpPr>
          <p:nvPr/>
        </p:nvCxnSpPr>
        <p:spPr>
          <a:xfrm flipV="1">
            <a:off x="1796809" y="2672140"/>
            <a:ext cx="510404" cy="688369"/>
          </a:xfrm>
          <a:prstGeom prst="straightConnector1">
            <a:avLst/>
          </a:prstGeom>
          <a:noFill/>
          <a:ln w="28575" cap="flat" cmpd="sng">
            <a:solidFill>
              <a:srgbClr val="3F3F3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2" name="Google Shape;182;p4"/>
          <p:cNvCxnSpPr>
            <a:cxnSpLocks/>
          </p:cNvCxnSpPr>
          <p:nvPr/>
        </p:nvCxnSpPr>
        <p:spPr>
          <a:xfrm>
            <a:off x="1720638" y="2678169"/>
            <a:ext cx="58054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3" name="Google Shape;183;p4"/>
          <p:cNvSpPr/>
          <p:nvPr/>
        </p:nvSpPr>
        <p:spPr>
          <a:xfrm>
            <a:off x="3064784" y="3760384"/>
            <a:ext cx="1142148" cy="1487993"/>
          </a:xfrm>
          <a:prstGeom prst="rect">
            <a:avLst/>
          </a:prstGeom>
          <a:solidFill>
            <a:srgbClr val="FF9933"/>
          </a:solidFill>
          <a:ln w="12700" cap="flat" cmpd="sng">
            <a:solidFill>
              <a:srgbClr val="FFB06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Internal Support Website</a:t>
            </a:r>
            <a:endParaRPr sz="1600" dirty="0"/>
          </a:p>
        </p:txBody>
      </p:sp>
      <p:cxnSp>
        <p:nvCxnSpPr>
          <p:cNvPr id="187" name="Google Shape;187;p4"/>
          <p:cNvCxnSpPr>
            <a:cxnSpLocks/>
            <a:stCxn id="183" idx="3"/>
            <a:endCxn id="165" idx="1"/>
          </p:cNvCxnSpPr>
          <p:nvPr/>
        </p:nvCxnSpPr>
        <p:spPr>
          <a:xfrm flipV="1">
            <a:off x="4206932" y="3666408"/>
            <a:ext cx="1062380" cy="837973"/>
          </a:xfrm>
          <a:prstGeom prst="straightConnector1">
            <a:avLst/>
          </a:prstGeom>
          <a:noFill/>
          <a:ln w="28575" cap="flat" cmpd="sng">
            <a:solidFill>
              <a:srgbClr val="F58F6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88" name="Google Shape;188;p4"/>
          <p:cNvGrpSpPr/>
          <p:nvPr/>
        </p:nvGrpSpPr>
        <p:grpSpPr>
          <a:xfrm>
            <a:off x="7981941" y="1855361"/>
            <a:ext cx="1744750" cy="540101"/>
            <a:chOff x="8658687" y="2283626"/>
            <a:chExt cx="1831968" cy="674040"/>
          </a:xfrm>
        </p:grpSpPr>
        <p:sp>
          <p:nvSpPr>
            <p:cNvPr id="168" name="Google Shape;168;p4"/>
            <p:cNvSpPr/>
            <p:nvPr/>
          </p:nvSpPr>
          <p:spPr>
            <a:xfrm>
              <a:off x="8658687" y="2283626"/>
              <a:ext cx="1700724" cy="538596"/>
            </a:xfrm>
            <a:prstGeom prst="rect">
              <a:avLst/>
            </a:prstGeom>
            <a:solidFill>
              <a:srgbClr val="146BD8"/>
            </a:solidFill>
            <a:ln w="1270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Auth Service</a:t>
              </a:r>
              <a:endParaRPr sz="1400" dirty="0"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10149885" y="2602265"/>
              <a:ext cx="340770" cy="355401"/>
            </a:xfrm>
            <a:prstGeom prst="can">
              <a:avLst>
                <a:gd name="adj" fmla="val 25000"/>
              </a:avLst>
            </a:prstGeom>
            <a:solidFill>
              <a:schemeClr val="accent1"/>
            </a:solidFill>
            <a:ln w="1270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4"/>
          <p:cNvGrpSpPr/>
          <p:nvPr/>
        </p:nvGrpSpPr>
        <p:grpSpPr>
          <a:xfrm>
            <a:off x="7981941" y="2472415"/>
            <a:ext cx="1782552" cy="541709"/>
            <a:chOff x="8658685" y="3322089"/>
            <a:chExt cx="1871660" cy="676047"/>
          </a:xfrm>
        </p:grpSpPr>
        <p:sp>
          <p:nvSpPr>
            <p:cNvPr id="170" name="Google Shape;170;p4"/>
            <p:cNvSpPr/>
            <p:nvPr/>
          </p:nvSpPr>
          <p:spPr>
            <a:xfrm>
              <a:off x="8658685" y="3322089"/>
              <a:ext cx="1700724" cy="538595"/>
            </a:xfrm>
            <a:prstGeom prst="rect">
              <a:avLst/>
            </a:prstGeom>
            <a:solidFill>
              <a:srgbClr val="7030A0"/>
            </a:solidFill>
            <a:ln w="12700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Catalog Service</a:t>
              </a:r>
              <a:endParaRPr sz="1400" dirty="0"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10189575" y="3642735"/>
              <a:ext cx="340770" cy="355401"/>
            </a:xfrm>
            <a:prstGeom prst="can">
              <a:avLst>
                <a:gd name="adj" fmla="val 25000"/>
              </a:avLst>
            </a:prstGeom>
            <a:solidFill>
              <a:srgbClr val="7030A0"/>
            </a:solidFill>
            <a:ln w="12700" cap="flat" cmpd="sng">
              <a:solidFill>
                <a:srgbClr val="BA8BD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4"/>
          <p:cNvGrpSpPr/>
          <p:nvPr/>
        </p:nvGrpSpPr>
        <p:grpSpPr>
          <a:xfrm>
            <a:off x="7981941" y="3093745"/>
            <a:ext cx="1756950" cy="538049"/>
            <a:chOff x="8658662" y="4011156"/>
            <a:chExt cx="1844777" cy="671479"/>
          </a:xfrm>
        </p:grpSpPr>
        <p:sp>
          <p:nvSpPr>
            <p:cNvPr id="172" name="Google Shape;172;p4"/>
            <p:cNvSpPr/>
            <p:nvPr/>
          </p:nvSpPr>
          <p:spPr>
            <a:xfrm>
              <a:off x="8658662" y="4011156"/>
              <a:ext cx="1700724" cy="538597"/>
            </a:xfrm>
            <a:prstGeom prst="rect">
              <a:avLst/>
            </a:prstGeom>
            <a:solidFill>
              <a:srgbClr val="002060"/>
            </a:solidFill>
            <a:ln w="1270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Cart Service</a:t>
              </a:r>
              <a:endParaRPr sz="1400" dirty="0"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10162669" y="4327234"/>
              <a:ext cx="340770" cy="355401"/>
            </a:xfrm>
            <a:prstGeom prst="can">
              <a:avLst>
                <a:gd name="adj" fmla="val 25000"/>
              </a:avLst>
            </a:prstGeom>
            <a:solidFill>
              <a:srgbClr val="002060"/>
            </a:solidFill>
            <a:ln w="12700" cap="flat" cmpd="sng">
              <a:solidFill>
                <a:srgbClr val="8DA9D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4" name="Google Shape;194;p4"/>
          <p:cNvCxnSpPr>
            <a:cxnSpLocks/>
          </p:cNvCxnSpPr>
          <p:nvPr/>
        </p:nvCxnSpPr>
        <p:spPr>
          <a:xfrm>
            <a:off x="1951907" y="4504381"/>
            <a:ext cx="1108618" cy="0"/>
          </a:xfrm>
          <a:prstGeom prst="straightConnector1">
            <a:avLst/>
          </a:prstGeom>
          <a:noFill/>
          <a:ln w="28575" cap="flat" cmpd="sng">
            <a:solidFill>
              <a:srgbClr val="3F3F3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95" name="Google Shape;195;p4"/>
          <p:cNvGrpSpPr/>
          <p:nvPr/>
        </p:nvGrpSpPr>
        <p:grpSpPr>
          <a:xfrm>
            <a:off x="823656" y="4214639"/>
            <a:ext cx="1249505" cy="735491"/>
            <a:chOff x="3651150" y="5827121"/>
            <a:chExt cx="1329773" cy="917885"/>
          </a:xfrm>
        </p:grpSpPr>
        <p:pic>
          <p:nvPicPr>
            <p:cNvPr id="196" name="Google Shape;196;p4" descr="Image result for user icon&quot;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015528" y="5827121"/>
              <a:ext cx="563352" cy="5480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4"/>
            <p:cNvSpPr txBox="1"/>
            <p:nvPr/>
          </p:nvSpPr>
          <p:spPr>
            <a:xfrm>
              <a:off x="3651150" y="6360955"/>
              <a:ext cx="1329773" cy="384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Support Team</a:t>
              </a:r>
              <a:endParaRPr sz="14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60CB496-099B-F881-A7A7-CD69046DA09A}"/>
              </a:ext>
            </a:extLst>
          </p:cNvPr>
          <p:cNvGrpSpPr/>
          <p:nvPr/>
        </p:nvGrpSpPr>
        <p:grpSpPr>
          <a:xfrm>
            <a:off x="11081744" y="2395462"/>
            <a:ext cx="510648" cy="2376434"/>
            <a:chOff x="11086500" y="2093596"/>
            <a:chExt cx="536175" cy="2460649"/>
          </a:xfrm>
        </p:grpSpPr>
        <p:sp>
          <p:nvSpPr>
            <p:cNvPr id="198" name="Google Shape;198;p4"/>
            <p:cNvSpPr/>
            <p:nvPr/>
          </p:nvSpPr>
          <p:spPr>
            <a:xfrm>
              <a:off x="11086520" y="2093596"/>
              <a:ext cx="536155" cy="2460649"/>
            </a:xfrm>
            <a:prstGeom prst="can">
              <a:avLst>
                <a:gd name="adj" fmla="val 25000"/>
              </a:avLst>
            </a:prstGeom>
            <a:solidFill>
              <a:srgbClr val="D5DBE5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 txBox="1"/>
            <p:nvPr/>
          </p:nvSpPr>
          <p:spPr>
            <a:xfrm rot="5400000">
              <a:off x="10224782" y="3089332"/>
              <a:ext cx="2259591" cy="536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Event Bus</a:t>
              </a:r>
              <a:endParaRPr dirty="0"/>
            </a:p>
          </p:txBody>
        </p:sp>
      </p:grpSp>
      <p:cxnSp>
        <p:nvCxnSpPr>
          <p:cNvPr id="201" name="Google Shape;201;p4"/>
          <p:cNvCxnSpPr>
            <a:cxnSpLocks/>
            <a:stCxn id="168" idx="3"/>
            <a:endCxn id="199" idx="2"/>
          </p:cNvCxnSpPr>
          <p:nvPr/>
        </p:nvCxnSpPr>
        <p:spPr>
          <a:xfrm>
            <a:off x="9601695" y="2071147"/>
            <a:ext cx="1480049" cy="1544875"/>
          </a:xfrm>
          <a:prstGeom prst="straightConnector1">
            <a:avLst/>
          </a:prstGeom>
          <a:noFill/>
          <a:ln w="19050" cap="flat" cmpd="sng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4" name="Google Shape;204;p4"/>
          <p:cNvCxnSpPr>
            <a:cxnSpLocks/>
            <a:stCxn id="170" idx="3"/>
            <a:endCxn id="199" idx="2"/>
          </p:cNvCxnSpPr>
          <p:nvPr/>
        </p:nvCxnSpPr>
        <p:spPr>
          <a:xfrm>
            <a:off x="9601695" y="2688200"/>
            <a:ext cx="1480049" cy="927822"/>
          </a:xfrm>
          <a:prstGeom prst="straightConnector1">
            <a:avLst/>
          </a:prstGeom>
          <a:noFill/>
          <a:ln w="19050" cap="flat" cmpd="sng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7" name="Google Shape;207;p4"/>
          <p:cNvCxnSpPr>
            <a:cxnSpLocks/>
            <a:stCxn id="172" idx="3"/>
            <a:endCxn id="199" idx="2"/>
          </p:cNvCxnSpPr>
          <p:nvPr/>
        </p:nvCxnSpPr>
        <p:spPr>
          <a:xfrm>
            <a:off x="9601696" y="3309531"/>
            <a:ext cx="1480048" cy="306491"/>
          </a:xfrm>
          <a:prstGeom prst="straightConnector1">
            <a:avLst/>
          </a:prstGeom>
          <a:noFill/>
          <a:ln w="19050" cap="flat" cmpd="sng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pSp>
        <p:nvGrpSpPr>
          <p:cNvPr id="18" name="Google Shape;192;p4">
            <a:extLst>
              <a:ext uri="{FF2B5EF4-FFF2-40B4-BE49-F238E27FC236}">
                <a16:creationId xmlns:a16="http://schemas.microsoft.com/office/drawing/2014/main" id="{7615BD2D-CE30-0658-F022-C6AEEAE8DC27}"/>
              </a:ext>
            </a:extLst>
          </p:cNvPr>
          <p:cNvGrpSpPr/>
          <p:nvPr/>
        </p:nvGrpSpPr>
        <p:grpSpPr>
          <a:xfrm>
            <a:off x="8013654" y="3739103"/>
            <a:ext cx="1748989" cy="541385"/>
            <a:chOff x="8658665" y="4011158"/>
            <a:chExt cx="1836419" cy="675643"/>
          </a:xfrm>
        </p:grpSpPr>
        <p:sp>
          <p:nvSpPr>
            <p:cNvPr id="19" name="Google Shape;172;p4">
              <a:extLst>
                <a:ext uri="{FF2B5EF4-FFF2-40B4-BE49-F238E27FC236}">
                  <a16:creationId xmlns:a16="http://schemas.microsoft.com/office/drawing/2014/main" id="{583E7BED-4B94-82F4-AC32-0B20762B0972}"/>
                </a:ext>
              </a:extLst>
            </p:cNvPr>
            <p:cNvSpPr/>
            <p:nvPr/>
          </p:nvSpPr>
          <p:spPr>
            <a:xfrm>
              <a:off x="8658665" y="4011158"/>
              <a:ext cx="1700724" cy="53859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Order Service</a:t>
              </a:r>
              <a:endParaRPr sz="1400" dirty="0"/>
            </a:p>
          </p:txBody>
        </p:sp>
        <p:sp>
          <p:nvSpPr>
            <p:cNvPr id="20" name="Google Shape;193;p4">
              <a:extLst>
                <a:ext uri="{FF2B5EF4-FFF2-40B4-BE49-F238E27FC236}">
                  <a16:creationId xmlns:a16="http://schemas.microsoft.com/office/drawing/2014/main" id="{66F58CDC-D476-CCC5-27D2-43C3D1070EAE}"/>
                </a:ext>
              </a:extLst>
            </p:cNvPr>
            <p:cNvSpPr/>
            <p:nvPr/>
          </p:nvSpPr>
          <p:spPr>
            <a:xfrm>
              <a:off x="10154314" y="4331400"/>
              <a:ext cx="340770" cy="355401"/>
            </a:xfrm>
            <a:prstGeom prst="can">
              <a:avLst>
                <a:gd name="adj" fmla="val 25000"/>
              </a:avLst>
            </a:prstGeom>
            <a:solidFill>
              <a:srgbClr val="002060"/>
            </a:solidFill>
            <a:ln w="12700" cap="flat" cmpd="sng">
              <a:solidFill>
                <a:srgbClr val="8DA9D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192;p4">
            <a:extLst>
              <a:ext uri="{FF2B5EF4-FFF2-40B4-BE49-F238E27FC236}">
                <a16:creationId xmlns:a16="http://schemas.microsoft.com/office/drawing/2014/main" id="{3D796AE2-96BB-4C3C-6E0F-509CA7CAFD85}"/>
              </a:ext>
            </a:extLst>
          </p:cNvPr>
          <p:cNvGrpSpPr/>
          <p:nvPr/>
        </p:nvGrpSpPr>
        <p:grpSpPr>
          <a:xfrm>
            <a:off x="8013654" y="4408746"/>
            <a:ext cx="1782030" cy="541384"/>
            <a:chOff x="8658664" y="4011157"/>
            <a:chExt cx="1871111" cy="675641"/>
          </a:xfrm>
        </p:grpSpPr>
        <p:sp>
          <p:nvSpPr>
            <p:cNvPr id="22" name="Google Shape;172;p4">
              <a:extLst>
                <a:ext uri="{FF2B5EF4-FFF2-40B4-BE49-F238E27FC236}">
                  <a16:creationId xmlns:a16="http://schemas.microsoft.com/office/drawing/2014/main" id="{01C8E510-8C2F-88BE-3DFC-F9F0AC04916F}"/>
                </a:ext>
              </a:extLst>
            </p:cNvPr>
            <p:cNvSpPr/>
            <p:nvPr/>
          </p:nvSpPr>
          <p:spPr>
            <a:xfrm>
              <a:off x="8658664" y="4011157"/>
              <a:ext cx="1700724" cy="538597"/>
            </a:xfrm>
            <a:prstGeom prst="rect">
              <a:avLst/>
            </a:prstGeom>
            <a:solidFill>
              <a:srgbClr val="00B050"/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Payment Service</a:t>
              </a:r>
              <a:endParaRPr sz="1400" dirty="0"/>
            </a:p>
          </p:txBody>
        </p:sp>
        <p:sp>
          <p:nvSpPr>
            <p:cNvPr id="23" name="Google Shape;193;p4">
              <a:extLst>
                <a:ext uri="{FF2B5EF4-FFF2-40B4-BE49-F238E27FC236}">
                  <a16:creationId xmlns:a16="http://schemas.microsoft.com/office/drawing/2014/main" id="{7EB5310B-C3E4-258B-F1C1-FD1761AF5760}"/>
                </a:ext>
              </a:extLst>
            </p:cNvPr>
            <p:cNvSpPr/>
            <p:nvPr/>
          </p:nvSpPr>
          <p:spPr>
            <a:xfrm>
              <a:off x="10189005" y="4331397"/>
              <a:ext cx="340770" cy="355401"/>
            </a:xfrm>
            <a:prstGeom prst="can">
              <a:avLst>
                <a:gd name="adj" fmla="val 25000"/>
              </a:avLst>
            </a:prstGeom>
            <a:solidFill>
              <a:srgbClr val="00B050"/>
            </a:solidFill>
            <a:ln w="12700" cap="flat" cmpd="sng">
              <a:solidFill>
                <a:srgbClr val="92D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190;p4">
            <a:extLst>
              <a:ext uri="{FF2B5EF4-FFF2-40B4-BE49-F238E27FC236}">
                <a16:creationId xmlns:a16="http://schemas.microsoft.com/office/drawing/2014/main" id="{46CDC961-8175-C357-7EA3-56ABF142B497}"/>
              </a:ext>
            </a:extLst>
          </p:cNvPr>
          <p:cNvGrpSpPr/>
          <p:nvPr/>
        </p:nvGrpSpPr>
        <p:grpSpPr>
          <a:xfrm>
            <a:off x="8013654" y="5076280"/>
            <a:ext cx="1782552" cy="541709"/>
            <a:chOff x="8658685" y="3322089"/>
            <a:chExt cx="1871660" cy="676047"/>
          </a:xfrm>
        </p:grpSpPr>
        <p:sp>
          <p:nvSpPr>
            <p:cNvPr id="26" name="Google Shape;170;p4">
              <a:extLst>
                <a:ext uri="{FF2B5EF4-FFF2-40B4-BE49-F238E27FC236}">
                  <a16:creationId xmlns:a16="http://schemas.microsoft.com/office/drawing/2014/main" id="{76CA8522-D5FA-3583-0B3A-E704F260513F}"/>
                </a:ext>
              </a:extLst>
            </p:cNvPr>
            <p:cNvSpPr/>
            <p:nvPr/>
          </p:nvSpPr>
          <p:spPr>
            <a:xfrm>
              <a:off x="8658685" y="3322089"/>
              <a:ext cx="1700724" cy="53859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 cap="flat" cmpd="sng">
              <a:solidFill>
                <a:schemeClr val="tx2">
                  <a:lumMod val="7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Stock Service</a:t>
              </a:r>
              <a:endParaRPr sz="1400" dirty="0"/>
            </a:p>
          </p:txBody>
        </p:sp>
        <p:sp>
          <p:nvSpPr>
            <p:cNvPr id="27" name="Google Shape;191;p4">
              <a:extLst>
                <a:ext uri="{FF2B5EF4-FFF2-40B4-BE49-F238E27FC236}">
                  <a16:creationId xmlns:a16="http://schemas.microsoft.com/office/drawing/2014/main" id="{E40290B1-8F7B-560F-9866-738106AE9A67}"/>
                </a:ext>
              </a:extLst>
            </p:cNvPr>
            <p:cNvSpPr/>
            <p:nvPr/>
          </p:nvSpPr>
          <p:spPr>
            <a:xfrm>
              <a:off x="10189575" y="3642735"/>
              <a:ext cx="340770" cy="355401"/>
            </a:xfrm>
            <a:prstGeom prst="can">
              <a:avLst>
                <a:gd name="adj" fmla="val 25000"/>
              </a:avLst>
            </a:prstGeom>
            <a:solidFill>
              <a:schemeClr val="tx2">
                <a:lumMod val="75000"/>
              </a:schemeClr>
            </a:solidFill>
            <a:ln w="12700" cap="flat" cmpd="sng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26E147B-F63A-BE23-4074-67997FF036F3}"/>
              </a:ext>
            </a:extLst>
          </p:cNvPr>
          <p:cNvGrpSpPr/>
          <p:nvPr/>
        </p:nvGrpSpPr>
        <p:grpSpPr>
          <a:xfrm>
            <a:off x="5027623" y="5045481"/>
            <a:ext cx="1926710" cy="575458"/>
            <a:chOff x="4511487" y="5045481"/>
            <a:chExt cx="1926710" cy="575458"/>
          </a:xfrm>
        </p:grpSpPr>
        <p:sp>
          <p:nvSpPr>
            <p:cNvPr id="3" name="Google Shape;197;p4">
              <a:extLst>
                <a:ext uri="{FF2B5EF4-FFF2-40B4-BE49-F238E27FC236}">
                  <a16:creationId xmlns:a16="http://schemas.microsoft.com/office/drawing/2014/main" id="{11BBC225-A941-3328-83BA-F808A8494FCD}"/>
                </a:ext>
              </a:extLst>
            </p:cNvPr>
            <p:cNvSpPr txBox="1"/>
            <p:nvPr/>
          </p:nvSpPr>
          <p:spPr>
            <a:xfrm>
              <a:off x="5185432" y="5166166"/>
              <a:ext cx="1252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Calibri"/>
                  <a:ea typeface="Calibri"/>
                  <a:cs typeface="Calibri"/>
                  <a:sym typeface="Calibri"/>
                </a:rPr>
                <a:t>AKS Cluster</a:t>
              </a:r>
              <a:endParaRPr dirty="0"/>
            </a:p>
          </p:txBody>
        </p:sp>
        <p:pic>
          <p:nvPicPr>
            <p:cNvPr id="33" name="Picture 32" descr="A group of purple cubes&#10;&#10;Description automatically generated">
              <a:extLst>
                <a:ext uri="{FF2B5EF4-FFF2-40B4-BE49-F238E27FC236}">
                  <a16:creationId xmlns:a16="http://schemas.microsoft.com/office/drawing/2014/main" id="{F1FEBFDC-644D-8681-DE02-DF6B8A40C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1487" y="5045481"/>
              <a:ext cx="658768" cy="575458"/>
            </a:xfrm>
            <a:prstGeom prst="rect">
              <a:avLst/>
            </a:prstGeom>
          </p:spPr>
        </p:pic>
      </p:grpSp>
      <p:cxnSp>
        <p:nvCxnSpPr>
          <p:cNvPr id="39" name="Google Shape;171;p4">
            <a:extLst>
              <a:ext uri="{FF2B5EF4-FFF2-40B4-BE49-F238E27FC236}">
                <a16:creationId xmlns:a16="http://schemas.microsoft.com/office/drawing/2014/main" id="{CA1C5686-5E2C-1891-6F62-FAFA12135E96}"/>
              </a:ext>
            </a:extLst>
          </p:cNvPr>
          <p:cNvCxnSpPr>
            <a:cxnSpLocks/>
            <a:stCxn id="174" idx="3"/>
            <a:endCxn id="19" idx="1"/>
          </p:cNvCxnSpPr>
          <p:nvPr/>
        </p:nvCxnSpPr>
        <p:spPr>
          <a:xfrm>
            <a:off x="6708876" y="3478304"/>
            <a:ext cx="1304778" cy="476585"/>
          </a:xfrm>
          <a:prstGeom prst="straightConnector1">
            <a:avLst/>
          </a:prstGeom>
          <a:noFill/>
          <a:ln w="19050" cap="flat" cmpd="sng">
            <a:solidFill>
              <a:srgbClr val="8296B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" name="Google Shape;171;p4">
            <a:extLst>
              <a:ext uri="{FF2B5EF4-FFF2-40B4-BE49-F238E27FC236}">
                <a16:creationId xmlns:a16="http://schemas.microsoft.com/office/drawing/2014/main" id="{7F9BDED9-2088-C94E-7A8A-6DEEAFE5EF6C}"/>
              </a:ext>
            </a:extLst>
          </p:cNvPr>
          <p:cNvCxnSpPr>
            <a:cxnSpLocks/>
            <a:stCxn id="174" idx="3"/>
            <a:endCxn id="22" idx="1"/>
          </p:cNvCxnSpPr>
          <p:nvPr/>
        </p:nvCxnSpPr>
        <p:spPr>
          <a:xfrm>
            <a:off x="6708876" y="3478304"/>
            <a:ext cx="1304778" cy="1146228"/>
          </a:xfrm>
          <a:prstGeom prst="straightConnector1">
            <a:avLst/>
          </a:prstGeom>
          <a:noFill/>
          <a:ln w="19050" cap="flat" cmpd="sng">
            <a:solidFill>
              <a:srgbClr val="8296B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" name="Google Shape;171;p4">
            <a:extLst>
              <a:ext uri="{FF2B5EF4-FFF2-40B4-BE49-F238E27FC236}">
                <a16:creationId xmlns:a16="http://schemas.microsoft.com/office/drawing/2014/main" id="{3CC8D87C-384B-C00A-7031-ED4852332F77}"/>
              </a:ext>
            </a:extLst>
          </p:cNvPr>
          <p:cNvCxnSpPr>
            <a:cxnSpLocks/>
            <a:stCxn id="174" idx="3"/>
            <a:endCxn id="26" idx="1"/>
          </p:cNvCxnSpPr>
          <p:nvPr/>
        </p:nvCxnSpPr>
        <p:spPr>
          <a:xfrm>
            <a:off x="6708876" y="3478304"/>
            <a:ext cx="1304778" cy="1813761"/>
          </a:xfrm>
          <a:prstGeom prst="straightConnector1">
            <a:avLst/>
          </a:prstGeom>
          <a:noFill/>
          <a:ln w="19050" cap="flat" cmpd="sng">
            <a:solidFill>
              <a:srgbClr val="8296B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51" name="Google Shape;205;p4">
            <a:extLst>
              <a:ext uri="{FF2B5EF4-FFF2-40B4-BE49-F238E27FC236}">
                <a16:creationId xmlns:a16="http://schemas.microsoft.com/office/drawing/2014/main" id="{755912F5-14F5-E047-0D03-73976001793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70882" y="2672256"/>
            <a:ext cx="230285" cy="18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205;p4">
            <a:extLst>
              <a:ext uri="{FF2B5EF4-FFF2-40B4-BE49-F238E27FC236}">
                <a16:creationId xmlns:a16="http://schemas.microsoft.com/office/drawing/2014/main" id="{E03C950E-0366-30B9-28FF-6309BB7531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77400" y="2985303"/>
            <a:ext cx="230285" cy="181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207;p4">
            <a:extLst>
              <a:ext uri="{FF2B5EF4-FFF2-40B4-BE49-F238E27FC236}">
                <a16:creationId xmlns:a16="http://schemas.microsoft.com/office/drawing/2014/main" id="{DCE4FDAA-EE23-BA26-3C4F-6D7E2A7CBDF4}"/>
              </a:ext>
            </a:extLst>
          </p:cNvPr>
          <p:cNvCxnSpPr>
            <a:cxnSpLocks/>
            <a:endCxn id="199" idx="2"/>
          </p:cNvCxnSpPr>
          <p:nvPr/>
        </p:nvCxnSpPr>
        <p:spPr>
          <a:xfrm flipV="1">
            <a:off x="9628651" y="3616022"/>
            <a:ext cx="1453093" cy="267206"/>
          </a:xfrm>
          <a:prstGeom prst="straightConnector1">
            <a:avLst/>
          </a:prstGeom>
          <a:noFill/>
          <a:ln w="19050" cap="flat" cmpd="sng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54" name="Google Shape;205;p4">
            <a:extLst>
              <a:ext uri="{FF2B5EF4-FFF2-40B4-BE49-F238E27FC236}">
                <a16:creationId xmlns:a16="http://schemas.microsoft.com/office/drawing/2014/main" id="{FEFBA6AC-2C10-9301-A08B-16AC1F56C4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7422" y="3328094"/>
            <a:ext cx="230285" cy="181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207;p4">
            <a:extLst>
              <a:ext uri="{FF2B5EF4-FFF2-40B4-BE49-F238E27FC236}">
                <a16:creationId xmlns:a16="http://schemas.microsoft.com/office/drawing/2014/main" id="{9B09C0CE-BD66-66C8-FD62-E6DA5932D489}"/>
              </a:ext>
            </a:extLst>
          </p:cNvPr>
          <p:cNvCxnSpPr>
            <a:cxnSpLocks/>
            <a:endCxn id="198" idx="2"/>
          </p:cNvCxnSpPr>
          <p:nvPr/>
        </p:nvCxnSpPr>
        <p:spPr>
          <a:xfrm flipV="1">
            <a:off x="9635261" y="3583679"/>
            <a:ext cx="1446502" cy="1041908"/>
          </a:xfrm>
          <a:prstGeom prst="straightConnector1">
            <a:avLst/>
          </a:prstGeom>
          <a:noFill/>
          <a:ln w="19050" cap="flat" cmpd="sng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56" name="Google Shape;205;p4">
            <a:extLst>
              <a:ext uri="{FF2B5EF4-FFF2-40B4-BE49-F238E27FC236}">
                <a16:creationId xmlns:a16="http://schemas.microsoft.com/office/drawing/2014/main" id="{E1B355BB-69BA-A405-E9BA-54C15B73446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7421" y="3693008"/>
            <a:ext cx="230285" cy="181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207;p4">
            <a:extLst>
              <a:ext uri="{FF2B5EF4-FFF2-40B4-BE49-F238E27FC236}">
                <a16:creationId xmlns:a16="http://schemas.microsoft.com/office/drawing/2014/main" id="{FB3C613A-0A39-DB09-ACA4-419E5A44EC79}"/>
              </a:ext>
            </a:extLst>
          </p:cNvPr>
          <p:cNvCxnSpPr>
            <a:cxnSpLocks/>
            <a:endCxn id="199" idx="2"/>
          </p:cNvCxnSpPr>
          <p:nvPr/>
        </p:nvCxnSpPr>
        <p:spPr>
          <a:xfrm flipV="1">
            <a:off x="9630029" y="3616022"/>
            <a:ext cx="1451715" cy="1578883"/>
          </a:xfrm>
          <a:prstGeom prst="straightConnector1">
            <a:avLst/>
          </a:prstGeom>
          <a:noFill/>
          <a:ln w="19050" cap="flat" cmpd="sng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58" name="Google Shape;205;p4">
            <a:extLst>
              <a:ext uri="{FF2B5EF4-FFF2-40B4-BE49-F238E27FC236}">
                <a16:creationId xmlns:a16="http://schemas.microsoft.com/office/drawing/2014/main" id="{5A369B6F-9D71-81BB-78CD-CE84250E91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2918" y="4051501"/>
            <a:ext cx="230285" cy="18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76;p4">
            <a:extLst>
              <a:ext uri="{FF2B5EF4-FFF2-40B4-BE49-F238E27FC236}">
                <a16:creationId xmlns:a16="http://schemas.microsoft.com/office/drawing/2014/main" id="{59B216BC-45C3-9289-96B5-4C5DE9B88AB9}"/>
              </a:ext>
            </a:extLst>
          </p:cNvPr>
          <p:cNvSpPr/>
          <p:nvPr/>
        </p:nvSpPr>
        <p:spPr>
          <a:xfrm>
            <a:off x="2558443" y="1663095"/>
            <a:ext cx="1989066" cy="4062756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9CDCBE6-AD4A-DC54-3B0F-C9E632580E06}"/>
              </a:ext>
            </a:extLst>
          </p:cNvPr>
          <p:cNvGrpSpPr/>
          <p:nvPr/>
        </p:nvGrpSpPr>
        <p:grpSpPr>
          <a:xfrm>
            <a:off x="1044785" y="1592131"/>
            <a:ext cx="849621" cy="2454708"/>
            <a:chOff x="1044785" y="1592131"/>
            <a:chExt cx="849621" cy="2454708"/>
          </a:xfrm>
        </p:grpSpPr>
        <p:pic>
          <p:nvPicPr>
            <p:cNvPr id="178" name="Google Shape;178;p4"/>
            <p:cNvPicPr preferRelativeResize="0"/>
            <p:nvPr/>
          </p:nvPicPr>
          <p:blipFill rotWithShape="1">
            <a:blip r:embed="rId6">
              <a:alphaModFix/>
            </a:blip>
            <a:srcRect t="18422" r="88201" b="21876"/>
            <a:stretch/>
          </p:blipFill>
          <p:spPr>
            <a:xfrm>
              <a:off x="1069561" y="1592131"/>
              <a:ext cx="819613" cy="22270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97;p4">
              <a:extLst>
                <a:ext uri="{FF2B5EF4-FFF2-40B4-BE49-F238E27FC236}">
                  <a16:creationId xmlns:a16="http://schemas.microsoft.com/office/drawing/2014/main" id="{4CC08B97-BF5D-942C-3959-842396F2909A}"/>
                </a:ext>
              </a:extLst>
            </p:cNvPr>
            <p:cNvSpPr txBox="1"/>
            <p:nvPr/>
          </p:nvSpPr>
          <p:spPr>
            <a:xfrm>
              <a:off x="1044785" y="3739103"/>
              <a:ext cx="84962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End User</a:t>
              </a:r>
              <a:endParaRPr sz="1400" dirty="0"/>
            </a:p>
          </p:txBody>
        </p:sp>
      </p:grpSp>
      <p:sp>
        <p:nvSpPr>
          <p:cNvPr id="150" name="Google Shape;197;p4">
            <a:extLst>
              <a:ext uri="{FF2B5EF4-FFF2-40B4-BE49-F238E27FC236}">
                <a16:creationId xmlns:a16="http://schemas.microsoft.com/office/drawing/2014/main" id="{02CA4048-2A81-4AC8-06D9-83E418AFA14D}"/>
              </a:ext>
            </a:extLst>
          </p:cNvPr>
          <p:cNvSpPr txBox="1"/>
          <p:nvPr/>
        </p:nvSpPr>
        <p:spPr>
          <a:xfrm>
            <a:off x="2881700" y="5292065"/>
            <a:ext cx="125276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Frontend UIs</a:t>
            </a:r>
            <a:endParaRPr sz="1600" dirty="0"/>
          </a:p>
        </p:txBody>
      </p:sp>
      <p:pic>
        <p:nvPicPr>
          <p:cNvPr id="216" name="Google Shape;205;p4">
            <a:extLst>
              <a:ext uri="{FF2B5EF4-FFF2-40B4-BE49-F238E27FC236}">
                <a16:creationId xmlns:a16="http://schemas.microsoft.com/office/drawing/2014/main" id="{46FD987C-0E67-D6D3-E8C4-4122077F3EB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3903" y="4349654"/>
            <a:ext cx="230285" cy="18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Picture 217" descr="A green sign with arrows and a blue circle&#10;&#10;Description automatically generated">
            <a:extLst>
              <a:ext uri="{FF2B5EF4-FFF2-40B4-BE49-F238E27FC236}">
                <a16:creationId xmlns:a16="http://schemas.microsoft.com/office/drawing/2014/main" id="{A4185D94-D05C-9ADF-821E-CE55663223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213" y="2423019"/>
            <a:ext cx="498241" cy="498241"/>
          </a:xfrm>
          <a:prstGeom prst="rect">
            <a:avLst/>
          </a:prstGeom>
        </p:spPr>
      </p:pic>
      <p:cxnSp>
        <p:nvCxnSpPr>
          <p:cNvPr id="227" name="Google Shape;182;p4">
            <a:extLst>
              <a:ext uri="{FF2B5EF4-FFF2-40B4-BE49-F238E27FC236}">
                <a16:creationId xmlns:a16="http://schemas.microsoft.com/office/drawing/2014/main" id="{A675139B-7B17-02CD-CEAE-7853B7F5660D}"/>
              </a:ext>
            </a:extLst>
          </p:cNvPr>
          <p:cNvCxnSpPr>
            <a:cxnSpLocks/>
            <a:stCxn id="218" idx="3"/>
          </p:cNvCxnSpPr>
          <p:nvPr/>
        </p:nvCxnSpPr>
        <p:spPr>
          <a:xfrm flipV="1">
            <a:off x="2805454" y="2669605"/>
            <a:ext cx="285566" cy="2535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DEMO</a:t>
            </a:r>
            <a:endParaRPr dirty="0"/>
          </a:p>
        </p:txBody>
      </p:sp>
      <p:sp>
        <p:nvSpPr>
          <p:cNvPr id="214" name="Google Shape;214;p5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</a:pPr>
            <a:r>
              <a:rPr lang="en-US" sz="4800" dirty="0"/>
              <a:t>Creating Backend Microservices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800"/>
              <a:t>API Gateway</a:t>
            </a:r>
            <a:endParaRPr/>
          </a:p>
        </p:txBody>
      </p:sp>
      <p:sp>
        <p:nvSpPr>
          <p:cNvPr id="219" name="Google Shape;219;p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 API Gateway is a single point of entry for any microservice calls. 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Work as a proxy service to route a request to the backend microservices.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Aggregate the results to send back to the consumer.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Offload the authentication/authorization responsibility of the microservice.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221" name="Google Shape;221;p6"/>
          <p:cNvGrpSpPr/>
          <p:nvPr/>
        </p:nvGrpSpPr>
        <p:grpSpPr>
          <a:xfrm>
            <a:off x="1477041" y="3772029"/>
            <a:ext cx="7197352" cy="2395957"/>
            <a:chOff x="624868" y="4345386"/>
            <a:chExt cx="7197352" cy="2395957"/>
          </a:xfrm>
        </p:grpSpPr>
        <p:grpSp>
          <p:nvGrpSpPr>
            <p:cNvPr id="222" name="Google Shape;222;p6"/>
            <p:cNvGrpSpPr/>
            <p:nvPr/>
          </p:nvGrpSpPr>
          <p:grpSpPr>
            <a:xfrm>
              <a:off x="4621572" y="4671566"/>
              <a:ext cx="1320600" cy="1663500"/>
              <a:chOff x="7337538" y="3066596"/>
              <a:chExt cx="1320600" cy="1663500"/>
            </a:xfrm>
          </p:grpSpPr>
          <p:cxnSp>
            <p:nvCxnSpPr>
              <p:cNvPr id="223" name="Google Shape;223;p6"/>
              <p:cNvCxnSpPr>
                <a:stCxn id="224" idx="3"/>
                <a:endCxn id="225" idx="1"/>
              </p:cNvCxnSpPr>
              <p:nvPr/>
            </p:nvCxnSpPr>
            <p:spPr>
              <a:xfrm rot="10800000" flipH="1">
                <a:off x="7337538" y="3066596"/>
                <a:ext cx="1320300" cy="8289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226" name="Google Shape;226;p6"/>
              <p:cNvCxnSpPr>
                <a:stCxn id="224" idx="3"/>
                <a:endCxn id="227" idx="1"/>
              </p:cNvCxnSpPr>
              <p:nvPr/>
            </p:nvCxnSpPr>
            <p:spPr>
              <a:xfrm rot="10800000" flipH="1">
                <a:off x="7337538" y="3876296"/>
                <a:ext cx="1320300" cy="19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228" name="Google Shape;228;p6"/>
              <p:cNvCxnSpPr>
                <a:stCxn id="224" idx="3"/>
                <a:endCxn id="229" idx="1"/>
              </p:cNvCxnSpPr>
              <p:nvPr/>
            </p:nvCxnSpPr>
            <p:spPr>
              <a:xfrm>
                <a:off x="7337538" y="3895496"/>
                <a:ext cx="1320600" cy="8346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grpSp>
          <p:nvGrpSpPr>
            <p:cNvPr id="230" name="Google Shape;230;p6"/>
            <p:cNvGrpSpPr/>
            <p:nvPr/>
          </p:nvGrpSpPr>
          <p:grpSpPr>
            <a:xfrm>
              <a:off x="3230093" y="4647293"/>
              <a:ext cx="1511527" cy="1600027"/>
              <a:chOff x="5269311" y="2610330"/>
              <a:chExt cx="1511527" cy="1600027"/>
            </a:xfrm>
          </p:grpSpPr>
          <p:sp>
            <p:nvSpPr>
              <p:cNvPr id="231" name="Google Shape;231;p6"/>
              <p:cNvSpPr/>
              <p:nvPr/>
            </p:nvSpPr>
            <p:spPr>
              <a:xfrm>
                <a:off x="5389359" y="2610330"/>
                <a:ext cx="1391479" cy="1493709"/>
              </a:xfrm>
              <a:prstGeom prst="rect">
                <a:avLst/>
              </a:prstGeom>
              <a:solidFill>
                <a:srgbClr val="323F4F"/>
              </a:solidFill>
              <a:ln w="12700" cap="flat" cmpd="sng">
                <a:solidFill>
                  <a:srgbClr val="D5DBE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269311" y="2716648"/>
                <a:ext cx="1391479" cy="1493709"/>
              </a:xfrm>
              <a:prstGeom prst="rect">
                <a:avLst/>
              </a:prstGeom>
              <a:solidFill>
                <a:srgbClr val="323F4F"/>
              </a:solidFill>
              <a:ln w="12700" cap="flat" cmpd="sng">
                <a:solidFill>
                  <a:srgbClr val="D5DBE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API Gateway</a:t>
                </a:r>
                <a:endParaRPr/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32" name="Google Shape;232;p6"/>
            <p:cNvCxnSpPr/>
            <p:nvPr/>
          </p:nvCxnSpPr>
          <p:spPr>
            <a:xfrm rot="10800000">
              <a:off x="1945351" y="5602916"/>
              <a:ext cx="1284743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3" name="Google Shape;233;p6"/>
            <p:cNvCxnSpPr/>
            <p:nvPr/>
          </p:nvCxnSpPr>
          <p:spPr>
            <a:xfrm>
              <a:off x="1945351" y="5343766"/>
              <a:ext cx="1284742" cy="1"/>
            </a:xfrm>
            <a:prstGeom prst="straightConnector1">
              <a:avLst/>
            </a:prstGeom>
            <a:noFill/>
            <a:ln w="38100" cap="flat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234" name="Google Shape;234;p6"/>
            <p:cNvGrpSpPr/>
            <p:nvPr/>
          </p:nvGrpSpPr>
          <p:grpSpPr>
            <a:xfrm>
              <a:off x="5941807" y="4345386"/>
              <a:ext cx="1879501" cy="729621"/>
              <a:chOff x="8657773" y="2876740"/>
              <a:chExt cx="1879501" cy="930349"/>
            </a:xfrm>
          </p:grpSpPr>
          <p:sp>
            <p:nvSpPr>
              <p:cNvPr id="225" name="Google Shape;225;p6"/>
              <p:cNvSpPr/>
              <p:nvPr/>
            </p:nvSpPr>
            <p:spPr>
              <a:xfrm>
                <a:off x="8657773" y="2876740"/>
                <a:ext cx="1700724" cy="831874"/>
              </a:xfrm>
              <a:prstGeom prst="rect">
                <a:avLst/>
              </a:prstGeom>
              <a:solidFill>
                <a:srgbClr val="146BD8"/>
              </a:solidFill>
              <a:ln w="12700" cap="flat" cmpd="sng">
                <a:solidFill>
                  <a:srgbClr val="0070C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Catalog Microservice</a:t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10196504" y="3451688"/>
                <a:ext cx="340770" cy="355401"/>
              </a:xfrm>
              <a:prstGeom prst="can">
                <a:avLst>
                  <a:gd name="adj" fmla="val 25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0070C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>
              <a:off x="5941807" y="5155187"/>
              <a:ext cx="1879501" cy="726450"/>
              <a:chOff x="8658685" y="3322089"/>
              <a:chExt cx="1879501" cy="926306"/>
            </a:xfrm>
          </p:grpSpPr>
          <p:sp>
            <p:nvSpPr>
              <p:cNvPr id="227" name="Google Shape;227;p6"/>
              <p:cNvSpPr/>
              <p:nvPr/>
            </p:nvSpPr>
            <p:spPr>
              <a:xfrm>
                <a:off x="8658685" y="3322089"/>
                <a:ext cx="1700724" cy="831874"/>
              </a:xfrm>
              <a:prstGeom prst="rect">
                <a:avLst/>
              </a:prstGeom>
              <a:solidFill>
                <a:srgbClr val="7030A0"/>
              </a:solidFill>
              <a:ln w="12700" cap="flat" cmpd="sng">
                <a:solidFill>
                  <a:srgbClr val="7030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Authentication Microservice</a:t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10197416" y="3892994"/>
                <a:ext cx="340770" cy="355401"/>
              </a:xfrm>
              <a:prstGeom prst="can">
                <a:avLst>
                  <a:gd name="adj" fmla="val 25000"/>
                </a:avLst>
              </a:prstGeom>
              <a:solidFill>
                <a:srgbClr val="7030A0"/>
              </a:solidFill>
              <a:ln w="12700" cap="flat" cmpd="sng">
                <a:solidFill>
                  <a:srgbClr val="BA8BD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" name="Google Shape;238;p6"/>
            <p:cNvGrpSpPr/>
            <p:nvPr/>
          </p:nvGrpSpPr>
          <p:grpSpPr>
            <a:xfrm>
              <a:off x="5942055" y="6008770"/>
              <a:ext cx="1880165" cy="732573"/>
              <a:chOff x="8658021" y="4403800"/>
              <a:chExt cx="1880165" cy="934113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8658021" y="4403800"/>
                <a:ext cx="1700724" cy="831874"/>
              </a:xfrm>
              <a:prstGeom prst="rect">
                <a:avLst/>
              </a:prstGeom>
              <a:solidFill>
                <a:srgbClr val="002060"/>
              </a:solidFill>
              <a:ln w="12700" cap="flat" cmpd="sng">
                <a:solidFill>
                  <a:srgbClr val="00206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Order Microservice</a:t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10197416" y="4982512"/>
                <a:ext cx="340770" cy="355401"/>
              </a:xfrm>
              <a:prstGeom prst="can">
                <a:avLst>
                  <a:gd name="adj" fmla="val 25000"/>
                </a:avLst>
              </a:prstGeom>
              <a:solidFill>
                <a:srgbClr val="002060"/>
              </a:solidFill>
              <a:ln w="12700" cap="flat" cmpd="sng">
                <a:solidFill>
                  <a:srgbClr val="8DA9D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" name="Google Shape;240;p6"/>
            <p:cNvSpPr txBox="1"/>
            <p:nvPr/>
          </p:nvSpPr>
          <p:spPr>
            <a:xfrm>
              <a:off x="4969969" y="5187320"/>
              <a:ext cx="82804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Routing</a:t>
              </a:r>
              <a:endParaRPr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  <p:sp>
          <p:nvSpPr>
            <p:cNvPr id="241" name="Google Shape;241;p6"/>
            <p:cNvSpPr txBox="1"/>
            <p:nvPr/>
          </p:nvSpPr>
          <p:spPr>
            <a:xfrm>
              <a:off x="3238216" y="5636865"/>
              <a:ext cx="14952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(Authentication,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response caching)</a:t>
              </a:r>
              <a:endParaRPr/>
            </a:p>
          </p:txBody>
        </p:sp>
        <p:pic>
          <p:nvPicPr>
            <p:cNvPr id="242" name="Google Shape;242;p6"/>
            <p:cNvPicPr preferRelativeResize="0"/>
            <p:nvPr/>
          </p:nvPicPr>
          <p:blipFill rotWithShape="1">
            <a:blip r:embed="rId3">
              <a:alphaModFix/>
              <a:lum bright="70000" contrast="-70000"/>
            </a:blip>
            <a:srcRect t="12365" b="8959"/>
            <a:stretch/>
          </p:blipFill>
          <p:spPr>
            <a:xfrm>
              <a:off x="624868" y="4981250"/>
              <a:ext cx="1285031" cy="10109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/>
              <a:t>Microservices API Gateways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6278690" y="4088296"/>
            <a:ext cx="24407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2">
                    <a:lumMod val="10000"/>
                    <a:lumOff val="9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Azure API Management</a:t>
            </a:r>
            <a:endParaRPr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grpSp>
        <p:nvGrpSpPr>
          <p:cNvPr id="252" name="Google Shape;252;p7"/>
          <p:cNvGrpSpPr/>
          <p:nvPr/>
        </p:nvGrpSpPr>
        <p:grpSpPr>
          <a:xfrm>
            <a:off x="873098" y="2153636"/>
            <a:ext cx="2087361" cy="2303992"/>
            <a:chOff x="6782838" y="2456237"/>
            <a:chExt cx="2645044" cy="2922208"/>
          </a:xfrm>
        </p:grpSpPr>
        <p:pic>
          <p:nvPicPr>
            <p:cNvPr id="253" name="Google Shape;253;p7" descr="Image result for ocelot logo 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82838" y="2456237"/>
              <a:ext cx="2342722" cy="23427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7"/>
            <p:cNvSpPr txBox="1"/>
            <p:nvPr/>
          </p:nvSpPr>
          <p:spPr>
            <a:xfrm>
              <a:off x="6782838" y="4910012"/>
              <a:ext cx="2645044" cy="468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Ocelot API Gateway</a:t>
              </a:r>
              <a:endParaRPr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pic>
        <p:nvPicPr>
          <p:cNvPr id="256" name="Google Shape;256;p7"/>
          <p:cNvPicPr preferRelativeResize="0"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32906" y="2267262"/>
            <a:ext cx="1648993" cy="164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7"/>
          <p:cNvSpPr txBox="1"/>
          <p:nvPr/>
        </p:nvSpPr>
        <p:spPr>
          <a:xfrm>
            <a:off x="3280631" y="4088296"/>
            <a:ext cx="25211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2">
                    <a:lumMod val="10000"/>
                    <a:lumOff val="9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NGINX Ingress Controller</a:t>
            </a:r>
            <a:endParaRPr sz="1800" dirty="0">
              <a:solidFill>
                <a:schemeClr val="tx2">
                  <a:lumMod val="10000"/>
                  <a:lumOff val="9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" name="Google Shape;258;p7"/>
          <p:cNvGrpSpPr/>
          <p:nvPr/>
        </p:nvGrpSpPr>
        <p:grpSpPr>
          <a:xfrm>
            <a:off x="9322544" y="2383662"/>
            <a:ext cx="2292807" cy="2073966"/>
            <a:chOff x="9322544" y="2639384"/>
            <a:chExt cx="2292807" cy="2073966"/>
          </a:xfrm>
        </p:grpSpPr>
        <p:pic>
          <p:nvPicPr>
            <p:cNvPr id="259" name="Google Shape;259;p7"/>
            <p:cNvPicPr preferRelativeResize="0"/>
            <p:nvPr/>
          </p:nvPicPr>
          <p:blipFill>
            <a:blip r:embed="rId6"/>
            <a:srcRect/>
            <a:stretch/>
          </p:blipFill>
          <p:spPr>
            <a:xfrm>
              <a:off x="9621626" y="2639384"/>
              <a:ext cx="1616771" cy="16167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7"/>
            <p:cNvSpPr txBox="1"/>
            <p:nvPr/>
          </p:nvSpPr>
          <p:spPr>
            <a:xfrm>
              <a:off x="9322544" y="4344018"/>
              <a:ext cx="22928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AWS API Management</a:t>
              </a:r>
              <a:endParaRPr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261" name="Google Shape;261;p7"/>
          <p:cNvGrpSpPr/>
          <p:nvPr/>
        </p:nvGrpSpPr>
        <p:grpSpPr>
          <a:xfrm>
            <a:off x="1447513" y="4680191"/>
            <a:ext cx="3311333" cy="1051167"/>
            <a:chOff x="1447513" y="5151733"/>
            <a:chExt cx="3311333" cy="1051167"/>
          </a:xfrm>
        </p:grpSpPr>
        <p:sp>
          <p:nvSpPr>
            <p:cNvPr id="262" name="Google Shape;262;p7"/>
            <p:cNvSpPr/>
            <p:nvPr/>
          </p:nvSpPr>
          <p:spPr>
            <a:xfrm rot="5400000">
              <a:off x="2862014" y="3737231"/>
              <a:ext cx="482330" cy="3311333"/>
            </a:xfrm>
            <a:prstGeom prst="rightBracket">
              <a:avLst>
                <a:gd name="adj" fmla="val 8333"/>
              </a:avLst>
            </a:prstGeom>
            <a:noFill/>
            <a:ln w="38100" cap="flat" cmpd="sng">
              <a:solidFill>
                <a:srgbClr val="146BD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"/>
            <p:cNvSpPr txBox="1"/>
            <p:nvPr/>
          </p:nvSpPr>
          <p:spPr>
            <a:xfrm>
              <a:off x="2266294" y="5833567"/>
              <a:ext cx="19351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Free: Open Source</a:t>
              </a:r>
              <a:endParaRPr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264" name="Google Shape;264;p7"/>
          <p:cNvGrpSpPr/>
          <p:nvPr/>
        </p:nvGrpSpPr>
        <p:grpSpPr>
          <a:xfrm>
            <a:off x="7242007" y="4680190"/>
            <a:ext cx="3311333" cy="1069837"/>
            <a:chOff x="1447513" y="5151733"/>
            <a:chExt cx="3311333" cy="1069837"/>
          </a:xfrm>
        </p:grpSpPr>
        <p:sp>
          <p:nvSpPr>
            <p:cNvPr id="265" name="Google Shape;265;p7"/>
            <p:cNvSpPr/>
            <p:nvPr/>
          </p:nvSpPr>
          <p:spPr>
            <a:xfrm rot="5400000">
              <a:off x="2862014" y="3737231"/>
              <a:ext cx="482330" cy="3311333"/>
            </a:xfrm>
            <a:prstGeom prst="rightBracket">
              <a:avLst>
                <a:gd name="adj" fmla="val 8333"/>
              </a:avLst>
            </a:prstGeom>
            <a:noFill/>
            <a:ln w="38100" cap="flat" cmpd="sng">
              <a:solidFill>
                <a:srgbClr val="146BD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2320457" y="5852237"/>
              <a:ext cx="1663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Cloud Managed</a:t>
              </a:r>
              <a:endParaRPr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pic>
        <p:nvPicPr>
          <p:cNvPr id="3" name="Picture 2" descr="A blue and black cloud logo&#10;&#10;Description automatically generated">
            <a:extLst>
              <a:ext uri="{FF2B5EF4-FFF2-40B4-BE49-F238E27FC236}">
                <a16:creationId xmlns:a16="http://schemas.microsoft.com/office/drawing/2014/main" id="{8B8D54BA-6E8F-0D9D-903A-58A6F2BD40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031" y="2267263"/>
            <a:ext cx="1875919" cy="1604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An open-source API Gateway for the .NET Platform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Lightweight and run on the platform that supports ASP.NET Core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Provides all the necessary features of an API Gateway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Used by Microsoft itself for their projects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2" name="Google Shape;272;p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/>
              <a:t>Ocelot API Gateway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Traffic Routing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Expose Unified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endPoint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API Composition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Caching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Authentication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Authorization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Logging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Load balancing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Service Discovery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9" name="Google Shape;279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/>
              <a:t>Ocelot API Gateway Features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284F08-2E08-045C-C79C-E608E6ED72A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sz="3200" dirty="0"/>
              <a:t>Swagger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B930A-4E70-B587-D516-DED0FAD289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Free and open-source framework</a:t>
            </a:r>
          </a:p>
          <a:p>
            <a:r>
              <a:rPr lang="en-US" dirty="0"/>
              <a:t>Define a standard, language-agnostic interface to a REST API</a:t>
            </a:r>
          </a:p>
          <a:p>
            <a:r>
              <a:rPr lang="en-US" dirty="0"/>
              <a:t>Help you to design, build, document, and consume REST APIs</a:t>
            </a:r>
          </a:p>
          <a:p>
            <a:r>
              <a:rPr lang="en-US" dirty="0"/>
              <a:t>Make API discovery easier</a:t>
            </a:r>
          </a:p>
        </p:txBody>
      </p:sp>
      <p:pic>
        <p:nvPicPr>
          <p:cNvPr id="4" name="Google Shape;288;p10">
            <a:extLst>
              <a:ext uri="{FF2B5EF4-FFF2-40B4-BE49-F238E27FC236}">
                <a16:creationId xmlns:a16="http://schemas.microsoft.com/office/drawing/2014/main" id="{B738DFE2-7F4B-E5F9-C55D-54B20E155C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8393" b="9323"/>
          <a:stretch/>
        </p:blipFill>
        <p:spPr>
          <a:xfrm>
            <a:off x="7613250" y="1268098"/>
            <a:ext cx="4512344" cy="4648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723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235B4-F9E9-BB13-4533-923AC497AE4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Token Based Authentication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AE549-A8C0-0323-BE01-1C36209337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26"/>
          <a:stretch/>
        </p:blipFill>
        <p:spPr>
          <a:xfrm>
            <a:off x="283163" y="1565039"/>
            <a:ext cx="4476470" cy="3772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BA0DD5-5EB9-1B92-EB74-A73386502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65" y="1912450"/>
            <a:ext cx="7068156" cy="350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71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spcBef>
                <a:spcPts val="0"/>
              </a:spcBef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Introduced in .NET Core 2.1 and serves as a factory abstraction that can create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HttpClient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instances with custom configurations.</a:t>
            </a:r>
          </a:p>
          <a:p>
            <a:pPr marL="228600" lvl="0" indent="-228600" algn="just">
              <a:spcBef>
                <a:spcPts val="0"/>
              </a:spcBef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Provides a central location for naming and configuring logical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HttpClient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instances</a:t>
            </a:r>
          </a:p>
          <a:p>
            <a:pPr marL="228600" lvl="0" indent="-228600" algn="just">
              <a:spcBef>
                <a:spcPts val="0"/>
              </a:spcBef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Manages the pooling and lifetime of underlying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HttpClient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instances. </a:t>
            </a:r>
          </a:p>
          <a:p>
            <a:pPr marL="228600" lvl="0" indent="-228600" algn="just">
              <a:spcBef>
                <a:spcPts val="0"/>
              </a:spcBef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Adds a configurable logging experience (via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ILogger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) for all requests sent through clients created by the factory.</a:t>
            </a:r>
          </a:p>
        </p:txBody>
      </p:sp>
      <p:sp>
        <p:nvSpPr>
          <p:cNvPr id="279" name="Google Shape;279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</a:t>
            </a:r>
            <a:r>
              <a:rPr lang="en-US" sz="4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IHttpClientFactory</a:t>
            </a:r>
            <a:r>
              <a:rPr lang="en-US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4285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Basic usage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Register </a:t>
            </a:r>
            <a:r>
              <a:rPr lang="en-U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IHttpClientFactory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by calling </a:t>
            </a:r>
            <a:r>
              <a:rPr lang="en-U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AddHttpClient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method and then requested using dependency injection (DI).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Named clients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Named clients are a good choice when: The app requires many distinct uses of </a:t>
            </a:r>
            <a:r>
              <a:rPr lang="en-U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HttpClient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or Many </a:t>
            </a:r>
            <a:r>
              <a:rPr lang="en-U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HttpClients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have different configuration.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Typed clients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Typed clients provide the same capabilities as named clients without the need to use strings as keys. Provides IntelliSense and compiler help when consuming clients. Provide a single location to configure and interact with a particular </a:t>
            </a:r>
            <a:r>
              <a:rPr lang="en-U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HttpClient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279" name="Google Shape;279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Consumption Patterns</a:t>
            </a:r>
          </a:p>
        </p:txBody>
      </p:sp>
    </p:spTree>
    <p:extLst>
      <p:ext uri="{BB962C8B-B14F-4D97-AF65-F5344CB8AC3E}">
        <p14:creationId xmlns:p14="http://schemas.microsoft.com/office/powerpoint/2010/main" val="244641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Business Microservices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API Gateway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Discovery Server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Configuration Server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Identity Management Server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Authentication Server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Logs Aggregator Server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Logs Analyzer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Admin Server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Databases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800"/>
              <a:t>Message Queues</a:t>
            </a:r>
            <a:endParaRPr/>
          </a:p>
        </p:txBody>
      </p:sp>
      <p:sp>
        <p:nvSpPr>
          <p:cNvPr id="295" name="Google Shape;295;p1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/>
              <a:t>Components of a Microservice Architecture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9410330" y="6318637"/>
            <a:ext cx="2467992" cy="4504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11"/>
          <p:cNvPicPr preferRelativeResize="0"/>
          <p:nvPr/>
        </p:nvPicPr>
        <p:blipFill rotWithShape="1">
          <a:blip r:embed="rId3">
            <a:alphaModFix/>
          </a:blip>
          <a:srcRect l="3502" t="747" b="1"/>
          <a:stretch/>
        </p:blipFill>
        <p:spPr>
          <a:xfrm>
            <a:off x="6783977" y="1480238"/>
            <a:ext cx="4739242" cy="4861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212</TotalTime>
  <Words>689</Words>
  <Application>Microsoft Office PowerPoint</Application>
  <PresentationFormat>Widescreen</PresentationFormat>
  <Paragraphs>131</Paragraphs>
  <Slides>14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Shailendra Chauhan</cp:lastModifiedBy>
  <cp:revision>25</cp:revision>
  <dcterms:created xsi:type="dcterms:W3CDTF">2015-04-26T09:42:59Z</dcterms:created>
  <dcterms:modified xsi:type="dcterms:W3CDTF">2024-10-15T04:42:10Z</dcterms:modified>
</cp:coreProperties>
</file>