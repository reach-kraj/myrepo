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9" r:id="rId1"/>
  </p:sldMasterIdLst>
  <p:notesMasterIdLst>
    <p:notesMasterId r:id="rId30"/>
  </p:notesMasterIdLst>
  <p:sldIdLst>
    <p:sldId id="256" r:id="rId2"/>
    <p:sldId id="257" r:id="rId3"/>
    <p:sldId id="284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hLQS8jh0POLbORfvRl0QQJxjWp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826D35-BD12-465F-9DD6-9A637B4CE187}" v="26" dt="2024-07-15T18:00:39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B3826D35-BD12-465F-9DD6-9A637B4CE187}"/>
    <pc:docChg chg="undo custSel addSld delSld modSld modMainMaster">
      <pc:chgData name="Shailendra Chauhan" userId="a7d3133f-e197-4b90-bf63-99a63a264234" providerId="ADAL" clId="{B3826D35-BD12-465F-9DD6-9A637B4CE187}" dt="2024-07-15T18:00:48.170" v="71" actId="1440"/>
      <pc:docMkLst>
        <pc:docMk/>
      </pc:docMkLst>
      <pc:sldChg chg="modSp mod modClrScheme chgLayout">
        <pc:chgData name="Shailendra Chauhan" userId="a7d3133f-e197-4b90-bf63-99a63a264234" providerId="ADAL" clId="{B3826D35-BD12-465F-9DD6-9A637B4CE187}" dt="2024-07-15T17:50:06.623" v="2" actId="12"/>
        <pc:sldMkLst>
          <pc:docMk/>
          <pc:sldMk cId="0" sldId="256"/>
        </pc:sldMkLst>
        <pc:spChg chg="mod ord">
          <ac:chgData name="Shailendra Chauhan" userId="a7d3133f-e197-4b90-bf63-99a63a264234" providerId="ADAL" clId="{B3826D35-BD12-465F-9DD6-9A637B4CE187}" dt="2024-07-15T17:49:55.418" v="1" actId="700"/>
          <ac:spMkLst>
            <pc:docMk/>
            <pc:sldMk cId="0" sldId="256"/>
            <ac:spMk id="115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0:06.623" v="2" actId="12"/>
          <ac:spMkLst>
            <pc:docMk/>
            <pc:sldMk cId="0" sldId="256"/>
            <ac:spMk id="116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49:55.418" v="1" actId="700"/>
          <ac:spMkLst>
            <pc:docMk/>
            <pc:sldMk cId="0" sldId="256"/>
            <ac:spMk id="117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0:11.884" v="3" actId="700"/>
        <pc:sldMkLst>
          <pc:docMk/>
          <pc:sldMk cId="0" sldId="257"/>
        </pc:sldMkLst>
        <pc:spChg chg="mod ord">
          <ac:chgData name="Shailendra Chauhan" userId="a7d3133f-e197-4b90-bf63-99a63a264234" providerId="ADAL" clId="{B3826D35-BD12-465F-9DD6-9A637B4CE187}" dt="2024-07-15T17:50:11.884" v="3" actId="700"/>
          <ac:spMkLst>
            <pc:docMk/>
            <pc:sldMk cId="0" sldId="257"/>
            <ac:spMk id="123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0:11.884" v="3" actId="700"/>
          <ac:spMkLst>
            <pc:docMk/>
            <pc:sldMk cId="0" sldId="257"/>
            <ac:spMk id="124" creationId="{00000000-0000-0000-0000-000000000000}"/>
          </ac:spMkLst>
        </pc:spChg>
      </pc:sldChg>
      <pc:sldChg chg="modSp del">
        <pc:chgData name="Shailendra Chauhan" userId="a7d3133f-e197-4b90-bf63-99a63a264234" providerId="ADAL" clId="{B3826D35-BD12-465F-9DD6-9A637B4CE187}" dt="2024-07-15T17:50:48.543" v="12" actId="2696"/>
        <pc:sldMkLst>
          <pc:docMk/>
          <pc:sldMk cId="0" sldId="258"/>
        </pc:sldMkLst>
        <pc:spChg chg="mod">
          <ac:chgData name="Shailendra Chauhan" userId="a7d3133f-e197-4b90-bf63-99a63a264234" providerId="ADAL" clId="{B3826D35-BD12-465F-9DD6-9A637B4CE187}" dt="2024-07-15T17:49:47.243" v="0"/>
          <ac:spMkLst>
            <pc:docMk/>
            <pc:sldMk cId="0" sldId="258"/>
            <ac:spMk id="130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1:00.092" v="14" actId="207"/>
        <pc:sldMkLst>
          <pc:docMk/>
          <pc:sldMk cId="0" sldId="259"/>
        </pc:sldMkLst>
        <pc:spChg chg="mod ord">
          <ac:chgData name="Shailendra Chauhan" userId="a7d3133f-e197-4b90-bf63-99a63a264234" providerId="ADAL" clId="{B3826D35-BD12-465F-9DD6-9A637B4CE187}" dt="2024-07-15T17:50:53.988" v="13" actId="700"/>
          <ac:spMkLst>
            <pc:docMk/>
            <pc:sldMk cId="0" sldId="259"/>
            <ac:spMk id="137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1:00.092" v="14" actId="207"/>
          <ac:spMkLst>
            <pc:docMk/>
            <pc:sldMk cId="0" sldId="259"/>
            <ac:spMk id="138" creationId="{00000000-0000-0000-0000-000000000000}"/>
          </ac:spMkLst>
        </pc:spChg>
      </pc:sldChg>
      <pc:sldChg chg="modSp mod setBg modClrScheme chgLayout">
        <pc:chgData name="Shailendra Chauhan" userId="a7d3133f-e197-4b90-bf63-99a63a264234" providerId="ADAL" clId="{B3826D35-BD12-465F-9DD6-9A637B4CE187}" dt="2024-07-15T18:00:03.790" v="66" actId="1440"/>
        <pc:sldMkLst>
          <pc:docMk/>
          <pc:sldMk cId="0" sldId="260"/>
        </pc:sldMkLst>
        <pc:spChg chg="mod ord">
          <ac:chgData name="Shailendra Chauhan" userId="a7d3133f-e197-4b90-bf63-99a63a264234" providerId="ADAL" clId="{B3826D35-BD12-465F-9DD6-9A637B4CE187}" dt="2024-07-15T17:59:28.756" v="65" actId="207"/>
          <ac:spMkLst>
            <pc:docMk/>
            <pc:sldMk cId="0" sldId="260"/>
            <ac:spMk id="144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9:12.401" v="63" actId="700"/>
          <ac:spMkLst>
            <pc:docMk/>
            <pc:sldMk cId="0" sldId="260"/>
            <ac:spMk id="145" creationId="{00000000-0000-0000-0000-000000000000}"/>
          </ac:spMkLst>
        </pc:spChg>
        <pc:picChg chg="mod">
          <ac:chgData name="Shailendra Chauhan" userId="a7d3133f-e197-4b90-bf63-99a63a264234" providerId="ADAL" clId="{B3826D35-BD12-465F-9DD6-9A637B4CE187}" dt="2024-07-15T18:00:03.790" v="66" actId="1440"/>
          <ac:picMkLst>
            <pc:docMk/>
            <pc:sldMk cId="0" sldId="260"/>
            <ac:picMk id="146" creationId="{00000000-0000-0000-0000-000000000000}"/>
          </ac:picMkLst>
        </pc:picChg>
      </pc:sldChg>
      <pc:sldChg chg="modSp mod modClrScheme chgLayout">
        <pc:chgData name="Shailendra Chauhan" userId="a7d3133f-e197-4b90-bf63-99a63a264234" providerId="ADAL" clId="{B3826D35-BD12-465F-9DD6-9A637B4CE187}" dt="2024-07-15T17:51:19.968" v="18" actId="207"/>
        <pc:sldMkLst>
          <pc:docMk/>
          <pc:sldMk cId="0" sldId="261"/>
        </pc:sldMkLst>
        <pc:spChg chg="mod ord">
          <ac:chgData name="Shailendra Chauhan" userId="a7d3133f-e197-4b90-bf63-99a63a264234" providerId="ADAL" clId="{B3826D35-BD12-465F-9DD6-9A637B4CE187}" dt="2024-07-15T17:51:11.728" v="17" actId="700"/>
          <ac:spMkLst>
            <pc:docMk/>
            <pc:sldMk cId="0" sldId="261"/>
            <ac:spMk id="152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1:19.968" v="18" actId="207"/>
          <ac:spMkLst>
            <pc:docMk/>
            <pc:sldMk cId="0" sldId="261"/>
            <ac:spMk id="153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1:35.726" v="21" actId="207"/>
        <pc:sldMkLst>
          <pc:docMk/>
          <pc:sldMk cId="0" sldId="262"/>
        </pc:sldMkLst>
        <pc:spChg chg="mod ord">
          <ac:chgData name="Shailendra Chauhan" userId="a7d3133f-e197-4b90-bf63-99a63a264234" providerId="ADAL" clId="{B3826D35-BD12-465F-9DD6-9A637B4CE187}" dt="2024-07-15T17:51:35.726" v="21" actId="207"/>
          <ac:spMkLst>
            <pc:docMk/>
            <pc:sldMk cId="0" sldId="262"/>
            <ac:spMk id="159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1:26.945" v="19" actId="700"/>
          <ac:spMkLst>
            <pc:docMk/>
            <pc:sldMk cId="0" sldId="262"/>
            <ac:spMk id="160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2:24.492" v="23" actId="207"/>
        <pc:sldMkLst>
          <pc:docMk/>
          <pc:sldMk cId="0" sldId="263"/>
        </pc:sldMkLst>
        <pc:spChg chg="mod ord">
          <ac:chgData name="Shailendra Chauhan" userId="a7d3133f-e197-4b90-bf63-99a63a264234" providerId="ADAL" clId="{B3826D35-BD12-465F-9DD6-9A637B4CE187}" dt="2024-07-15T17:51:57.559" v="22" actId="700"/>
          <ac:spMkLst>
            <pc:docMk/>
            <pc:sldMk cId="0" sldId="263"/>
            <ac:spMk id="166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2:24.492" v="23" actId="207"/>
          <ac:spMkLst>
            <pc:docMk/>
            <pc:sldMk cId="0" sldId="263"/>
            <ac:spMk id="167" creationId="{00000000-0000-0000-0000-000000000000}"/>
          </ac:spMkLst>
        </pc:spChg>
      </pc:sldChg>
      <pc:sldChg chg="modSp mod modTransition modClrScheme chgLayout">
        <pc:chgData name="Shailendra Chauhan" userId="a7d3133f-e197-4b90-bf63-99a63a264234" providerId="ADAL" clId="{B3826D35-BD12-465F-9DD6-9A637B4CE187}" dt="2024-07-15T17:52:44.708" v="27" actId="207"/>
        <pc:sldMkLst>
          <pc:docMk/>
          <pc:sldMk cId="0" sldId="264"/>
        </pc:sldMkLst>
        <pc:spChg chg="mod ord">
          <ac:chgData name="Shailendra Chauhan" userId="a7d3133f-e197-4b90-bf63-99a63a264234" providerId="ADAL" clId="{B3826D35-BD12-465F-9DD6-9A637B4CE187}" dt="2024-07-15T17:52:44.708" v="27" actId="207"/>
          <ac:spMkLst>
            <pc:docMk/>
            <pc:sldMk cId="0" sldId="264"/>
            <ac:spMk id="173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2:41.259" v="26" actId="26606"/>
          <ac:spMkLst>
            <pc:docMk/>
            <pc:sldMk cId="0" sldId="264"/>
            <ac:spMk id="174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3:21.525" v="31" actId="207"/>
        <pc:sldMkLst>
          <pc:docMk/>
          <pc:sldMk cId="0" sldId="265"/>
        </pc:sldMkLst>
        <pc:spChg chg="mod ord">
          <ac:chgData name="Shailendra Chauhan" userId="a7d3133f-e197-4b90-bf63-99a63a264234" providerId="ADAL" clId="{B3826D35-BD12-465F-9DD6-9A637B4CE187}" dt="2024-07-15T17:53:18.075" v="30" actId="26606"/>
          <ac:spMkLst>
            <pc:docMk/>
            <pc:sldMk cId="0" sldId="265"/>
            <ac:spMk id="180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3:21.525" v="31" actId="207"/>
          <ac:spMkLst>
            <pc:docMk/>
            <pc:sldMk cId="0" sldId="265"/>
            <ac:spMk id="181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3:41.396" v="33" actId="207"/>
        <pc:sldMkLst>
          <pc:docMk/>
          <pc:sldMk cId="0" sldId="266"/>
        </pc:sldMkLst>
        <pc:spChg chg="mod ord">
          <ac:chgData name="Shailendra Chauhan" userId="a7d3133f-e197-4b90-bf63-99a63a264234" providerId="ADAL" clId="{B3826D35-BD12-465F-9DD6-9A637B4CE187}" dt="2024-07-15T17:53:41.396" v="33" actId="207"/>
          <ac:spMkLst>
            <pc:docMk/>
            <pc:sldMk cId="0" sldId="266"/>
            <ac:spMk id="187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3:32.062" v="32" actId="700"/>
          <ac:spMkLst>
            <pc:docMk/>
            <pc:sldMk cId="0" sldId="266"/>
            <ac:spMk id="188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4:07.460" v="35" actId="207"/>
        <pc:sldMkLst>
          <pc:docMk/>
          <pc:sldMk cId="0" sldId="267"/>
        </pc:sldMkLst>
        <pc:spChg chg="mod ord">
          <ac:chgData name="Shailendra Chauhan" userId="a7d3133f-e197-4b90-bf63-99a63a264234" providerId="ADAL" clId="{B3826D35-BD12-465F-9DD6-9A637B4CE187}" dt="2024-07-15T17:53:59.365" v="34" actId="700"/>
          <ac:spMkLst>
            <pc:docMk/>
            <pc:sldMk cId="0" sldId="267"/>
            <ac:spMk id="194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4:07.460" v="35" actId="207"/>
          <ac:spMkLst>
            <pc:docMk/>
            <pc:sldMk cId="0" sldId="267"/>
            <ac:spMk id="195" creationId="{00000000-0000-0000-0000-000000000000}"/>
          </ac:spMkLst>
        </pc:spChg>
      </pc:sldChg>
      <pc:sldChg chg="modSp mod setBg modClrScheme chgLayout">
        <pc:chgData name="Shailendra Chauhan" userId="a7d3133f-e197-4b90-bf63-99a63a264234" providerId="ADAL" clId="{B3826D35-BD12-465F-9DD6-9A637B4CE187}" dt="2024-07-15T18:00:48.170" v="71" actId="1440"/>
        <pc:sldMkLst>
          <pc:docMk/>
          <pc:sldMk cId="0" sldId="268"/>
        </pc:sldMkLst>
        <pc:spChg chg="mod ord">
          <ac:chgData name="Shailendra Chauhan" userId="a7d3133f-e197-4b90-bf63-99a63a264234" providerId="ADAL" clId="{B3826D35-BD12-465F-9DD6-9A637B4CE187}" dt="2024-07-15T18:00:31.718" v="70" actId="207"/>
          <ac:spMkLst>
            <pc:docMk/>
            <pc:sldMk cId="0" sldId="268"/>
            <ac:spMk id="201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8:00:12.205" v="67" actId="700"/>
          <ac:spMkLst>
            <pc:docMk/>
            <pc:sldMk cId="0" sldId="268"/>
            <ac:spMk id="202" creationId="{00000000-0000-0000-0000-000000000000}"/>
          </ac:spMkLst>
        </pc:spChg>
        <pc:picChg chg="mod">
          <ac:chgData name="Shailendra Chauhan" userId="a7d3133f-e197-4b90-bf63-99a63a264234" providerId="ADAL" clId="{B3826D35-BD12-465F-9DD6-9A637B4CE187}" dt="2024-07-15T18:00:48.170" v="71" actId="1440"/>
          <ac:picMkLst>
            <pc:docMk/>
            <pc:sldMk cId="0" sldId="268"/>
            <ac:picMk id="203" creationId="{00000000-0000-0000-0000-000000000000}"/>
          </ac:picMkLst>
        </pc:picChg>
      </pc:sldChg>
      <pc:sldChg chg="modSp mod modClrScheme chgLayout">
        <pc:chgData name="Shailendra Chauhan" userId="a7d3133f-e197-4b90-bf63-99a63a264234" providerId="ADAL" clId="{B3826D35-BD12-465F-9DD6-9A637B4CE187}" dt="2024-07-15T17:54:23.475" v="39" actId="207"/>
        <pc:sldMkLst>
          <pc:docMk/>
          <pc:sldMk cId="0" sldId="269"/>
        </pc:sldMkLst>
        <pc:spChg chg="mod ord">
          <ac:chgData name="Shailendra Chauhan" userId="a7d3133f-e197-4b90-bf63-99a63a264234" providerId="ADAL" clId="{B3826D35-BD12-465F-9DD6-9A637B4CE187}" dt="2024-07-15T17:54:20.691" v="38" actId="700"/>
          <ac:spMkLst>
            <pc:docMk/>
            <pc:sldMk cId="0" sldId="269"/>
            <ac:spMk id="209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4:23.475" v="39" actId="207"/>
          <ac:spMkLst>
            <pc:docMk/>
            <pc:sldMk cId="0" sldId="269"/>
            <ac:spMk id="210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4:39.436" v="41" actId="207"/>
        <pc:sldMkLst>
          <pc:docMk/>
          <pc:sldMk cId="0" sldId="270"/>
        </pc:sldMkLst>
        <pc:spChg chg="mod ord">
          <ac:chgData name="Shailendra Chauhan" userId="a7d3133f-e197-4b90-bf63-99a63a264234" providerId="ADAL" clId="{B3826D35-BD12-465F-9DD6-9A637B4CE187}" dt="2024-07-15T17:54:39.436" v="41" actId="207"/>
          <ac:spMkLst>
            <pc:docMk/>
            <pc:sldMk cId="0" sldId="270"/>
            <ac:spMk id="216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4:31.235" v="40" actId="700"/>
          <ac:spMkLst>
            <pc:docMk/>
            <pc:sldMk cId="0" sldId="270"/>
            <ac:spMk id="217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5:36.321" v="43" actId="207"/>
        <pc:sldMkLst>
          <pc:docMk/>
          <pc:sldMk cId="0" sldId="271"/>
        </pc:sldMkLst>
        <pc:spChg chg="mod ord">
          <ac:chgData name="Shailendra Chauhan" userId="a7d3133f-e197-4b90-bf63-99a63a264234" providerId="ADAL" clId="{B3826D35-BD12-465F-9DD6-9A637B4CE187}" dt="2024-07-15T17:55:32.042" v="42" actId="700"/>
          <ac:spMkLst>
            <pc:docMk/>
            <pc:sldMk cId="0" sldId="271"/>
            <ac:spMk id="223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5:36.321" v="43" actId="207"/>
          <ac:spMkLst>
            <pc:docMk/>
            <pc:sldMk cId="0" sldId="271"/>
            <ac:spMk id="224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8:54.027" v="62" actId="700"/>
        <pc:sldMkLst>
          <pc:docMk/>
          <pc:sldMk cId="0" sldId="272"/>
        </pc:sldMkLst>
        <pc:spChg chg="mod ord">
          <ac:chgData name="Shailendra Chauhan" userId="a7d3133f-e197-4b90-bf63-99a63a264234" providerId="ADAL" clId="{B3826D35-BD12-465F-9DD6-9A637B4CE187}" dt="2024-07-15T17:58:54.027" v="62" actId="700"/>
          <ac:spMkLst>
            <pc:docMk/>
            <pc:sldMk cId="0" sldId="272"/>
            <ac:spMk id="230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8:54.027" v="62" actId="700"/>
          <ac:spMkLst>
            <pc:docMk/>
            <pc:sldMk cId="0" sldId="272"/>
            <ac:spMk id="231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5:45.878" v="45" actId="207"/>
        <pc:sldMkLst>
          <pc:docMk/>
          <pc:sldMk cId="0" sldId="273"/>
        </pc:sldMkLst>
        <pc:spChg chg="mod ord">
          <ac:chgData name="Shailendra Chauhan" userId="a7d3133f-e197-4b90-bf63-99a63a264234" providerId="ADAL" clId="{B3826D35-BD12-465F-9DD6-9A637B4CE187}" dt="2024-07-15T17:55:42.384" v="44" actId="700"/>
          <ac:spMkLst>
            <pc:docMk/>
            <pc:sldMk cId="0" sldId="273"/>
            <ac:spMk id="237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5:45.878" v="45" actId="207"/>
          <ac:spMkLst>
            <pc:docMk/>
            <pc:sldMk cId="0" sldId="273"/>
            <ac:spMk id="238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8:33.392" v="61" actId="700"/>
        <pc:sldMkLst>
          <pc:docMk/>
          <pc:sldMk cId="0" sldId="274"/>
        </pc:sldMkLst>
        <pc:spChg chg="mod ord">
          <ac:chgData name="Shailendra Chauhan" userId="a7d3133f-e197-4b90-bf63-99a63a264234" providerId="ADAL" clId="{B3826D35-BD12-465F-9DD6-9A637B4CE187}" dt="2024-07-15T17:58:33.392" v="61" actId="700"/>
          <ac:spMkLst>
            <pc:docMk/>
            <pc:sldMk cId="0" sldId="274"/>
            <ac:spMk id="244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8:33.392" v="61" actId="700"/>
          <ac:spMkLst>
            <pc:docMk/>
            <pc:sldMk cId="0" sldId="274"/>
            <ac:spMk id="245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5:54.282" v="47" actId="207"/>
        <pc:sldMkLst>
          <pc:docMk/>
          <pc:sldMk cId="0" sldId="275"/>
        </pc:sldMkLst>
        <pc:spChg chg="mod ord">
          <ac:chgData name="Shailendra Chauhan" userId="a7d3133f-e197-4b90-bf63-99a63a264234" providerId="ADAL" clId="{B3826D35-BD12-465F-9DD6-9A637B4CE187}" dt="2024-07-15T17:55:50.971" v="46" actId="700"/>
          <ac:spMkLst>
            <pc:docMk/>
            <pc:sldMk cId="0" sldId="275"/>
            <ac:spMk id="251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5:54.282" v="47" actId="207"/>
          <ac:spMkLst>
            <pc:docMk/>
            <pc:sldMk cId="0" sldId="275"/>
            <ac:spMk id="252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8:11.726" v="60" actId="700"/>
        <pc:sldMkLst>
          <pc:docMk/>
          <pc:sldMk cId="0" sldId="276"/>
        </pc:sldMkLst>
        <pc:spChg chg="mod ord">
          <ac:chgData name="Shailendra Chauhan" userId="a7d3133f-e197-4b90-bf63-99a63a264234" providerId="ADAL" clId="{B3826D35-BD12-465F-9DD6-9A637B4CE187}" dt="2024-07-15T17:58:11.726" v="60" actId="700"/>
          <ac:spMkLst>
            <pc:docMk/>
            <pc:sldMk cId="0" sldId="276"/>
            <ac:spMk id="258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8:11.726" v="60" actId="700"/>
          <ac:spMkLst>
            <pc:docMk/>
            <pc:sldMk cId="0" sldId="276"/>
            <ac:spMk id="259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6:03.195" v="49" actId="207"/>
        <pc:sldMkLst>
          <pc:docMk/>
          <pc:sldMk cId="0" sldId="277"/>
        </pc:sldMkLst>
        <pc:spChg chg="mod ord">
          <ac:chgData name="Shailendra Chauhan" userId="a7d3133f-e197-4b90-bf63-99a63a264234" providerId="ADAL" clId="{B3826D35-BD12-465F-9DD6-9A637B4CE187}" dt="2024-07-15T17:55:59.856" v="48" actId="700"/>
          <ac:spMkLst>
            <pc:docMk/>
            <pc:sldMk cId="0" sldId="277"/>
            <ac:spMk id="265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6:03.195" v="49" actId="207"/>
          <ac:spMkLst>
            <pc:docMk/>
            <pc:sldMk cId="0" sldId="277"/>
            <ac:spMk id="266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7:55.656" v="59" actId="12"/>
        <pc:sldMkLst>
          <pc:docMk/>
          <pc:sldMk cId="0" sldId="278"/>
        </pc:sldMkLst>
        <pc:spChg chg="mod ord">
          <ac:chgData name="Shailendra Chauhan" userId="a7d3133f-e197-4b90-bf63-99a63a264234" providerId="ADAL" clId="{B3826D35-BD12-465F-9DD6-9A637B4CE187}" dt="2024-07-15T17:57:55.656" v="59" actId="12"/>
          <ac:spMkLst>
            <pc:docMk/>
            <pc:sldMk cId="0" sldId="278"/>
            <ac:spMk id="272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7:37.103" v="57" actId="700"/>
          <ac:spMkLst>
            <pc:docMk/>
            <pc:sldMk cId="0" sldId="278"/>
            <ac:spMk id="273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6:13.937" v="51" actId="207"/>
        <pc:sldMkLst>
          <pc:docMk/>
          <pc:sldMk cId="0" sldId="279"/>
        </pc:sldMkLst>
        <pc:spChg chg="mod ord">
          <ac:chgData name="Shailendra Chauhan" userId="a7d3133f-e197-4b90-bf63-99a63a264234" providerId="ADAL" clId="{B3826D35-BD12-465F-9DD6-9A637B4CE187}" dt="2024-07-15T17:56:09.313" v="50" actId="700"/>
          <ac:spMkLst>
            <pc:docMk/>
            <pc:sldMk cId="0" sldId="279"/>
            <ac:spMk id="279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6:13.937" v="51" actId="207"/>
          <ac:spMkLst>
            <pc:docMk/>
            <pc:sldMk cId="0" sldId="279"/>
            <ac:spMk id="280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7:06.618" v="56" actId="700"/>
        <pc:sldMkLst>
          <pc:docMk/>
          <pc:sldMk cId="0" sldId="280"/>
        </pc:sldMkLst>
        <pc:spChg chg="mod ord">
          <ac:chgData name="Shailendra Chauhan" userId="a7d3133f-e197-4b90-bf63-99a63a264234" providerId="ADAL" clId="{B3826D35-BD12-465F-9DD6-9A637B4CE187}" dt="2024-07-15T17:57:06.618" v="56" actId="700"/>
          <ac:spMkLst>
            <pc:docMk/>
            <pc:sldMk cId="0" sldId="280"/>
            <ac:spMk id="286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7:06.618" v="56" actId="700"/>
          <ac:spMkLst>
            <pc:docMk/>
            <pc:sldMk cId="0" sldId="280"/>
            <ac:spMk id="287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6:22.076" v="53" actId="207"/>
        <pc:sldMkLst>
          <pc:docMk/>
          <pc:sldMk cId="0" sldId="281"/>
        </pc:sldMkLst>
        <pc:spChg chg="mod ord">
          <ac:chgData name="Shailendra Chauhan" userId="a7d3133f-e197-4b90-bf63-99a63a264234" providerId="ADAL" clId="{B3826D35-BD12-465F-9DD6-9A637B4CE187}" dt="2024-07-15T17:56:19.010" v="52" actId="700"/>
          <ac:spMkLst>
            <pc:docMk/>
            <pc:sldMk cId="0" sldId="281"/>
            <ac:spMk id="293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6:22.076" v="53" actId="207"/>
          <ac:spMkLst>
            <pc:docMk/>
            <pc:sldMk cId="0" sldId="281"/>
            <ac:spMk id="294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6:50.514" v="55" actId="700"/>
        <pc:sldMkLst>
          <pc:docMk/>
          <pc:sldMk cId="0" sldId="282"/>
        </pc:sldMkLst>
        <pc:spChg chg="mod ord">
          <ac:chgData name="Shailendra Chauhan" userId="a7d3133f-e197-4b90-bf63-99a63a264234" providerId="ADAL" clId="{B3826D35-BD12-465F-9DD6-9A637B4CE187}" dt="2024-07-15T17:56:50.514" v="55" actId="700"/>
          <ac:spMkLst>
            <pc:docMk/>
            <pc:sldMk cId="0" sldId="282"/>
            <ac:spMk id="300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6:50.514" v="55" actId="700"/>
          <ac:spMkLst>
            <pc:docMk/>
            <pc:sldMk cId="0" sldId="282"/>
            <ac:spMk id="301" creationId="{00000000-0000-0000-0000-000000000000}"/>
          </ac:spMkLst>
        </pc:spChg>
      </pc:sldChg>
      <pc:sldChg chg="modSp mod modClrScheme chgLayout">
        <pc:chgData name="Shailendra Chauhan" userId="a7d3133f-e197-4b90-bf63-99a63a264234" providerId="ADAL" clId="{B3826D35-BD12-465F-9DD6-9A637B4CE187}" dt="2024-07-15T17:56:31.168" v="54" actId="700"/>
        <pc:sldMkLst>
          <pc:docMk/>
          <pc:sldMk cId="0" sldId="283"/>
        </pc:sldMkLst>
        <pc:spChg chg="mod ord">
          <ac:chgData name="Shailendra Chauhan" userId="a7d3133f-e197-4b90-bf63-99a63a264234" providerId="ADAL" clId="{B3826D35-BD12-465F-9DD6-9A637B4CE187}" dt="2024-07-15T17:56:31.168" v="54" actId="700"/>
          <ac:spMkLst>
            <pc:docMk/>
            <pc:sldMk cId="0" sldId="283"/>
            <ac:spMk id="307" creationId="{00000000-0000-0000-0000-000000000000}"/>
          </ac:spMkLst>
        </pc:spChg>
        <pc:spChg chg="mod ord">
          <ac:chgData name="Shailendra Chauhan" userId="a7d3133f-e197-4b90-bf63-99a63a264234" providerId="ADAL" clId="{B3826D35-BD12-465F-9DD6-9A637B4CE187}" dt="2024-07-15T17:56:31.168" v="54" actId="700"/>
          <ac:spMkLst>
            <pc:docMk/>
            <pc:sldMk cId="0" sldId="283"/>
            <ac:spMk id="308" creationId="{00000000-0000-0000-0000-000000000000}"/>
          </ac:spMkLst>
        </pc:spChg>
      </pc:sldChg>
      <pc:sldChg chg="addSp delSp modSp new mod modClrScheme chgLayout">
        <pc:chgData name="Shailendra Chauhan" userId="a7d3133f-e197-4b90-bf63-99a63a264234" providerId="ADAL" clId="{B3826D35-BD12-465F-9DD6-9A637B4CE187}" dt="2024-07-15T17:50:45.593" v="11"/>
        <pc:sldMkLst>
          <pc:docMk/>
          <pc:sldMk cId="4186699833" sldId="284"/>
        </pc:sldMkLst>
        <pc:spChg chg="del mod ord">
          <ac:chgData name="Shailendra Chauhan" userId="a7d3133f-e197-4b90-bf63-99a63a264234" providerId="ADAL" clId="{B3826D35-BD12-465F-9DD6-9A637B4CE187}" dt="2024-07-15T17:50:23.319" v="5" actId="700"/>
          <ac:spMkLst>
            <pc:docMk/>
            <pc:sldMk cId="4186699833" sldId="284"/>
            <ac:spMk id="2" creationId="{C28AD609-1BC2-2CFA-5651-7F20B6012931}"/>
          </ac:spMkLst>
        </pc:spChg>
        <pc:spChg chg="del mod ord">
          <ac:chgData name="Shailendra Chauhan" userId="a7d3133f-e197-4b90-bf63-99a63a264234" providerId="ADAL" clId="{B3826D35-BD12-465F-9DD6-9A637B4CE187}" dt="2024-07-15T17:50:23.319" v="5" actId="700"/>
          <ac:spMkLst>
            <pc:docMk/>
            <pc:sldMk cId="4186699833" sldId="284"/>
            <ac:spMk id="3" creationId="{885E7A40-169A-BD86-1B7D-914DCF7EFB02}"/>
          </ac:spMkLst>
        </pc:spChg>
        <pc:spChg chg="add mod ord">
          <ac:chgData name="Shailendra Chauhan" userId="a7d3133f-e197-4b90-bf63-99a63a264234" providerId="ADAL" clId="{B3826D35-BD12-465F-9DD6-9A637B4CE187}" dt="2024-07-15T17:50:39.377" v="8"/>
          <ac:spMkLst>
            <pc:docMk/>
            <pc:sldMk cId="4186699833" sldId="284"/>
            <ac:spMk id="4" creationId="{DE91E07C-42B0-9BD1-085F-38784A9ED47C}"/>
          </ac:spMkLst>
        </pc:spChg>
        <pc:spChg chg="add mod ord">
          <ac:chgData name="Shailendra Chauhan" userId="a7d3133f-e197-4b90-bf63-99a63a264234" providerId="ADAL" clId="{B3826D35-BD12-465F-9DD6-9A637B4CE187}" dt="2024-07-15T17:50:34.836" v="7" actId="20577"/>
          <ac:spMkLst>
            <pc:docMk/>
            <pc:sldMk cId="4186699833" sldId="284"/>
            <ac:spMk id="5" creationId="{6215D1A8-6273-17BE-79AC-7DBAD235AD0E}"/>
          </ac:spMkLst>
        </pc:spChg>
        <pc:spChg chg="add mod ord">
          <ac:chgData name="Shailendra Chauhan" userId="a7d3133f-e197-4b90-bf63-99a63a264234" providerId="ADAL" clId="{B3826D35-BD12-465F-9DD6-9A637B4CE187}" dt="2024-07-15T17:50:45.593" v="11"/>
          <ac:spMkLst>
            <pc:docMk/>
            <pc:sldMk cId="4186699833" sldId="284"/>
            <ac:spMk id="6" creationId="{C94C43FF-C4AC-FC9F-FCE6-28459486A18E}"/>
          </ac:spMkLst>
        </pc:spChg>
      </pc:sldChg>
      <pc:sldMasterChg chg="modSldLayout">
        <pc:chgData name="Shailendra Chauhan" userId="a7d3133f-e197-4b90-bf63-99a63a264234" providerId="ADAL" clId="{B3826D35-BD12-465F-9DD6-9A637B4CE187}" dt="2024-07-15T18:00:18.616" v="69"/>
        <pc:sldMasterMkLst>
          <pc:docMk/>
          <pc:sldMasterMk cId="1368009228" sldId="2147483669"/>
        </pc:sldMasterMkLst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3514112081" sldId="2147483679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199539831" sldId="2147483680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2862553680" sldId="2147483681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1634911557" sldId="2147483682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3243374425" sldId="2147483683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1011315065" sldId="2147483684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195326562" sldId="2147483685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751858146" sldId="2147483686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1044819304" sldId="2147483687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1228505507" sldId="2147483688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1885915352" sldId="2147483690"/>
          </pc:sldLayoutMkLst>
        </pc:sldLayoutChg>
        <pc:sldLayoutChg chg="delSp">
          <pc:chgData name="Shailendra Chauhan" userId="a7d3133f-e197-4b90-bf63-99a63a264234" providerId="ADAL" clId="{B3826D35-BD12-465F-9DD6-9A637B4CE187}" dt="2024-07-15T17:49:47.243" v="0"/>
          <pc:sldLayoutMkLst>
            <pc:docMk/>
            <pc:sldMasterMk cId="1368009228" sldId="2147483669"/>
            <pc:sldLayoutMk cId="2685623528" sldId="2147483695"/>
          </pc:sldLayoutMkLst>
          <pc:spChg chg="del">
            <ac:chgData name="Shailendra Chauhan" userId="a7d3133f-e197-4b90-bf63-99a63a264234" providerId="ADAL" clId="{B3826D35-BD12-465F-9DD6-9A637B4CE187}" dt="2024-07-15T17:49:47.243" v="0"/>
            <ac:spMkLst>
              <pc:docMk/>
              <pc:sldMasterMk cId="1368009228" sldId="2147483669"/>
              <pc:sldLayoutMk cId="2685623528" sldId="2147483695"/>
              <ac:spMk id="13" creationId="{00000000-0000-0000-0000-000000000000}"/>
            </ac:spMkLst>
          </pc:spChg>
          <pc:spChg chg="del">
            <ac:chgData name="Shailendra Chauhan" userId="a7d3133f-e197-4b90-bf63-99a63a264234" providerId="ADAL" clId="{B3826D35-BD12-465F-9DD6-9A637B4CE187}" dt="2024-07-15T17:49:47.243" v="0"/>
            <ac:spMkLst>
              <pc:docMk/>
              <pc:sldMasterMk cId="1368009228" sldId="2147483669"/>
              <pc:sldLayoutMk cId="2685623528" sldId="2147483695"/>
              <ac:spMk id="18" creationId="{00000000-0000-0000-0000-000000000000}"/>
            </ac:spMkLst>
          </pc:spChg>
          <pc:spChg chg="del">
            <ac:chgData name="Shailendra Chauhan" userId="a7d3133f-e197-4b90-bf63-99a63a264234" providerId="ADAL" clId="{B3826D35-BD12-465F-9DD6-9A637B4CE187}" dt="2024-07-15T17:49:47.243" v="0"/>
            <ac:spMkLst>
              <pc:docMk/>
              <pc:sldMasterMk cId="1368009228" sldId="2147483669"/>
              <pc:sldLayoutMk cId="2685623528" sldId="2147483695"/>
              <ac:spMk id="19" creationId="{00000000-0000-0000-0000-000000000000}"/>
            </ac:spMkLst>
          </pc:spChg>
          <pc:cxnChg chg="del">
            <ac:chgData name="Shailendra Chauhan" userId="a7d3133f-e197-4b90-bf63-99a63a264234" providerId="ADAL" clId="{B3826D35-BD12-465F-9DD6-9A637B4CE187}" dt="2024-07-15T17:49:47.243" v="0"/>
            <ac:cxnSpMkLst>
              <pc:docMk/>
              <pc:sldMasterMk cId="1368009228" sldId="2147483669"/>
              <pc:sldLayoutMk cId="2685623528" sldId="2147483695"/>
              <ac:cxnSpMk id="15" creationId="{00000000-0000-0000-0000-000000000000}"/>
            </ac:cxnSpMkLst>
          </pc:cxnChg>
        </pc:sldLayoutChg>
        <pc:sldLayoutChg chg="delSp">
          <pc:chgData name="Shailendra Chauhan" userId="a7d3133f-e197-4b90-bf63-99a63a264234" providerId="ADAL" clId="{B3826D35-BD12-465F-9DD6-9A637B4CE187}" dt="2024-07-15T17:49:47.243" v="0"/>
          <pc:sldLayoutMkLst>
            <pc:docMk/>
            <pc:sldMasterMk cId="1368009228" sldId="2147483669"/>
            <pc:sldLayoutMk cId="3989109237" sldId="2147483696"/>
          </pc:sldLayoutMkLst>
          <pc:cxnChg chg="del">
            <ac:chgData name="Shailendra Chauhan" userId="a7d3133f-e197-4b90-bf63-99a63a264234" providerId="ADAL" clId="{B3826D35-BD12-465F-9DD6-9A637B4CE187}" dt="2024-07-15T17:49:47.243" v="0"/>
            <ac:cxnSpMkLst>
              <pc:docMk/>
              <pc:sldMasterMk cId="1368009228" sldId="2147483669"/>
              <pc:sldLayoutMk cId="3989109237" sldId="2147483696"/>
              <ac:cxnSpMk id="23" creationId="{00000000-0000-0000-0000-000000000000}"/>
            </ac:cxnSpMkLst>
          </pc:cxnChg>
        </pc:sldLayoutChg>
        <pc:sldLayoutChg chg="delSp">
          <pc:chgData name="Shailendra Chauhan" userId="a7d3133f-e197-4b90-bf63-99a63a264234" providerId="ADAL" clId="{B3826D35-BD12-465F-9DD6-9A637B4CE187}" dt="2024-07-15T17:49:47.243" v="0"/>
          <pc:sldLayoutMkLst>
            <pc:docMk/>
            <pc:sldMasterMk cId="1368009228" sldId="2147483669"/>
            <pc:sldLayoutMk cId="2041636922" sldId="2147483699"/>
          </pc:sldLayoutMkLst>
          <pc:cxnChg chg="del">
            <ac:chgData name="Shailendra Chauhan" userId="a7d3133f-e197-4b90-bf63-99a63a264234" providerId="ADAL" clId="{B3826D35-BD12-465F-9DD6-9A637B4CE187}" dt="2024-07-15T17:49:47.243" v="0"/>
            <ac:cxnSpMkLst>
              <pc:docMk/>
              <pc:sldMasterMk cId="1368009228" sldId="2147483669"/>
              <pc:sldLayoutMk cId="2041636922" sldId="2147483699"/>
              <ac:cxnSpMk id="32" creationId="{00000000-0000-0000-0000-000000000000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Heroku was acquired by Salesforce.com in 2010.</a:t>
            </a:r>
            <a:endParaRPr/>
          </a:p>
        </p:txBody>
      </p:sp>
      <p:sp>
        <p:nvSpPr>
          <p:cNvPr id="121" name="Google Shape;12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Codebase -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source code for the application that will be compile or interpreted before execution.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Repository (repo)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Codebase managed within a VCS (Version Control System) system.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 installation of the app with a specific configuration for a specific use case and/or audience.</a:t>
            </a:r>
            <a:endParaRPr/>
          </a:p>
        </p:txBody>
      </p:sp>
      <p:sp>
        <p:nvSpPr>
          <p:cNvPr id="142" name="Google Shape;14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157" name="Google Shape;15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171" name="Google Shape;17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185" name="Google Shape;18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199" name="Google Shape;19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214" name="Google Shape;21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228" name="Google Shape;22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242" name="Google Shape;24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256" name="Google Shape;25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270" name="Google Shape;270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284" name="Google Shape;284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298" name="Google Shape;298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scalability and resilience (Recovery) to the design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get enormous scalability and resilience capabilities without actually doing any explicit development for that.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Ease in system maintenance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get several advantages in system maintenance by utilizing various tools and software that provides automation in testing, delivery, deployment, monitoring, and reporting, making software maintenance an easy job.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avoid the cost of software erosion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be able to make quicker and periodic maintenance on your app that includes adding new features, changes.</a:t>
            </a:r>
            <a:endParaRPr/>
          </a:p>
        </p:txBody>
      </p:sp>
      <p:sp>
        <p:nvSpPr>
          <p:cNvPr id="305" name="Google Shape;305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50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5543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16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10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22364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20487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17418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796575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42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 - Light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51411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 - Light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3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 - Light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55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Vertical - Light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911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 - Light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37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31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Heading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2656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85814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04481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22850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133794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188591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59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2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27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_Content">
  <p:cSld name="1_Agenda_Conten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292734" y="2821654"/>
            <a:ext cx="4524341" cy="77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body" idx="1"/>
          </p:nvPr>
        </p:nvSpPr>
        <p:spPr>
          <a:xfrm>
            <a:off x="5719315" y="1414732"/>
            <a:ext cx="6098863" cy="4891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body" idx="2"/>
          </p:nvPr>
        </p:nvSpPr>
        <p:spPr>
          <a:xfrm>
            <a:off x="5719316" y="425063"/>
            <a:ext cx="6098865" cy="67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56235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 and Content">
  <p:cSld name="1_Heading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1"/>
          <p:cNvSpPr txBox="1">
            <a:spLocks noGrp="1"/>
          </p:cNvSpPr>
          <p:nvPr>
            <p:ph type="body" idx="1"/>
          </p:nvPr>
        </p:nvSpPr>
        <p:spPr>
          <a:xfrm>
            <a:off x="493295" y="1593670"/>
            <a:ext cx="11122056" cy="474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body" idx="2"/>
          </p:nvPr>
        </p:nvSpPr>
        <p:spPr>
          <a:xfrm>
            <a:off x="493295" y="522513"/>
            <a:ext cx="11122056" cy="63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910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">
  <p:cSld name="1_Demo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2"/>
          <p:cNvSpPr txBox="1">
            <a:spLocks noGrp="1"/>
          </p:cNvSpPr>
          <p:nvPr>
            <p:ph type="title"/>
          </p:nvPr>
        </p:nvSpPr>
        <p:spPr>
          <a:xfrm>
            <a:off x="493295" y="2303059"/>
            <a:ext cx="11113251" cy="794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32"/>
          <p:cNvSpPr txBox="1">
            <a:spLocks noGrp="1"/>
          </p:cNvSpPr>
          <p:nvPr>
            <p:ph type="body" idx="1"/>
          </p:nvPr>
        </p:nvSpPr>
        <p:spPr>
          <a:xfrm>
            <a:off x="493295" y="3228975"/>
            <a:ext cx="11122056" cy="1895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66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0X50 Content and Image Horizontal">
  <p:cSld name="50X50 Content and Image Horizontal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>
            <a:spLocks noGrp="1"/>
          </p:cNvSpPr>
          <p:nvPr>
            <p:ph type="body" idx="1"/>
          </p:nvPr>
        </p:nvSpPr>
        <p:spPr>
          <a:xfrm>
            <a:off x="493295" y="1593670"/>
            <a:ext cx="6351642" cy="474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body" idx="2"/>
          </p:nvPr>
        </p:nvSpPr>
        <p:spPr>
          <a:xfrm>
            <a:off x="493294" y="539363"/>
            <a:ext cx="6351642" cy="831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435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 and Content Levels">
  <p:cSld name="Heading and Content Level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4"/>
          <p:cNvSpPr txBox="1">
            <a:spLocks noGrp="1"/>
          </p:cNvSpPr>
          <p:nvPr>
            <p:ph type="body" idx="1"/>
          </p:nvPr>
        </p:nvSpPr>
        <p:spPr>
          <a:xfrm>
            <a:off x="493295" y="1593670"/>
            <a:ext cx="11122056" cy="474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34"/>
          <p:cNvSpPr txBox="1">
            <a:spLocks noGrp="1"/>
          </p:cNvSpPr>
          <p:nvPr>
            <p:ph type="body" idx="2"/>
          </p:nvPr>
        </p:nvSpPr>
        <p:spPr>
          <a:xfrm>
            <a:off x="493295" y="522513"/>
            <a:ext cx="11122056" cy="63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163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09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  <p:sldLayoutId id="2147483699" r:id="rId3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What is Twelve-Factor App?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The Twelve-Factors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Benefits of Twelve-Factor App</a:t>
            </a:r>
            <a:endParaRPr dirty="0"/>
          </a:p>
        </p:txBody>
      </p:sp>
      <p:sp>
        <p:nvSpPr>
          <p:cNvPr id="117" name="Google Shape;117;p1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The Twelve-Factor App</a:t>
            </a:r>
            <a:endParaRPr/>
          </a:p>
        </p:txBody>
      </p:sp>
      <p:sp>
        <p:nvSpPr>
          <p:cNvPr id="115" name="Google Shape;115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The Twelve-Factor App methodology was created by Adam Wiggins and engineers at Heroku while building Heroku platform.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First presented by Adam Wiggins in 2011.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Later due to their generic and platform independent implementation they are released as fundamental guidelines for any cloud ready application.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Include defined practices around version control, environment configuration, isolated dependencies, executing apps as stateless resources, working with backing services like database, queue, and much more.</a:t>
            </a:r>
            <a:endParaRPr/>
          </a:p>
        </p:txBody>
      </p:sp>
      <p:sp>
        <p:nvSpPr>
          <p:cNvPr id="124" name="Google Shape;124;p2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What is Twelve-Factor App?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15D1A8-6273-17BE-79AC-7DBAD235AD0E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The Twelve-Factors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C43FF-C4AC-FC9F-FCE6-28459486A18E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r>
              <a:rPr lang="en-US" dirty="0"/>
              <a:t>VII. Port binding</a:t>
            </a:r>
          </a:p>
          <a:p>
            <a:r>
              <a:rPr lang="en-US" dirty="0"/>
              <a:t>VIII. Concurrency</a:t>
            </a:r>
          </a:p>
          <a:p>
            <a:r>
              <a:rPr lang="en-US" dirty="0"/>
              <a:t>IX. Disposability</a:t>
            </a:r>
          </a:p>
          <a:p>
            <a:r>
              <a:rPr lang="en-US" dirty="0"/>
              <a:t>X. Dev/prod parity</a:t>
            </a:r>
          </a:p>
          <a:p>
            <a:r>
              <a:rPr lang="en-US" dirty="0"/>
              <a:t>XI. Logs</a:t>
            </a:r>
          </a:p>
          <a:p>
            <a:r>
              <a:rPr lang="en-US" dirty="0"/>
              <a:t>XII. Admin processes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1E07C-42B0-9BD1-085F-38784A9ED4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dirty="0"/>
              <a:t>I. Codebase 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dirty="0"/>
              <a:t>II. Dependencies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dirty="0"/>
              <a:t>III. Config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dirty="0"/>
              <a:t>IV. Backing services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dirty="0"/>
              <a:t>V. Build, Release run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dirty="0"/>
              <a:t>VI. Processes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699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1. Codebase</a:t>
            </a:r>
            <a:endParaRPr/>
          </a:p>
        </p:txBody>
      </p:sp>
      <p:sp>
        <p:nvSpPr>
          <p:cNvPr id="138" name="Google Shape;138;p4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One Codebase Many Deploy</a:t>
            </a:r>
            <a:endParaRPr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Codebase</a:t>
            </a:r>
            <a:endParaRPr/>
          </a:p>
        </p:txBody>
      </p:sp>
      <p:sp>
        <p:nvSpPr>
          <p:cNvPr id="144" name="Google Shape;144;p5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An app codebase must be stored in a repository managed by a VCS such as Git.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Must be 1-to-1 correlation between the codebase and the app.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A distributed app can have multiple codebases, one for each distributed module.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Multiple apps cannot share code. Such code must be factored out as shared libraries</a:t>
            </a:r>
            <a:endParaRPr dirty="0"/>
          </a:p>
        </p:txBody>
      </p:sp>
      <p:pic>
        <p:nvPicPr>
          <p:cNvPr id="146" name="Google Shape;146;p5"/>
          <p:cNvPicPr preferRelativeResize="0"/>
          <p:nvPr/>
        </p:nvPicPr>
        <p:blipFill rotWithShape="1">
          <a:blip r:embed="rId3">
            <a:alphaModFix/>
          </a:blip>
          <a:srcRect l="6989" t="5894" r="7525" b="3249"/>
          <a:stretch/>
        </p:blipFill>
        <p:spPr>
          <a:xfrm>
            <a:off x="7816018" y="1837287"/>
            <a:ext cx="4059384" cy="2852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 dirty="0"/>
              <a:t>2. Dependencies</a:t>
            </a:r>
            <a:endParaRPr dirty="0"/>
          </a:p>
        </p:txBody>
      </p:sp>
      <p:sp>
        <p:nvSpPr>
          <p:cNvPr id="153" name="Google Shape;153;p6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Explicitly Declare and Isolate</a:t>
            </a:r>
            <a:endParaRPr sz="6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Declare dependencies along with their specific versions (if required) in a manifest like </a:t>
            </a:r>
            <a:r>
              <a:rPr lang="en-US" sz="2800" dirty="0" err="1"/>
              <a:t>package.json</a:t>
            </a:r>
            <a:r>
              <a:rPr lang="en-US" sz="2800" dirty="0"/>
              <a:t> in </a:t>
            </a:r>
            <a:r>
              <a:rPr lang="en-US" sz="2800" dirty="0" err="1"/>
              <a:t>npm</a:t>
            </a:r>
            <a:r>
              <a:rPr lang="en-US" sz="2800" dirty="0"/>
              <a:t>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Use dependency isolation tool to prevent accidental import of </a:t>
            </a:r>
            <a:r>
              <a:rPr lang="en-US" sz="2800" dirty="0" err="1"/>
              <a:t>unwantead</a:t>
            </a:r>
            <a:r>
              <a:rPr lang="en-US" sz="2800" dirty="0"/>
              <a:t> dependencies.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Use dependency manager i.e. packaging system like </a:t>
            </a:r>
            <a:r>
              <a:rPr lang="en-US" sz="2800" dirty="0" err="1"/>
              <a:t>nuget</a:t>
            </a:r>
            <a:r>
              <a:rPr lang="en-US" sz="2800" dirty="0"/>
              <a:t> or </a:t>
            </a:r>
            <a:r>
              <a:rPr lang="en-US" sz="2800" dirty="0" err="1"/>
              <a:t>npm</a:t>
            </a:r>
            <a:r>
              <a:rPr lang="en-US" sz="2800" dirty="0"/>
              <a:t> to fetch all required dependencies from their sources and maintain them in a local repository.</a:t>
            </a:r>
            <a:endParaRPr dirty="0"/>
          </a:p>
        </p:txBody>
      </p:sp>
      <p:sp>
        <p:nvSpPr>
          <p:cNvPr id="160" name="Google Shape;160;p7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Dependencies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3. Config</a:t>
            </a:r>
            <a:endParaRPr/>
          </a:p>
        </p:txBody>
      </p:sp>
      <p:sp>
        <p:nvSpPr>
          <p:cNvPr id="167" name="Google Shape;167;p8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Store Config in the Environment</a:t>
            </a:r>
            <a:endParaRPr sz="6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A 12-factor app requires strict separation of config and code.</a:t>
            </a:r>
            <a:endParaRPr lang="en-US"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Config is not checked into the app’s repository.</a:t>
            </a:r>
            <a:endParaRPr lang="en-US"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A config contains secrets such as passwords, or </a:t>
            </a:r>
            <a:r>
              <a:rPr lang="en-US" sz="2800" dirty="0" err="1"/>
              <a:t>db</a:t>
            </a:r>
            <a:r>
              <a:rPr lang="en-US" sz="2800" dirty="0"/>
              <a:t> connection strings</a:t>
            </a:r>
            <a:endParaRPr lang="en-US"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config should be stored in environment variables.</a:t>
            </a:r>
            <a:endParaRPr lang="en-US"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App packaging, containerization runtimes, and orchestration systems provides facility to define config for the app thru environment variables based on the deploy type.</a:t>
            </a:r>
            <a:endParaRPr lang="en-US" dirty="0"/>
          </a:p>
        </p:txBody>
      </p:sp>
      <p:sp>
        <p:nvSpPr>
          <p:cNvPr id="174" name="Google Shape;174;p9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Config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4. Backing Services</a:t>
            </a:r>
            <a:endParaRPr lang="en-US"/>
          </a:p>
        </p:txBody>
      </p:sp>
      <p:sp>
        <p:nvSpPr>
          <p:cNvPr id="181" name="Google Shape;181;p10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Treat backing services as attached resources</a:t>
            </a:r>
            <a:endParaRPr lang="en-US" sz="6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Backing services are treated as attached resources, whether they are locally managed or third party services.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They can be accessed easily via a URL or other credentials, and even they can swap to each other.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Backing Services Examples are: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Data Store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SMTP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Caching Systems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Azure Storage</a:t>
            </a:r>
            <a:endParaRPr dirty="0"/>
          </a:p>
        </p:txBody>
      </p:sp>
      <p:sp>
        <p:nvSpPr>
          <p:cNvPr id="188" name="Google Shape;188;p11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Backing Services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 dirty="0"/>
              <a:t>5. Build, Release and Run</a:t>
            </a:r>
            <a:endParaRPr dirty="0"/>
          </a:p>
        </p:txBody>
      </p:sp>
      <p:sp>
        <p:nvSpPr>
          <p:cNvPr id="195" name="Google Shape;195;p12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Strictly separate build and run stages</a:t>
            </a:r>
            <a:endParaRPr sz="6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Build, Release and Run</a:t>
            </a:r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BUILD = codebase + dependencies + assets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RELEASE = BUILD + config</a:t>
            </a:r>
            <a:endParaRPr sz="2800"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RUN = run process against RELEASE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There must be a separate pipeline for build and release process.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The “run” can run multiple times from the same “release” on the environment.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Also, the “release” can run multiple times from the same “build” with different configs.</a:t>
            </a:r>
            <a:endParaRPr dirty="0"/>
          </a:p>
        </p:txBody>
      </p:sp>
      <p:pic>
        <p:nvPicPr>
          <p:cNvPr id="203" name="Google Shape;20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0326" y="1817587"/>
            <a:ext cx="4454874" cy="20020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6. Processes</a:t>
            </a:r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Execute the app as one or more stateless processes</a:t>
            </a:r>
            <a:endParaRPr sz="6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process(es) must be designed to run stateless and share nothing. 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Any state that requires persistent must be handled by the backing services (e.g. database).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The idea of stateless services, help us to scale them by creating multiple instances.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App should save the sessions in a database rather than holding it in its memory.</a:t>
            </a:r>
            <a:endParaRPr dirty="0"/>
          </a:p>
        </p:txBody>
      </p:sp>
      <p:sp>
        <p:nvSpPr>
          <p:cNvPr id="217" name="Google Shape;217;p15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Processes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7. Port Binding</a:t>
            </a:r>
            <a:endParaRPr/>
          </a:p>
        </p:txBody>
      </p:sp>
      <p:sp>
        <p:nvSpPr>
          <p:cNvPr id="224" name="Google Shape;224;p16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Export services via port binding</a:t>
            </a:r>
            <a:endParaRPr sz="6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should be fully self-contained; means it does not requires runtime injection of a web server/container.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should only bind to a TCP/UDP port rather than the complete address set i.e. IP address and TCP/UDP port.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port binding should be configurable; not hard coded in the codebase.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Apps with port binding bring flexibility of getting run within the same environment where all the other processes are bind to different unique ports.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Port Binding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8. Concurrency</a:t>
            </a:r>
            <a:endParaRPr/>
          </a:p>
        </p:txBody>
      </p:sp>
      <p:sp>
        <p:nvSpPr>
          <p:cNvPr id="238" name="Google Shape;238;p18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Scale out via the process model</a:t>
            </a:r>
            <a:endParaRPr sz="6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To ensure the scalability of an app, more copies of the app (processes) should be deployed rather than making the app larger. 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The share-nothing, horizontal partitioning nature of twelve-factor app processes means that adding more concurrency is a simple and reliable operation. 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Tools such as Kubernetes can really help you here.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Concurrency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9. Disposability</a:t>
            </a:r>
            <a:endParaRPr/>
          </a:p>
        </p:txBody>
      </p:sp>
      <p:sp>
        <p:nvSpPr>
          <p:cNvPr id="252" name="Google Shape;252;p20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Maximize robustness with fast startup and graceful shutdown</a:t>
            </a:r>
            <a:endParaRPr sz="6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process should be design in a way that it can be tear down, terminated, and restart again in moments.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process should have minimum startup time.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process should shut down gracefully on terminate signal.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process should also be robust against sudden failure, and should be architect to handle unexpected, non-graceful termination without losing the in progress workload requests.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Disposability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10. Dev/Prod Parity</a:t>
            </a:r>
            <a:endParaRPr/>
          </a:p>
        </p:txBody>
      </p:sp>
      <p:sp>
        <p:nvSpPr>
          <p:cNvPr id="266" name="Google Shape;266;p22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Keep development, staging, and production as similar as possible</a:t>
            </a:r>
            <a:endParaRPr sz="6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An app’s engineering process should be design to support CI/CD.</a:t>
            </a:r>
            <a:endParaRPr dirty="0"/>
          </a:p>
          <a:p>
            <a:pPr lvl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</a:pPr>
            <a:r>
              <a:rPr lang="en-US" dirty="0"/>
              <a:t>The engineering process should minimize the dev and prod gap.</a:t>
            </a:r>
            <a:endParaRPr dirty="0"/>
          </a:p>
          <a:p>
            <a:pPr lvl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</a:pPr>
            <a:r>
              <a:rPr lang="en-US" dirty="0"/>
              <a:t>Keeping dev, staging and prod similar will ensure anyone can understand it and provide releases. </a:t>
            </a:r>
            <a:endParaRPr dirty="0"/>
          </a:p>
          <a:p>
            <a:pPr lvl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</a:pPr>
            <a:r>
              <a:rPr lang="en-US" dirty="0"/>
              <a:t>This ensures great development with limited errors, and also enables better scalability.</a:t>
            </a:r>
            <a:endParaRPr dirty="0"/>
          </a:p>
        </p:txBody>
      </p:sp>
      <p:sp>
        <p:nvSpPr>
          <p:cNvPr id="273" name="Google Shape;273;p23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Dev/Prod Parity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11. Logs</a:t>
            </a:r>
            <a:endParaRPr/>
          </a:p>
        </p:txBody>
      </p:sp>
      <p:sp>
        <p:nvSpPr>
          <p:cNvPr id="280" name="Google Shape;280;p24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Treat logs as event streams</a:t>
            </a:r>
            <a:endParaRPr sz="6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Logs provide visibility into the behavior of a running app.</a:t>
            </a:r>
            <a:endParaRPr dirty="0"/>
          </a:p>
          <a:p>
            <a:pPr lvl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</a:pPr>
            <a:r>
              <a:rPr lang="en-US" dirty="0"/>
              <a:t>An app should write its logs to its output stream that should be configurable from the environment.</a:t>
            </a:r>
            <a:endParaRPr dirty="0"/>
          </a:p>
          <a:p>
            <a:pPr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</a:pPr>
            <a:r>
              <a:rPr lang="en-US" dirty="0"/>
              <a:t>Don’t route or store logs in files.</a:t>
            </a:r>
            <a:endParaRPr dirty="0"/>
          </a:p>
          <a:p>
            <a:pPr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</a:pPr>
            <a:r>
              <a:rPr lang="en-US" dirty="0"/>
              <a:t>Use Splunk or Logstash/ELK Stack for logging.</a:t>
            </a:r>
            <a:endParaRPr dirty="0"/>
          </a:p>
        </p:txBody>
      </p:sp>
      <p:sp>
        <p:nvSpPr>
          <p:cNvPr id="287" name="Google Shape;287;p25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Logs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12. Admin Processes</a:t>
            </a:r>
            <a:endParaRPr/>
          </a:p>
        </p:txBody>
      </p:sp>
      <p:sp>
        <p:nvSpPr>
          <p:cNvPr id="294" name="Google Shape;294;p26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Run admin/management tasks as one-off processes</a:t>
            </a:r>
            <a:endParaRPr sz="6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often comes with various one-off administrative processes for maintenance tasks like cleaning temporary or unused or malformed data etc.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Admin tasks should run as separate process(es) against the same release. Hence any failure either in admin process or app's own process do not impact each other.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Admin code must ship with application code to avoid sync issues.</a:t>
            </a:r>
            <a:endParaRPr dirty="0"/>
          </a:p>
        </p:txBody>
      </p:sp>
      <p:sp>
        <p:nvSpPr>
          <p:cNvPr id="301" name="Google Shape;301;p27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Admin Processes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Use declarative formats for setup automation. This minimizes the time and cost for new developers joining the project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Have a clean contract with the underlying operating system, offering maximum portability between execution environments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Suitable for deployment on modern cloud platforms, thus removing the need for servers and systems administration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Limits differences between development and production, enabling continuous deployment for maximum agility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Can scale up without any major changes to tooling, architecture, or development practices, hence performance is a priority</a:t>
            </a:r>
            <a:endParaRPr dirty="0"/>
          </a:p>
        </p:txBody>
      </p:sp>
      <p:sp>
        <p:nvSpPr>
          <p:cNvPr id="308" name="Google Shape;308;p28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Benefits of Twelve-Factor App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0</TotalTime>
  <Words>3285</Words>
  <Application>Microsoft Office PowerPoint</Application>
  <PresentationFormat>Widescreen</PresentationFormat>
  <Paragraphs>352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Roboto</vt:lpstr>
      <vt:lpstr>Roboto Light</vt:lpstr>
      <vt:lpstr>Segoe UI</vt:lpstr>
      <vt:lpstr>ScholarHat Layout</vt:lpstr>
      <vt:lpstr>Agenda</vt:lpstr>
      <vt:lpstr>PowerPoint Presentation</vt:lpstr>
      <vt:lpstr>PowerPoint Presentation</vt:lpstr>
      <vt:lpstr>1. Codebase</vt:lpstr>
      <vt:lpstr>PowerPoint Presentation</vt:lpstr>
      <vt:lpstr>2. Dependencies</vt:lpstr>
      <vt:lpstr>PowerPoint Presentation</vt:lpstr>
      <vt:lpstr>3. Config</vt:lpstr>
      <vt:lpstr>PowerPoint Presentation</vt:lpstr>
      <vt:lpstr>4. Backing Services</vt:lpstr>
      <vt:lpstr>PowerPoint Presentation</vt:lpstr>
      <vt:lpstr>5. Build, Release and Run</vt:lpstr>
      <vt:lpstr>PowerPoint Presentation</vt:lpstr>
      <vt:lpstr>6. Processes</vt:lpstr>
      <vt:lpstr>PowerPoint Presentation</vt:lpstr>
      <vt:lpstr>7. Port Binding</vt:lpstr>
      <vt:lpstr>PowerPoint Presentation</vt:lpstr>
      <vt:lpstr>8. Concurrency</vt:lpstr>
      <vt:lpstr>PowerPoint Presentation</vt:lpstr>
      <vt:lpstr>9. Disposability</vt:lpstr>
      <vt:lpstr>PowerPoint Presentation</vt:lpstr>
      <vt:lpstr>10. Dev/Prod Parity</vt:lpstr>
      <vt:lpstr>PowerPoint Presentation</vt:lpstr>
      <vt:lpstr>11. Logs</vt:lpstr>
      <vt:lpstr>PowerPoint Presentation</vt:lpstr>
      <vt:lpstr>12. Admin Processes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Shailendra Chauhan</dc:creator>
  <cp:lastModifiedBy>Shailendra Chauhan</cp:lastModifiedBy>
  <cp:revision>1</cp:revision>
  <dcterms:created xsi:type="dcterms:W3CDTF">2015-04-26T09:42:59Z</dcterms:created>
  <dcterms:modified xsi:type="dcterms:W3CDTF">2024-07-15T18:00:49Z</dcterms:modified>
</cp:coreProperties>
</file>