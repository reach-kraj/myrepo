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15"/>
  </p:notesMasterIdLst>
  <p:sldIdLst>
    <p:sldId id="256" r:id="rId2"/>
    <p:sldId id="260" r:id="rId3"/>
    <p:sldId id="261" r:id="rId4"/>
    <p:sldId id="262" r:id="rId5"/>
    <p:sldId id="263" r:id="rId6"/>
    <p:sldId id="264" r:id="rId7"/>
    <p:sldId id="265" r:id="rId8"/>
    <p:sldId id="552" r:id="rId9"/>
    <p:sldId id="541" r:id="rId10"/>
    <p:sldId id="553" r:id="rId11"/>
    <p:sldId id="542" r:id="rId12"/>
    <p:sldId id="543" r:id="rId13"/>
    <p:sldId id="55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hLQS8jh0POLbORfvRl0QQJxjWp9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54A9A7-70C4-5A45-8042-119219FD2F3B}" v="17" dt="2025-07-20T15:51:33.4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6165"/>
  </p:normalViewPr>
  <p:slideViewPr>
    <p:cSldViewPr snapToGrid="0">
      <p:cViewPr varScale="1">
        <p:scale>
          <a:sx n="117" d="100"/>
          <a:sy n="117" d="100"/>
        </p:scale>
        <p:origin x="6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51" Type="http://schemas.openxmlformats.org/officeDocument/2006/relationships/theme" Target="theme/theme1.xml"/><Relationship Id="rId3" Type="http://schemas.openxmlformats.org/officeDocument/2006/relationships/slide" Target="slides/slide2.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3"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notesMaster" Target="notesMasters/notesMaster1.xml"/><Relationship Id="rId49" Type="http://schemas.openxmlformats.org/officeDocument/2006/relationships/presProps" Target="presProps.xml"/><Relationship Id="rId10" Type="http://schemas.openxmlformats.org/officeDocument/2006/relationships/slide" Target="slides/slide9.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48"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B3826D35-BD12-465F-9DD6-9A637B4CE187}"/>
    <pc:docChg chg="undo custSel addSld delSld modSld modMainMaster">
      <pc:chgData name="Shailendra Chauhan" userId="a7d3133f-e197-4b90-bf63-99a63a264234" providerId="ADAL" clId="{B3826D35-BD12-465F-9DD6-9A637B4CE187}" dt="2024-07-15T18:00:48.170" v="71" actId="1440"/>
      <pc:docMkLst>
        <pc:docMk/>
      </pc:docMkLst>
      <pc:sldChg chg="modSp mod modClrScheme chgLayout">
        <pc:chgData name="Shailendra Chauhan" userId="a7d3133f-e197-4b90-bf63-99a63a264234" providerId="ADAL" clId="{B3826D35-BD12-465F-9DD6-9A637B4CE187}" dt="2024-07-15T17:50:06.623" v="2" actId="12"/>
        <pc:sldMkLst>
          <pc:docMk/>
          <pc:sldMk cId="0" sldId="256"/>
        </pc:sldMkLst>
      </pc:sldChg>
      <pc:sldChg chg="modSp mod modClrScheme chgLayout">
        <pc:chgData name="Shailendra Chauhan" userId="a7d3133f-e197-4b90-bf63-99a63a264234" providerId="ADAL" clId="{B3826D35-BD12-465F-9DD6-9A637B4CE187}" dt="2024-07-15T17:50:11.884" v="3" actId="700"/>
        <pc:sldMkLst>
          <pc:docMk/>
          <pc:sldMk cId="0" sldId="257"/>
        </pc:sldMkLst>
      </pc:sldChg>
      <pc:sldChg chg="modSp del">
        <pc:chgData name="Shailendra Chauhan" userId="a7d3133f-e197-4b90-bf63-99a63a264234" providerId="ADAL" clId="{B3826D35-BD12-465F-9DD6-9A637B4CE187}" dt="2024-07-15T17:50:48.543" v="12" actId="2696"/>
        <pc:sldMkLst>
          <pc:docMk/>
          <pc:sldMk cId="0" sldId="258"/>
        </pc:sldMkLst>
      </pc:sldChg>
      <pc:sldChg chg="modSp mod modClrScheme chgLayout">
        <pc:chgData name="Shailendra Chauhan" userId="a7d3133f-e197-4b90-bf63-99a63a264234" providerId="ADAL" clId="{B3826D35-BD12-465F-9DD6-9A637B4CE187}" dt="2024-07-15T17:51:00.092" v="14" actId="207"/>
        <pc:sldMkLst>
          <pc:docMk/>
          <pc:sldMk cId="0" sldId="259"/>
        </pc:sldMkLst>
      </pc:sldChg>
      <pc:sldChg chg="modSp mod setBg modClrScheme chgLayout">
        <pc:chgData name="Shailendra Chauhan" userId="a7d3133f-e197-4b90-bf63-99a63a264234" providerId="ADAL" clId="{B3826D35-BD12-465F-9DD6-9A637B4CE187}" dt="2024-07-15T18:00:03.790" v="66" actId="1440"/>
        <pc:sldMkLst>
          <pc:docMk/>
          <pc:sldMk cId="0" sldId="260"/>
        </pc:sldMkLst>
      </pc:sldChg>
      <pc:sldChg chg="modSp mod modClrScheme chgLayout">
        <pc:chgData name="Shailendra Chauhan" userId="a7d3133f-e197-4b90-bf63-99a63a264234" providerId="ADAL" clId="{B3826D35-BD12-465F-9DD6-9A637B4CE187}" dt="2024-07-15T17:51:19.968" v="18" actId="207"/>
        <pc:sldMkLst>
          <pc:docMk/>
          <pc:sldMk cId="0" sldId="261"/>
        </pc:sldMkLst>
      </pc:sldChg>
      <pc:sldChg chg="modSp mod modClrScheme chgLayout">
        <pc:chgData name="Shailendra Chauhan" userId="a7d3133f-e197-4b90-bf63-99a63a264234" providerId="ADAL" clId="{B3826D35-BD12-465F-9DD6-9A637B4CE187}" dt="2024-07-15T17:51:35.726" v="21" actId="207"/>
        <pc:sldMkLst>
          <pc:docMk/>
          <pc:sldMk cId="0" sldId="262"/>
        </pc:sldMkLst>
      </pc:sldChg>
      <pc:sldChg chg="modSp mod modClrScheme chgLayout">
        <pc:chgData name="Shailendra Chauhan" userId="a7d3133f-e197-4b90-bf63-99a63a264234" providerId="ADAL" clId="{B3826D35-BD12-465F-9DD6-9A637B4CE187}" dt="2024-07-15T17:52:24.492" v="23" actId="207"/>
        <pc:sldMkLst>
          <pc:docMk/>
          <pc:sldMk cId="0" sldId="263"/>
        </pc:sldMkLst>
      </pc:sldChg>
      <pc:sldChg chg="modSp mod modTransition modClrScheme chgLayout">
        <pc:chgData name="Shailendra Chauhan" userId="a7d3133f-e197-4b90-bf63-99a63a264234" providerId="ADAL" clId="{B3826D35-BD12-465F-9DD6-9A637B4CE187}" dt="2024-07-15T17:52:44.708" v="27" actId="207"/>
        <pc:sldMkLst>
          <pc:docMk/>
          <pc:sldMk cId="0" sldId="264"/>
        </pc:sldMkLst>
      </pc:sldChg>
      <pc:sldChg chg="modSp mod modClrScheme chgLayout">
        <pc:chgData name="Shailendra Chauhan" userId="a7d3133f-e197-4b90-bf63-99a63a264234" providerId="ADAL" clId="{B3826D35-BD12-465F-9DD6-9A637B4CE187}" dt="2024-07-15T17:53:21.525" v="31" actId="207"/>
        <pc:sldMkLst>
          <pc:docMk/>
          <pc:sldMk cId="0" sldId="265"/>
        </pc:sldMkLst>
      </pc:sldChg>
      <pc:sldChg chg="modSp mod modClrScheme chgLayout">
        <pc:chgData name="Shailendra Chauhan" userId="a7d3133f-e197-4b90-bf63-99a63a264234" providerId="ADAL" clId="{B3826D35-BD12-465F-9DD6-9A637B4CE187}" dt="2024-07-15T17:53:41.396" v="33" actId="207"/>
        <pc:sldMkLst>
          <pc:docMk/>
          <pc:sldMk cId="0" sldId="266"/>
        </pc:sldMkLst>
      </pc:sldChg>
      <pc:sldChg chg="modSp mod modClrScheme chgLayout">
        <pc:chgData name="Shailendra Chauhan" userId="a7d3133f-e197-4b90-bf63-99a63a264234" providerId="ADAL" clId="{B3826D35-BD12-465F-9DD6-9A637B4CE187}" dt="2024-07-15T17:54:07.460" v="35" actId="207"/>
        <pc:sldMkLst>
          <pc:docMk/>
          <pc:sldMk cId="0" sldId="267"/>
        </pc:sldMkLst>
      </pc:sldChg>
      <pc:sldChg chg="modSp mod setBg modClrScheme chgLayout">
        <pc:chgData name="Shailendra Chauhan" userId="a7d3133f-e197-4b90-bf63-99a63a264234" providerId="ADAL" clId="{B3826D35-BD12-465F-9DD6-9A637B4CE187}" dt="2024-07-15T18:00:48.170" v="71" actId="1440"/>
        <pc:sldMkLst>
          <pc:docMk/>
          <pc:sldMk cId="0" sldId="268"/>
        </pc:sldMkLst>
      </pc:sldChg>
      <pc:sldChg chg="modSp mod modClrScheme chgLayout">
        <pc:chgData name="Shailendra Chauhan" userId="a7d3133f-e197-4b90-bf63-99a63a264234" providerId="ADAL" clId="{B3826D35-BD12-465F-9DD6-9A637B4CE187}" dt="2024-07-15T17:54:23.475" v="39" actId="207"/>
        <pc:sldMkLst>
          <pc:docMk/>
          <pc:sldMk cId="0" sldId="269"/>
        </pc:sldMkLst>
      </pc:sldChg>
      <pc:sldChg chg="modSp mod modClrScheme chgLayout">
        <pc:chgData name="Shailendra Chauhan" userId="a7d3133f-e197-4b90-bf63-99a63a264234" providerId="ADAL" clId="{B3826D35-BD12-465F-9DD6-9A637B4CE187}" dt="2024-07-15T17:54:39.436" v="41" actId="207"/>
        <pc:sldMkLst>
          <pc:docMk/>
          <pc:sldMk cId="0" sldId="270"/>
        </pc:sldMkLst>
      </pc:sldChg>
      <pc:sldChg chg="modSp mod modClrScheme chgLayout">
        <pc:chgData name="Shailendra Chauhan" userId="a7d3133f-e197-4b90-bf63-99a63a264234" providerId="ADAL" clId="{B3826D35-BD12-465F-9DD6-9A637B4CE187}" dt="2024-07-15T17:55:36.321" v="43" actId="207"/>
        <pc:sldMkLst>
          <pc:docMk/>
          <pc:sldMk cId="0" sldId="271"/>
        </pc:sldMkLst>
      </pc:sldChg>
      <pc:sldChg chg="modSp mod modClrScheme chgLayout">
        <pc:chgData name="Shailendra Chauhan" userId="a7d3133f-e197-4b90-bf63-99a63a264234" providerId="ADAL" clId="{B3826D35-BD12-465F-9DD6-9A637B4CE187}" dt="2024-07-15T17:58:54.027" v="62" actId="700"/>
        <pc:sldMkLst>
          <pc:docMk/>
          <pc:sldMk cId="0" sldId="272"/>
        </pc:sldMkLst>
      </pc:sldChg>
      <pc:sldChg chg="modSp mod modClrScheme chgLayout">
        <pc:chgData name="Shailendra Chauhan" userId="a7d3133f-e197-4b90-bf63-99a63a264234" providerId="ADAL" clId="{B3826D35-BD12-465F-9DD6-9A637B4CE187}" dt="2024-07-15T17:55:45.878" v="45" actId="207"/>
        <pc:sldMkLst>
          <pc:docMk/>
          <pc:sldMk cId="0" sldId="273"/>
        </pc:sldMkLst>
      </pc:sldChg>
      <pc:sldChg chg="modSp mod modClrScheme chgLayout">
        <pc:chgData name="Shailendra Chauhan" userId="a7d3133f-e197-4b90-bf63-99a63a264234" providerId="ADAL" clId="{B3826D35-BD12-465F-9DD6-9A637B4CE187}" dt="2024-07-15T17:58:33.392" v="61" actId="700"/>
        <pc:sldMkLst>
          <pc:docMk/>
          <pc:sldMk cId="0" sldId="274"/>
        </pc:sldMkLst>
      </pc:sldChg>
      <pc:sldChg chg="modSp mod modClrScheme chgLayout">
        <pc:chgData name="Shailendra Chauhan" userId="a7d3133f-e197-4b90-bf63-99a63a264234" providerId="ADAL" clId="{B3826D35-BD12-465F-9DD6-9A637B4CE187}" dt="2024-07-15T17:55:54.282" v="47" actId="207"/>
        <pc:sldMkLst>
          <pc:docMk/>
          <pc:sldMk cId="0" sldId="275"/>
        </pc:sldMkLst>
      </pc:sldChg>
      <pc:sldChg chg="modSp mod modClrScheme chgLayout">
        <pc:chgData name="Shailendra Chauhan" userId="a7d3133f-e197-4b90-bf63-99a63a264234" providerId="ADAL" clId="{B3826D35-BD12-465F-9DD6-9A637B4CE187}" dt="2024-07-15T17:58:11.726" v="60" actId="700"/>
        <pc:sldMkLst>
          <pc:docMk/>
          <pc:sldMk cId="0" sldId="276"/>
        </pc:sldMkLst>
      </pc:sldChg>
      <pc:sldChg chg="modSp mod modClrScheme chgLayout">
        <pc:chgData name="Shailendra Chauhan" userId="a7d3133f-e197-4b90-bf63-99a63a264234" providerId="ADAL" clId="{B3826D35-BD12-465F-9DD6-9A637B4CE187}" dt="2024-07-15T17:56:03.195" v="49" actId="207"/>
        <pc:sldMkLst>
          <pc:docMk/>
          <pc:sldMk cId="0" sldId="277"/>
        </pc:sldMkLst>
      </pc:sldChg>
      <pc:sldChg chg="modSp mod modClrScheme chgLayout">
        <pc:chgData name="Shailendra Chauhan" userId="a7d3133f-e197-4b90-bf63-99a63a264234" providerId="ADAL" clId="{B3826D35-BD12-465F-9DD6-9A637B4CE187}" dt="2024-07-15T17:57:55.656" v="59" actId="12"/>
        <pc:sldMkLst>
          <pc:docMk/>
          <pc:sldMk cId="0" sldId="278"/>
        </pc:sldMkLst>
      </pc:sldChg>
      <pc:sldChg chg="modSp mod modClrScheme chgLayout">
        <pc:chgData name="Shailendra Chauhan" userId="a7d3133f-e197-4b90-bf63-99a63a264234" providerId="ADAL" clId="{B3826D35-BD12-465F-9DD6-9A637B4CE187}" dt="2024-07-15T17:56:13.937" v="51" actId="207"/>
        <pc:sldMkLst>
          <pc:docMk/>
          <pc:sldMk cId="0" sldId="279"/>
        </pc:sldMkLst>
      </pc:sldChg>
      <pc:sldChg chg="modSp mod modClrScheme chgLayout">
        <pc:chgData name="Shailendra Chauhan" userId="a7d3133f-e197-4b90-bf63-99a63a264234" providerId="ADAL" clId="{B3826D35-BD12-465F-9DD6-9A637B4CE187}" dt="2024-07-15T17:57:06.618" v="56" actId="700"/>
        <pc:sldMkLst>
          <pc:docMk/>
          <pc:sldMk cId="0" sldId="280"/>
        </pc:sldMkLst>
      </pc:sldChg>
      <pc:sldChg chg="modSp mod modClrScheme chgLayout">
        <pc:chgData name="Shailendra Chauhan" userId="a7d3133f-e197-4b90-bf63-99a63a264234" providerId="ADAL" clId="{B3826D35-BD12-465F-9DD6-9A637B4CE187}" dt="2024-07-15T17:56:22.076" v="53" actId="207"/>
        <pc:sldMkLst>
          <pc:docMk/>
          <pc:sldMk cId="0" sldId="281"/>
        </pc:sldMkLst>
      </pc:sldChg>
      <pc:sldChg chg="modSp mod modClrScheme chgLayout">
        <pc:chgData name="Shailendra Chauhan" userId="a7d3133f-e197-4b90-bf63-99a63a264234" providerId="ADAL" clId="{B3826D35-BD12-465F-9DD6-9A637B4CE187}" dt="2024-07-15T17:56:50.514" v="55" actId="700"/>
        <pc:sldMkLst>
          <pc:docMk/>
          <pc:sldMk cId="0" sldId="282"/>
        </pc:sldMkLst>
      </pc:sldChg>
      <pc:sldChg chg="modSp mod modClrScheme chgLayout">
        <pc:chgData name="Shailendra Chauhan" userId="a7d3133f-e197-4b90-bf63-99a63a264234" providerId="ADAL" clId="{B3826D35-BD12-465F-9DD6-9A637B4CE187}" dt="2024-07-15T17:56:31.168" v="54" actId="700"/>
        <pc:sldMkLst>
          <pc:docMk/>
          <pc:sldMk cId="0" sldId="283"/>
        </pc:sldMkLst>
      </pc:sldChg>
      <pc:sldChg chg="addSp delSp modSp new mod modClrScheme chgLayout">
        <pc:chgData name="Shailendra Chauhan" userId="a7d3133f-e197-4b90-bf63-99a63a264234" providerId="ADAL" clId="{B3826D35-BD12-465F-9DD6-9A637B4CE187}" dt="2024-07-15T17:50:45.593" v="11"/>
        <pc:sldMkLst>
          <pc:docMk/>
          <pc:sldMk cId="4186699833" sldId="284"/>
        </pc:sldMkLst>
      </pc:sldChg>
      <pc:sldMasterChg chg="modSldLayout">
        <pc:chgData name="Shailendra Chauhan" userId="a7d3133f-e197-4b90-bf63-99a63a264234" providerId="ADAL" clId="{B3826D35-BD12-465F-9DD6-9A637B4CE187}" dt="2024-07-15T18:00:18.616" v="69"/>
        <pc:sldMasterMkLst>
          <pc:docMk/>
          <pc:sldMasterMk cId="1368009228" sldId="2147483669"/>
        </pc:sldMasterMkLst>
        <pc:sldLayoutChg chg="setBg">
          <pc:chgData name="Shailendra Chauhan" userId="a7d3133f-e197-4b90-bf63-99a63a264234" providerId="ADAL" clId="{B3826D35-BD12-465F-9DD6-9A637B4CE187}" dt="2024-07-15T18:00:18.616" v="69"/>
          <pc:sldLayoutMkLst>
            <pc:docMk/>
            <pc:sldMasterMk cId="1368009228" sldId="2147483669"/>
            <pc:sldLayoutMk cId="3514112081" sldId="2147483679"/>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99539831" sldId="2147483680"/>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2862553680" sldId="2147483681"/>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634911557" sldId="2147483682"/>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3243374425" sldId="2147483683"/>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011315065" sldId="2147483684"/>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95326562" sldId="2147483685"/>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751858146" sldId="2147483686"/>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044819304" sldId="2147483687"/>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228505507" sldId="2147483688"/>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885915352" sldId="2147483690"/>
          </pc:sldLayoutMkLst>
        </pc:sldLayoutChg>
        <pc:sldLayoutChg chg="delSp">
          <pc:chgData name="Shailendra Chauhan" userId="a7d3133f-e197-4b90-bf63-99a63a264234" providerId="ADAL" clId="{B3826D35-BD12-465F-9DD6-9A637B4CE187}" dt="2024-07-15T17:49:47.243" v="0"/>
          <pc:sldLayoutMkLst>
            <pc:docMk/>
            <pc:sldMasterMk cId="1368009228" sldId="2147483669"/>
            <pc:sldLayoutMk cId="2685623528" sldId="2147483695"/>
          </pc:sldLayoutMkLst>
        </pc:sldLayoutChg>
        <pc:sldLayoutChg chg="delSp">
          <pc:chgData name="Shailendra Chauhan" userId="a7d3133f-e197-4b90-bf63-99a63a264234" providerId="ADAL" clId="{B3826D35-BD12-465F-9DD6-9A637B4CE187}" dt="2024-07-15T17:49:47.243" v="0"/>
          <pc:sldLayoutMkLst>
            <pc:docMk/>
            <pc:sldMasterMk cId="1368009228" sldId="2147483669"/>
            <pc:sldLayoutMk cId="3989109237" sldId="2147483696"/>
          </pc:sldLayoutMkLst>
        </pc:sldLayoutChg>
        <pc:sldLayoutChg chg="delSp">
          <pc:chgData name="Shailendra Chauhan" userId="a7d3133f-e197-4b90-bf63-99a63a264234" providerId="ADAL" clId="{B3826D35-BD12-465F-9DD6-9A637B4CE187}" dt="2024-07-15T17:49:47.243" v="0"/>
          <pc:sldLayoutMkLst>
            <pc:docMk/>
            <pc:sldMasterMk cId="1368009228" sldId="2147483669"/>
            <pc:sldLayoutMk cId="2041636922" sldId="2147483699"/>
          </pc:sldLayoutMkLst>
        </pc:sldLayoutChg>
      </pc:sldMasterChg>
    </pc:docChg>
  </pc:docChgLst>
  <pc:docChgLst>
    <pc:chgData name="Venkataramanan Amirthalingam" userId="4d061ca2-e95c-4cea-aac4-ded24a5cea8d" providerId="ADAL" clId="{5654A9A7-70C4-5A45-8042-119219FD2F3B}"/>
    <pc:docChg chg="undo custSel addSld delSld modSld">
      <pc:chgData name="Venkataramanan Amirthalingam" userId="4d061ca2-e95c-4cea-aac4-ded24a5cea8d" providerId="ADAL" clId="{5654A9A7-70C4-5A45-8042-119219FD2F3B}" dt="2025-07-20T16:10:56.271" v="512" actId="20577"/>
      <pc:docMkLst>
        <pc:docMk/>
      </pc:docMkLst>
      <pc:sldChg chg="modSp mod">
        <pc:chgData name="Venkataramanan Amirthalingam" userId="4d061ca2-e95c-4cea-aac4-ded24a5cea8d" providerId="ADAL" clId="{5654A9A7-70C4-5A45-8042-119219FD2F3B}" dt="2025-07-15T19:10:16.041" v="57" actId="20577"/>
        <pc:sldMkLst>
          <pc:docMk/>
          <pc:sldMk cId="0" sldId="256"/>
        </pc:sldMkLst>
        <pc:spChg chg="mod">
          <ac:chgData name="Venkataramanan Amirthalingam" userId="4d061ca2-e95c-4cea-aac4-ded24a5cea8d" providerId="ADAL" clId="{5654A9A7-70C4-5A45-8042-119219FD2F3B}" dt="2025-07-15T19:10:16.041" v="57" actId="20577"/>
          <ac:spMkLst>
            <pc:docMk/>
            <pc:sldMk cId="0" sldId="256"/>
            <ac:spMk id="116" creationId="{00000000-0000-0000-0000-000000000000}"/>
          </ac:spMkLst>
        </pc:spChg>
      </pc:sldChg>
      <pc:sldChg chg="del">
        <pc:chgData name="Venkataramanan Amirthalingam" userId="4d061ca2-e95c-4cea-aac4-ded24a5cea8d" providerId="ADAL" clId="{5654A9A7-70C4-5A45-8042-119219FD2F3B}" dt="2025-07-15T19:10:25.309" v="64" actId="2696"/>
        <pc:sldMkLst>
          <pc:docMk/>
          <pc:sldMk cId="0" sldId="259"/>
        </pc:sldMkLst>
      </pc:sldChg>
      <pc:sldChg chg="modSp add del mod setBg">
        <pc:chgData name="Venkataramanan Amirthalingam" userId="4d061ca2-e95c-4cea-aac4-ded24a5cea8d" providerId="ADAL" clId="{5654A9A7-70C4-5A45-8042-119219FD2F3B}" dt="2025-07-20T09:38:14.058" v="134"/>
        <pc:sldMkLst>
          <pc:docMk/>
          <pc:sldMk cId="0" sldId="260"/>
        </pc:sldMkLst>
        <pc:spChg chg="mod">
          <ac:chgData name="Venkataramanan Amirthalingam" userId="4d061ca2-e95c-4cea-aac4-ded24a5cea8d" providerId="ADAL" clId="{5654A9A7-70C4-5A45-8042-119219FD2F3B}" dt="2025-07-20T09:34:02.883" v="105" actId="207"/>
          <ac:spMkLst>
            <pc:docMk/>
            <pc:sldMk cId="0" sldId="260"/>
            <ac:spMk id="180" creationId="{00000000-0000-0000-0000-000000000000}"/>
          </ac:spMkLst>
        </pc:spChg>
        <pc:spChg chg="mod">
          <ac:chgData name="Venkataramanan Amirthalingam" userId="4d061ca2-e95c-4cea-aac4-ded24a5cea8d" providerId="ADAL" clId="{5654A9A7-70C4-5A45-8042-119219FD2F3B}" dt="2025-07-20T09:34:06.594" v="106" actId="207"/>
          <ac:spMkLst>
            <pc:docMk/>
            <pc:sldMk cId="0" sldId="260"/>
            <ac:spMk id="181" creationId="{00000000-0000-0000-0000-000000000000}"/>
          </ac:spMkLst>
        </pc:spChg>
      </pc:sldChg>
      <pc:sldChg chg="add del">
        <pc:chgData name="Venkataramanan Amirthalingam" userId="4d061ca2-e95c-4cea-aac4-ded24a5cea8d" providerId="ADAL" clId="{5654A9A7-70C4-5A45-8042-119219FD2F3B}" dt="2025-07-20T09:38:05.800" v="133"/>
        <pc:sldMkLst>
          <pc:docMk/>
          <pc:sldMk cId="0" sldId="261"/>
        </pc:sldMkLst>
      </pc:sldChg>
      <pc:sldChg chg="modSp add del mod setBg">
        <pc:chgData name="Venkataramanan Amirthalingam" userId="4d061ca2-e95c-4cea-aac4-ded24a5cea8d" providerId="ADAL" clId="{5654A9A7-70C4-5A45-8042-119219FD2F3B}" dt="2025-07-20T09:38:28.899" v="135"/>
        <pc:sldMkLst>
          <pc:docMk/>
          <pc:sldMk cId="0" sldId="262"/>
        </pc:sldMkLst>
        <pc:spChg chg="mod">
          <ac:chgData name="Venkataramanan Amirthalingam" userId="4d061ca2-e95c-4cea-aac4-ded24a5cea8d" providerId="ADAL" clId="{5654A9A7-70C4-5A45-8042-119219FD2F3B}" dt="2025-07-20T09:34:12.793" v="107" actId="207"/>
          <ac:spMkLst>
            <pc:docMk/>
            <pc:sldMk cId="0" sldId="262"/>
            <ac:spMk id="210" creationId="{00000000-0000-0000-0000-000000000000}"/>
          </ac:spMkLst>
        </pc:spChg>
        <pc:spChg chg="mod">
          <ac:chgData name="Venkataramanan Amirthalingam" userId="4d061ca2-e95c-4cea-aac4-ded24a5cea8d" providerId="ADAL" clId="{5654A9A7-70C4-5A45-8042-119219FD2F3B}" dt="2025-07-20T09:34:15.122" v="108" actId="207"/>
          <ac:spMkLst>
            <pc:docMk/>
            <pc:sldMk cId="0" sldId="262"/>
            <ac:spMk id="211" creationId="{00000000-0000-0000-0000-000000000000}"/>
          </ac:spMkLst>
        </pc:spChg>
        <pc:spChg chg="mod">
          <ac:chgData name="Venkataramanan Amirthalingam" userId="4d061ca2-e95c-4cea-aac4-ded24a5cea8d" providerId="ADAL" clId="{5654A9A7-70C4-5A45-8042-119219FD2F3B}" dt="2025-07-20T09:34:25.545" v="110" actId="207"/>
          <ac:spMkLst>
            <pc:docMk/>
            <pc:sldMk cId="0" sldId="262"/>
            <ac:spMk id="214" creationId="{00000000-0000-0000-0000-000000000000}"/>
          </ac:spMkLst>
        </pc:spChg>
        <pc:spChg chg="mod">
          <ac:chgData name="Venkataramanan Amirthalingam" userId="4d061ca2-e95c-4cea-aac4-ded24a5cea8d" providerId="ADAL" clId="{5654A9A7-70C4-5A45-8042-119219FD2F3B}" dt="2025-07-20T09:34:25.545" v="110" actId="207"/>
          <ac:spMkLst>
            <pc:docMk/>
            <pc:sldMk cId="0" sldId="262"/>
            <ac:spMk id="217" creationId="{00000000-0000-0000-0000-000000000000}"/>
          </ac:spMkLst>
        </pc:spChg>
        <pc:spChg chg="mod">
          <ac:chgData name="Venkataramanan Amirthalingam" userId="4d061ca2-e95c-4cea-aac4-ded24a5cea8d" providerId="ADAL" clId="{5654A9A7-70C4-5A45-8042-119219FD2F3B}" dt="2025-07-20T09:34:25.545" v="110" actId="207"/>
          <ac:spMkLst>
            <pc:docMk/>
            <pc:sldMk cId="0" sldId="262"/>
            <ac:spMk id="218" creationId="{00000000-0000-0000-0000-000000000000}"/>
          </ac:spMkLst>
        </pc:spChg>
        <pc:spChg chg="mod">
          <ac:chgData name="Venkataramanan Amirthalingam" userId="4d061ca2-e95c-4cea-aac4-ded24a5cea8d" providerId="ADAL" clId="{5654A9A7-70C4-5A45-8042-119219FD2F3B}" dt="2025-07-20T09:34:25.545" v="110" actId="207"/>
          <ac:spMkLst>
            <pc:docMk/>
            <pc:sldMk cId="0" sldId="262"/>
            <ac:spMk id="221" creationId="{00000000-0000-0000-0000-000000000000}"/>
          </ac:spMkLst>
        </pc:spChg>
        <pc:spChg chg="mod">
          <ac:chgData name="Venkataramanan Amirthalingam" userId="4d061ca2-e95c-4cea-aac4-ded24a5cea8d" providerId="ADAL" clId="{5654A9A7-70C4-5A45-8042-119219FD2F3B}" dt="2025-07-20T09:34:25.545" v="110" actId="207"/>
          <ac:spMkLst>
            <pc:docMk/>
            <pc:sldMk cId="0" sldId="262"/>
            <ac:spMk id="223" creationId="{00000000-0000-0000-0000-000000000000}"/>
          </ac:spMkLst>
        </pc:spChg>
        <pc:spChg chg="mod">
          <ac:chgData name="Venkataramanan Amirthalingam" userId="4d061ca2-e95c-4cea-aac4-ded24a5cea8d" providerId="ADAL" clId="{5654A9A7-70C4-5A45-8042-119219FD2F3B}" dt="2025-07-20T09:34:25.545" v="110" actId="207"/>
          <ac:spMkLst>
            <pc:docMk/>
            <pc:sldMk cId="0" sldId="262"/>
            <ac:spMk id="225" creationId="{00000000-0000-0000-0000-000000000000}"/>
          </ac:spMkLst>
        </pc:spChg>
        <pc:spChg chg="mod">
          <ac:chgData name="Venkataramanan Amirthalingam" userId="4d061ca2-e95c-4cea-aac4-ded24a5cea8d" providerId="ADAL" clId="{5654A9A7-70C4-5A45-8042-119219FD2F3B}" dt="2025-07-20T09:34:25.545" v="110" actId="207"/>
          <ac:spMkLst>
            <pc:docMk/>
            <pc:sldMk cId="0" sldId="262"/>
            <ac:spMk id="227" creationId="{00000000-0000-0000-0000-000000000000}"/>
          </ac:spMkLst>
        </pc:spChg>
        <pc:spChg chg="mod">
          <ac:chgData name="Venkataramanan Amirthalingam" userId="4d061ca2-e95c-4cea-aac4-ded24a5cea8d" providerId="ADAL" clId="{5654A9A7-70C4-5A45-8042-119219FD2F3B}" dt="2025-07-20T09:34:25.545" v="110" actId="207"/>
          <ac:spMkLst>
            <pc:docMk/>
            <pc:sldMk cId="0" sldId="262"/>
            <ac:spMk id="228" creationId="{00000000-0000-0000-0000-000000000000}"/>
          </ac:spMkLst>
        </pc:spChg>
        <pc:spChg chg="mod">
          <ac:chgData name="Venkataramanan Amirthalingam" userId="4d061ca2-e95c-4cea-aac4-ded24a5cea8d" providerId="ADAL" clId="{5654A9A7-70C4-5A45-8042-119219FD2F3B}" dt="2025-07-20T09:34:47.634" v="111" actId="207"/>
          <ac:spMkLst>
            <pc:docMk/>
            <pc:sldMk cId="0" sldId="262"/>
            <ac:spMk id="239" creationId="{00000000-0000-0000-0000-000000000000}"/>
          </ac:spMkLst>
        </pc:spChg>
        <pc:spChg chg="mod">
          <ac:chgData name="Venkataramanan Amirthalingam" userId="4d061ca2-e95c-4cea-aac4-ded24a5cea8d" providerId="ADAL" clId="{5654A9A7-70C4-5A45-8042-119219FD2F3B}" dt="2025-07-20T09:34:51.693" v="112" actId="207"/>
          <ac:spMkLst>
            <pc:docMk/>
            <pc:sldMk cId="0" sldId="262"/>
            <ac:spMk id="240" creationId="{00000000-0000-0000-0000-000000000000}"/>
          </ac:spMkLst>
        </pc:spChg>
      </pc:sldChg>
      <pc:sldChg chg="add del">
        <pc:chgData name="Venkataramanan Amirthalingam" userId="4d061ca2-e95c-4cea-aac4-ded24a5cea8d" providerId="ADAL" clId="{5654A9A7-70C4-5A45-8042-119219FD2F3B}" dt="2025-07-20T09:38:05.800" v="133"/>
        <pc:sldMkLst>
          <pc:docMk/>
          <pc:sldMk cId="0" sldId="263"/>
        </pc:sldMkLst>
      </pc:sldChg>
      <pc:sldChg chg="add del setBg">
        <pc:chgData name="Venkataramanan Amirthalingam" userId="4d061ca2-e95c-4cea-aac4-ded24a5cea8d" providerId="ADAL" clId="{5654A9A7-70C4-5A45-8042-119219FD2F3B}" dt="2025-07-20T09:38:53.174" v="136"/>
        <pc:sldMkLst>
          <pc:docMk/>
          <pc:sldMk cId="0" sldId="264"/>
        </pc:sldMkLst>
      </pc:sldChg>
      <pc:sldChg chg="add del">
        <pc:chgData name="Venkataramanan Amirthalingam" userId="4d061ca2-e95c-4cea-aac4-ded24a5cea8d" providerId="ADAL" clId="{5654A9A7-70C4-5A45-8042-119219FD2F3B}" dt="2025-07-20T09:38:05.800" v="133"/>
        <pc:sldMkLst>
          <pc:docMk/>
          <pc:sldMk cId="0" sldId="265"/>
        </pc:sldMkLst>
      </pc:sldChg>
      <pc:sldChg chg="del">
        <pc:chgData name="Venkataramanan Amirthalingam" userId="4d061ca2-e95c-4cea-aac4-ded24a5cea8d" providerId="ADAL" clId="{5654A9A7-70C4-5A45-8042-119219FD2F3B}" dt="2025-07-15T19:10:26.814" v="72" actId="2696"/>
        <pc:sldMkLst>
          <pc:docMk/>
          <pc:sldMk cId="0" sldId="266"/>
        </pc:sldMkLst>
      </pc:sldChg>
      <pc:sldChg chg="del">
        <pc:chgData name="Venkataramanan Amirthalingam" userId="4d061ca2-e95c-4cea-aac4-ded24a5cea8d" providerId="ADAL" clId="{5654A9A7-70C4-5A45-8042-119219FD2F3B}" dt="2025-07-15T19:10:35.748" v="85" actId="2696"/>
        <pc:sldMkLst>
          <pc:docMk/>
          <pc:sldMk cId="0" sldId="516"/>
        </pc:sldMkLst>
      </pc:sldChg>
      <pc:sldChg chg="modSp add mod">
        <pc:chgData name="Venkataramanan Amirthalingam" userId="4d061ca2-e95c-4cea-aac4-ded24a5cea8d" providerId="ADAL" clId="{5654A9A7-70C4-5A45-8042-119219FD2F3B}" dt="2025-07-20T16:10:56.271" v="512" actId="20577"/>
        <pc:sldMkLst>
          <pc:docMk/>
          <pc:sldMk cId="3793380760" sldId="541"/>
        </pc:sldMkLst>
        <pc:spChg chg="mod">
          <ac:chgData name="Venkataramanan Amirthalingam" userId="4d061ca2-e95c-4cea-aac4-ded24a5cea8d" providerId="ADAL" clId="{5654A9A7-70C4-5A45-8042-119219FD2F3B}" dt="2025-07-20T16:10:45.156" v="494" actId="20577"/>
          <ac:spMkLst>
            <pc:docMk/>
            <pc:sldMk cId="3793380760" sldId="541"/>
            <ac:spMk id="7" creationId="{DE598C2C-DE81-4FCB-806A-04EF6E9497A7}"/>
          </ac:spMkLst>
        </pc:spChg>
        <pc:spChg chg="mod">
          <ac:chgData name="Venkataramanan Amirthalingam" userId="4d061ca2-e95c-4cea-aac4-ded24a5cea8d" providerId="ADAL" clId="{5654A9A7-70C4-5A45-8042-119219FD2F3B}" dt="2025-07-20T16:10:51.133" v="503" actId="20577"/>
          <ac:spMkLst>
            <pc:docMk/>
            <pc:sldMk cId="3793380760" sldId="541"/>
            <ac:spMk id="8" creationId="{65BAA0A9-BBDC-48C3-807E-99FB014946F6}"/>
          </ac:spMkLst>
        </pc:spChg>
        <pc:spChg chg="mod">
          <ac:chgData name="Venkataramanan Amirthalingam" userId="4d061ca2-e95c-4cea-aac4-ded24a5cea8d" providerId="ADAL" clId="{5654A9A7-70C4-5A45-8042-119219FD2F3B}" dt="2025-07-20T16:10:56.271" v="512" actId="20577"/>
          <ac:spMkLst>
            <pc:docMk/>
            <pc:sldMk cId="3793380760" sldId="541"/>
            <ac:spMk id="9" creationId="{8A2BDA18-9AEC-46AA-9329-5008F4CE831F}"/>
          </ac:spMkLst>
        </pc:spChg>
      </pc:sldChg>
      <pc:sldChg chg="add">
        <pc:chgData name="Venkataramanan Amirthalingam" userId="4d061ca2-e95c-4cea-aac4-ded24a5cea8d" providerId="ADAL" clId="{5654A9A7-70C4-5A45-8042-119219FD2F3B}" dt="2025-07-20T09:48:01.046" v="138"/>
        <pc:sldMkLst>
          <pc:docMk/>
          <pc:sldMk cId="777465109" sldId="542"/>
        </pc:sldMkLst>
      </pc:sldChg>
      <pc:sldChg chg="add">
        <pc:chgData name="Venkataramanan Amirthalingam" userId="4d061ca2-e95c-4cea-aac4-ded24a5cea8d" providerId="ADAL" clId="{5654A9A7-70C4-5A45-8042-119219FD2F3B}" dt="2025-07-20T09:48:01.046" v="138"/>
        <pc:sldMkLst>
          <pc:docMk/>
          <pc:sldMk cId="579766178" sldId="543"/>
        </pc:sldMkLst>
      </pc:sldChg>
      <pc:sldChg chg="del">
        <pc:chgData name="Venkataramanan Amirthalingam" userId="4d061ca2-e95c-4cea-aac4-ded24a5cea8d" providerId="ADAL" clId="{5654A9A7-70C4-5A45-8042-119219FD2F3B}" dt="2025-07-15T19:10:27.626" v="75" actId="2696"/>
        <pc:sldMkLst>
          <pc:docMk/>
          <pc:sldMk cId="1731677482" sldId="544"/>
        </pc:sldMkLst>
      </pc:sldChg>
      <pc:sldChg chg="add">
        <pc:chgData name="Venkataramanan Amirthalingam" userId="4d061ca2-e95c-4cea-aac4-ded24a5cea8d" providerId="ADAL" clId="{5654A9A7-70C4-5A45-8042-119219FD2F3B}" dt="2025-07-20T09:48:01.046" v="138"/>
        <pc:sldMkLst>
          <pc:docMk/>
          <pc:sldMk cId="1859593775" sldId="551"/>
        </pc:sldMkLst>
      </pc:sldChg>
      <pc:sldChg chg="addSp delSp modSp add mod">
        <pc:chgData name="Venkataramanan Amirthalingam" userId="4d061ca2-e95c-4cea-aac4-ded24a5cea8d" providerId="ADAL" clId="{5654A9A7-70C4-5A45-8042-119219FD2F3B}" dt="2025-07-20T15:32:46.398" v="363" actId="20577"/>
        <pc:sldMkLst>
          <pc:docMk/>
          <pc:sldMk cId="3342616521" sldId="552"/>
        </pc:sldMkLst>
        <pc:spChg chg="add del mod">
          <ac:chgData name="Venkataramanan Amirthalingam" userId="4d061ca2-e95c-4cea-aac4-ded24a5cea8d" providerId="ADAL" clId="{5654A9A7-70C4-5A45-8042-119219FD2F3B}" dt="2025-07-20T15:31:05.145" v="142" actId="478"/>
          <ac:spMkLst>
            <pc:docMk/>
            <pc:sldMk cId="3342616521" sldId="552"/>
            <ac:spMk id="3" creationId="{AA8928DA-59B0-BEC6-875E-97B7F5C8F5B0}"/>
          </ac:spMkLst>
        </pc:spChg>
        <pc:spChg chg="add del mod">
          <ac:chgData name="Venkataramanan Amirthalingam" userId="4d061ca2-e95c-4cea-aac4-ded24a5cea8d" providerId="ADAL" clId="{5654A9A7-70C4-5A45-8042-119219FD2F3B}" dt="2025-07-20T15:31:09.510" v="144" actId="478"/>
          <ac:spMkLst>
            <pc:docMk/>
            <pc:sldMk cId="3342616521" sldId="552"/>
            <ac:spMk id="5" creationId="{E7D059F0-423E-8C62-494E-AE5F28A4712E}"/>
          </ac:spMkLst>
        </pc:spChg>
        <pc:spChg chg="add mod">
          <ac:chgData name="Venkataramanan Amirthalingam" userId="4d061ca2-e95c-4cea-aac4-ded24a5cea8d" providerId="ADAL" clId="{5654A9A7-70C4-5A45-8042-119219FD2F3B}" dt="2025-07-20T15:32:46.398" v="363" actId="20577"/>
          <ac:spMkLst>
            <pc:docMk/>
            <pc:sldMk cId="3342616521" sldId="552"/>
            <ac:spMk id="6" creationId="{F3093208-8768-56B3-76B8-6FC72F62DEF7}"/>
          </ac:spMkLst>
        </pc:spChg>
        <pc:spChg chg="del">
          <ac:chgData name="Venkataramanan Amirthalingam" userId="4d061ca2-e95c-4cea-aac4-ded24a5cea8d" providerId="ADAL" clId="{5654A9A7-70C4-5A45-8042-119219FD2F3B}" dt="2025-07-20T15:31:01.317" v="141" actId="478"/>
          <ac:spMkLst>
            <pc:docMk/>
            <pc:sldMk cId="3342616521" sldId="552"/>
            <ac:spMk id="258" creationId="{D4BA6F59-653F-615A-9AA2-EF61CA411CCD}"/>
          </ac:spMkLst>
        </pc:spChg>
        <pc:spChg chg="del">
          <ac:chgData name="Venkataramanan Amirthalingam" userId="4d061ca2-e95c-4cea-aac4-ded24a5cea8d" providerId="ADAL" clId="{5654A9A7-70C4-5A45-8042-119219FD2F3B}" dt="2025-07-20T15:31:07.826" v="143" actId="478"/>
          <ac:spMkLst>
            <pc:docMk/>
            <pc:sldMk cId="3342616521" sldId="552"/>
            <ac:spMk id="259" creationId="{7A46DE2B-4DC4-F86D-9FFA-0542A8D407E8}"/>
          </ac:spMkLst>
        </pc:spChg>
      </pc:sldChg>
      <pc:sldChg chg="addSp delSp modSp add mod">
        <pc:chgData name="Venkataramanan Amirthalingam" userId="4d061ca2-e95c-4cea-aac4-ded24a5cea8d" providerId="ADAL" clId="{5654A9A7-70C4-5A45-8042-119219FD2F3B}" dt="2025-07-20T15:51:52.360" v="462" actId="14100"/>
        <pc:sldMkLst>
          <pc:docMk/>
          <pc:sldMk cId="918185099" sldId="553"/>
        </pc:sldMkLst>
        <pc:spChg chg="del topLvl">
          <ac:chgData name="Venkataramanan Amirthalingam" userId="4d061ca2-e95c-4cea-aac4-ded24a5cea8d" providerId="ADAL" clId="{5654A9A7-70C4-5A45-8042-119219FD2F3B}" dt="2025-07-20T15:41:28.036" v="367" actId="478"/>
          <ac:spMkLst>
            <pc:docMk/>
            <pc:sldMk cId="918185099" sldId="553"/>
            <ac:spMk id="2" creationId="{7138B9D2-8F9A-46E0-135C-9CA354C42452}"/>
          </ac:spMkLst>
        </pc:spChg>
        <pc:spChg chg="del topLvl">
          <ac:chgData name="Venkataramanan Amirthalingam" userId="4d061ca2-e95c-4cea-aac4-ded24a5cea8d" providerId="ADAL" clId="{5654A9A7-70C4-5A45-8042-119219FD2F3B}" dt="2025-07-20T15:41:26.206" v="366" actId="478"/>
          <ac:spMkLst>
            <pc:docMk/>
            <pc:sldMk cId="918185099" sldId="553"/>
            <ac:spMk id="5" creationId="{A249E72F-B5AF-105B-52A9-6C9029FB68EA}"/>
          </ac:spMkLst>
        </pc:spChg>
        <pc:spChg chg="mod topLvl">
          <ac:chgData name="Venkataramanan Amirthalingam" userId="4d061ca2-e95c-4cea-aac4-ded24a5cea8d" providerId="ADAL" clId="{5654A9A7-70C4-5A45-8042-119219FD2F3B}" dt="2025-07-20T15:42:20.747" v="420" actId="20577"/>
          <ac:spMkLst>
            <pc:docMk/>
            <pc:sldMk cId="918185099" sldId="553"/>
            <ac:spMk id="6" creationId="{D1570572-7553-934B-7558-462496F123CE}"/>
          </ac:spMkLst>
        </pc:spChg>
        <pc:spChg chg="mod topLvl">
          <ac:chgData name="Venkataramanan Amirthalingam" userId="4d061ca2-e95c-4cea-aac4-ded24a5cea8d" providerId="ADAL" clId="{5654A9A7-70C4-5A45-8042-119219FD2F3B}" dt="2025-07-20T15:51:06.989" v="452" actId="1076"/>
          <ac:spMkLst>
            <pc:docMk/>
            <pc:sldMk cId="918185099" sldId="553"/>
            <ac:spMk id="7" creationId="{70E385DE-3232-A556-0AF0-E1074C33531A}"/>
          </ac:spMkLst>
        </pc:spChg>
        <pc:spChg chg="mod topLvl">
          <ac:chgData name="Venkataramanan Amirthalingam" userId="4d061ca2-e95c-4cea-aac4-ded24a5cea8d" providerId="ADAL" clId="{5654A9A7-70C4-5A45-8042-119219FD2F3B}" dt="2025-07-20T15:44:18.468" v="427" actId="20577"/>
          <ac:spMkLst>
            <pc:docMk/>
            <pc:sldMk cId="918185099" sldId="553"/>
            <ac:spMk id="8" creationId="{999777A2-FC27-FAD5-63BC-41BBE0EB15ED}"/>
          </ac:spMkLst>
        </pc:spChg>
        <pc:spChg chg="mod topLvl">
          <ac:chgData name="Venkataramanan Amirthalingam" userId="4d061ca2-e95c-4cea-aac4-ded24a5cea8d" providerId="ADAL" clId="{5654A9A7-70C4-5A45-8042-119219FD2F3B}" dt="2025-07-20T15:44:26.272" v="434" actId="20577"/>
          <ac:spMkLst>
            <pc:docMk/>
            <pc:sldMk cId="918185099" sldId="553"/>
            <ac:spMk id="9" creationId="{4A7D5627-E15F-45C7-C3BC-F20647904A05}"/>
          </ac:spMkLst>
        </pc:spChg>
        <pc:spChg chg="del topLvl">
          <ac:chgData name="Venkataramanan Amirthalingam" userId="4d061ca2-e95c-4cea-aac4-ded24a5cea8d" providerId="ADAL" clId="{5654A9A7-70C4-5A45-8042-119219FD2F3B}" dt="2025-07-20T15:41:32.554" v="368" actId="478"/>
          <ac:spMkLst>
            <pc:docMk/>
            <pc:sldMk cId="918185099" sldId="553"/>
            <ac:spMk id="31" creationId="{117AD676-8AA1-E4A9-CB73-51FC9228DCAE}"/>
          </ac:spMkLst>
        </pc:spChg>
        <pc:spChg chg="topLvl">
          <ac:chgData name="Venkataramanan Amirthalingam" userId="4d061ca2-e95c-4cea-aac4-ded24a5cea8d" providerId="ADAL" clId="{5654A9A7-70C4-5A45-8042-119219FD2F3B}" dt="2025-07-20T15:41:22.854" v="365" actId="165"/>
          <ac:spMkLst>
            <pc:docMk/>
            <pc:sldMk cId="918185099" sldId="553"/>
            <ac:spMk id="32" creationId="{F5B478B0-5A63-3AFC-A723-E43A092BA884}"/>
          </ac:spMkLst>
        </pc:spChg>
        <pc:spChg chg="topLvl">
          <ac:chgData name="Venkataramanan Amirthalingam" userId="4d061ca2-e95c-4cea-aac4-ded24a5cea8d" providerId="ADAL" clId="{5654A9A7-70C4-5A45-8042-119219FD2F3B}" dt="2025-07-20T15:41:22.854" v="365" actId="165"/>
          <ac:spMkLst>
            <pc:docMk/>
            <pc:sldMk cId="918185099" sldId="553"/>
            <ac:spMk id="33" creationId="{6C3EAC57-C0C8-F968-D936-DCAFA5A12A60}"/>
          </ac:spMkLst>
        </pc:spChg>
        <pc:spChg chg="del topLvl">
          <ac:chgData name="Venkataramanan Amirthalingam" userId="4d061ca2-e95c-4cea-aac4-ded24a5cea8d" providerId="ADAL" clId="{5654A9A7-70C4-5A45-8042-119219FD2F3B}" dt="2025-07-20T15:41:45.490" v="370" actId="478"/>
          <ac:spMkLst>
            <pc:docMk/>
            <pc:sldMk cId="918185099" sldId="553"/>
            <ac:spMk id="60" creationId="{47C57FE2-2FCC-A4FD-409A-69A1A041EEBD}"/>
          </ac:spMkLst>
        </pc:spChg>
        <pc:cxnChg chg="mod">
          <ac:chgData name="Venkataramanan Amirthalingam" userId="4d061ca2-e95c-4cea-aac4-ded24a5cea8d" providerId="ADAL" clId="{5654A9A7-70C4-5A45-8042-119219FD2F3B}" dt="2025-07-20T15:51:10.278" v="453" actId="14100"/>
          <ac:cxnSpMkLst>
            <pc:docMk/>
            <pc:sldMk cId="918185099" sldId="553"/>
            <ac:cxnSpMk id="11" creationId="{200ECEC3-4ECC-0B74-48D6-24B223DF07F3}"/>
          </ac:cxnSpMkLst>
        </pc:cxnChg>
        <pc:cxnChg chg="add mod">
          <ac:chgData name="Venkataramanan Amirthalingam" userId="4d061ca2-e95c-4cea-aac4-ded24a5cea8d" providerId="ADAL" clId="{5654A9A7-70C4-5A45-8042-119219FD2F3B}" dt="2025-07-20T15:51:30.086" v="456" actId="208"/>
          <ac:cxnSpMkLst>
            <pc:docMk/>
            <pc:sldMk cId="918185099" sldId="553"/>
            <ac:cxnSpMk id="13" creationId="{3E14333A-A833-4E2C-62D9-7A5A43C2A720}"/>
          </ac:cxnSpMkLst>
        </pc:cxnChg>
        <pc:cxnChg chg="add mod">
          <ac:chgData name="Venkataramanan Amirthalingam" userId="4d061ca2-e95c-4cea-aac4-ded24a5cea8d" providerId="ADAL" clId="{5654A9A7-70C4-5A45-8042-119219FD2F3B}" dt="2025-07-20T15:51:52.360" v="462" actId="14100"/>
          <ac:cxnSpMkLst>
            <pc:docMk/>
            <pc:sldMk cId="918185099" sldId="553"/>
            <ac:cxnSpMk id="14" creationId="{3292210F-9771-300F-22CB-7B671A203891}"/>
          </ac:cxnSpMkLst>
        </pc:cxnChg>
        <pc:cxnChg chg="del mod">
          <ac:chgData name="Venkataramanan Amirthalingam" userId="4d061ca2-e95c-4cea-aac4-ded24a5cea8d" providerId="ADAL" clId="{5654A9A7-70C4-5A45-8042-119219FD2F3B}" dt="2025-07-20T15:41:33.933" v="369" actId="478"/>
          <ac:cxnSpMkLst>
            <pc:docMk/>
            <pc:sldMk cId="918185099" sldId="553"/>
            <ac:cxnSpMk id="17" creationId="{695D44B4-6D31-E46A-1643-338A64AB24B9}"/>
          </ac:cxnSpMkLst>
        </pc:cxnChg>
        <pc:cxnChg chg="del mod">
          <ac:chgData name="Venkataramanan Amirthalingam" userId="4d061ca2-e95c-4cea-aac4-ded24a5cea8d" providerId="ADAL" clId="{5654A9A7-70C4-5A45-8042-119219FD2F3B}" dt="2025-07-20T15:41:45.490" v="370" actId="478"/>
          <ac:cxnSpMkLst>
            <pc:docMk/>
            <pc:sldMk cId="918185099" sldId="553"/>
            <ac:cxnSpMk id="19" creationId="{443A0C1F-3B32-0C07-A318-4D7F0041EA46}"/>
          </ac:cxnSpMkLst>
        </pc:cxnChg>
        <pc:cxnChg chg="del mod">
          <ac:chgData name="Venkataramanan Amirthalingam" userId="4d061ca2-e95c-4cea-aac4-ded24a5cea8d" providerId="ADAL" clId="{5654A9A7-70C4-5A45-8042-119219FD2F3B}" dt="2025-07-20T15:41:45.490" v="370" actId="478"/>
          <ac:cxnSpMkLst>
            <pc:docMk/>
            <pc:sldMk cId="918185099" sldId="553"/>
            <ac:cxnSpMk id="21" creationId="{5D9F113B-CE0F-0F83-5D3E-652EF38D4B7D}"/>
          </ac:cxnSpMkLst>
        </pc:cxnChg>
        <pc:cxnChg chg="del mod">
          <ac:chgData name="Venkataramanan Amirthalingam" userId="4d061ca2-e95c-4cea-aac4-ded24a5cea8d" providerId="ADAL" clId="{5654A9A7-70C4-5A45-8042-119219FD2F3B}" dt="2025-07-20T15:41:45.490" v="370" actId="478"/>
          <ac:cxnSpMkLst>
            <pc:docMk/>
            <pc:sldMk cId="918185099" sldId="553"/>
            <ac:cxnSpMk id="23" creationId="{7E0BE8E3-5857-45A2-87A8-93B0FC2482B0}"/>
          </ac:cxnSpMkLst>
        </pc:cxnChg>
        <pc:cxnChg chg="del mod">
          <ac:chgData name="Venkataramanan Amirthalingam" userId="4d061ca2-e95c-4cea-aac4-ded24a5cea8d" providerId="ADAL" clId="{5654A9A7-70C4-5A45-8042-119219FD2F3B}" dt="2025-07-20T15:41:26.206" v="366" actId="478"/>
          <ac:cxnSpMkLst>
            <pc:docMk/>
            <pc:sldMk cId="918185099" sldId="553"/>
            <ac:cxnSpMk id="43" creationId="{17DED82F-1A47-CE7C-F5CD-350028B6DEE9}"/>
          </ac:cxnSpMkLst>
        </pc:cxnChg>
      </pc:sldChg>
      <pc:sldChg chg="del">
        <pc:chgData name="Venkataramanan Amirthalingam" userId="4d061ca2-e95c-4cea-aac4-ded24a5cea8d" providerId="ADAL" clId="{5654A9A7-70C4-5A45-8042-119219FD2F3B}" dt="2025-07-15T19:10:24.060" v="58" actId="2696"/>
        <pc:sldMkLst>
          <pc:docMk/>
          <pc:sldMk cId="3307300875" sldId="648"/>
        </pc:sldMkLst>
      </pc:sldChg>
      <pc:sldChg chg="del">
        <pc:chgData name="Venkataramanan Amirthalingam" userId="4d061ca2-e95c-4cea-aac4-ded24a5cea8d" providerId="ADAL" clId="{5654A9A7-70C4-5A45-8042-119219FD2F3B}" dt="2025-07-15T19:10:25.151" v="63" actId="2696"/>
        <pc:sldMkLst>
          <pc:docMk/>
          <pc:sldMk cId="3721536424" sldId="653"/>
        </pc:sldMkLst>
      </pc:sldChg>
      <pc:sldChg chg="del">
        <pc:chgData name="Venkataramanan Amirthalingam" userId="4d061ca2-e95c-4cea-aac4-ded24a5cea8d" providerId="ADAL" clId="{5654A9A7-70C4-5A45-8042-119219FD2F3B}" dt="2025-07-15T19:10:24.791" v="61" actId="2696"/>
        <pc:sldMkLst>
          <pc:docMk/>
          <pc:sldMk cId="3879036362" sldId="654"/>
        </pc:sldMkLst>
      </pc:sldChg>
      <pc:sldChg chg="del">
        <pc:chgData name="Venkataramanan Amirthalingam" userId="4d061ca2-e95c-4cea-aac4-ded24a5cea8d" providerId="ADAL" clId="{5654A9A7-70C4-5A45-8042-119219FD2F3B}" dt="2025-07-15T19:10:24.983" v="62" actId="2696"/>
        <pc:sldMkLst>
          <pc:docMk/>
          <pc:sldMk cId="3456190918" sldId="655"/>
        </pc:sldMkLst>
      </pc:sldChg>
      <pc:sldChg chg="del">
        <pc:chgData name="Venkataramanan Amirthalingam" userId="4d061ca2-e95c-4cea-aac4-ded24a5cea8d" providerId="ADAL" clId="{5654A9A7-70C4-5A45-8042-119219FD2F3B}" dt="2025-07-15T19:10:27.839" v="76" actId="2696"/>
        <pc:sldMkLst>
          <pc:docMk/>
          <pc:sldMk cId="1357529849" sldId="656"/>
        </pc:sldMkLst>
      </pc:sldChg>
      <pc:sldChg chg="del">
        <pc:chgData name="Venkataramanan Amirthalingam" userId="4d061ca2-e95c-4cea-aac4-ded24a5cea8d" providerId="ADAL" clId="{5654A9A7-70C4-5A45-8042-119219FD2F3B}" dt="2025-07-15T19:10:28.656" v="78" actId="2696"/>
        <pc:sldMkLst>
          <pc:docMk/>
          <pc:sldMk cId="2732299988" sldId="2147469567"/>
        </pc:sldMkLst>
      </pc:sldChg>
      <pc:sldChg chg="del">
        <pc:chgData name="Venkataramanan Amirthalingam" userId="4d061ca2-e95c-4cea-aac4-ded24a5cea8d" providerId="ADAL" clId="{5654A9A7-70C4-5A45-8042-119219FD2F3B}" dt="2025-07-15T19:10:28.800" v="79" actId="2696"/>
        <pc:sldMkLst>
          <pc:docMk/>
          <pc:sldMk cId="3000737357" sldId="2147469568"/>
        </pc:sldMkLst>
      </pc:sldChg>
      <pc:sldChg chg="del">
        <pc:chgData name="Venkataramanan Amirthalingam" userId="4d061ca2-e95c-4cea-aac4-ded24a5cea8d" providerId="ADAL" clId="{5654A9A7-70C4-5A45-8042-119219FD2F3B}" dt="2025-07-15T19:10:29.553" v="82" actId="2696"/>
        <pc:sldMkLst>
          <pc:docMk/>
          <pc:sldMk cId="2784797158" sldId="2147469654"/>
        </pc:sldMkLst>
      </pc:sldChg>
      <pc:sldChg chg="del">
        <pc:chgData name="Venkataramanan Amirthalingam" userId="4d061ca2-e95c-4cea-aac4-ded24a5cea8d" providerId="ADAL" clId="{5654A9A7-70C4-5A45-8042-119219FD2F3B}" dt="2025-07-15T19:10:29.205" v="81" actId="2696"/>
        <pc:sldMkLst>
          <pc:docMk/>
          <pc:sldMk cId="202596958" sldId="2147469655"/>
        </pc:sldMkLst>
      </pc:sldChg>
      <pc:sldChg chg="modSp del mod">
        <pc:chgData name="Venkataramanan Amirthalingam" userId="4d061ca2-e95c-4cea-aac4-ded24a5cea8d" providerId="ADAL" clId="{5654A9A7-70C4-5A45-8042-119219FD2F3B}" dt="2025-07-20T09:48:13.212" v="139" actId="2696"/>
        <pc:sldMkLst>
          <pc:docMk/>
          <pc:sldMk cId="2272971035" sldId="2147469656"/>
        </pc:sldMkLst>
      </pc:sldChg>
      <pc:sldChg chg="add del setBg">
        <pc:chgData name="Venkataramanan Amirthalingam" userId="4d061ca2-e95c-4cea-aac4-ded24a5cea8d" providerId="ADAL" clId="{5654A9A7-70C4-5A45-8042-119219FD2F3B}" dt="2025-07-20T09:35:37.157" v="116"/>
        <pc:sldMkLst>
          <pc:docMk/>
          <pc:sldMk cId="0" sldId="2147469657"/>
        </pc:sldMkLst>
      </pc:sldChg>
      <pc:sldChg chg="delSp modSp new del mod setBg">
        <pc:chgData name="Venkataramanan Amirthalingam" userId="4d061ca2-e95c-4cea-aac4-ded24a5cea8d" providerId="ADAL" clId="{5654A9A7-70C4-5A45-8042-119219FD2F3B}" dt="2025-07-20T09:37:45.353" v="127" actId="2696"/>
        <pc:sldMkLst>
          <pc:docMk/>
          <pc:sldMk cId="1113079281" sldId="2147469657"/>
        </pc:sldMkLst>
        <pc:spChg chg="del">
          <ac:chgData name="Venkataramanan Amirthalingam" userId="4d061ca2-e95c-4cea-aac4-ded24a5cea8d" providerId="ADAL" clId="{5654A9A7-70C4-5A45-8042-119219FD2F3B}" dt="2025-07-20T09:36:57.430" v="119" actId="478"/>
          <ac:spMkLst>
            <pc:docMk/>
            <pc:sldMk cId="1113079281" sldId="2147469657"/>
            <ac:spMk id="2" creationId="{3977B52F-99A2-71C5-DD50-1215C5F98100}"/>
          </ac:spMkLst>
        </pc:spChg>
        <pc:spChg chg="del mod">
          <ac:chgData name="Venkataramanan Amirthalingam" userId="4d061ca2-e95c-4cea-aac4-ded24a5cea8d" providerId="ADAL" clId="{5654A9A7-70C4-5A45-8042-119219FD2F3B}" dt="2025-07-20T09:36:59.525" v="120" actId="478"/>
          <ac:spMkLst>
            <pc:docMk/>
            <pc:sldMk cId="1113079281" sldId="2147469657"/>
            <ac:spMk id="3" creationId="{627E5A4D-23F8-2A73-7D7B-1B393A7D468B}"/>
          </ac:spMkLst>
        </pc:spChg>
      </pc:sldChg>
      <pc:sldChg chg="add del setBg">
        <pc:chgData name="Venkataramanan Amirthalingam" userId="4d061ca2-e95c-4cea-aac4-ded24a5cea8d" providerId="ADAL" clId="{5654A9A7-70C4-5A45-8042-119219FD2F3B}" dt="2025-07-20T09:37:44.960" v="126" actId="2696"/>
        <pc:sldMkLst>
          <pc:docMk/>
          <pc:sldMk cId="0" sldId="2147469658"/>
        </pc:sldMkLst>
      </pc:sldChg>
      <pc:sldChg chg="del">
        <pc:chgData name="Venkataramanan Amirthalingam" userId="4d061ca2-e95c-4cea-aac4-ded24a5cea8d" providerId="ADAL" clId="{5654A9A7-70C4-5A45-8042-119219FD2F3B}" dt="2025-07-15T19:10:29.004" v="80" actId="2696"/>
        <pc:sldMkLst>
          <pc:docMk/>
          <pc:sldMk cId="347653393" sldId="2147469661"/>
        </pc:sldMkLst>
      </pc:sldChg>
      <pc:sldChg chg="del">
        <pc:chgData name="Venkataramanan Amirthalingam" userId="4d061ca2-e95c-4cea-aac4-ded24a5cea8d" providerId="ADAL" clId="{5654A9A7-70C4-5A45-8042-119219FD2F3B}" dt="2025-07-15T19:10:30.976" v="84" actId="2696"/>
        <pc:sldMkLst>
          <pc:docMk/>
          <pc:sldMk cId="2249369421" sldId="2147469662"/>
        </pc:sldMkLst>
      </pc:sldChg>
      <pc:sldChg chg="del">
        <pc:chgData name="Venkataramanan Amirthalingam" userId="4d061ca2-e95c-4cea-aac4-ded24a5cea8d" providerId="ADAL" clId="{5654A9A7-70C4-5A45-8042-119219FD2F3B}" dt="2025-07-15T19:10:24.387" v="59" actId="2696"/>
        <pc:sldMkLst>
          <pc:docMk/>
          <pc:sldMk cId="812813326" sldId="2147469663"/>
        </pc:sldMkLst>
      </pc:sldChg>
      <pc:sldChg chg="del">
        <pc:chgData name="Venkataramanan Amirthalingam" userId="4d061ca2-e95c-4cea-aac4-ded24a5cea8d" providerId="ADAL" clId="{5654A9A7-70C4-5A45-8042-119219FD2F3B}" dt="2025-07-15T19:10:24.636" v="60" actId="2696"/>
        <pc:sldMkLst>
          <pc:docMk/>
          <pc:sldMk cId="1681347056" sldId="2147469664"/>
        </pc:sldMkLst>
      </pc:sldChg>
      <pc:sldChg chg="del">
        <pc:chgData name="Venkataramanan Amirthalingam" userId="4d061ca2-e95c-4cea-aac4-ded24a5cea8d" providerId="ADAL" clId="{5654A9A7-70C4-5A45-8042-119219FD2F3B}" dt="2025-07-15T19:10:25.522" v="65" actId="2696"/>
        <pc:sldMkLst>
          <pc:docMk/>
          <pc:sldMk cId="955185544" sldId="2147469665"/>
        </pc:sldMkLst>
      </pc:sldChg>
      <pc:sldChg chg="del">
        <pc:chgData name="Venkataramanan Amirthalingam" userId="4d061ca2-e95c-4cea-aac4-ded24a5cea8d" providerId="ADAL" clId="{5654A9A7-70C4-5A45-8042-119219FD2F3B}" dt="2025-07-15T19:10:25.837" v="67" actId="2696"/>
        <pc:sldMkLst>
          <pc:docMk/>
          <pc:sldMk cId="92101616" sldId="2147469666"/>
        </pc:sldMkLst>
      </pc:sldChg>
      <pc:sldChg chg="del">
        <pc:chgData name="Venkataramanan Amirthalingam" userId="4d061ca2-e95c-4cea-aac4-ded24a5cea8d" providerId="ADAL" clId="{5654A9A7-70C4-5A45-8042-119219FD2F3B}" dt="2025-07-15T19:10:27.230" v="73" actId="2696"/>
        <pc:sldMkLst>
          <pc:docMk/>
          <pc:sldMk cId="2814081131" sldId="2147469667"/>
        </pc:sldMkLst>
      </pc:sldChg>
      <pc:sldChg chg="del">
        <pc:chgData name="Venkataramanan Amirthalingam" userId="4d061ca2-e95c-4cea-aac4-ded24a5cea8d" providerId="ADAL" clId="{5654A9A7-70C4-5A45-8042-119219FD2F3B}" dt="2025-07-15T19:10:27.428" v="74" actId="2696"/>
        <pc:sldMkLst>
          <pc:docMk/>
          <pc:sldMk cId="269088973" sldId="2147469668"/>
        </pc:sldMkLst>
      </pc:sldChg>
      <pc:sldChg chg="del">
        <pc:chgData name="Venkataramanan Amirthalingam" userId="4d061ca2-e95c-4cea-aac4-ded24a5cea8d" providerId="ADAL" clId="{5654A9A7-70C4-5A45-8042-119219FD2F3B}" dt="2025-07-15T19:10:28.050" v="77" actId="2696"/>
        <pc:sldMkLst>
          <pc:docMk/>
          <pc:sldMk cId="2782222882" sldId="2147469669"/>
        </pc:sldMkLst>
      </pc:sldChg>
      <pc:sldChg chg="del">
        <pc:chgData name="Venkataramanan Amirthalingam" userId="4d061ca2-e95c-4cea-aac4-ded24a5cea8d" providerId="ADAL" clId="{5654A9A7-70C4-5A45-8042-119219FD2F3B}" dt="2025-07-15T19:10:29.863" v="83" actId="2696"/>
        <pc:sldMkLst>
          <pc:docMk/>
          <pc:sldMk cId="1702452925" sldId="2147469670"/>
        </pc:sldMkLst>
      </pc:sldChg>
    </pc:docChg>
  </pc:docChgLst>
  <pc:docChgLst>
    <pc:chgData name="Venkataramanan Amirthalingam" userId="4d061ca2-e95c-4cea-aac4-ded24a5cea8d" providerId="ADAL" clId="{057F7CDC-4544-6D4F-B3E8-4209E6622B17}"/>
    <pc:docChg chg="undo custSel addSld delSld modSld sldOrd">
      <pc:chgData name="Venkataramanan Amirthalingam" userId="4d061ca2-e95c-4cea-aac4-ded24a5cea8d" providerId="ADAL" clId="{057F7CDC-4544-6D4F-B3E8-4209E6622B17}" dt="2025-07-13T16:02:05.355" v="2540" actId="20577"/>
      <pc:docMkLst>
        <pc:docMk/>
      </pc:docMkLst>
      <pc:sldChg chg="modSp mod">
        <pc:chgData name="Venkataramanan Amirthalingam" userId="4d061ca2-e95c-4cea-aac4-ded24a5cea8d" providerId="ADAL" clId="{057F7CDC-4544-6D4F-B3E8-4209E6622B17}" dt="2025-07-13T14:46:57.604" v="2191" actId="20577"/>
        <pc:sldMkLst>
          <pc:docMk/>
          <pc:sldMk cId="0" sldId="256"/>
        </pc:sldMkLst>
        <pc:spChg chg="mod">
          <ac:chgData name="Venkataramanan Amirthalingam" userId="4d061ca2-e95c-4cea-aac4-ded24a5cea8d" providerId="ADAL" clId="{057F7CDC-4544-6D4F-B3E8-4209E6622B17}" dt="2025-07-13T14:46:57.604" v="2191" actId="20577"/>
          <ac:spMkLst>
            <pc:docMk/>
            <pc:sldMk cId="0" sldId="256"/>
            <ac:spMk id="116" creationId="{00000000-0000-0000-0000-000000000000}"/>
          </ac:spMkLst>
        </pc:spChg>
      </pc:sldChg>
      <pc:sldChg chg="del">
        <pc:chgData name="Venkataramanan Amirthalingam" userId="4d061ca2-e95c-4cea-aac4-ded24a5cea8d" providerId="ADAL" clId="{057F7CDC-4544-6D4F-B3E8-4209E6622B17}" dt="2025-07-06T11:51:59.199" v="31" actId="2696"/>
        <pc:sldMkLst>
          <pc:docMk/>
          <pc:sldMk cId="0" sldId="257"/>
        </pc:sldMkLst>
      </pc:sldChg>
      <pc:sldChg chg="modSp add del mod">
        <pc:chgData name="Venkataramanan Amirthalingam" userId="4d061ca2-e95c-4cea-aac4-ded24a5cea8d" providerId="ADAL" clId="{057F7CDC-4544-6D4F-B3E8-4209E6622B17}" dt="2025-07-06T11:55:56.916" v="86" actId="20577"/>
        <pc:sldMkLst>
          <pc:docMk/>
          <pc:sldMk cId="0" sldId="259"/>
        </pc:sldMkLst>
      </pc:sldChg>
      <pc:sldChg chg="del">
        <pc:chgData name="Venkataramanan Amirthalingam" userId="4d061ca2-e95c-4cea-aac4-ded24a5cea8d" providerId="ADAL" clId="{057F7CDC-4544-6D4F-B3E8-4209E6622B17}" dt="2025-07-06T11:52:02.808" v="43" actId="2696"/>
        <pc:sldMkLst>
          <pc:docMk/>
          <pc:sldMk cId="0" sldId="260"/>
        </pc:sldMkLst>
      </pc:sldChg>
      <pc:sldChg chg="modSp add del mod">
        <pc:chgData name="Venkataramanan Amirthalingam" userId="4d061ca2-e95c-4cea-aac4-ded24a5cea8d" providerId="ADAL" clId="{057F7CDC-4544-6D4F-B3E8-4209E6622B17}" dt="2025-07-06T11:57:15.465" v="91" actId="27636"/>
        <pc:sldMkLst>
          <pc:docMk/>
          <pc:sldMk cId="0" sldId="261"/>
        </pc:sldMkLst>
      </pc:sldChg>
      <pc:sldChg chg="modSp add del mod">
        <pc:chgData name="Venkataramanan Amirthalingam" userId="4d061ca2-e95c-4cea-aac4-ded24a5cea8d" providerId="ADAL" clId="{057F7CDC-4544-6D4F-B3E8-4209E6622B17}" dt="2025-07-06T11:57:19.516" v="94" actId="20577"/>
        <pc:sldMkLst>
          <pc:docMk/>
          <pc:sldMk cId="0" sldId="262"/>
        </pc:sldMkLst>
      </pc:sldChg>
      <pc:sldChg chg="modSp add del mod">
        <pc:chgData name="Venkataramanan Amirthalingam" userId="4d061ca2-e95c-4cea-aac4-ded24a5cea8d" providerId="ADAL" clId="{057F7CDC-4544-6D4F-B3E8-4209E6622B17}" dt="2025-07-06T11:58:46.031" v="111" actId="207"/>
        <pc:sldMkLst>
          <pc:docMk/>
          <pc:sldMk cId="0" sldId="263"/>
        </pc:sldMkLst>
      </pc:sldChg>
      <pc:sldChg chg="modSp add del mod">
        <pc:chgData name="Venkataramanan Amirthalingam" userId="4d061ca2-e95c-4cea-aac4-ded24a5cea8d" providerId="ADAL" clId="{057F7CDC-4544-6D4F-B3E8-4209E6622B17}" dt="2025-07-06T11:57:23.545" v="98" actId="20577"/>
        <pc:sldMkLst>
          <pc:docMk/>
          <pc:sldMk cId="0" sldId="264"/>
        </pc:sldMkLst>
      </pc:sldChg>
      <pc:sldChg chg="modSp add del mod setBg">
        <pc:chgData name="Venkataramanan Amirthalingam" userId="4d061ca2-e95c-4cea-aac4-ded24a5cea8d" providerId="ADAL" clId="{057F7CDC-4544-6D4F-B3E8-4209E6622B17}" dt="2025-07-06T11:57:42.144" v="104" actId="207"/>
        <pc:sldMkLst>
          <pc:docMk/>
          <pc:sldMk cId="0" sldId="265"/>
        </pc:sldMkLst>
      </pc:sldChg>
      <pc:sldChg chg="modSp add del">
        <pc:chgData name="Venkataramanan Amirthalingam" userId="4d061ca2-e95c-4cea-aac4-ded24a5cea8d" providerId="ADAL" clId="{057F7CDC-4544-6D4F-B3E8-4209E6622B17}" dt="2025-07-06T11:59:06.358" v="118" actId="207"/>
        <pc:sldMkLst>
          <pc:docMk/>
          <pc:sldMk cId="0" sldId="266"/>
        </pc:sldMkLst>
      </pc:sldChg>
      <pc:sldChg chg="del">
        <pc:chgData name="Venkataramanan Amirthalingam" userId="4d061ca2-e95c-4cea-aac4-ded24a5cea8d" providerId="ADAL" clId="{057F7CDC-4544-6D4F-B3E8-4209E6622B17}" dt="2025-07-06T11:52:05.075" v="50" actId="2696"/>
        <pc:sldMkLst>
          <pc:docMk/>
          <pc:sldMk cId="0" sldId="267"/>
        </pc:sldMkLst>
      </pc:sldChg>
      <pc:sldChg chg="del">
        <pc:chgData name="Venkataramanan Amirthalingam" userId="4d061ca2-e95c-4cea-aac4-ded24a5cea8d" providerId="ADAL" clId="{057F7CDC-4544-6D4F-B3E8-4209E6622B17}" dt="2025-07-06T11:52:05.219" v="51" actId="2696"/>
        <pc:sldMkLst>
          <pc:docMk/>
          <pc:sldMk cId="0" sldId="268"/>
        </pc:sldMkLst>
      </pc:sldChg>
      <pc:sldChg chg="del">
        <pc:chgData name="Venkataramanan Amirthalingam" userId="4d061ca2-e95c-4cea-aac4-ded24a5cea8d" providerId="ADAL" clId="{057F7CDC-4544-6D4F-B3E8-4209E6622B17}" dt="2025-07-06T11:52:05.521" v="52" actId="2696"/>
        <pc:sldMkLst>
          <pc:docMk/>
          <pc:sldMk cId="0" sldId="269"/>
        </pc:sldMkLst>
      </pc:sldChg>
      <pc:sldChg chg="del">
        <pc:chgData name="Venkataramanan Amirthalingam" userId="4d061ca2-e95c-4cea-aac4-ded24a5cea8d" providerId="ADAL" clId="{057F7CDC-4544-6D4F-B3E8-4209E6622B17}" dt="2025-07-06T11:52:05.808" v="53" actId="2696"/>
        <pc:sldMkLst>
          <pc:docMk/>
          <pc:sldMk cId="0" sldId="270"/>
        </pc:sldMkLst>
      </pc:sldChg>
      <pc:sldChg chg="del">
        <pc:chgData name="Venkataramanan Amirthalingam" userId="4d061ca2-e95c-4cea-aac4-ded24a5cea8d" providerId="ADAL" clId="{057F7CDC-4544-6D4F-B3E8-4209E6622B17}" dt="2025-07-06T11:52:06.249" v="54" actId="2696"/>
        <pc:sldMkLst>
          <pc:docMk/>
          <pc:sldMk cId="0" sldId="271"/>
        </pc:sldMkLst>
      </pc:sldChg>
      <pc:sldChg chg="del">
        <pc:chgData name="Venkataramanan Amirthalingam" userId="4d061ca2-e95c-4cea-aac4-ded24a5cea8d" providerId="ADAL" clId="{057F7CDC-4544-6D4F-B3E8-4209E6622B17}" dt="2025-07-06T11:52:06.424" v="55" actId="2696"/>
        <pc:sldMkLst>
          <pc:docMk/>
          <pc:sldMk cId="0" sldId="272"/>
        </pc:sldMkLst>
      </pc:sldChg>
      <pc:sldChg chg="del">
        <pc:chgData name="Venkataramanan Amirthalingam" userId="4d061ca2-e95c-4cea-aac4-ded24a5cea8d" providerId="ADAL" clId="{057F7CDC-4544-6D4F-B3E8-4209E6622B17}" dt="2025-07-06T11:52:06.781" v="56" actId="2696"/>
        <pc:sldMkLst>
          <pc:docMk/>
          <pc:sldMk cId="0" sldId="273"/>
        </pc:sldMkLst>
      </pc:sldChg>
      <pc:sldChg chg="del">
        <pc:chgData name="Venkataramanan Amirthalingam" userId="4d061ca2-e95c-4cea-aac4-ded24a5cea8d" providerId="ADAL" clId="{057F7CDC-4544-6D4F-B3E8-4209E6622B17}" dt="2025-07-06T11:52:07.054" v="57" actId="2696"/>
        <pc:sldMkLst>
          <pc:docMk/>
          <pc:sldMk cId="0" sldId="274"/>
        </pc:sldMkLst>
      </pc:sldChg>
      <pc:sldChg chg="del">
        <pc:chgData name="Venkataramanan Amirthalingam" userId="4d061ca2-e95c-4cea-aac4-ded24a5cea8d" providerId="ADAL" clId="{057F7CDC-4544-6D4F-B3E8-4209E6622B17}" dt="2025-07-06T11:52:07.378" v="58" actId="2696"/>
        <pc:sldMkLst>
          <pc:docMk/>
          <pc:sldMk cId="0" sldId="275"/>
        </pc:sldMkLst>
      </pc:sldChg>
      <pc:sldChg chg="del">
        <pc:chgData name="Venkataramanan Amirthalingam" userId="4d061ca2-e95c-4cea-aac4-ded24a5cea8d" providerId="ADAL" clId="{057F7CDC-4544-6D4F-B3E8-4209E6622B17}" dt="2025-07-06T11:52:07.658" v="59" actId="2696"/>
        <pc:sldMkLst>
          <pc:docMk/>
          <pc:sldMk cId="0" sldId="276"/>
        </pc:sldMkLst>
      </pc:sldChg>
      <pc:sldChg chg="del">
        <pc:chgData name="Venkataramanan Amirthalingam" userId="4d061ca2-e95c-4cea-aac4-ded24a5cea8d" providerId="ADAL" clId="{057F7CDC-4544-6D4F-B3E8-4209E6622B17}" dt="2025-07-06T11:52:08.031" v="60" actId="2696"/>
        <pc:sldMkLst>
          <pc:docMk/>
          <pc:sldMk cId="0" sldId="277"/>
        </pc:sldMkLst>
      </pc:sldChg>
      <pc:sldChg chg="del">
        <pc:chgData name="Venkataramanan Amirthalingam" userId="4d061ca2-e95c-4cea-aac4-ded24a5cea8d" providerId="ADAL" clId="{057F7CDC-4544-6D4F-B3E8-4209E6622B17}" dt="2025-07-06T11:52:08.209" v="61" actId="2696"/>
        <pc:sldMkLst>
          <pc:docMk/>
          <pc:sldMk cId="0" sldId="278"/>
        </pc:sldMkLst>
      </pc:sldChg>
      <pc:sldChg chg="del">
        <pc:chgData name="Venkataramanan Amirthalingam" userId="4d061ca2-e95c-4cea-aac4-ded24a5cea8d" providerId="ADAL" clId="{057F7CDC-4544-6D4F-B3E8-4209E6622B17}" dt="2025-07-06T11:52:08.551" v="62" actId="2696"/>
        <pc:sldMkLst>
          <pc:docMk/>
          <pc:sldMk cId="0" sldId="279"/>
        </pc:sldMkLst>
      </pc:sldChg>
      <pc:sldChg chg="del">
        <pc:chgData name="Venkataramanan Amirthalingam" userId="4d061ca2-e95c-4cea-aac4-ded24a5cea8d" providerId="ADAL" clId="{057F7CDC-4544-6D4F-B3E8-4209E6622B17}" dt="2025-07-06T11:52:08.701" v="63" actId="2696"/>
        <pc:sldMkLst>
          <pc:docMk/>
          <pc:sldMk cId="0" sldId="280"/>
        </pc:sldMkLst>
      </pc:sldChg>
      <pc:sldChg chg="del">
        <pc:chgData name="Venkataramanan Amirthalingam" userId="4d061ca2-e95c-4cea-aac4-ded24a5cea8d" providerId="ADAL" clId="{057F7CDC-4544-6D4F-B3E8-4209E6622B17}" dt="2025-07-06T11:52:09.103" v="64" actId="2696"/>
        <pc:sldMkLst>
          <pc:docMk/>
          <pc:sldMk cId="0" sldId="281"/>
        </pc:sldMkLst>
      </pc:sldChg>
      <pc:sldChg chg="del">
        <pc:chgData name="Venkataramanan Amirthalingam" userId="4d061ca2-e95c-4cea-aac4-ded24a5cea8d" providerId="ADAL" clId="{057F7CDC-4544-6D4F-B3E8-4209E6622B17}" dt="2025-07-06T11:52:10.055" v="65" actId="2696"/>
        <pc:sldMkLst>
          <pc:docMk/>
          <pc:sldMk cId="0" sldId="282"/>
        </pc:sldMkLst>
      </pc:sldChg>
      <pc:sldChg chg="del">
        <pc:chgData name="Venkataramanan Amirthalingam" userId="4d061ca2-e95c-4cea-aac4-ded24a5cea8d" providerId="ADAL" clId="{057F7CDC-4544-6D4F-B3E8-4209E6622B17}" dt="2025-07-06T11:52:11.304" v="66" actId="2696"/>
        <pc:sldMkLst>
          <pc:docMk/>
          <pc:sldMk cId="0" sldId="283"/>
        </pc:sldMkLst>
      </pc:sldChg>
      <pc:sldChg chg="del">
        <pc:chgData name="Venkataramanan Amirthalingam" userId="4d061ca2-e95c-4cea-aac4-ded24a5cea8d" providerId="ADAL" clId="{057F7CDC-4544-6D4F-B3E8-4209E6622B17}" dt="2025-07-06T11:52:02.002" v="41" actId="2696"/>
        <pc:sldMkLst>
          <pc:docMk/>
          <pc:sldMk cId="4186699833" sldId="284"/>
        </pc:sldMkLst>
      </pc:sldChg>
      <pc:sldChg chg="del">
        <pc:chgData name="Venkataramanan Amirthalingam" userId="4d061ca2-e95c-4cea-aac4-ded24a5cea8d" providerId="ADAL" clId="{057F7CDC-4544-6D4F-B3E8-4209E6622B17}" dt="2025-07-06T11:51:56.863" v="23" actId="2696"/>
        <pc:sldMkLst>
          <pc:docMk/>
          <pc:sldMk cId="0" sldId="285"/>
        </pc:sldMkLst>
      </pc:sldChg>
      <pc:sldChg chg="del">
        <pc:chgData name="Venkataramanan Amirthalingam" userId="4d061ca2-e95c-4cea-aac4-ded24a5cea8d" providerId="ADAL" clId="{057F7CDC-4544-6D4F-B3E8-4209E6622B17}" dt="2025-07-06T11:51:57.324" v="24" actId="2696"/>
        <pc:sldMkLst>
          <pc:docMk/>
          <pc:sldMk cId="0" sldId="286"/>
        </pc:sldMkLst>
      </pc:sldChg>
      <pc:sldChg chg="del">
        <pc:chgData name="Venkataramanan Amirthalingam" userId="4d061ca2-e95c-4cea-aac4-ded24a5cea8d" providerId="ADAL" clId="{057F7CDC-4544-6D4F-B3E8-4209E6622B17}" dt="2025-07-06T11:51:57.664" v="25" actId="2696"/>
        <pc:sldMkLst>
          <pc:docMk/>
          <pc:sldMk cId="0" sldId="287"/>
        </pc:sldMkLst>
      </pc:sldChg>
      <pc:sldChg chg="del">
        <pc:chgData name="Venkataramanan Amirthalingam" userId="4d061ca2-e95c-4cea-aac4-ded24a5cea8d" providerId="ADAL" clId="{057F7CDC-4544-6D4F-B3E8-4209E6622B17}" dt="2025-07-06T11:51:57.923" v="26" actId="2696"/>
        <pc:sldMkLst>
          <pc:docMk/>
          <pc:sldMk cId="0" sldId="288"/>
        </pc:sldMkLst>
      </pc:sldChg>
      <pc:sldChg chg="del">
        <pc:chgData name="Venkataramanan Amirthalingam" userId="4d061ca2-e95c-4cea-aac4-ded24a5cea8d" providerId="ADAL" clId="{057F7CDC-4544-6D4F-B3E8-4209E6622B17}" dt="2025-07-06T11:51:58.119" v="27" actId="2696"/>
        <pc:sldMkLst>
          <pc:docMk/>
          <pc:sldMk cId="0" sldId="289"/>
        </pc:sldMkLst>
      </pc:sldChg>
      <pc:sldChg chg="del">
        <pc:chgData name="Venkataramanan Amirthalingam" userId="4d061ca2-e95c-4cea-aac4-ded24a5cea8d" providerId="ADAL" clId="{057F7CDC-4544-6D4F-B3E8-4209E6622B17}" dt="2025-07-06T11:51:58.381" v="28" actId="2696"/>
        <pc:sldMkLst>
          <pc:docMk/>
          <pc:sldMk cId="0" sldId="290"/>
        </pc:sldMkLst>
      </pc:sldChg>
      <pc:sldChg chg="del">
        <pc:chgData name="Venkataramanan Amirthalingam" userId="4d061ca2-e95c-4cea-aac4-ded24a5cea8d" providerId="ADAL" clId="{057F7CDC-4544-6D4F-B3E8-4209E6622B17}" dt="2025-07-06T11:51:58.666" v="29" actId="2696"/>
        <pc:sldMkLst>
          <pc:docMk/>
          <pc:sldMk cId="0" sldId="291"/>
        </pc:sldMkLst>
      </pc:sldChg>
      <pc:sldChg chg="del">
        <pc:chgData name="Venkataramanan Amirthalingam" userId="4d061ca2-e95c-4cea-aac4-ded24a5cea8d" providerId="ADAL" clId="{057F7CDC-4544-6D4F-B3E8-4209E6622B17}" dt="2025-07-06T11:51:58.930" v="30" actId="2696"/>
        <pc:sldMkLst>
          <pc:docMk/>
          <pc:sldMk cId="0" sldId="292"/>
        </pc:sldMkLst>
      </pc:sldChg>
      <pc:sldChg chg="del">
        <pc:chgData name="Venkataramanan Amirthalingam" userId="4d061ca2-e95c-4cea-aac4-ded24a5cea8d" providerId="ADAL" clId="{057F7CDC-4544-6D4F-B3E8-4209E6622B17}" dt="2025-07-06T11:52:01.773" v="40" actId="2696"/>
        <pc:sldMkLst>
          <pc:docMk/>
          <pc:sldMk cId="1476387122" sldId="293"/>
        </pc:sldMkLst>
      </pc:sldChg>
      <pc:sldChg chg="del">
        <pc:chgData name="Venkataramanan Amirthalingam" userId="4d061ca2-e95c-4cea-aac4-ded24a5cea8d" providerId="ADAL" clId="{057F7CDC-4544-6D4F-B3E8-4209E6622B17}" dt="2025-07-06T11:52:00.010" v="34" actId="2696"/>
        <pc:sldMkLst>
          <pc:docMk/>
          <pc:sldMk cId="4059358932" sldId="294"/>
        </pc:sldMkLst>
      </pc:sldChg>
      <pc:sldChg chg="del">
        <pc:chgData name="Venkataramanan Amirthalingam" userId="4d061ca2-e95c-4cea-aac4-ded24a5cea8d" providerId="ADAL" clId="{057F7CDC-4544-6D4F-B3E8-4209E6622B17}" dt="2025-07-06T11:52:01.334" v="39" actId="2696"/>
        <pc:sldMkLst>
          <pc:docMk/>
          <pc:sldMk cId="1735163377" sldId="295"/>
        </pc:sldMkLst>
      </pc:sldChg>
      <pc:sldChg chg="del">
        <pc:chgData name="Venkataramanan Amirthalingam" userId="4d061ca2-e95c-4cea-aac4-ded24a5cea8d" providerId="ADAL" clId="{057F7CDC-4544-6D4F-B3E8-4209E6622B17}" dt="2025-07-06T11:51:59.475" v="32" actId="2696"/>
        <pc:sldMkLst>
          <pc:docMk/>
          <pc:sldMk cId="243743937" sldId="296"/>
        </pc:sldMkLst>
      </pc:sldChg>
      <pc:sldChg chg="del">
        <pc:chgData name="Venkataramanan Amirthalingam" userId="4d061ca2-e95c-4cea-aac4-ded24a5cea8d" providerId="ADAL" clId="{057F7CDC-4544-6D4F-B3E8-4209E6622B17}" dt="2025-07-06T11:51:59.739" v="33" actId="2696"/>
        <pc:sldMkLst>
          <pc:docMk/>
          <pc:sldMk cId="1912042360" sldId="297"/>
        </pc:sldMkLst>
      </pc:sldChg>
      <pc:sldChg chg="del">
        <pc:chgData name="Venkataramanan Amirthalingam" userId="4d061ca2-e95c-4cea-aac4-ded24a5cea8d" providerId="ADAL" clId="{057F7CDC-4544-6D4F-B3E8-4209E6622B17}" dt="2025-07-06T11:52:00.250" v="35" actId="2696"/>
        <pc:sldMkLst>
          <pc:docMk/>
          <pc:sldMk cId="613434065" sldId="298"/>
        </pc:sldMkLst>
      </pc:sldChg>
      <pc:sldChg chg="del">
        <pc:chgData name="Venkataramanan Amirthalingam" userId="4d061ca2-e95c-4cea-aac4-ded24a5cea8d" providerId="ADAL" clId="{057F7CDC-4544-6D4F-B3E8-4209E6622B17}" dt="2025-07-06T11:52:00.504" v="36" actId="2696"/>
        <pc:sldMkLst>
          <pc:docMk/>
          <pc:sldMk cId="3220700141" sldId="299"/>
        </pc:sldMkLst>
      </pc:sldChg>
      <pc:sldChg chg="del">
        <pc:chgData name="Venkataramanan Amirthalingam" userId="4d061ca2-e95c-4cea-aac4-ded24a5cea8d" providerId="ADAL" clId="{057F7CDC-4544-6D4F-B3E8-4209E6622B17}" dt="2025-07-06T11:52:00.765" v="37" actId="2696"/>
        <pc:sldMkLst>
          <pc:docMk/>
          <pc:sldMk cId="2911413616" sldId="300"/>
        </pc:sldMkLst>
      </pc:sldChg>
      <pc:sldChg chg="del">
        <pc:chgData name="Venkataramanan Amirthalingam" userId="4d061ca2-e95c-4cea-aac4-ded24a5cea8d" providerId="ADAL" clId="{057F7CDC-4544-6D4F-B3E8-4209E6622B17}" dt="2025-07-06T11:52:01.011" v="38" actId="2696"/>
        <pc:sldMkLst>
          <pc:docMk/>
          <pc:sldMk cId="307258782" sldId="301"/>
        </pc:sldMkLst>
      </pc:sldChg>
      <pc:sldChg chg="modSp add mod">
        <pc:chgData name="Venkataramanan Amirthalingam" userId="4d061ca2-e95c-4cea-aac4-ded24a5cea8d" providerId="ADAL" clId="{057F7CDC-4544-6D4F-B3E8-4209E6622B17}" dt="2025-07-06T11:53:15.349" v="72" actId="20577"/>
        <pc:sldMkLst>
          <pc:docMk/>
          <pc:sldMk cId="0" sldId="516"/>
        </pc:sldMkLst>
      </pc:sldChg>
      <pc:sldChg chg="add ord">
        <pc:chgData name="Venkataramanan Amirthalingam" userId="4d061ca2-e95c-4cea-aac4-ded24a5cea8d" providerId="ADAL" clId="{057F7CDC-4544-6D4F-B3E8-4209E6622B17}" dt="2025-07-06T12:00:43.108" v="123" actId="20578"/>
        <pc:sldMkLst>
          <pc:docMk/>
          <pc:sldMk cId="1731677482" sldId="544"/>
        </pc:sldMkLst>
      </pc:sldChg>
      <pc:sldChg chg="modSp add mod">
        <pc:chgData name="Venkataramanan Amirthalingam" userId="4d061ca2-e95c-4cea-aac4-ded24a5cea8d" providerId="ADAL" clId="{057F7CDC-4544-6D4F-B3E8-4209E6622B17}" dt="2025-07-12T15:12:34.469" v="136" actId="14100"/>
        <pc:sldMkLst>
          <pc:docMk/>
          <pc:sldMk cId="3307300875" sldId="648"/>
        </pc:sldMkLst>
      </pc:sldChg>
      <pc:sldChg chg="add">
        <pc:chgData name="Venkataramanan Amirthalingam" userId="4d061ca2-e95c-4cea-aac4-ded24a5cea8d" providerId="ADAL" clId="{057F7CDC-4544-6D4F-B3E8-4209E6622B17}" dt="2025-07-06T11:55:04.213" v="82"/>
        <pc:sldMkLst>
          <pc:docMk/>
          <pc:sldMk cId="3721536424" sldId="653"/>
        </pc:sldMkLst>
      </pc:sldChg>
      <pc:sldChg chg="modSp add mod">
        <pc:chgData name="Venkataramanan Amirthalingam" userId="4d061ca2-e95c-4cea-aac4-ded24a5cea8d" providerId="ADAL" clId="{057F7CDC-4544-6D4F-B3E8-4209E6622B17}" dt="2025-07-06T11:54:11.972" v="81" actId="20577"/>
        <pc:sldMkLst>
          <pc:docMk/>
          <pc:sldMk cId="3879036362" sldId="654"/>
        </pc:sldMkLst>
      </pc:sldChg>
      <pc:sldChg chg="modSp add mod">
        <pc:chgData name="Venkataramanan Amirthalingam" userId="4d061ca2-e95c-4cea-aac4-ded24a5cea8d" providerId="ADAL" clId="{057F7CDC-4544-6D4F-B3E8-4209E6622B17}" dt="2025-07-06T11:54:04.936" v="78" actId="207"/>
        <pc:sldMkLst>
          <pc:docMk/>
          <pc:sldMk cId="3456190918" sldId="655"/>
        </pc:sldMkLst>
      </pc:sldChg>
      <pc:sldChg chg="modSp add mod ord modAnim">
        <pc:chgData name="Venkataramanan Amirthalingam" userId="4d061ca2-e95c-4cea-aac4-ded24a5cea8d" providerId="ADAL" clId="{057F7CDC-4544-6D4F-B3E8-4209E6622B17}" dt="2025-07-13T06:33:52.230" v="2190" actId="20577"/>
        <pc:sldMkLst>
          <pc:docMk/>
          <pc:sldMk cId="1357529849" sldId="656"/>
        </pc:sldMkLst>
      </pc:sldChg>
      <pc:sldChg chg="modSp add del mod">
        <pc:chgData name="Venkataramanan Amirthalingam" userId="4d061ca2-e95c-4cea-aac4-ded24a5cea8d" providerId="ADAL" clId="{057F7CDC-4544-6D4F-B3E8-4209E6622B17}" dt="2025-07-12T18:25:05.098" v="2161" actId="2696"/>
        <pc:sldMkLst>
          <pc:docMk/>
          <pc:sldMk cId="3448578323" sldId="657"/>
        </pc:sldMkLst>
      </pc:sldChg>
      <pc:sldChg chg="modSp add del">
        <pc:chgData name="Venkataramanan Amirthalingam" userId="4d061ca2-e95c-4cea-aac4-ded24a5cea8d" providerId="ADAL" clId="{057F7CDC-4544-6D4F-B3E8-4209E6622B17}" dt="2025-07-12T18:25:05.905" v="2162" actId="2696"/>
        <pc:sldMkLst>
          <pc:docMk/>
          <pc:sldMk cId="4160710511" sldId="658"/>
        </pc:sldMkLst>
      </pc:sldChg>
      <pc:sldChg chg="add">
        <pc:chgData name="Venkataramanan Amirthalingam" userId="4d061ca2-e95c-4cea-aac4-ded24a5cea8d" providerId="ADAL" clId="{057F7CDC-4544-6D4F-B3E8-4209E6622B17}" dt="2025-07-06T12:02:40.719" v="133"/>
        <pc:sldMkLst>
          <pc:docMk/>
          <pc:sldMk cId="2732299988" sldId="2147469567"/>
        </pc:sldMkLst>
      </pc:sldChg>
      <pc:sldChg chg="add">
        <pc:chgData name="Venkataramanan Amirthalingam" userId="4d061ca2-e95c-4cea-aac4-ded24a5cea8d" providerId="ADAL" clId="{057F7CDC-4544-6D4F-B3E8-4209E6622B17}" dt="2025-07-06T12:02:40.719" v="133"/>
        <pc:sldMkLst>
          <pc:docMk/>
          <pc:sldMk cId="3000737357" sldId="2147469568"/>
        </pc:sldMkLst>
      </pc:sldChg>
      <pc:sldChg chg="modSp add mod">
        <pc:chgData name="Venkataramanan Amirthalingam" userId="4d061ca2-e95c-4cea-aac4-ded24a5cea8d" providerId="ADAL" clId="{057F7CDC-4544-6D4F-B3E8-4209E6622B17}" dt="2025-07-06T12:02:52.599" v="134" actId="207"/>
        <pc:sldMkLst>
          <pc:docMk/>
          <pc:sldMk cId="2784797158" sldId="2147469654"/>
        </pc:sldMkLst>
      </pc:sldChg>
      <pc:sldChg chg="add">
        <pc:chgData name="Venkataramanan Amirthalingam" userId="4d061ca2-e95c-4cea-aac4-ded24a5cea8d" providerId="ADAL" clId="{057F7CDC-4544-6D4F-B3E8-4209E6622B17}" dt="2025-07-06T12:02:40.719" v="133"/>
        <pc:sldMkLst>
          <pc:docMk/>
          <pc:sldMk cId="202596958" sldId="2147469655"/>
        </pc:sldMkLst>
      </pc:sldChg>
      <pc:sldChg chg="add">
        <pc:chgData name="Venkataramanan Amirthalingam" userId="4d061ca2-e95c-4cea-aac4-ded24a5cea8d" providerId="ADAL" clId="{057F7CDC-4544-6D4F-B3E8-4209E6622B17}" dt="2025-07-06T12:02:40.719" v="133"/>
        <pc:sldMkLst>
          <pc:docMk/>
          <pc:sldMk cId="2272971035" sldId="2147469656"/>
        </pc:sldMkLst>
      </pc:sldChg>
      <pc:sldChg chg="add">
        <pc:chgData name="Venkataramanan Amirthalingam" userId="4d061ca2-e95c-4cea-aac4-ded24a5cea8d" providerId="ADAL" clId="{057F7CDC-4544-6D4F-B3E8-4209E6622B17}" dt="2025-07-06T12:02:40.719" v="133"/>
        <pc:sldMkLst>
          <pc:docMk/>
          <pc:sldMk cId="347653393" sldId="2147469661"/>
        </pc:sldMkLst>
      </pc:sldChg>
      <pc:sldChg chg="add">
        <pc:chgData name="Venkataramanan Amirthalingam" userId="4d061ca2-e95c-4cea-aac4-ded24a5cea8d" providerId="ADAL" clId="{057F7CDC-4544-6D4F-B3E8-4209E6622B17}" dt="2025-07-06T12:02:40.719" v="133"/>
        <pc:sldMkLst>
          <pc:docMk/>
          <pc:sldMk cId="2249369421" sldId="2147469662"/>
        </pc:sldMkLst>
      </pc:sldChg>
      <pc:sldChg chg="addSp delSp modSp add mod delAnim">
        <pc:chgData name="Venkataramanan Amirthalingam" userId="4d061ca2-e95c-4cea-aac4-ded24a5cea8d" providerId="ADAL" clId="{057F7CDC-4544-6D4F-B3E8-4209E6622B17}" dt="2025-07-12T15:20:56.355" v="1165" actId="20577"/>
        <pc:sldMkLst>
          <pc:docMk/>
          <pc:sldMk cId="812813326" sldId="2147469663"/>
        </pc:sldMkLst>
      </pc:sldChg>
      <pc:sldChg chg="addSp delSp modSp add mod">
        <pc:chgData name="Venkataramanan Amirthalingam" userId="4d061ca2-e95c-4cea-aac4-ded24a5cea8d" providerId="ADAL" clId="{057F7CDC-4544-6D4F-B3E8-4209E6622B17}" dt="2025-07-12T15:37:54.625" v="1234" actId="14100"/>
        <pc:sldMkLst>
          <pc:docMk/>
          <pc:sldMk cId="1681347056" sldId="2147469664"/>
        </pc:sldMkLst>
      </pc:sldChg>
      <pc:sldChg chg="addSp delSp modSp add mod delAnim modAnim">
        <pc:chgData name="Venkataramanan Amirthalingam" userId="4d061ca2-e95c-4cea-aac4-ded24a5cea8d" providerId="ADAL" clId="{057F7CDC-4544-6D4F-B3E8-4209E6622B17}" dt="2025-07-12T15:54:40.441" v="1587" actId="14100"/>
        <pc:sldMkLst>
          <pc:docMk/>
          <pc:sldMk cId="955185544" sldId="2147469665"/>
        </pc:sldMkLst>
      </pc:sldChg>
      <pc:sldChg chg="addSp delSp modSp add mod delAnim modAnim">
        <pc:chgData name="Venkataramanan Amirthalingam" userId="4d061ca2-e95c-4cea-aac4-ded24a5cea8d" providerId="ADAL" clId="{057F7CDC-4544-6D4F-B3E8-4209E6622B17}" dt="2025-07-12T16:24:56.909" v="1841" actId="20577"/>
        <pc:sldMkLst>
          <pc:docMk/>
          <pc:sldMk cId="92101616" sldId="2147469666"/>
        </pc:sldMkLst>
      </pc:sldChg>
      <pc:sldChg chg="addSp delSp modSp add mod delAnim">
        <pc:chgData name="Venkataramanan Amirthalingam" userId="4d061ca2-e95c-4cea-aac4-ded24a5cea8d" providerId="ADAL" clId="{057F7CDC-4544-6D4F-B3E8-4209E6622B17}" dt="2025-07-12T16:38:37.261" v="1935" actId="1076"/>
        <pc:sldMkLst>
          <pc:docMk/>
          <pc:sldMk cId="2814081131" sldId="2147469667"/>
        </pc:sldMkLst>
      </pc:sldChg>
      <pc:sldChg chg="addSp delSp modSp add mod">
        <pc:chgData name="Venkataramanan Amirthalingam" userId="4d061ca2-e95c-4cea-aac4-ded24a5cea8d" providerId="ADAL" clId="{057F7CDC-4544-6D4F-B3E8-4209E6622B17}" dt="2025-07-12T16:45:22.909" v="2160"/>
        <pc:sldMkLst>
          <pc:docMk/>
          <pc:sldMk cId="269088973" sldId="2147469668"/>
        </pc:sldMkLst>
      </pc:sldChg>
      <pc:sldChg chg="modSp add modAnim">
        <pc:chgData name="Venkataramanan Amirthalingam" userId="4d061ca2-e95c-4cea-aac4-ded24a5cea8d" providerId="ADAL" clId="{057F7CDC-4544-6D4F-B3E8-4209E6622B17}" dt="2025-07-13T15:33:56.228" v="2428" actId="20577"/>
        <pc:sldMkLst>
          <pc:docMk/>
          <pc:sldMk cId="2782222882" sldId="2147469669"/>
        </pc:sldMkLst>
      </pc:sldChg>
      <pc:sldChg chg="addSp delSp modSp add mod">
        <pc:chgData name="Venkataramanan Amirthalingam" userId="4d061ca2-e95c-4cea-aac4-ded24a5cea8d" providerId="ADAL" clId="{057F7CDC-4544-6D4F-B3E8-4209E6622B17}" dt="2025-07-13T16:02:05.355" v="2540" actId="20577"/>
        <pc:sldMkLst>
          <pc:docMk/>
          <pc:sldMk cId="1702452925" sldId="2147469670"/>
        </pc:sldMkLst>
      </pc:sldChg>
    </pc:docChg>
  </pc:docChgLst>
  <pc:docChgLst>
    <pc:chgData name="Venkataramanan Amirthalingam" userId="4d061ca2-e95c-4cea-aac4-ded24a5cea8d" providerId="ADAL" clId="{629ACF9C-0511-CD41-B270-09A7DD3B12C5}"/>
    <pc:docChg chg="undo custSel addSld modSld">
      <pc:chgData name="Venkataramanan Amirthalingam" userId="4d061ca2-e95c-4cea-aac4-ded24a5cea8d" providerId="ADAL" clId="{629ACF9C-0511-CD41-B270-09A7DD3B12C5}" dt="2025-07-05T13:48:26.494" v="310" actId="20577"/>
      <pc:docMkLst>
        <pc:docMk/>
      </pc:docMkLst>
      <pc:sldChg chg="addSp delSp modSp mod">
        <pc:chgData name="Venkataramanan Amirthalingam" userId="4d061ca2-e95c-4cea-aac4-ded24a5cea8d" providerId="ADAL" clId="{629ACF9C-0511-CD41-B270-09A7DD3B12C5}" dt="2025-06-30T21:06:47.126" v="93" actId="20577"/>
        <pc:sldMkLst>
          <pc:docMk/>
          <pc:sldMk cId="0" sldId="256"/>
        </pc:sldMkLst>
        <pc:spChg chg="mod">
          <ac:chgData name="Venkataramanan Amirthalingam" userId="4d061ca2-e95c-4cea-aac4-ded24a5cea8d" providerId="ADAL" clId="{629ACF9C-0511-CD41-B270-09A7DD3B12C5}" dt="2025-06-30T21:06:47.126" v="93" actId="20577"/>
          <ac:spMkLst>
            <pc:docMk/>
            <pc:sldMk cId="0" sldId="256"/>
            <ac:spMk id="116" creationId="{00000000-0000-0000-0000-000000000000}"/>
          </ac:spMkLst>
        </pc:spChg>
      </pc:sldChg>
      <pc:sldChg chg="modSp mod modAnim">
        <pc:chgData name="Venkataramanan Amirthalingam" userId="4d061ca2-e95c-4cea-aac4-ded24a5cea8d" providerId="ADAL" clId="{629ACF9C-0511-CD41-B270-09A7DD3B12C5}" dt="2025-07-01T18:18:31.295" v="164" actId="5793"/>
        <pc:sldMkLst>
          <pc:docMk/>
          <pc:sldMk cId="0" sldId="257"/>
        </pc:sldMkLst>
      </pc:sldChg>
      <pc:sldChg chg="modSp add mod setBg">
        <pc:chgData name="Venkataramanan Amirthalingam" userId="4d061ca2-e95c-4cea-aac4-ded24a5cea8d" providerId="ADAL" clId="{629ACF9C-0511-CD41-B270-09A7DD3B12C5}" dt="2025-06-30T21:07:38.759" v="95" actId="207"/>
        <pc:sldMkLst>
          <pc:docMk/>
          <pc:sldMk cId="0" sldId="285"/>
        </pc:sldMkLst>
      </pc:sldChg>
      <pc:sldChg chg="add">
        <pc:chgData name="Venkataramanan Amirthalingam" userId="4d061ca2-e95c-4cea-aac4-ded24a5cea8d" providerId="ADAL" clId="{629ACF9C-0511-CD41-B270-09A7DD3B12C5}" dt="2025-06-30T21:07:28.025" v="94"/>
        <pc:sldMkLst>
          <pc:docMk/>
          <pc:sldMk cId="0" sldId="286"/>
        </pc:sldMkLst>
      </pc:sldChg>
      <pc:sldChg chg="add">
        <pc:chgData name="Venkataramanan Amirthalingam" userId="4d061ca2-e95c-4cea-aac4-ded24a5cea8d" providerId="ADAL" clId="{629ACF9C-0511-CD41-B270-09A7DD3B12C5}" dt="2025-06-30T21:07:28.025" v="94"/>
        <pc:sldMkLst>
          <pc:docMk/>
          <pc:sldMk cId="0" sldId="287"/>
        </pc:sldMkLst>
      </pc:sldChg>
      <pc:sldChg chg="add">
        <pc:chgData name="Venkataramanan Amirthalingam" userId="4d061ca2-e95c-4cea-aac4-ded24a5cea8d" providerId="ADAL" clId="{629ACF9C-0511-CD41-B270-09A7DD3B12C5}" dt="2025-06-30T21:07:28.025" v="94"/>
        <pc:sldMkLst>
          <pc:docMk/>
          <pc:sldMk cId="0" sldId="288"/>
        </pc:sldMkLst>
      </pc:sldChg>
      <pc:sldChg chg="add">
        <pc:chgData name="Venkataramanan Amirthalingam" userId="4d061ca2-e95c-4cea-aac4-ded24a5cea8d" providerId="ADAL" clId="{629ACF9C-0511-CD41-B270-09A7DD3B12C5}" dt="2025-06-30T21:07:28.025" v="94"/>
        <pc:sldMkLst>
          <pc:docMk/>
          <pc:sldMk cId="0" sldId="289"/>
        </pc:sldMkLst>
      </pc:sldChg>
      <pc:sldChg chg="add">
        <pc:chgData name="Venkataramanan Amirthalingam" userId="4d061ca2-e95c-4cea-aac4-ded24a5cea8d" providerId="ADAL" clId="{629ACF9C-0511-CD41-B270-09A7DD3B12C5}" dt="2025-06-30T21:07:28.025" v="94"/>
        <pc:sldMkLst>
          <pc:docMk/>
          <pc:sldMk cId="0" sldId="290"/>
        </pc:sldMkLst>
      </pc:sldChg>
      <pc:sldChg chg="add">
        <pc:chgData name="Venkataramanan Amirthalingam" userId="4d061ca2-e95c-4cea-aac4-ded24a5cea8d" providerId="ADAL" clId="{629ACF9C-0511-CD41-B270-09A7DD3B12C5}" dt="2025-06-30T21:07:28.025" v="94"/>
        <pc:sldMkLst>
          <pc:docMk/>
          <pc:sldMk cId="0" sldId="291"/>
        </pc:sldMkLst>
      </pc:sldChg>
      <pc:sldChg chg="modSp add mod setBg">
        <pc:chgData name="Venkataramanan Amirthalingam" userId="4d061ca2-e95c-4cea-aac4-ded24a5cea8d" providerId="ADAL" clId="{629ACF9C-0511-CD41-B270-09A7DD3B12C5}" dt="2025-06-30T21:07:50.791" v="96" actId="207"/>
        <pc:sldMkLst>
          <pc:docMk/>
          <pc:sldMk cId="0" sldId="292"/>
        </pc:sldMkLst>
      </pc:sldChg>
      <pc:sldChg chg="add">
        <pc:chgData name="Venkataramanan Amirthalingam" userId="4d061ca2-e95c-4cea-aac4-ded24a5cea8d" providerId="ADAL" clId="{629ACF9C-0511-CD41-B270-09A7DD3B12C5}" dt="2025-06-30T21:08:18.092" v="97" actId="2890"/>
        <pc:sldMkLst>
          <pc:docMk/>
          <pc:sldMk cId="1476387122" sldId="293"/>
        </pc:sldMkLst>
      </pc:sldChg>
      <pc:sldChg chg="modSp add mod modAnim">
        <pc:chgData name="Venkataramanan Amirthalingam" userId="4d061ca2-e95c-4cea-aac4-ded24a5cea8d" providerId="ADAL" clId="{629ACF9C-0511-CD41-B270-09A7DD3B12C5}" dt="2025-07-02T19:01:26.265" v="230" actId="20577"/>
        <pc:sldMkLst>
          <pc:docMk/>
          <pc:sldMk cId="4059358932" sldId="294"/>
        </pc:sldMkLst>
      </pc:sldChg>
      <pc:sldChg chg="modSp add mod modAnim">
        <pc:chgData name="Venkataramanan Amirthalingam" userId="4d061ca2-e95c-4cea-aac4-ded24a5cea8d" providerId="ADAL" clId="{629ACF9C-0511-CD41-B270-09A7DD3B12C5}" dt="2025-07-05T13:48:26.494" v="310" actId="20577"/>
        <pc:sldMkLst>
          <pc:docMk/>
          <pc:sldMk cId="1735163377" sldId="295"/>
        </pc:sldMkLst>
      </pc:sldChg>
      <pc:sldChg chg="modSp add modAnim">
        <pc:chgData name="Venkataramanan Amirthalingam" userId="4d061ca2-e95c-4cea-aac4-ded24a5cea8d" providerId="ADAL" clId="{629ACF9C-0511-CD41-B270-09A7DD3B12C5}" dt="2025-07-01T18:18:45.186" v="169"/>
        <pc:sldMkLst>
          <pc:docMk/>
          <pc:sldMk cId="243743937" sldId="296"/>
        </pc:sldMkLst>
      </pc:sldChg>
      <pc:sldChg chg="addSp delSp modSp add mod delAnim">
        <pc:chgData name="Venkataramanan Amirthalingam" userId="4d061ca2-e95c-4cea-aac4-ded24a5cea8d" providerId="ADAL" clId="{629ACF9C-0511-CD41-B270-09A7DD3B12C5}" dt="2025-07-01T18:24:57.091" v="228" actId="478"/>
        <pc:sldMkLst>
          <pc:docMk/>
          <pc:sldMk cId="1912042360" sldId="297"/>
        </pc:sldMkLst>
      </pc:sldChg>
      <pc:sldChg chg="modSp add mod modAnim">
        <pc:chgData name="Venkataramanan Amirthalingam" userId="4d061ca2-e95c-4cea-aac4-ded24a5cea8d" providerId="ADAL" clId="{629ACF9C-0511-CD41-B270-09A7DD3B12C5}" dt="2025-07-02T19:01:48.068" v="233" actId="27636"/>
        <pc:sldMkLst>
          <pc:docMk/>
          <pc:sldMk cId="613434065" sldId="298"/>
        </pc:sldMkLst>
      </pc:sldChg>
      <pc:sldChg chg="addSp delSp modSp add mod delAnim">
        <pc:chgData name="Venkataramanan Amirthalingam" userId="4d061ca2-e95c-4cea-aac4-ded24a5cea8d" providerId="ADAL" clId="{629ACF9C-0511-CD41-B270-09A7DD3B12C5}" dt="2025-07-02T19:04:15.286" v="243" actId="20577"/>
        <pc:sldMkLst>
          <pc:docMk/>
          <pc:sldMk cId="3220700141" sldId="299"/>
        </pc:sldMkLst>
      </pc:sldChg>
      <pc:sldChg chg="addSp delSp modSp add mod">
        <pc:chgData name="Venkataramanan Amirthalingam" userId="4d061ca2-e95c-4cea-aac4-ded24a5cea8d" providerId="ADAL" clId="{629ACF9C-0511-CD41-B270-09A7DD3B12C5}" dt="2025-07-02T19:04:53.989" v="252" actId="20577"/>
        <pc:sldMkLst>
          <pc:docMk/>
          <pc:sldMk cId="2911413616" sldId="300"/>
        </pc:sldMkLst>
      </pc:sldChg>
      <pc:sldChg chg="addSp delSp modSp add mod">
        <pc:chgData name="Venkataramanan Amirthalingam" userId="4d061ca2-e95c-4cea-aac4-ded24a5cea8d" providerId="ADAL" clId="{629ACF9C-0511-CD41-B270-09A7DD3B12C5}" dt="2025-07-02T19:06:35.232" v="258" actId="207"/>
        <pc:sldMkLst>
          <pc:docMk/>
          <pc:sldMk cId="307258782" sldId="3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rabbitmq.com/queues.html"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rabbitmq.com/quorum-queues.html"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codeburst.io/get-started-with-rabbitmq-on-docker-4428d7f6e46b"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0" i="0">
                <a:solidFill>
                  <a:srgbClr val="000000"/>
                </a:solidFill>
                <a:latin typeface="Raleway"/>
                <a:ea typeface="Raleway"/>
                <a:cs typeface="Raleway"/>
                <a:sym typeface="Raleway"/>
              </a:rPr>
              <a:t>Use by default AMQP 0-9-1 protocol.</a:t>
            </a:r>
            <a:endParaRPr/>
          </a:p>
          <a:p>
            <a:pPr marL="0" lvl="0" indent="0" algn="l" rtl="0">
              <a:spcBef>
                <a:spcPts val="0"/>
              </a:spcBef>
              <a:spcAft>
                <a:spcPts val="0"/>
              </a:spcAft>
              <a:buNone/>
            </a:pPr>
            <a:r>
              <a:rPr lang="en-US"/>
              <a:t>STOMP – A text based message protocol</a:t>
            </a:r>
            <a:endParaRPr/>
          </a:p>
          <a:p>
            <a:pPr marL="0" lvl="0" indent="0" algn="l" rtl="0">
              <a:spcBef>
                <a:spcPts val="0"/>
              </a:spcBef>
              <a:spcAft>
                <a:spcPts val="0"/>
              </a:spcAft>
              <a:buNone/>
            </a:pPr>
            <a:r>
              <a:rPr lang="en-US"/>
              <a:t>MQTT – Binary protocol focusing mainly publish/subscribe.</a:t>
            </a:r>
            <a:endParaRPr/>
          </a:p>
          <a:p>
            <a:pPr marL="0" lvl="0" indent="0" algn="l" rtl="0">
              <a:spcBef>
                <a:spcPts val="0"/>
              </a:spcBef>
              <a:spcAft>
                <a:spcPts val="0"/>
              </a:spcAft>
              <a:buNone/>
            </a:pPr>
            <a:r>
              <a:rPr lang="en-US"/>
              <a:t>Supports these protocols using plugins.</a:t>
            </a:r>
            <a:endParaRPr/>
          </a:p>
        </p:txBody>
      </p:sp>
      <p:sp>
        <p:nvSpPr>
          <p:cNvPr id="178" name="Google Shape;17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D6D6D"/>
              </a:buClr>
              <a:buSzPts val="1200"/>
              <a:buFont typeface="Arial"/>
              <a:buNone/>
            </a:pPr>
            <a:r>
              <a:rPr lang="en-US" b="1" i="0">
                <a:solidFill>
                  <a:srgbClr val="6D6D6D"/>
                </a:solidFill>
                <a:latin typeface="Arial"/>
                <a:ea typeface="Arial"/>
                <a:cs typeface="Arial"/>
                <a:sym typeface="Arial"/>
              </a:rPr>
              <a:t>Users:</a:t>
            </a:r>
            <a:r>
              <a:rPr lang="en-US" b="0" i="0">
                <a:solidFill>
                  <a:srgbClr val="6D6D6D"/>
                </a:solidFill>
                <a:latin typeface="Arial"/>
                <a:ea typeface="Arial"/>
                <a:cs typeface="Arial"/>
                <a:sym typeface="Arial"/>
              </a:rPr>
              <a:t> It is possible to connect to RabbitMQ with a given username and password. Every user can be assigned permissions such as rights to read, write and configure privileges within the instance. Users can also be assigned permissions for specific virtual hosts.</a:t>
            </a:r>
            <a:endParaRPr/>
          </a:p>
          <a:p>
            <a:pPr marL="0" lvl="0" indent="0" algn="l" rtl="0">
              <a:spcBef>
                <a:spcPts val="0"/>
              </a:spcBef>
              <a:spcAft>
                <a:spcPts val="0"/>
              </a:spcAft>
              <a:buClr>
                <a:srgbClr val="6D6D6D"/>
              </a:buClr>
              <a:buSzPts val="1200"/>
              <a:buFont typeface="Arial"/>
              <a:buNone/>
            </a:pPr>
            <a:r>
              <a:rPr lang="en-US" b="1" i="0">
                <a:solidFill>
                  <a:srgbClr val="6D6D6D"/>
                </a:solidFill>
                <a:latin typeface="Arial"/>
                <a:ea typeface="Arial"/>
                <a:cs typeface="Arial"/>
                <a:sym typeface="Arial"/>
              </a:rPr>
              <a:t>Vhost, virtual host:</a:t>
            </a:r>
            <a:r>
              <a:rPr lang="en-US" b="0" i="0">
                <a:solidFill>
                  <a:srgbClr val="6D6D6D"/>
                </a:solidFill>
                <a:latin typeface="Arial"/>
                <a:ea typeface="Arial"/>
                <a:cs typeface="Arial"/>
                <a:sym typeface="Arial"/>
              </a:rPr>
              <a:t> Provides a way to segregate applications using the same RabbitMQ instance. Different users can have different permissions to different vhost and queues and exchanges can be created, so they only exist in one vhost.</a:t>
            </a:r>
            <a:endParaRPr/>
          </a:p>
          <a:p>
            <a:pPr marL="0" lvl="0" indent="0" algn="l" rtl="0">
              <a:spcBef>
                <a:spcPts val="0"/>
              </a:spcBef>
              <a:spcAft>
                <a:spcPts val="0"/>
              </a:spcAft>
              <a:buClr>
                <a:schemeClr val="dk1"/>
              </a:buClr>
              <a:buSzPts val="1200"/>
              <a:buFont typeface="Arial"/>
              <a:buNone/>
            </a:pPr>
            <a:endParaRPr b="0" i="0">
              <a:solidFill>
                <a:srgbClr val="6D6D6D"/>
              </a:solidFill>
              <a:latin typeface="Arial"/>
              <a:ea typeface="Arial"/>
              <a:cs typeface="Arial"/>
              <a:sym typeface="Arial"/>
            </a:endParaRPr>
          </a:p>
          <a:p>
            <a:pPr marL="0" lvl="0" indent="0" algn="l" rtl="0">
              <a:spcBef>
                <a:spcPts val="0"/>
              </a:spcBef>
              <a:spcAft>
                <a:spcPts val="0"/>
              </a:spcAft>
              <a:buNone/>
            </a:pPr>
            <a:r>
              <a:rPr lang="en-US" b="1" i="0">
                <a:solidFill>
                  <a:srgbClr val="000000"/>
                </a:solidFill>
                <a:latin typeface="Raleway"/>
                <a:ea typeface="Raleway"/>
                <a:cs typeface="Raleway"/>
                <a:sym typeface="Raleway"/>
              </a:rPr>
              <a:t>Durability</a:t>
            </a:r>
            <a:r>
              <a:rPr lang="en-US" b="0" i="0">
                <a:solidFill>
                  <a:srgbClr val="000000"/>
                </a:solidFill>
                <a:latin typeface="Raleway"/>
                <a:ea typeface="Raleway"/>
                <a:cs typeface="Raleway"/>
                <a:sym typeface="Raleway"/>
              </a:rPr>
              <a:t>: Metadata of a durable queue is stored on disk, while metadata of a transient queue is stored in memory. Transient queues will be deleted on node boot. They therefore will not survive a node restart, by design. Messages in transient queues will also be discarded. Durable queues will be recovered on node boot, including messages in them published as persistent.</a:t>
            </a:r>
            <a:endParaRPr/>
          </a:p>
          <a:p>
            <a:pPr marL="0" lvl="0" indent="0" algn="l" rtl="0">
              <a:spcBef>
                <a:spcPts val="0"/>
              </a:spcBef>
              <a:spcAft>
                <a:spcPts val="0"/>
              </a:spcAft>
              <a:buNone/>
            </a:pPr>
            <a:r>
              <a:rPr lang="en-US" b="1" i="0">
                <a:solidFill>
                  <a:srgbClr val="000000"/>
                </a:solidFill>
                <a:latin typeface="Raleway"/>
                <a:ea typeface="Raleway"/>
                <a:cs typeface="Raleway"/>
                <a:sym typeface="Raleway"/>
              </a:rPr>
              <a:t>Classic vs Quorum:</a:t>
            </a:r>
            <a:r>
              <a:rPr lang="en-US" b="0" i="0">
                <a:solidFill>
                  <a:srgbClr val="000000"/>
                </a:solidFill>
                <a:latin typeface="Raleway"/>
                <a:ea typeface="Raleway"/>
                <a:cs typeface="Raleway"/>
                <a:sym typeface="Raleway"/>
              </a:rPr>
              <a:t> Regular queues can be </a:t>
            </a:r>
            <a:r>
              <a:rPr lang="en-US" b="0" i="0" u="sng">
                <a:solidFill>
                  <a:srgbClr val="FF6600"/>
                </a:solidFill>
                <a:latin typeface="Raleway"/>
                <a:ea typeface="Raleway"/>
                <a:cs typeface="Raleway"/>
                <a:sym typeface="Raleway"/>
                <a:hlinkClick r:id="rId3">
                  <a:extLst>
                    <a:ext uri="{A12FA001-AC4F-418D-AE19-62706E023703}">
                      <ahyp:hlinkClr xmlns:ahyp="http://schemas.microsoft.com/office/drawing/2018/hyperlinkcolor" val="tx"/>
                    </a:ext>
                  </a:extLst>
                </a:hlinkClick>
              </a:rPr>
              <a:t>non-durable</a:t>
            </a:r>
            <a:r>
              <a:rPr lang="en-US" b="0" i="0">
                <a:solidFill>
                  <a:srgbClr val="000000"/>
                </a:solidFill>
                <a:latin typeface="Raleway"/>
                <a:ea typeface="Raleway"/>
                <a:cs typeface="Raleway"/>
                <a:sym typeface="Raleway"/>
              </a:rPr>
              <a:t>. Quorum queues are always durable.</a:t>
            </a:r>
            <a:endParaRPr/>
          </a:p>
          <a:p>
            <a:pPr marL="0" lvl="0" indent="0" algn="l" rtl="0">
              <a:spcBef>
                <a:spcPts val="0"/>
              </a:spcBef>
              <a:spcAft>
                <a:spcPts val="0"/>
              </a:spcAft>
              <a:buNone/>
            </a:pPr>
            <a:r>
              <a:rPr lang="en-US" u="sng">
                <a:solidFill>
                  <a:schemeClr val="hlink"/>
                </a:solidFill>
                <a:hlinkClick r:id="rId4"/>
              </a:rPr>
              <a:t>Quorum Queues — RabbitMQ</a:t>
            </a:r>
            <a:endParaRPr b="0" i="0">
              <a:solidFill>
                <a:srgbClr val="000000"/>
              </a:solidFill>
              <a:latin typeface="Raleway"/>
              <a:ea typeface="Raleway"/>
              <a:cs typeface="Raleway"/>
              <a:sym typeface="Raleway"/>
            </a:endParaRPr>
          </a:p>
        </p:txBody>
      </p:sp>
      <p:sp>
        <p:nvSpPr>
          <p:cNvPr id="201" name="Google Shape;20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a:t>default exchange</a:t>
            </a:r>
            <a:r>
              <a:rPr lang="en-US"/>
              <a:t> - The default exchange has no name, but there's a default binding that says that the message will arrive at a queue with the same name as the routing key. </a:t>
            </a:r>
            <a:r>
              <a:rPr lang="en-US" b="0" i="0">
                <a:solidFill>
                  <a:srgbClr val="6D6D6D"/>
                </a:solidFill>
                <a:latin typeface="Arial"/>
                <a:ea typeface="Arial"/>
                <a:cs typeface="Arial"/>
                <a:sym typeface="Arial"/>
              </a:rPr>
              <a:t>Every queue is automatically bound to the default exchange with a routing key which is the same as the queue name.</a:t>
            </a:r>
            <a:endParaRPr/>
          </a:p>
          <a:p>
            <a:pPr marL="0" marR="0" lvl="0" indent="0" algn="l" rtl="0">
              <a:lnSpc>
                <a:spcPct val="100000"/>
              </a:lnSpc>
              <a:spcBef>
                <a:spcPts val="0"/>
              </a:spcBef>
              <a:spcAft>
                <a:spcPts val="0"/>
              </a:spcAft>
              <a:buClr>
                <a:schemeClr val="dk1"/>
              </a:buClr>
              <a:buSzPts val="1200"/>
              <a:buFont typeface="Calibri"/>
              <a:buNone/>
            </a:pPr>
            <a:r>
              <a:rPr lang="en-US" b="1"/>
              <a:t>Headers -</a:t>
            </a:r>
            <a:r>
              <a:rPr lang="en-US"/>
              <a:t> Headers exchanges use the message header attributes for routing.</a:t>
            </a:r>
            <a:endParaRPr/>
          </a:p>
          <a:p>
            <a:pPr marL="0" marR="0" lvl="0" indent="0" algn="l" rtl="0">
              <a:lnSpc>
                <a:spcPct val="100000"/>
              </a:lnSpc>
              <a:spcBef>
                <a:spcPts val="0"/>
              </a:spcBef>
              <a:spcAft>
                <a:spcPts val="0"/>
              </a:spcAft>
              <a:buClr>
                <a:srgbClr val="64656E"/>
              </a:buClr>
              <a:buSzPts val="1200"/>
              <a:buFont typeface="Montserrat"/>
              <a:buNone/>
            </a:pPr>
            <a:r>
              <a:rPr lang="en-US" b="1" i="0">
                <a:solidFill>
                  <a:srgbClr val="64656E"/>
                </a:solidFill>
                <a:latin typeface="Montserrat"/>
                <a:ea typeface="Montserrat"/>
                <a:cs typeface="Montserrat"/>
                <a:sym typeface="Montserrat"/>
              </a:rPr>
              <a:t>Dead Letter Exchange - </a:t>
            </a:r>
            <a:r>
              <a:rPr lang="en-US" b="0" i="0">
                <a:solidFill>
                  <a:srgbClr val="6D6D6D"/>
                </a:solidFill>
                <a:latin typeface="Arial"/>
                <a:ea typeface="Arial"/>
                <a:cs typeface="Arial"/>
                <a:sym typeface="Arial"/>
              </a:rPr>
              <a:t>If no matching queue can be found for the message, the message is silently dropped. RabbitMQ provides an AMQP extension known as the "Dead Letter Exchange", which provides the functionality to capture messages that are not deliverable.</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rgbClr val="6D6D6D"/>
              </a:buClr>
              <a:buSzPts val="1200"/>
              <a:buFont typeface="Arial"/>
              <a:buNone/>
            </a:pPr>
            <a:r>
              <a:rPr lang="en-US" b="1" i="0">
                <a:solidFill>
                  <a:srgbClr val="6D6D6D"/>
                </a:solidFill>
                <a:latin typeface="Arial"/>
                <a:ea typeface="Arial"/>
                <a:cs typeface="Arial"/>
                <a:sym typeface="Arial"/>
              </a:rPr>
              <a:t>Exchanges, connections, and queues </a:t>
            </a:r>
            <a:r>
              <a:rPr lang="en-US" b="0" i="0">
                <a:solidFill>
                  <a:srgbClr val="6D6D6D"/>
                </a:solidFill>
                <a:latin typeface="Arial"/>
                <a:ea typeface="Arial"/>
                <a:cs typeface="Arial"/>
                <a:sym typeface="Arial"/>
              </a:rPr>
              <a:t>can be configured with parameters such as </a:t>
            </a:r>
            <a:r>
              <a:rPr lang="en-US" b="0" i="1">
                <a:solidFill>
                  <a:srgbClr val="6D6D6D"/>
                </a:solidFill>
                <a:latin typeface="Arial"/>
                <a:ea typeface="Arial"/>
                <a:cs typeface="Arial"/>
                <a:sym typeface="Arial"/>
              </a:rPr>
              <a:t>durable, temporary,</a:t>
            </a:r>
            <a:r>
              <a:rPr lang="en-US" b="0" i="0">
                <a:solidFill>
                  <a:srgbClr val="6D6D6D"/>
                </a:solidFill>
                <a:latin typeface="Arial"/>
                <a:ea typeface="Arial"/>
                <a:cs typeface="Arial"/>
                <a:sym typeface="Arial"/>
              </a:rPr>
              <a:t> and </a:t>
            </a:r>
            <a:r>
              <a:rPr lang="en-US" b="0" i="1">
                <a:solidFill>
                  <a:srgbClr val="6D6D6D"/>
                </a:solidFill>
                <a:latin typeface="Arial"/>
                <a:ea typeface="Arial"/>
                <a:cs typeface="Arial"/>
                <a:sym typeface="Arial"/>
              </a:rPr>
              <a:t>auto delete</a:t>
            </a:r>
            <a:r>
              <a:rPr lang="en-US" b="0" i="0">
                <a:solidFill>
                  <a:srgbClr val="6D6D6D"/>
                </a:solidFill>
                <a:latin typeface="Arial"/>
                <a:ea typeface="Arial"/>
                <a:cs typeface="Arial"/>
                <a:sym typeface="Arial"/>
              </a:rPr>
              <a:t> upon creation. Durable exchanges survive server restarts and last until they are explicitly deleted. Temporary exchanges exist until RabbitMQ is shut down. Auto-deleted exchanges are removed once the last bound object is unbound from the exchange.</a:t>
            </a:r>
            <a:endParaRPr/>
          </a:p>
          <a:p>
            <a:pPr marL="0" marR="0" lvl="0" indent="0" algn="l" rtl="0">
              <a:lnSpc>
                <a:spcPct val="100000"/>
              </a:lnSpc>
              <a:spcBef>
                <a:spcPts val="0"/>
              </a:spcBef>
              <a:spcAft>
                <a:spcPts val="0"/>
              </a:spcAft>
              <a:buClr>
                <a:schemeClr val="dk1"/>
              </a:buClr>
              <a:buSzPts val="1200"/>
              <a:buFont typeface="Calibri"/>
              <a:buNone/>
            </a:pPr>
            <a:endParaRPr b="0" i="0">
              <a:solidFill>
                <a:srgbClr val="6D6D6D"/>
              </a:solidFill>
              <a:latin typeface="Arial"/>
              <a:ea typeface="Arial"/>
              <a:cs typeface="Arial"/>
              <a:sym typeface="Arial"/>
            </a:endParaRPr>
          </a:p>
          <a:p>
            <a:pPr marL="0" marR="0" lvl="0" indent="0" algn="l" rtl="0">
              <a:lnSpc>
                <a:spcPct val="100000"/>
              </a:lnSpc>
              <a:spcBef>
                <a:spcPts val="0"/>
              </a:spcBef>
              <a:spcAft>
                <a:spcPts val="0"/>
              </a:spcAft>
              <a:buClr>
                <a:srgbClr val="6D6D6D"/>
              </a:buClr>
              <a:buSzPts val="1200"/>
              <a:buFont typeface="Arial"/>
              <a:buNone/>
            </a:pPr>
            <a:r>
              <a:rPr lang="en-US" b="0" i="0">
                <a:solidFill>
                  <a:srgbClr val="6D6D6D"/>
                </a:solidFill>
                <a:latin typeface="Arial"/>
                <a:ea typeface="Arial"/>
                <a:cs typeface="Arial"/>
                <a:sym typeface="Arial"/>
              </a:rPr>
              <a:t>https://www.cloudamqp.com/blog/part4-rabbitmq-for-beginners-exchanges-routing-keys-bindings.html</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endParaRPr/>
          </a:p>
        </p:txBody>
      </p:sp>
      <p:sp>
        <p:nvSpPr>
          <p:cNvPr id="208" name="Google Shape;20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https://docs.docker.com/desktop/windows/troubleshoot/#virtualization</a:t>
            </a:r>
            <a:endParaRPr/>
          </a:p>
          <a:p>
            <a:pPr marL="0" lvl="0" indent="0" algn="l" rtl="0">
              <a:spcBef>
                <a:spcPts val="0"/>
              </a:spcBef>
              <a:spcAft>
                <a:spcPts val="0"/>
              </a:spcAft>
              <a:buNone/>
            </a:pPr>
            <a:endParaRPr u="sng">
              <a:solidFill>
                <a:schemeClr val="hlink"/>
              </a:solidFill>
              <a:hlinkClick r:id="rId3"/>
            </a:endParaRPr>
          </a:p>
          <a:p>
            <a:pPr marL="0" lvl="0" indent="0" algn="l" rtl="0">
              <a:spcBef>
                <a:spcPts val="0"/>
              </a:spcBef>
              <a:spcAft>
                <a:spcPts val="0"/>
              </a:spcAft>
              <a:buNone/>
            </a:pPr>
            <a:r>
              <a:rPr lang="en-US" u="sng">
                <a:solidFill>
                  <a:schemeClr val="hlink"/>
                </a:solidFill>
                <a:hlinkClick r:id="rId3"/>
              </a:rPr>
              <a:t>Get Started with RabbitMQ on Docker | by Changhui Xu | codeburst</a:t>
            </a:r>
            <a:endParaRPr/>
          </a:p>
        </p:txBody>
      </p:sp>
      <p:sp>
        <p:nvSpPr>
          <p:cNvPr id="250" name="Google Shape;25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a:extLst>
            <a:ext uri="{FF2B5EF4-FFF2-40B4-BE49-F238E27FC236}">
              <a16:creationId xmlns:a16="http://schemas.microsoft.com/office/drawing/2014/main" id="{BE145264-9049-759A-5308-F1032A1F68E0}"/>
            </a:ext>
          </a:extLst>
        </p:cNvPr>
        <p:cNvGrpSpPr/>
        <p:nvPr/>
      </p:nvGrpSpPr>
      <p:grpSpPr>
        <a:xfrm>
          <a:off x="0" y="0"/>
          <a:ext cx="0" cy="0"/>
          <a:chOff x="0" y="0"/>
          <a:chExt cx="0" cy="0"/>
        </a:xfrm>
      </p:grpSpPr>
      <p:sp>
        <p:nvSpPr>
          <p:cNvPr id="255" name="Google Shape;255;p10:notes">
            <a:extLst>
              <a:ext uri="{FF2B5EF4-FFF2-40B4-BE49-F238E27FC236}">
                <a16:creationId xmlns:a16="http://schemas.microsoft.com/office/drawing/2014/main" id="{FD435F9A-F7BA-A333-DC34-50F9414B898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10:notes">
            <a:extLst>
              <a:ext uri="{FF2B5EF4-FFF2-40B4-BE49-F238E27FC236}">
                <a16:creationId xmlns:a16="http://schemas.microsoft.com/office/drawing/2014/main" id="{38DE1371-4A7F-91D0-FE30-539FE8F23E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515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12</a:t>
            </a:fld>
            <a:endParaRPr lang="en-US"/>
          </a:p>
        </p:txBody>
      </p:sp>
    </p:spTree>
    <p:extLst>
      <p:ext uri="{BB962C8B-B14F-4D97-AF65-F5344CB8AC3E}">
        <p14:creationId xmlns:p14="http://schemas.microsoft.com/office/powerpoint/2010/main" val="3065721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Management &gt; Stack Management &gt; Kibana &gt; </a:t>
            </a:r>
            <a:r>
              <a:rPr lang="en-IN" dirty="0" err="1"/>
              <a:t>DataView</a:t>
            </a:r>
            <a:r>
              <a:rPr lang="en-IN" dirty="0"/>
              <a:t> &gt; Create Data View</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Management &gt; Stack Management &gt; Data &gt; Index Management &gt; Create Index</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13</a:t>
            </a:fld>
            <a:endParaRPr lang="en-US"/>
          </a:p>
        </p:txBody>
      </p:sp>
    </p:spTree>
    <p:extLst>
      <p:ext uri="{BB962C8B-B14F-4D97-AF65-F5344CB8AC3E}">
        <p14:creationId xmlns:p14="http://schemas.microsoft.com/office/powerpoint/2010/main" val="2814919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2507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3475543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416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5103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223645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204873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174189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7965751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342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ing and Content - Light Them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514112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ouble Heading and Content - Light Them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99539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ing, Content and Image Horizontal - Light Them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2553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Heading, Content and Image Vertical - Light Theme">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491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eading and Image - Light Them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3374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Light">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011315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Vertical Heading and Large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9532656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Vertical Heading and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75185814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1044819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1228505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1337946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1885915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71859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2382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987279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0454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Agenda_Content">
  <p:cSld name="1_Agenda_Content">
    <p:spTree>
      <p:nvGrpSpPr>
        <p:cNvPr id="1" name="Shape 12"/>
        <p:cNvGrpSpPr/>
        <p:nvPr/>
      </p:nvGrpSpPr>
      <p:grpSpPr>
        <a:xfrm>
          <a:off x="0" y="0"/>
          <a:ext cx="0" cy="0"/>
          <a:chOff x="0" y="0"/>
          <a:chExt cx="0" cy="0"/>
        </a:xfrm>
      </p:grpSpPr>
      <p:sp>
        <p:nvSpPr>
          <p:cNvPr id="14" name="Google Shape;14;p30"/>
          <p:cNvSpPr txBox="1">
            <a:spLocks noGrp="1"/>
          </p:cNvSpPr>
          <p:nvPr>
            <p:ph type="title"/>
          </p:nvPr>
        </p:nvSpPr>
        <p:spPr>
          <a:xfrm>
            <a:off x="292734" y="2821654"/>
            <a:ext cx="4524341" cy="772946"/>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30"/>
          <p:cNvSpPr txBox="1">
            <a:spLocks noGrp="1"/>
          </p:cNvSpPr>
          <p:nvPr>
            <p:ph type="body" idx="1"/>
          </p:nvPr>
        </p:nvSpPr>
        <p:spPr>
          <a:xfrm>
            <a:off x="5719315" y="1414732"/>
            <a:ext cx="6098863" cy="489117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rgbClr val="002060"/>
              </a:buClr>
              <a:buSzPts val="2800"/>
              <a:buFont typeface="Arial"/>
              <a:buChar char="•"/>
              <a:defRPr sz="2800" b="0" i="0" u="none" strike="noStrike" cap="none">
                <a:solidFill>
                  <a:srgbClr val="00206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30"/>
          <p:cNvSpPr txBox="1">
            <a:spLocks noGrp="1"/>
          </p:cNvSpPr>
          <p:nvPr>
            <p:ph type="body" idx="2"/>
          </p:nvPr>
        </p:nvSpPr>
        <p:spPr>
          <a:xfrm>
            <a:off x="5719316" y="425063"/>
            <a:ext cx="6098865" cy="67911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3600"/>
              <a:buFont typeface="Arial"/>
              <a:buNone/>
              <a:defRPr sz="36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6856235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
                                            <p:txEl>
                                              <p:charRg st="1" end="1"/>
                                            </p:txEl>
                                          </p:spTgt>
                                        </p:tgtEl>
                                        <p:attrNameLst>
                                          <p:attrName>style.visibility</p:attrName>
                                        </p:attrNameLst>
                                      </p:cBhvr>
                                      <p:to>
                                        <p:strVal val="visible"/>
                                      </p:to>
                                    </p:set>
                                    <p:animEffect transition="in" filter="fade">
                                      <p:cBhvr>
                                        <p:cTn id="10" dur="500"/>
                                        <p:tgtEl>
                                          <p:spTgt spid="17">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xEl>
                                              <p:charRg st="1" end="1"/>
                                            </p:txEl>
                                          </p:spTgt>
                                        </p:tgtEl>
                                        <p:attrNameLst>
                                          <p:attrName>style.visibility</p:attrName>
                                        </p:attrNameLst>
                                      </p:cBhvr>
                                      <p:to>
                                        <p:strVal val="visible"/>
                                      </p:to>
                                    </p:set>
                                    <p:animEffect transition="in" filter="fade">
                                      <p:cBhvr>
                                        <p:cTn id="13" dur="500"/>
                                        <p:tgtEl>
                                          <p:spTgt spid="17">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xEl>
                                              <p:charRg st="1" end="1"/>
                                            </p:txEl>
                                          </p:spTgt>
                                        </p:tgtEl>
                                        <p:attrNameLst>
                                          <p:attrName>style.visibility</p:attrName>
                                        </p:attrNameLst>
                                      </p:cBhvr>
                                      <p:to>
                                        <p:strVal val="visible"/>
                                      </p:to>
                                    </p:set>
                                    <p:animEffect transition="in" filter="fade">
                                      <p:cBhvr>
                                        <p:cTn id="16" dur="500"/>
                                        <p:tgtEl>
                                          <p:spTgt spid="17">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xEl>
                                              <p:charRg st="1" end="1"/>
                                            </p:txEl>
                                          </p:spTgt>
                                        </p:tgtEl>
                                        <p:attrNameLst>
                                          <p:attrName>style.visibility</p:attrName>
                                        </p:attrNameLst>
                                      </p:cBhvr>
                                      <p:to>
                                        <p:strVal val="visible"/>
                                      </p:to>
                                    </p:set>
                                    <p:animEffect transition="in" filter="fade">
                                      <p:cBhvr>
                                        <p:cTn id="19" dur="500"/>
                                        <p:tgtEl>
                                          <p:spTgt spid="17">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xEl>
                                              <p:charRg st="1" end="1"/>
                                            </p:txEl>
                                          </p:spTgt>
                                        </p:tgtEl>
                                        <p:attrNameLst>
                                          <p:attrName>style.visibility</p:attrName>
                                        </p:attrNameLst>
                                      </p:cBhvr>
                                      <p:to>
                                        <p:strVal val="visible"/>
                                      </p:to>
                                    </p:set>
                                    <p:animEffect transition="in" filter="fade">
                                      <p:cBhvr>
                                        <p:cTn id="22" dur="500"/>
                                        <p:tgtEl>
                                          <p:spTgt spid="17">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xEl>
                                              <p:charRg st="1" end="1"/>
                                            </p:txEl>
                                          </p:spTgt>
                                        </p:tgtEl>
                                        <p:attrNameLst>
                                          <p:attrName>style.visibility</p:attrName>
                                        </p:attrNameLst>
                                      </p:cBhvr>
                                      <p:to>
                                        <p:strVal val="visible"/>
                                      </p:to>
                                    </p:set>
                                    <p:animEffect transition="in" filter="fade">
                                      <p:cBhvr>
                                        <p:cTn id="25" dur="500"/>
                                        <p:tgtEl>
                                          <p:spTgt spid="17">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xEl>
                                              <p:charRg st="1" end="1"/>
                                            </p:txEl>
                                          </p:spTgt>
                                        </p:tgtEl>
                                        <p:attrNameLst>
                                          <p:attrName>style.visibility</p:attrName>
                                        </p:attrNameLst>
                                      </p:cBhvr>
                                      <p:to>
                                        <p:strVal val="visible"/>
                                      </p:to>
                                    </p:set>
                                    <p:animEffect transition="in" filter="fade">
                                      <p:cBhvr>
                                        <p:cTn id="28" dur="500"/>
                                        <p:tgtEl>
                                          <p:spTgt spid="17">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xEl>
                                              <p:charRg st="1" end="1"/>
                                            </p:txEl>
                                          </p:spTgt>
                                        </p:tgtEl>
                                        <p:attrNameLst>
                                          <p:attrName>style.visibility</p:attrName>
                                        </p:attrNameLst>
                                      </p:cBhvr>
                                      <p:to>
                                        <p:strVal val="visible"/>
                                      </p:to>
                                    </p:set>
                                    <p:animEffect transition="in" filter="fade">
                                      <p:cBhvr>
                                        <p:cTn id="31" dur="500"/>
                                        <p:tgtEl>
                                          <p:spTgt spid="17">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Heading and Content">
  <p:cSld name="1_Heading and Content">
    <p:spTree>
      <p:nvGrpSpPr>
        <p:cNvPr id="1" name="Shape 20"/>
        <p:cNvGrpSpPr/>
        <p:nvPr/>
      </p:nvGrpSpPr>
      <p:grpSpPr>
        <a:xfrm>
          <a:off x="0" y="0"/>
          <a:ext cx="0" cy="0"/>
          <a:chOff x="0" y="0"/>
          <a:chExt cx="0" cy="0"/>
        </a:xfrm>
      </p:grpSpPr>
      <p:sp>
        <p:nvSpPr>
          <p:cNvPr id="21" name="Google Shape;21;p31"/>
          <p:cNvSpPr txBox="1">
            <a:spLocks noGrp="1"/>
          </p:cNvSpPr>
          <p:nvPr>
            <p:ph type="body" idx="1"/>
          </p:nvPr>
        </p:nvSpPr>
        <p:spPr>
          <a:xfrm>
            <a:off x="493295" y="1593670"/>
            <a:ext cx="11122056" cy="474181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rgbClr val="002060"/>
              </a:buClr>
              <a:buSzPts val="2800"/>
              <a:buFont typeface="Arial"/>
              <a:buChar char="•"/>
              <a:defRPr sz="2800" b="0" i="0" u="none" strike="noStrike" cap="none">
                <a:solidFill>
                  <a:srgbClr val="00206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 name="Google Shape;22;p31"/>
          <p:cNvSpPr txBox="1">
            <a:spLocks noGrp="1"/>
          </p:cNvSpPr>
          <p:nvPr>
            <p:ph type="body" idx="2"/>
          </p:nvPr>
        </p:nvSpPr>
        <p:spPr>
          <a:xfrm>
            <a:off x="493295" y="522513"/>
            <a:ext cx="11122056" cy="63342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3600"/>
              <a:buFont typeface="Arial"/>
              <a:buNone/>
              <a:defRPr sz="36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989109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500"/>
                                        <p:tgtEl>
                                          <p:spTgt spid="2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2">
                                            <p:txEl>
                                              <p:charRg st="1" end="1"/>
                                            </p:txEl>
                                          </p:spTgt>
                                        </p:tgtEl>
                                        <p:attrNameLst>
                                          <p:attrName>style.visibility</p:attrName>
                                        </p:attrNameLst>
                                      </p:cBhvr>
                                      <p:to>
                                        <p:strVal val="visible"/>
                                      </p:to>
                                    </p:set>
                                    <p:animEffect transition="in" filter="fade">
                                      <p:cBhvr>
                                        <p:cTn id="10" dur="500"/>
                                        <p:tgtEl>
                                          <p:spTgt spid="22">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xEl>
                                              <p:charRg st="1" end="1"/>
                                            </p:txEl>
                                          </p:spTgt>
                                        </p:tgtEl>
                                        <p:attrNameLst>
                                          <p:attrName>style.visibility</p:attrName>
                                        </p:attrNameLst>
                                      </p:cBhvr>
                                      <p:to>
                                        <p:strVal val="visible"/>
                                      </p:to>
                                    </p:set>
                                    <p:animEffect transition="in" filter="fade">
                                      <p:cBhvr>
                                        <p:cTn id="13" dur="500"/>
                                        <p:tgtEl>
                                          <p:spTgt spid="22">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xEl>
                                              <p:charRg st="1" end="1"/>
                                            </p:txEl>
                                          </p:spTgt>
                                        </p:tgtEl>
                                        <p:attrNameLst>
                                          <p:attrName>style.visibility</p:attrName>
                                        </p:attrNameLst>
                                      </p:cBhvr>
                                      <p:to>
                                        <p:strVal val="visible"/>
                                      </p:to>
                                    </p:set>
                                    <p:animEffect transition="in" filter="fade">
                                      <p:cBhvr>
                                        <p:cTn id="16" dur="500"/>
                                        <p:tgtEl>
                                          <p:spTgt spid="22">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xEl>
                                              <p:charRg st="1" end="1"/>
                                            </p:txEl>
                                          </p:spTgt>
                                        </p:tgtEl>
                                        <p:attrNameLst>
                                          <p:attrName>style.visibility</p:attrName>
                                        </p:attrNameLst>
                                      </p:cBhvr>
                                      <p:to>
                                        <p:strVal val="visible"/>
                                      </p:to>
                                    </p:set>
                                    <p:animEffect transition="in" filter="fade">
                                      <p:cBhvr>
                                        <p:cTn id="19" dur="500"/>
                                        <p:tgtEl>
                                          <p:spTgt spid="22">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2">
                                            <p:txEl>
                                              <p:charRg st="1" end="1"/>
                                            </p:txEl>
                                          </p:spTgt>
                                        </p:tgtEl>
                                        <p:attrNameLst>
                                          <p:attrName>style.visibility</p:attrName>
                                        </p:attrNameLst>
                                      </p:cBhvr>
                                      <p:to>
                                        <p:strVal val="visible"/>
                                      </p:to>
                                    </p:set>
                                    <p:animEffect transition="in" filter="fade">
                                      <p:cBhvr>
                                        <p:cTn id="22" dur="500"/>
                                        <p:tgtEl>
                                          <p:spTgt spid="22">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2">
                                            <p:txEl>
                                              <p:charRg st="1" end="1"/>
                                            </p:txEl>
                                          </p:spTgt>
                                        </p:tgtEl>
                                        <p:attrNameLst>
                                          <p:attrName>style.visibility</p:attrName>
                                        </p:attrNameLst>
                                      </p:cBhvr>
                                      <p:to>
                                        <p:strVal val="visible"/>
                                      </p:to>
                                    </p:set>
                                    <p:animEffect transition="in" filter="fade">
                                      <p:cBhvr>
                                        <p:cTn id="25" dur="500"/>
                                        <p:tgtEl>
                                          <p:spTgt spid="22">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2">
                                            <p:txEl>
                                              <p:charRg st="1" end="1"/>
                                            </p:txEl>
                                          </p:spTgt>
                                        </p:tgtEl>
                                        <p:attrNameLst>
                                          <p:attrName>style.visibility</p:attrName>
                                        </p:attrNameLst>
                                      </p:cBhvr>
                                      <p:to>
                                        <p:strVal val="visible"/>
                                      </p:to>
                                    </p:set>
                                    <p:animEffect transition="in" filter="fade">
                                      <p:cBhvr>
                                        <p:cTn id="28" dur="500"/>
                                        <p:tgtEl>
                                          <p:spTgt spid="22">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xEl>
                                              <p:charRg st="1" end="1"/>
                                            </p:txEl>
                                          </p:spTgt>
                                        </p:tgtEl>
                                        <p:attrNameLst>
                                          <p:attrName>style.visibility</p:attrName>
                                        </p:attrNameLst>
                                      </p:cBhvr>
                                      <p:to>
                                        <p:strVal val="visible"/>
                                      </p:to>
                                    </p:set>
                                    <p:animEffect transition="in" filter="fade">
                                      <p:cBhvr>
                                        <p:cTn id="31" dur="500"/>
                                        <p:tgtEl>
                                          <p:spTgt spid="22">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Demo">
  <p:cSld name="1_Demo">
    <p:spTree>
      <p:nvGrpSpPr>
        <p:cNvPr id="1" name="Shape 24"/>
        <p:cNvGrpSpPr/>
        <p:nvPr/>
      </p:nvGrpSpPr>
      <p:grpSpPr>
        <a:xfrm>
          <a:off x="0" y="0"/>
          <a:ext cx="0" cy="0"/>
          <a:chOff x="0" y="0"/>
          <a:chExt cx="0" cy="0"/>
        </a:xfrm>
      </p:grpSpPr>
      <p:sp>
        <p:nvSpPr>
          <p:cNvPr id="25" name="Google Shape;25;p32"/>
          <p:cNvSpPr txBox="1">
            <a:spLocks noGrp="1"/>
          </p:cNvSpPr>
          <p:nvPr>
            <p:ph type="title"/>
          </p:nvPr>
        </p:nvSpPr>
        <p:spPr>
          <a:xfrm>
            <a:off x="493295" y="2303059"/>
            <a:ext cx="11113251" cy="794064"/>
          </a:xfrm>
          <a:prstGeom prst="rect">
            <a:avLst/>
          </a:prstGeom>
          <a:noFill/>
          <a:ln>
            <a:noFill/>
          </a:ln>
        </p:spPr>
        <p:txBody>
          <a:bodyPr spcFirstLastPara="1" wrap="square" lIns="91425" tIns="91425" rIns="91425" bIns="91425" anchor="t" anchorCtr="0">
            <a:spAutoFit/>
          </a:bodyPr>
          <a:lstStyle>
            <a:lvl1pPr marR="0" lvl="0" algn="l" rtl="0">
              <a:lnSpc>
                <a:spcPct val="90000"/>
              </a:lnSpc>
              <a:spcBef>
                <a:spcPts val="0"/>
              </a:spcBef>
              <a:spcAft>
                <a:spcPts val="0"/>
              </a:spcAft>
              <a:buClr>
                <a:srgbClr val="0070C0"/>
              </a:buClr>
              <a:buSzPts val="4400"/>
              <a:buFont typeface="Calibri"/>
              <a:buNone/>
              <a:defRPr sz="4400" b="0" i="0" u="none" strike="noStrike" cap="none">
                <a:solidFill>
                  <a:srgbClr val="0070C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32"/>
          <p:cNvSpPr txBox="1">
            <a:spLocks noGrp="1"/>
          </p:cNvSpPr>
          <p:nvPr>
            <p:ph type="body" idx="1"/>
          </p:nvPr>
        </p:nvSpPr>
        <p:spPr>
          <a:xfrm>
            <a:off x="493295" y="3228975"/>
            <a:ext cx="11122056" cy="189547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2060"/>
              </a:buClr>
              <a:buSzPts val="3200"/>
              <a:buFont typeface="Arial"/>
              <a:buNone/>
              <a:defRPr sz="3200" b="0" i="0" u="none" strike="noStrike" cap="none">
                <a:solidFill>
                  <a:srgbClr val="00206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7666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xEl>
                                              <p:pRg st="0" end="0"/>
                                            </p:txEl>
                                          </p:spTgt>
                                        </p:tgtEl>
                                        <p:attrNameLst>
                                          <p:attrName>style.visibility</p:attrName>
                                        </p:attrNameLst>
                                      </p:cBhvr>
                                      <p:to>
                                        <p:strVal val="visible"/>
                                      </p:to>
                                    </p:set>
                                    <p:animEffect transition="in" filter="fade">
                                      <p:cBhvr>
                                        <p:cTn id="12" dur="500"/>
                                        <p:tgtEl>
                                          <p:spTgt spid="2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xEl>
                                              <p:charRg st="1" end="1"/>
                                            </p:txEl>
                                          </p:spTgt>
                                        </p:tgtEl>
                                        <p:attrNameLst>
                                          <p:attrName>style.visibility</p:attrName>
                                        </p:attrNameLst>
                                      </p:cBhvr>
                                      <p:to>
                                        <p:strVal val="visible"/>
                                      </p:to>
                                    </p:set>
                                    <p:animEffect transition="in" filter="fade">
                                      <p:cBhvr>
                                        <p:cTn id="17" dur="500"/>
                                        <p:tgtEl>
                                          <p:spTgt spid="26">
                                            <p:txEl>
                                              <p:char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xEl>
                                              <p:charRg st="1" end="1"/>
                                            </p:txEl>
                                          </p:spTgt>
                                        </p:tgtEl>
                                        <p:attrNameLst>
                                          <p:attrName>style.visibility</p:attrName>
                                        </p:attrNameLst>
                                      </p:cBhvr>
                                      <p:to>
                                        <p:strVal val="visible"/>
                                      </p:to>
                                    </p:set>
                                    <p:animEffect transition="in" filter="fade">
                                      <p:cBhvr>
                                        <p:cTn id="22" dur="500"/>
                                        <p:tgtEl>
                                          <p:spTgt spid="26">
                                            <p:txEl>
                                              <p:char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xEl>
                                              <p:charRg st="1" end="1"/>
                                            </p:txEl>
                                          </p:spTgt>
                                        </p:tgtEl>
                                        <p:attrNameLst>
                                          <p:attrName>style.visibility</p:attrName>
                                        </p:attrNameLst>
                                      </p:cBhvr>
                                      <p:to>
                                        <p:strVal val="visible"/>
                                      </p:to>
                                    </p:set>
                                    <p:animEffect transition="in" filter="fade">
                                      <p:cBhvr>
                                        <p:cTn id="27" dur="500"/>
                                        <p:tgtEl>
                                          <p:spTgt spid="26">
                                            <p:txEl>
                                              <p:char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xEl>
                                              <p:charRg st="1" end="1"/>
                                            </p:txEl>
                                          </p:spTgt>
                                        </p:tgtEl>
                                        <p:attrNameLst>
                                          <p:attrName>style.visibility</p:attrName>
                                        </p:attrNameLst>
                                      </p:cBhvr>
                                      <p:to>
                                        <p:strVal val="visible"/>
                                      </p:to>
                                    </p:set>
                                    <p:animEffect transition="in" filter="fade">
                                      <p:cBhvr>
                                        <p:cTn id="32" dur="500"/>
                                        <p:tgtEl>
                                          <p:spTgt spid="26">
                                            <p:txEl>
                                              <p:char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xEl>
                                              <p:charRg st="1" end="1"/>
                                            </p:txEl>
                                          </p:spTgt>
                                        </p:tgtEl>
                                        <p:attrNameLst>
                                          <p:attrName>style.visibility</p:attrName>
                                        </p:attrNameLst>
                                      </p:cBhvr>
                                      <p:to>
                                        <p:strVal val="visible"/>
                                      </p:to>
                                    </p:set>
                                    <p:animEffect transition="in" filter="fade">
                                      <p:cBhvr>
                                        <p:cTn id="37" dur="500"/>
                                        <p:tgtEl>
                                          <p:spTgt spid="26">
                                            <p:txEl>
                                              <p:char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
                                            <p:txEl>
                                              <p:charRg st="1" end="1"/>
                                            </p:txEl>
                                          </p:spTgt>
                                        </p:tgtEl>
                                        <p:attrNameLst>
                                          <p:attrName>style.visibility</p:attrName>
                                        </p:attrNameLst>
                                      </p:cBhvr>
                                      <p:to>
                                        <p:strVal val="visible"/>
                                      </p:to>
                                    </p:set>
                                    <p:animEffect transition="in" filter="fade">
                                      <p:cBhvr>
                                        <p:cTn id="42" dur="500"/>
                                        <p:tgtEl>
                                          <p:spTgt spid="26">
                                            <p:txEl>
                                              <p:char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6">
                                            <p:txEl>
                                              <p:charRg st="1" end="1"/>
                                            </p:txEl>
                                          </p:spTgt>
                                        </p:tgtEl>
                                        <p:attrNameLst>
                                          <p:attrName>style.visibility</p:attrName>
                                        </p:attrNameLst>
                                      </p:cBhvr>
                                      <p:to>
                                        <p:strVal val="visible"/>
                                      </p:to>
                                    </p:set>
                                    <p:animEffect transition="in" filter="fade">
                                      <p:cBhvr>
                                        <p:cTn id="47" dur="500"/>
                                        <p:tgtEl>
                                          <p:spTgt spid="26">
                                            <p:txEl>
                                              <p:char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6">
                                            <p:txEl>
                                              <p:charRg st="1" end="1"/>
                                            </p:txEl>
                                          </p:spTgt>
                                        </p:tgtEl>
                                        <p:attrNameLst>
                                          <p:attrName>style.visibility</p:attrName>
                                        </p:attrNameLst>
                                      </p:cBhvr>
                                      <p:to>
                                        <p:strVal val="visible"/>
                                      </p:to>
                                    </p:set>
                                    <p:animEffect transition="in" filter="fade">
                                      <p:cBhvr>
                                        <p:cTn id="52" dur="500"/>
                                        <p:tgtEl>
                                          <p:spTgt spid="26">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50X50 Content and Image Horizontal">
  <p:cSld name="50X50 Content and Image Horizontal">
    <p:spTree>
      <p:nvGrpSpPr>
        <p:cNvPr id="1" name="Shape 27"/>
        <p:cNvGrpSpPr/>
        <p:nvPr/>
      </p:nvGrpSpPr>
      <p:grpSpPr>
        <a:xfrm>
          <a:off x="0" y="0"/>
          <a:ext cx="0" cy="0"/>
          <a:chOff x="0" y="0"/>
          <a:chExt cx="0" cy="0"/>
        </a:xfrm>
      </p:grpSpPr>
      <p:sp>
        <p:nvSpPr>
          <p:cNvPr id="28" name="Google Shape;28;p33"/>
          <p:cNvSpPr txBox="1">
            <a:spLocks noGrp="1"/>
          </p:cNvSpPr>
          <p:nvPr>
            <p:ph type="body" idx="1"/>
          </p:nvPr>
        </p:nvSpPr>
        <p:spPr>
          <a:xfrm>
            <a:off x="493295" y="1593670"/>
            <a:ext cx="6351642" cy="4741818"/>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90000"/>
              </a:lnSpc>
              <a:spcBef>
                <a:spcPts val="1000"/>
              </a:spcBef>
              <a:spcAft>
                <a:spcPts val="0"/>
              </a:spcAft>
              <a:buClr>
                <a:srgbClr val="3F3F3F"/>
              </a:buClr>
              <a:buSzPts val="3200"/>
              <a:buFont typeface="Arial"/>
              <a:buChar char="•"/>
              <a:defRPr sz="3200" b="0" i="0" u="none" strike="noStrike" cap="none">
                <a:solidFill>
                  <a:srgbClr val="3F3F3F"/>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 name="Google Shape;29;p33"/>
          <p:cNvSpPr txBox="1">
            <a:spLocks noGrp="1"/>
          </p:cNvSpPr>
          <p:nvPr>
            <p:ph type="body" idx="2"/>
          </p:nvPr>
        </p:nvSpPr>
        <p:spPr>
          <a:xfrm>
            <a:off x="493294" y="539363"/>
            <a:ext cx="6351642" cy="831874"/>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4400"/>
              <a:buFont typeface="Arial"/>
              <a:buNone/>
              <a:defRPr sz="44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78435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fade">
                                      <p:cBhvr>
                                        <p:cTn id="7" dur="500"/>
                                        <p:tgtEl>
                                          <p:spTgt spid="2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9">
                                            <p:txEl>
                                              <p:charRg st="1" end="1"/>
                                            </p:txEl>
                                          </p:spTgt>
                                        </p:tgtEl>
                                        <p:attrNameLst>
                                          <p:attrName>style.visibility</p:attrName>
                                        </p:attrNameLst>
                                      </p:cBhvr>
                                      <p:to>
                                        <p:strVal val="visible"/>
                                      </p:to>
                                    </p:set>
                                    <p:animEffect transition="in" filter="fade">
                                      <p:cBhvr>
                                        <p:cTn id="10" dur="500"/>
                                        <p:tgtEl>
                                          <p:spTgt spid="29">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9">
                                            <p:txEl>
                                              <p:charRg st="1" end="1"/>
                                            </p:txEl>
                                          </p:spTgt>
                                        </p:tgtEl>
                                        <p:attrNameLst>
                                          <p:attrName>style.visibility</p:attrName>
                                        </p:attrNameLst>
                                      </p:cBhvr>
                                      <p:to>
                                        <p:strVal val="visible"/>
                                      </p:to>
                                    </p:set>
                                    <p:animEffect transition="in" filter="fade">
                                      <p:cBhvr>
                                        <p:cTn id="13" dur="500"/>
                                        <p:tgtEl>
                                          <p:spTgt spid="29">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xEl>
                                              <p:charRg st="1" end="1"/>
                                            </p:txEl>
                                          </p:spTgt>
                                        </p:tgtEl>
                                        <p:attrNameLst>
                                          <p:attrName>style.visibility</p:attrName>
                                        </p:attrNameLst>
                                      </p:cBhvr>
                                      <p:to>
                                        <p:strVal val="visible"/>
                                      </p:to>
                                    </p:set>
                                    <p:animEffect transition="in" filter="fade">
                                      <p:cBhvr>
                                        <p:cTn id="16" dur="500"/>
                                        <p:tgtEl>
                                          <p:spTgt spid="29">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9">
                                            <p:txEl>
                                              <p:charRg st="1" end="1"/>
                                            </p:txEl>
                                          </p:spTgt>
                                        </p:tgtEl>
                                        <p:attrNameLst>
                                          <p:attrName>style.visibility</p:attrName>
                                        </p:attrNameLst>
                                      </p:cBhvr>
                                      <p:to>
                                        <p:strVal val="visible"/>
                                      </p:to>
                                    </p:set>
                                    <p:animEffect transition="in" filter="fade">
                                      <p:cBhvr>
                                        <p:cTn id="19" dur="500"/>
                                        <p:tgtEl>
                                          <p:spTgt spid="29">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9">
                                            <p:txEl>
                                              <p:charRg st="1" end="1"/>
                                            </p:txEl>
                                          </p:spTgt>
                                        </p:tgtEl>
                                        <p:attrNameLst>
                                          <p:attrName>style.visibility</p:attrName>
                                        </p:attrNameLst>
                                      </p:cBhvr>
                                      <p:to>
                                        <p:strVal val="visible"/>
                                      </p:to>
                                    </p:set>
                                    <p:animEffect transition="in" filter="fade">
                                      <p:cBhvr>
                                        <p:cTn id="22" dur="500"/>
                                        <p:tgtEl>
                                          <p:spTgt spid="29">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9">
                                            <p:txEl>
                                              <p:charRg st="1" end="1"/>
                                            </p:txEl>
                                          </p:spTgt>
                                        </p:tgtEl>
                                        <p:attrNameLst>
                                          <p:attrName>style.visibility</p:attrName>
                                        </p:attrNameLst>
                                      </p:cBhvr>
                                      <p:to>
                                        <p:strVal val="visible"/>
                                      </p:to>
                                    </p:set>
                                    <p:animEffect transition="in" filter="fade">
                                      <p:cBhvr>
                                        <p:cTn id="25" dur="500"/>
                                        <p:tgtEl>
                                          <p:spTgt spid="29">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xEl>
                                              <p:charRg st="1" end="1"/>
                                            </p:txEl>
                                          </p:spTgt>
                                        </p:tgtEl>
                                        <p:attrNameLst>
                                          <p:attrName>style.visibility</p:attrName>
                                        </p:attrNameLst>
                                      </p:cBhvr>
                                      <p:to>
                                        <p:strVal val="visible"/>
                                      </p:to>
                                    </p:set>
                                    <p:animEffect transition="in" filter="fade">
                                      <p:cBhvr>
                                        <p:cTn id="28" dur="500"/>
                                        <p:tgtEl>
                                          <p:spTgt spid="29">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9">
                                            <p:txEl>
                                              <p:charRg st="1" end="1"/>
                                            </p:txEl>
                                          </p:spTgt>
                                        </p:tgtEl>
                                        <p:attrNameLst>
                                          <p:attrName>style.visibility</p:attrName>
                                        </p:attrNameLst>
                                      </p:cBhvr>
                                      <p:to>
                                        <p:strVal val="visible"/>
                                      </p:to>
                                    </p:set>
                                    <p:animEffect transition="in" filter="fade">
                                      <p:cBhvr>
                                        <p:cTn id="31" dur="500"/>
                                        <p:tgtEl>
                                          <p:spTgt spid="29">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31"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3680092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 id="2147483690" r:id="rId21"/>
    <p:sldLayoutId id="2147483691" r:id="rId22"/>
    <p:sldLayoutId id="2147483692" r:id="rId23"/>
    <p:sldLayoutId id="2147483693" r:id="rId24"/>
    <p:sldLayoutId id="2147483694" r:id="rId25"/>
    <p:sldLayoutId id="2147483695" r:id="rId26"/>
    <p:sldLayoutId id="2147483696" r:id="rId27"/>
    <p:sldLayoutId id="2147483697" r:id="rId28"/>
    <p:sldLayoutId id="2147483698" r:id="rId2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localhost:15672/" TargetMode="External"/><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hyperlink" Target="https://docs.microsoft.com/en-us/windows/wsl/install-manual"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localhost:15672/"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localhost:9200/"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6" name="Google Shape;116;p1"/>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lvl="0">
              <a:spcBef>
                <a:spcPts val="0"/>
              </a:spcBef>
              <a:buClrTx/>
              <a:buSzPts val="2800"/>
              <a:buFont typeface="Arial"/>
              <a:buChar char="•"/>
            </a:pPr>
            <a:r>
              <a:rPr lang="en-US" dirty="0"/>
              <a:t>RabbitMQ</a:t>
            </a:r>
          </a:p>
          <a:p>
            <a:pPr lvl="0">
              <a:spcBef>
                <a:spcPts val="0"/>
              </a:spcBef>
              <a:buClrTx/>
              <a:buSzPts val="2800"/>
              <a:buFont typeface="Arial"/>
              <a:buChar char="•"/>
            </a:pPr>
            <a:r>
              <a:rPr lang="en-US" dirty="0"/>
              <a:t>Service Discovery and Load Balancer</a:t>
            </a:r>
          </a:p>
          <a:p>
            <a:pPr lvl="0">
              <a:spcBef>
                <a:spcPts val="0"/>
              </a:spcBef>
              <a:buClrTx/>
              <a:buSzPts val="2800"/>
              <a:buFont typeface="Arial"/>
              <a:buChar char="•"/>
            </a:pPr>
            <a:r>
              <a:rPr lang="en-US" dirty="0"/>
              <a:t>ELK stack</a:t>
            </a:r>
          </a:p>
          <a:p>
            <a:pPr lvl="0">
              <a:spcBef>
                <a:spcPts val="0"/>
              </a:spcBef>
              <a:buClrTx/>
              <a:buSzPts val="2800"/>
              <a:buFont typeface="Arial"/>
              <a:buChar char="•"/>
            </a:pPr>
            <a:endParaRPr dirty="0"/>
          </a:p>
        </p:txBody>
      </p:sp>
      <p:sp>
        <p:nvSpPr>
          <p:cNvPr id="115" name="Google Shape;115;p1"/>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4400"/>
              <a:buFont typeface="Calibri"/>
              <a:buNone/>
            </a:pPr>
            <a:r>
              <a:rPr lang="en-US"/>
              <a:t>Agenda</a:t>
            </a:r>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9"/>
        <p:cNvGrpSpPr/>
        <p:nvPr/>
      </p:nvGrpSpPr>
      <p:grpSpPr>
        <a:xfrm>
          <a:off x="0" y="0"/>
          <a:ext cx="0" cy="0"/>
          <a:chOff x="0" y="0"/>
          <a:chExt cx="0" cy="0"/>
        </a:xfrm>
      </p:grpSpPr>
      <p:sp>
        <p:nvSpPr>
          <p:cNvPr id="180" name="Google Shape;180;p5"/>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
                <a:srgbClr val="002060"/>
              </a:buClr>
              <a:buSzPts val="2800"/>
              <a:buFont typeface="Arial"/>
              <a:buChar char="•"/>
            </a:pPr>
            <a:r>
              <a:rPr lang="en-US" sz="2400" dirty="0"/>
              <a:t>The most widely deployed open-source message broker.</a:t>
            </a:r>
            <a:endParaRPr sz="2400" dirty="0"/>
          </a:p>
          <a:p>
            <a:pPr marL="228600" lvl="0" indent="-228600" algn="just" rtl="0">
              <a:lnSpc>
                <a:spcPct val="100000"/>
              </a:lnSpc>
              <a:spcBef>
                <a:spcPts val="1000"/>
              </a:spcBef>
              <a:spcAft>
                <a:spcPts val="0"/>
              </a:spcAft>
              <a:buClr>
                <a:srgbClr val="002060"/>
              </a:buClr>
              <a:buSzPts val="2800"/>
              <a:buFont typeface="Arial"/>
              <a:buChar char="•"/>
            </a:pPr>
            <a:r>
              <a:rPr lang="en-US" sz="2400" dirty="0"/>
              <a:t>Lightweight and easy to deploy on-premises and in the cloud. </a:t>
            </a:r>
            <a:endParaRPr sz="2400" dirty="0"/>
          </a:p>
          <a:p>
            <a:pPr marL="228600" lvl="0" indent="-228600" algn="just" rtl="0">
              <a:lnSpc>
                <a:spcPct val="100000"/>
              </a:lnSpc>
              <a:spcBef>
                <a:spcPts val="1000"/>
              </a:spcBef>
              <a:spcAft>
                <a:spcPts val="0"/>
              </a:spcAft>
              <a:buClr>
                <a:srgbClr val="002060"/>
              </a:buClr>
              <a:buSzPts val="2800"/>
              <a:buFont typeface="Arial"/>
              <a:buChar char="•"/>
            </a:pPr>
            <a:r>
              <a:rPr lang="en-US" sz="2400" dirty="0"/>
              <a:t>Supports multiple messaging protocols like AMQP, STOMP, MQTT etc.</a:t>
            </a:r>
            <a:endParaRPr sz="2400" dirty="0"/>
          </a:p>
        </p:txBody>
      </p:sp>
      <p:sp>
        <p:nvSpPr>
          <p:cNvPr id="181" name="Google Shape;181;p5"/>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RabbitMQ</a:t>
            </a:r>
            <a:endParaRPr/>
          </a:p>
        </p:txBody>
      </p:sp>
      <p:pic>
        <p:nvPicPr>
          <p:cNvPr id="182" name="Google Shape;182;p5"/>
          <p:cNvPicPr preferRelativeResize="0"/>
          <p:nvPr/>
        </p:nvPicPr>
        <p:blipFill rotWithShape="1">
          <a:blip r:embed="rId3">
            <a:alphaModFix/>
          </a:blip>
          <a:srcRect b="16817"/>
          <a:stretch/>
        </p:blipFill>
        <p:spPr>
          <a:xfrm>
            <a:off x="10915477" y="348865"/>
            <a:ext cx="783228" cy="651507"/>
          </a:xfrm>
          <a:prstGeom prst="rect">
            <a:avLst/>
          </a:prstGeom>
          <a:noFill/>
          <a:ln>
            <a:noFill/>
          </a:ln>
        </p:spPr>
      </p:pic>
      <p:grpSp>
        <p:nvGrpSpPr>
          <p:cNvPr id="183" name="Google Shape;183;p5"/>
          <p:cNvGrpSpPr/>
          <p:nvPr/>
        </p:nvGrpSpPr>
        <p:grpSpPr>
          <a:xfrm>
            <a:off x="1477170" y="3593676"/>
            <a:ext cx="8421262" cy="1920790"/>
            <a:chOff x="1477170" y="3218538"/>
            <a:chExt cx="8421262" cy="1920790"/>
          </a:xfrm>
        </p:grpSpPr>
        <p:sp>
          <p:nvSpPr>
            <p:cNvPr id="184" name="Google Shape;184;p5"/>
            <p:cNvSpPr/>
            <p:nvPr/>
          </p:nvSpPr>
          <p:spPr>
            <a:xfrm>
              <a:off x="3720123" y="3743569"/>
              <a:ext cx="3665415" cy="1395759"/>
            </a:xfrm>
            <a:prstGeom prst="rect">
              <a:avLst/>
            </a:prstGeom>
            <a:noFill/>
            <a:ln w="12700" cap="flat" cmpd="sng">
              <a:solidFill>
                <a:srgbClr val="F4814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5"/>
            <p:cNvSpPr/>
            <p:nvPr/>
          </p:nvSpPr>
          <p:spPr>
            <a:xfrm>
              <a:off x="1477170" y="4039417"/>
              <a:ext cx="1502618" cy="74885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Sender</a:t>
              </a:r>
              <a:endParaRPr/>
            </a:p>
          </p:txBody>
        </p:sp>
        <p:cxnSp>
          <p:nvCxnSpPr>
            <p:cNvPr id="186" name="Google Shape;186;p5"/>
            <p:cNvCxnSpPr/>
            <p:nvPr/>
          </p:nvCxnSpPr>
          <p:spPr>
            <a:xfrm rot="10800000" flipH="1">
              <a:off x="5073218" y="4424433"/>
              <a:ext cx="976326" cy="3195"/>
            </a:xfrm>
            <a:prstGeom prst="straightConnector1">
              <a:avLst/>
            </a:prstGeom>
            <a:noFill/>
            <a:ln w="28575" cap="flat" cmpd="sng">
              <a:solidFill>
                <a:srgbClr val="595959"/>
              </a:solidFill>
              <a:prstDash val="solid"/>
              <a:miter lim="800000"/>
              <a:headEnd type="none" w="sm" len="sm"/>
              <a:tailEnd type="triangle" w="med" len="med"/>
            </a:ln>
          </p:spPr>
        </p:cxnSp>
        <p:cxnSp>
          <p:nvCxnSpPr>
            <p:cNvPr id="187" name="Google Shape;187;p5"/>
            <p:cNvCxnSpPr/>
            <p:nvPr/>
          </p:nvCxnSpPr>
          <p:spPr>
            <a:xfrm rot="10800000" flipH="1">
              <a:off x="3000281" y="4392743"/>
              <a:ext cx="976326" cy="3195"/>
            </a:xfrm>
            <a:prstGeom prst="straightConnector1">
              <a:avLst/>
            </a:prstGeom>
            <a:noFill/>
            <a:ln w="28575" cap="flat" cmpd="sng">
              <a:solidFill>
                <a:srgbClr val="595959"/>
              </a:solidFill>
              <a:prstDash val="solid"/>
              <a:miter lim="800000"/>
              <a:headEnd type="none" w="sm" len="sm"/>
              <a:tailEnd type="triangle" w="med" len="med"/>
            </a:ln>
          </p:spPr>
        </p:cxnSp>
        <p:sp>
          <p:nvSpPr>
            <p:cNvPr id="188" name="Google Shape;188;p5"/>
            <p:cNvSpPr/>
            <p:nvPr/>
          </p:nvSpPr>
          <p:spPr>
            <a:xfrm>
              <a:off x="8395814" y="4050005"/>
              <a:ext cx="1502618" cy="748855"/>
            </a:xfrm>
            <a:prstGeom prst="rect">
              <a:avLst/>
            </a:prstGeom>
            <a:solidFill>
              <a:srgbClr val="00B05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Receiver</a:t>
              </a:r>
              <a:endParaRPr/>
            </a:p>
          </p:txBody>
        </p:sp>
        <p:pic>
          <p:nvPicPr>
            <p:cNvPr id="189" name="Google Shape;189;p5"/>
            <p:cNvPicPr preferRelativeResize="0"/>
            <p:nvPr/>
          </p:nvPicPr>
          <p:blipFill rotWithShape="1">
            <a:blip r:embed="rId4">
              <a:alphaModFix/>
            </a:blip>
            <a:srcRect/>
            <a:stretch/>
          </p:blipFill>
          <p:spPr>
            <a:xfrm>
              <a:off x="6101184" y="3968225"/>
              <a:ext cx="1054919" cy="939676"/>
            </a:xfrm>
            <a:prstGeom prst="rect">
              <a:avLst/>
            </a:prstGeom>
            <a:noFill/>
            <a:ln>
              <a:noFill/>
            </a:ln>
          </p:spPr>
        </p:pic>
        <p:sp>
          <p:nvSpPr>
            <p:cNvPr id="190" name="Google Shape;190;p5"/>
            <p:cNvSpPr/>
            <p:nvPr/>
          </p:nvSpPr>
          <p:spPr>
            <a:xfrm>
              <a:off x="4044508" y="3948800"/>
              <a:ext cx="960809" cy="930090"/>
            </a:xfrm>
            <a:prstGeom prst="ellipse">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91" name="Google Shape;191;p5"/>
            <p:cNvCxnSpPr/>
            <p:nvPr/>
          </p:nvCxnSpPr>
          <p:spPr>
            <a:xfrm rot="10800000" flipH="1">
              <a:off x="4287650" y="4379574"/>
              <a:ext cx="501010" cy="3195"/>
            </a:xfrm>
            <a:prstGeom prst="straightConnector1">
              <a:avLst/>
            </a:prstGeom>
            <a:noFill/>
            <a:ln w="28575" cap="flat" cmpd="sng">
              <a:solidFill>
                <a:schemeClr val="lt2"/>
              </a:solidFill>
              <a:prstDash val="solid"/>
              <a:miter lim="800000"/>
              <a:headEnd type="none" w="sm" len="sm"/>
              <a:tailEnd type="triangle" w="med" len="med"/>
            </a:ln>
          </p:spPr>
        </p:cxnSp>
        <p:cxnSp>
          <p:nvCxnSpPr>
            <p:cNvPr id="192" name="Google Shape;192;p5"/>
            <p:cNvCxnSpPr/>
            <p:nvPr/>
          </p:nvCxnSpPr>
          <p:spPr>
            <a:xfrm rot="10800000">
              <a:off x="4254966" y="4503908"/>
              <a:ext cx="505090" cy="1"/>
            </a:xfrm>
            <a:prstGeom prst="straightConnector1">
              <a:avLst/>
            </a:prstGeom>
            <a:noFill/>
            <a:ln w="28575" cap="flat" cmpd="sng">
              <a:solidFill>
                <a:schemeClr val="lt2"/>
              </a:solidFill>
              <a:prstDash val="solid"/>
              <a:miter lim="800000"/>
              <a:headEnd type="none" w="sm" len="sm"/>
              <a:tailEnd type="triangle" w="med" len="med"/>
            </a:ln>
          </p:spPr>
        </p:cxnSp>
        <p:pic>
          <p:nvPicPr>
            <p:cNvPr id="193" name="Google Shape;193;p5"/>
            <p:cNvPicPr preferRelativeResize="0"/>
            <p:nvPr/>
          </p:nvPicPr>
          <p:blipFill rotWithShape="1">
            <a:blip r:embed="rId3">
              <a:alphaModFix/>
            </a:blip>
            <a:srcRect b="16817"/>
            <a:stretch/>
          </p:blipFill>
          <p:spPr>
            <a:xfrm>
              <a:off x="6827012" y="3218538"/>
              <a:ext cx="783228" cy="651507"/>
            </a:xfrm>
            <a:prstGeom prst="rect">
              <a:avLst/>
            </a:prstGeom>
            <a:noFill/>
            <a:ln>
              <a:noFill/>
            </a:ln>
          </p:spPr>
        </p:pic>
        <p:sp>
          <p:nvSpPr>
            <p:cNvPr id="194" name="Google Shape;194;p5"/>
            <p:cNvSpPr txBox="1"/>
            <p:nvPr/>
          </p:nvSpPr>
          <p:spPr>
            <a:xfrm>
              <a:off x="5251482" y="4119761"/>
              <a:ext cx="65114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Binding</a:t>
              </a:r>
              <a:endParaRPr sz="1600">
                <a:solidFill>
                  <a:schemeClr val="dk1"/>
                </a:solidFill>
                <a:latin typeface="Calibri"/>
                <a:ea typeface="Calibri"/>
                <a:cs typeface="Calibri"/>
                <a:sym typeface="Calibri"/>
              </a:endParaRPr>
            </a:p>
          </p:txBody>
        </p:sp>
        <p:sp>
          <p:nvSpPr>
            <p:cNvPr id="195" name="Google Shape;195;p5"/>
            <p:cNvSpPr txBox="1"/>
            <p:nvPr/>
          </p:nvSpPr>
          <p:spPr>
            <a:xfrm>
              <a:off x="4151069" y="4016839"/>
              <a:ext cx="77143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lt1"/>
                  </a:solidFill>
                  <a:latin typeface="Calibri"/>
                  <a:ea typeface="Calibri"/>
                  <a:cs typeface="Calibri"/>
                  <a:sym typeface="Calibri"/>
                </a:rPr>
                <a:t>Exchange</a:t>
              </a:r>
              <a:endParaRPr/>
            </a:p>
          </p:txBody>
        </p:sp>
        <p:sp>
          <p:nvSpPr>
            <p:cNvPr id="196" name="Google Shape;196;p5"/>
            <p:cNvSpPr txBox="1"/>
            <p:nvPr/>
          </p:nvSpPr>
          <p:spPr>
            <a:xfrm>
              <a:off x="6332618" y="3981262"/>
              <a:ext cx="60305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lt1"/>
                  </a:solidFill>
                  <a:latin typeface="Calibri"/>
                  <a:ea typeface="Calibri"/>
                  <a:cs typeface="Calibri"/>
                  <a:sym typeface="Calibri"/>
                </a:rPr>
                <a:t>Queue</a:t>
              </a:r>
              <a:endParaRPr/>
            </a:p>
          </p:txBody>
        </p:sp>
        <p:cxnSp>
          <p:nvCxnSpPr>
            <p:cNvPr id="197" name="Google Shape;197;p5"/>
            <p:cNvCxnSpPr/>
            <p:nvPr/>
          </p:nvCxnSpPr>
          <p:spPr>
            <a:xfrm rot="10800000" flipH="1">
              <a:off x="7419488" y="4424433"/>
              <a:ext cx="976326" cy="3195"/>
            </a:xfrm>
            <a:prstGeom prst="straightConnector1">
              <a:avLst/>
            </a:prstGeom>
            <a:noFill/>
            <a:ln w="28575" cap="flat" cmpd="sng">
              <a:solidFill>
                <a:srgbClr val="595959"/>
              </a:solidFill>
              <a:prstDash val="solid"/>
              <a:miter lim="800000"/>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fade">
                                      <p:cBhvr>
                                        <p:cTn id="7" dur="500"/>
                                        <p:tgtEl>
                                          <p:spTgt spid="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6"/>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10000"/>
              </a:lnSpc>
              <a:spcBef>
                <a:spcPts val="0"/>
              </a:spcBef>
              <a:spcAft>
                <a:spcPts val="0"/>
              </a:spcAft>
              <a:buSzPts val="2000"/>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Queue</a:t>
            </a:r>
            <a:r>
              <a:rPr lang="en-US" sz="2000" dirty="0">
                <a:latin typeface="Calibri Light" panose="020F0302020204030204" pitchFamily="34" charset="0"/>
                <a:ea typeface="Calibri Light" panose="020F0302020204030204" pitchFamily="34" charset="0"/>
                <a:cs typeface="Calibri Light" panose="020F0302020204030204" pitchFamily="34" charset="0"/>
              </a:rPr>
              <a:t> - A queue is a buffer that stores messages for consumers to retrieve. A queue is bound to one or more exchanges, occasionally with a routing key. A queue may have one or many consumers.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10000"/>
              </a:lnSpc>
              <a:spcBef>
                <a:spcPts val="1000"/>
              </a:spcBef>
              <a:spcAft>
                <a:spcPts val="0"/>
              </a:spcAft>
              <a:buSzPts val="2000"/>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Message</a:t>
            </a:r>
            <a:r>
              <a:rPr lang="en-US" sz="2000" dirty="0">
                <a:latin typeface="Calibri Light" panose="020F0302020204030204" pitchFamily="34" charset="0"/>
                <a:ea typeface="Calibri Light" panose="020F0302020204030204" pitchFamily="34" charset="0"/>
                <a:cs typeface="Calibri Light" panose="020F0302020204030204" pitchFamily="34" charset="0"/>
              </a:rPr>
              <a:t> - A message is what is transported between the publisher and the consumer, it's essentially a byte array with some headers on top.</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10000"/>
              </a:lnSpc>
              <a:spcBef>
                <a:spcPts val="1000"/>
              </a:spcBef>
              <a:spcAft>
                <a:spcPts val="0"/>
              </a:spcAft>
              <a:buSzPts val="2000"/>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Exchange</a:t>
            </a:r>
            <a:r>
              <a:rPr lang="en-US" sz="2000" dirty="0">
                <a:latin typeface="Calibri Light" panose="020F0302020204030204" pitchFamily="34" charset="0"/>
                <a:ea typeface="Calibri Light" panose="020F0302020204030204" pitchFamily="34" charset="0"/>
                <a:cs typeface="Calibri Light" panose="020F0302020204030204" pitchFamily="34" charset="0"/>
              </a:rPr>
              <a:t> - Receives messages from producers and deliver them to queues depending on rules defined by the exchange type. In order to receive messages, a queue needs to be bound to at least one exchange.</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10000"/>
              </a:lnSpc>
              <a:spcBef>
                <a:spcPts val="1000"/>
              </a:spcBef>
              <a:spcAft>
                <a:spcPts val="0"/>
              </a:spcAft>
              <a:buSzPts val="2000"/>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Binding</a:t>
            </a:r>
            <a:r>
              <a:rPr lang="en-US" sz="2000" dirty="0">
                <a:latin typeface="Calibri Light" panose="020F0302020204030204" pitchFamily="34" charset="0"/>
                <a:ea typeface="Calibri Light" panose="020F0302020204030204" pitchFamily="34" charset="0"/>
                <a:cs typeface="Calibri Light" panose="020F0302020204030204" pitchFamily="34" charset="0"/>
              </a:rPr>
              <a:t> - A binding is a link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abetween</a:t>
            </a:r>
            <a:r>
              <a:rPr lang="en-US" sz="2000" dirty="0">
                <a:latin typeface="Calibri Light" panose="020F0302020204030204" pitchFamily="34" charset="0"/>
                <a:ea typeface="Calibri Light" panose="020F0302020204030204" pitchFamily="34" charset="0"/>
                <a:cs typeface="Calibri Light" panose="020F0302020204030204" pitchFamily="34" charset="0"/>
              </a:rPr>
              <a:t> a queue and an exchange. It determines to which queues a message should be routed and it may be to zero or many.</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10000"/>
              </a:lnSpc>
              <a:spcBef>
                <a:spcPts val="1000"/>
              </a:spcBef>
              <a:spcAft>
                <a:spcPts val="0"/>
              </a:spcAft>
              <a:buSzPts val="2000"/>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Routing key</a:t>
            </a:r>
            <a:r>
              <a:rPr lang="en-US" sz="2000" dirty="0">
                <a:latin typeface="Calibri Light" panose="020F0302020204030204" pitchFamily="34" charset="0"/>
                <a:ea typeface="Calibri Light" panose="020F0302020204030204" pitchFamily="34" charset="0"/>
                <a:cs typeface="Calibri Light" panose="020F0302020204030204" pitchFamily="34" charset="0"/>
              </a:rPr>
              <a:t> - A part of the header of every message and used to route the message.</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10000"/>
              </a:lnSpc>
              <a:spcBef>
                <a:spcPts val="1000"/>
              </a:spcBef>
              <a:spcAft>
                <a:spcPts val="0"/>
              </a:spcAft>
              <a:buSzPts val="2000"/>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Connection -</a:t>
            </a:r>
            <a:r>
              <a:rPr lang="en-US" sz="2000" dirty="0">
                <a:latin typeface="Calibri Light" panose="020F0302020204030204" pitchFamily="34" charset="0"/>
                <a:ea typeface="Calibri Light" panose="020F0302020204030204" pitchFamily="34" charset="0"/>
                <a:cs typeface="Calibri Light" panose="020F0302020204030204" pitchFamily="34" charset="0"/>
              </a:rPr>
              <a:t> A TCP connection between your application and the RabbitMQ broker.</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10000"/>
              </a:lnSpc>
              <a:spcBef>
                <a:spcPts val="1000"/>
              </a:spcBef>
              <a:spcAft>
                <a:spcPts val="0"/>
              </a:spcAft>
              <a:buSzPts val="2000"/>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Channel -</a:t>
            </a:r>
            <a:r>
              <a:rPr lang="en-US" sz="2000" dirty="0">
                <a:latin typeface="Calibri Light" panose="020F0302020204030204" pitchFamily="34" charset="0"/>
                <a:ea typeface="Calibri Light" panose="020F0302020204030204" pitchFamily="34" charset="0"/>
                <a:cs typeface="Calibri Light" panose="020F0302020204030204" pitchFamily="34" charset="0"/>
              </a:rPr>
              <a:t> A virtual connection inside a connection. When publishing or consuming messages from a queue - it's all done over a channel.</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101600" algn="just" rtl="0">
              <a:lnSpc>
                <a:spcPct val="110000"/>
              </a:lnSpc>
              <a:spcBef>
                <a:spcPts val="1000"/>
              </a:spcBef>
              <a:spcAft>
                <a:spcPts val="0"/>
              </a:spcAft>
              <a:buSzPts val="2000"/>
              <a:buNone/>
            </a:pPr>
            <a:endParaRPr sz="20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204" name="Google Shape;204;p6"/>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RabbitMQ Components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09"/>
        <p:cNvGrpSpPr/>
        <p:nvPr/>
      </p:nvGrpSpPr>
      <p:grpSpPr>
        <a:xfrm>
          <a:off x="0" y="0"/>
          <a:ext cx="0" cy="0"/>
          <a:chOff x="0" y="0"/>
          <a:chExt cx="0" cy="0"/>
        </a:xfrm>
      </p:grpSpPr>
      <p:sp>
        <p:nvSpPr>
          <p:cNvPr id="210" name="Google Shape;210;p7"/>
          <p:cNvSpPr txBox="1">
            <a:spLocks noGrp="1"/>
          </p:cNvSpPr>
          <p:nvPr>
            <p:ph sz="half" idx="1"/>
          </p:nvPr>
        </p:nvSpPr>
        <p:spPr>
          <a:xfrm>
            <a:off x="493294" y="1272484"/>
            <a:ext cx="7146461" cy="4877624"/>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100000"/>
              </a:lnSpc>
              <a:spcBef>
                <a:spcPts val="0"/>
              </a:spcBef>
              <a:spcAft>
                <a:spcPts val="0"/>
              </a:spcAft>
              <a:buClr>
                <a:srgbClr val="002060"/>
              </a:buClr>
              <a:buSzPts val="2400"/>
              <a:buChar char="•"/>
            </a:pPr>
            <a:r>
              <a:rPr lang="en-US" sz="2400" b="1" dirty="0"/>
              <a:t>Direct</a:t>
            </a:r>
            <a:r>
              <a:rPr lang="en-US" sz="2400" dirty="0"/>
              <a:t>: The message is routed to the queues whose binding key exactly matches the routing key of the message. </a:t>
            </a:r>
            <a:r>
              <a:rPr lang="en-US" sz="2400" b="1" dirty="0"/>
              <a:t>For example</a:t>
            </a:r>
            <a:r>
              <a:rPr lang="en-US" sz="2400" dirty="0"/>
              <a:t>, if a queue is bound to the exchange with the </a:t>
            </a:r>
            <a:r>
              <a:rPr lang="en-US" sz="2400" b="1" dirty="0"/>
              <a:t>binding key </a:t>
            </a:r>
            <a:r>
              <a:rPr lang="en-US" sz="2400" b="1" dirty="0" err="1"/>
              <a:t>pdfprocess</a:t>
            </a:r>
            <a:r>
              <a:rPr lang="en-US" sz="2400" dirty="0"/>
              <a:t>, a message published to the exchange with a </a:t>
            </a:r>
            <a:r>
              <a:rPr lang="en-US" sz="2400" b="1" dirty="0"/>
              <a:t>routing key </a:t>
            </a:r>
            <a:r>
              <a:rPr lang="en-US" sz="2400" b="1" dirty="0" err="1"/>
              <a:t>pdfprocess</a:t>
            </a:r>
            <a:r>
              <a:rPr lang="en-US" sz="2400" dirty="0"/>
              <a:t> is routed to that queue.</a:t>
            </a:r>
            <a:endParaRPr dirty="0"/>
          </a:p>
          <a:p>
            <a:pPr marL="228600" lvl="0" indent="-228600" algn="just" rtl="0">
              <a:lnSpc>
                <a:spcPct val="100000"/>
              </a:lnSpc>
              <a:spcBef>
                <a:spcPts val="1000"/>
              </a:spcBef>
              <a:spcAft>
                <a:spcPts val="0"/>
              </a:spcAft>
              <a:buClr>
                <a:srgbClr val="002060"/>
              </a:buClr>
              <a:buSzPts val="2400"/>
              <a:buChar char="•"/>
            </a:pPr>
            <a:r>
              <a:rPr lang="en-US" sz="2400" b="1" dirty="0"/>
              <a:t>Topic</a:t>
            </a:r>
            <a:r>
              <a:rPr lang="en-US" sz="2400" dirty="0"/>
              <a:t>: The topic exchange does a wildcard match between the routing key and the routing pattern specified in the binding.</a:t>
            </a:r>
            <a:endParaRPr dirty="0"/>
          </a:p>
          <a:p>
            <a:pPr marL="228600" lvl="0" indent="-228600" algn="just" rtl="0">
              <a:lnSpc>
                <a:spcPct val="100000"/>
              </a:lnSpc>
              <a:spcBef>
                <a:spcPts val="1000"/>
              </a:spcBef>
              <a:spcAft>
                <a:spcPts val="0"/>
              </a:spcAft>
              <a:buClr>
                <a:srgbClr val="002060"/>
              </a:buClr>
              <a:buSzPts val="2400"/>
              <a:buChar char="•"/>
            </a:pPr>
            <a:r>
              <a:rPr lang="en-US" sz="2400" b="1" dirty="0"/>
              <a:t>Fanout</a:t>
            </a:r>
            <a:r>
              <a:rPr lang="en-US" sz="2400" dirty="0"/>
              <a:t>: A fanout exchange routes messages to all of the queues bound to it. The keys provided will simply be ignored.</a:t>
            </a:r>
            <a:endParaRPr dirty="0"/>
          </a:p>
        </p:txBody>
      </p:sp>
      <p:sp>
        <p:nvSpPr>
          <p:cNvPr id="211" name="Google Shape;211;p7"/>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Types of Exchange</a:t>
            </a:r>
            <a:endParaRPr/>
          </a:p>
        </p:txBody>
      </p:sp>
      <p:grpSp>
        <p:nvGrpSpPr>
          <p:cNvPr id="212" name="Google Shape;212;p7"/>
          <p:cNvGrpSpPr/>
          <p:nvPr/>
        </p:nvGrpSpPr>
        <p:grpSpPr>
          <a:xfrm>
            <a:off x="7736423" y="1740746"/>
            <a:ext cx="4207174" cy="2672357"/>
            <a:chOff x="7634823" y="2212257"/>
            <a:chExt cx="4207174" cy="2672357"/>
          </a:xfrm>
        </p:grpSpPr>
        <p:grpSp>
          <p:nvGrpSpPr>
            <p:cNvPr id="213" name="Google Shape;213;p7"/>
            <p:cNvGrpSpPr/>
            <p:nvPr/>
          </p:nvGrpSpPr>
          <p:grpSpPr>
            <a:xfrm>
              <a:off x="7634823" y="2212257"/>
              <a:ext cx="4206561" cy="1657772"/>
              <a:chOff x="612" y="147077"/>
              <a:chExt cx="4206561" cy="1657772"/>
            </a:xfrm>
          </p:grpSpPr>
          <p:sp>
            <p:nvSpPr>
              <p:cNvPr id="214" name="Google Shape;214;p7"/>
              <p:cNvSpPr/>
              <p:nvPr/>
            </p:nvSpPr>
            <p:spPr>
              <a:xfrm>
                <a:off x="2048624" y="778793"/>
                <a:ext cx="1439032" cy="289329"/>
              </a:xfrm>
              <a:custGeom>
                <a:avLst/>
                <a:gdLst/>
                <a:ahLst/>
                <a:cxnLst/>
                <a:rect l="l" t="t" r="r" b="b"/>
                <a:pathLst>
                  <a:path w="120000" h="120000" extrusionOk="0">
                    <a:moveTo>
                      <a:pt x="0" y="0"/>
                    </a:moveTo>
                    <a:lnTo>
                      <a:pt x="0" y="81776"/>
                    </a:lnTo>
                    <a:lnTo>
                      <a:pt x="120000" y="81776"/>
                    </a:lnTo>
                    <a:lnTo>
                      <a:pt x="120000" y="120000"/>
                    </a:lnTo>
                  </a:path>
                </a:pathLst>
              </a:custGeom>
              <a:noFill/>
              <a:ln w="12700" cap="flat" cmpd="sng">
                <a:solidFill>
                  <a:schemeClr val="accent2"/>
                </a:solidFill>
                <a:prstDash val="solid"/>
                <a:miter lim="800000"/>
                <a:headEnd type="none" w="sm" len="sm"/>
                <a:tailEnd type="none" w="sm" len="sm"/>
              </a:ln>
            </p:spPr>
            <p:txBody>
              <a:bodyPr/>
              <a:lstStyle/>
              <a:p>
                <a:endParaRPr lang="en-US"/>
              </a:p>
            </p:txBody>
          </p:sp>
          <p:sp>
            <p:nvSpPr>
              <p:cNvPr id="215" name="Google Shape;215;p7"/>
              <p:cNvSpPr/>
              <p:nvPr/>
            </p:nvSpPr>
            <p:spPr>
              <a:xfrm>
                <a:off x="2002904" y="778793"/>
                <a:ext cx="91440" cy="289329"/>
              </a:xfrm>
              <a:custGeom>
                <a:avLst/>
                <a:gdLst/>
                <a:ahLst/>
                <a:cxnLst/>
                <a:rect l="l" t="t" r="r" b="b"/>
                <a:pathLst>
                  <a:path w="120000" h="120000" extrusionOk="0">
                    <a:moveTo>
                      <a:pt x="60000" y="0"/>
                    </a:moveTo>
                    <a:lnTo>
                      <a:pt x="60000" y="120000"/>
                    </a:lnTo>
                  </a:path>
                </a:pathLst>
              </a:custGeom>
              <a:noFill/>
              <a:ln w="12700" cap="flat" cmpd="sng">
                <a:solidFill>
                  <a:schemeClr val="accent2"/>
                </a:solidFill>
                <a:prstDash val="solid"/>
                <a:miter lim="800000"/>
                <a:headEnd type="none" w="sm" len="sm"/>
                <a:tailEnd type="none" w="sm" len="sm"/>
              </a:ln>
            </p:spPr>
            <p:txBody>
              <a:bodyPr/>
              <a:lstStyle/>
              <a:p>
                <a:endParaRPr lang="en-US"/>
              </a:p>
            </p:txBody>
          </p:sp>
          <p:sp>
            <p:nvSpPr>
              <p:cNvPr id="216" name="Google Shape;216;p7"/>
              <p:cNvSpPr/>
              <p:nvPr/>
            </p:nvSpPr>
            <p:spPr>
              <a:xfrm>
                <a:off x="609592" y="778793"/>
                <a:ext cx="1439032" cy="289329"/>
              </a:xfrm>
              <a:custGeom>
                <a:avLst/>
                <a:gdLst/>
                <a:ahLst/>
                <a:cxnLst/>
                <a:rect l="l" t="t" r="r" b="b"/>
                <a:pathLst>
                  <a:path w="120000" h="120000" extrusionOk="0">
                    <a:moveTo>
                      <a:pt x="120000" y="0"/>
                    </a:moveTo>
                    <a:lnTo>
                      <a:pt x="120000" y="81776"/>
                    </a:lnTo>
                    <a:lnTo>
                      <a:pt x="0" y="81776"/>
                    </a:lnTo>
                    <a:lnTo>
                      <a:pt x="0" y="120000"/>
                    </a:lnTo>
                  </a:path>
                </a:pathLst>
              </a:custGeom>
              <a:noFill/>
              <a:ln w="12700" cap="flat" cmpd="sng">
                <a:solidFill>
                  <a:schemeClr val="accent2"/>
                </a:solidFill>
                <a:prstDash val="solid"/>
                <a:miter lim="800000"/>
                <a:headEnd type="none" w="sm" len="sm"/>
                <a:tailEnd type="none" w="sm" len="sm"/>
              </a:ln>
            </p:spPr>
            <p:txBody>
              <a:bodyPr/>
              <a:lstStyle/>
              <a:p>
                <a:endParaRPr lang="en-US"/>
              </a:p>
            </p:txBody>
          </p:sp>
          <p:sp>
            <p:nvSpPr>
              <p:cNvPr id="217" name="Google Shape;217;p7"/>
              <p:cNvSpPr/>
              <p:nvPr/>
            </p:nvSpPr>
            <p:spPr>
              <a:xfrm>
                <a:off x="1439645" y="147077"/>
                <a:ext cx="1217959" cy="631716"/>
              </a:xfrm>
              <a:prstGeom prst="roundRect">
                <a:avLst>
                  <a:gd name="adj" fmla="val 1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7"/>
              <p:cNvSpPr/>
              <p:nvPr/>
            </p:nvSpPr>
            <p:spPr>
              <a:xfrm>
                <a:off x="1550181" y="252087"/>
                <a:ext cx="1217959" cy="631716"/>
              </a:xfrm>
              <a:prstGeom prst="roundRect">
                <a:avLst>
                  <a:gd name="adj" fmla="val 10000"/>
                </a:avLst>
              </a:prstGeom>
              <a:solidFill>
                <a:schemeClr val="lt1">
                  <a:alpha val="89803"/>
                </a:schemeClr>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7"/>
              <p:cNvSpPr txBox="1"/>
              <p:nvPr/>
            </p:nvSpPr>
            <p:spPr>
              <a:xfrm>
                <a:off x="1568683" y="270589"/>
                <a:ext cx="1180955" cy="594712"/>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Exchange</a:t>
                </a:r>
                <a:endParaRPr sz="2000">
                  <a:solidFill>
                    <a:schemeClr val="dk1"/>
                  </a:solidFill>
                  <a:latin typeface="Calibri"/>
                  <a:ea typeface="Calibri"/>
                  <a:cs typeface="Calibri"/>
                  <a:sym typeface="Calibri"/>
                </a:endParaRPr>
              </a:p>
            </p:txBody>
          </p:sp>
          <p:sp>
            <p:nvSpPr>
              <p:cNvPr id="220" name="Google Shape;220;p7"/>
              <p:cNvSpPr/>
              <p:nvPr/>
            </p:nvSpPr>
            <p:spPr>
              <a:xfrm>
                <a:off x="612" y="1068123"/>
                <a:ext cx="1217959" cy="631716"/>
              </a:xfrm>
              <a:prstGeom prst="roundRect">
                <a:avLst>
                  <a:gd name="adj" fmla="val 10000"/>
                </a:avLst>
              </a:prstGeom>
              <a:solidFill>
                <a:srgbClr val="00B0F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7"/>
              <p:cNvSpPr/>
              <p:nvPr/>
            </p:nvSpPr>
            <p:spPr>
              <a:xfrm>
                <a:off x="111149" y="1173133"/>
                <a:ext cx="1217959" cy="631716"/>
              </a:xfrm>
              <a:prstGeom prst="roundRect">
                <a:avLst>
                  <a:gd name="adj" fmla="val 10000"/>
                </a:avLst>
              </a:prstGeom>
              <a:solidFill>
                <a:schemeClr val="lt1">
                  <a:alpha val="89803"/>
                </a:schemeClr>
              </a:solidFill>
              <a:ln w="12700" cap="flat" cmpd="sng">
                <a:solidFill>
                  <a:srgbClr val="00B0F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7"/>
              <p:cNvSpPr txBox="1"/>
              <p:nvPr/>
            </p:nvSpPr>
            <p:spPr>
              <a:xfrm>
                <a:off x="129651" y="1191635"/>
                <a:ext cx="1180955" cy="594712"/>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Direct</a:t>
                </a:r>
                <a:endParaRPr sz="2800">
                  <a:solidFill>
                    <a:schemeClr val="dk1"/>
                  </a:solidFill>
                  <a:latin typeface="Calibri"/>
                  <a:ea typeface="Calibri"/>
                  <a:cs typeface="Calibri"/>
                  <a:sym typeface="Calibri"/>
                </a:endParaRPr>
              </a:p>
            </p:txBody>
          </p:sp>
          <p:sp>
            <p:nvSpPr>
              <p:cNvPr id="223" name="Google Shape;223;p7"/>
              <p:cNvSpPr/>
              <p:nvPr/>
            </p:nvSpPr>
            <p:spPr>
              <a:xfrm>
                <a:off x="1439645" y="1068123"/>
                <a:ext cx="1217959" cy="631716"/>
              </a:xfrm>
              <a:prstGeom prst="roundRect">
                <a:avLst>
                  <a:gd name="adj" fmla="val 10000"/>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7"/>
              <p:cNvSpPr/>
              <p:nvPr/>
            </p:nvSpPr>
            <p:spPr>
              <a:xfrm>
                <a:off x="1550181" y="1173133"/>
                <a:ext cx="1217959" cy="631716"/>
              </a:xfrm>
              <a:prstGeom prst="roundRect">
                <a:avLst>
                  <a:gd name="adj" fmla="val 10000"/>
                </a:avLst>
              </a:prstGeom>
              <a:solidFill>
                <a:schemeClr val="lt1">
                  <a:alpha val="89803"/>
                </a:schemeClr>
              </a:solidFill>
              <a:ln w="12700" cap="flat" cmpd="sng">
                <a:solidFill>
                  <a:schemeClr val="accent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7"/>
              <p:cNvSpPr txBox="1"/>
              <p:nvPr/>
            </p:nvSpPr>
            <p:spPr>
              <a:xfrm>
                <a:off x="1568683" y="1191635"/>
                <a:ext cx="1180955" cy="594712"/>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Topic</a:t>
                </a:r>
                <a:endParaRPr sz="2800">
                  <a:solidFill>
                    <a:schemeClr val="dk1"/>
                  </a:solidFill>
                  <a:latin typeface="Calibri"/>
                  <a:ea typeface="Calibri"/>
                  <a:cs typeface="Calibri"/>
                  <a:sym typeface="Calibri"/>
                </a:endParaRPr>
              </a:p>
            </p:txBody>
          </p:sp>
          <p:sp>
            <p:nvSpPr>
              <p:cNvPr id="226" name="Google Shape;226;p7"/>
              <p:cNvSpPr/>
              <p:nvPr/>
            </p:nvSpPr>
            <p:spPr>
              <a:xfrm>
                <a:off x="2878677" y="1068123"/>
                <a:ext cx="1217959" cy="631716"/>
              </a:xfrm>
              <a:prstGeom prst="roundRect">
                <a:avLst>
                  <a:gd name="adj" fmla="val 10000"/>
                </a:avLst>
              </a:prstGeom>
              <a:solidFill>
                <a:srgbClr val="7030A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2989214" y="1173133"/>
                <a:ext cx="1217959" cy="631716"/>
              </a:xfrm>
              <a:prstGeom prst="roundRect">
                <a:avLst>
                  <a:gd name="adj" fmla="val 10000"/>
                </a:avLst>
              </a:prstGeom>
              <a:solidFill>
                <a:schemeClr val="lt1">
                  <a:alpha val="89803"/>
                </a:schemeClr>
              </a:solidFill>
              <a:ln w="12700" cap="flat" cmpd="sng">
                <a:solidFill>
                  <a:srgbClr val="7030A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7"/>
              <p:cNvSpPr txBox="1"/>
              <p:nvPr/>
            </p:nvSpPr>
            <p:spPr>
              <a:xfrm>
                <a:off x="3007716" y="1191635"/>
                <a:ext cx="1180955" cy="594712"/>
              </a:xfrm>
              <a:prstGeom prst="rect">
                <a:avLst/>
              </a:prstGeom>
              <a:noFill/>
              <a:ln>
                <a:noFill/>
              </a:ln>
            </p:spPr>
            <p:txBody>
              <a:bodyPr spcFirstLastPara="1" wrap="square" lIns="76200" tIns="76200" rIns="76200" bIns="76200" anchor="ctr" anchorCtr="0">
                <a:noAutofit/>
              </a:bodyPr>
              <a:lstStyle/>
              <a:p>
                <a:pPr marL="0" marR="0" lvl="0" indent="0" algn="ctr" rtl="0">
                  <a:lnSpc>
                    <a:spcPct val="90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Fanout</a:t>
                </a:r>
                <a:endParaRPr/>
              </a:p>
            </p:txBody>
          </p:sp>
        </p:grpSp>
        <p:pic>
          <p:nvPicPr>
            <p:cNvPr id="229" name="Google Shape;229;p7"/>
            <p:cNvPicPr preferRelativeResize="0"/>
            <p:nvPr/>
          </p:nvPicPr>
          <p:blipFill rotWithShape="1">
            <a:blip r:embed="rId3">
              <a:alphaModFix/>
            </a:blip>
            <a:srcRect/>
            <a:stretch/>
          </p:blipFill>
          <p:spPr>
            <a:xfrm>
              <a:off x="8160494" y="4366808"/>
              <a:ext cx="581309" cy="517805"/>
            </a:xfrm>
            <a:prstGeom prst="rect">
              <a:avLst/>
            </a:prstGeom>
            <a:noFill/>
            <a:ln>
              <a:noFill/>
            </a:ln>
          </p:spPr>
        </p:pic>
        <p:pic>
          <p:nvPicPr>
            <p:cNvPr id="230" name="Google Shape;230;p7"/>
            <p:cNvPicPr preferRelativeResize="0"/>
            <p:nvPr/>
          </p:nvPicPr>
          <p:blipFill rotWithShape="1">
            <a:blip r:embed="rId3">
              <a:alphaModFix/>
            </a:blip>
            <a:srcRect/>
            <a:stretch/>
          </p:blipFill>
          <p:spPr>
            <a:xfrm>
              <a:off x="9156795" y="4366809"/>
              <a:ext cx="581309" cy="517805"/>
            </a:xfrm>
            <a:prstGeom prst="rect">
              <a:avLst/>
            </a:prstGeom>
            <a:noFill/>
            <a:ln>
              <a:noFill/>
            </a:ln>
          </p:spPr>
        </p:pic>
        <p:pic>
          <p:nvPicPr>
            <p:cNvPr id="231" name="Google Shape;231;p7"/>
            <p:cNvPicPr preferRelativeResize="0"/>
            <p:nvPr/>
          </p:nvPicPr>
          <p:blipFill rotWithShape="1">
            <a:blip r:embed="rId3">
              <a:alphaModFix/>
            </a:blip>
            <a:srcRect/>
            <a:stretch/>
          </p:blipFill>
          <p:spPr>
            <a:xfrm>
              <a:off x="9793749" y="4366808"/>
              <a:ext cx="581309" cy="517805"/>
            </a:xfrm>
            <a:prstGeom prst="rect">
              <a:avLst/>
            </a:prstGeom>
            <a:noFill/>
            <a:ln>
              <a:noFill/>
            </a:ln>
          </p:spPr>
        </p:pic>
        <p:pic>
          <p:nvPicPr>
            <p:cNvPr id="232" name="Google Shape;232;p7"/>
            <p:cNvPicPr preferRelativeResize="0"/>
            <p:nvPr/>
          </p:nvPicPr>
          <p:blipFill rotWithShape="1">
            <a:blip r:embed="rId3">
              <a:alphaModFix/>
            </a:blip>
            <a:srcRect/>
            <a:stretch/>
          </p:blipFill>
          <p:spPr>
            <a:xfrm>
              <a:off x="10623734" y="4366809"/>
              <a:ext cx="581309" cy="517805"/>
            </a:xfrm>
            <a:prstGeom prst="rect">
              <a:avLst/>
            </a:prstGeom>
            <a:noFill/>
            <a:ln>
              <a:noFill/>
            </a:ln>
          </p:spPr>
        </p:pic>
        <p:pic>
          <p:nvPicPr>
            <p:cNvPr id="233" name="Google Shape;233;p7"/>
            <p:cNvPicPr preferRelativeResize="0"/>
            <p:nvPr/>
          </p:nvPicPr>
          <p:blipFill rotWithShape="1">
            <a:blip r:embed="rId3">
              <a:alphaModFix/>
            </a:blip>
            <a:srcRect/>
            <a:stretch/>
          </p:blipFill>
          <p:spPr>
            <a:xfrm>
              <a:off x="11260688" y="4366808"/>
              <a:ext cx="581309" cy="517805"/>
            </a:xfrm>
            <a:prstGeom prst="rect">
              <a:avLst/>
            </a:prstGeom>
            <a:noFill/>
            <a:ln>
              <a:noFill/>
            </a:ln>
          </p:spPr>
        </p:pic>
        <p:cxnSp>
          <p:nvCxnSpPr>
            <p:cNvPr id="234" name="Google Shape;234;p7"/>
            <p:cNvCxnSpPr>
              <a:endCxn id="229" idx="0"/>
            </p:cNvCxnSpPr>
            <p:nvPr/>
          </p:nvCxnSpPr>
          <p:spPr>
            <a:xfrm>
              <a:off x="8451149" y="3876308"/>
              <a:ext cx="0" cy="490500"/>
            </a:xfrm>
            <a:prstGeom prst="straightConnector1">
              <a:avLst/>
            </a:prstGeom>
            <a:noFill/>
            <a:ln w="28575" cap="flat" cmpd="sng">
              <a:solidFill>
                <a:srgbClr val="595959"/>
              </a:solidFill>
              <a:prstDash val="solid"/>
              <a:miter lim="800000"/>
              <a:headEnd type="none" w="sm" len="sm"/>
              <a:tailEnd type="triangle" w="med" len="med"/>
            </a:ln>
          </p:spPr>
        </p:cxnSp>
        <p:cxnSp>
          <p:nvCxnSpPr>
            <p:cNvPr id="235" name="Google Shape;235;p7"/>
            <p:cNvCxnSpPr/>
            <p:nvPr/>
          </p:nvCxnSpPr>
          <p:spPr>
            <a:xfrm flipH="1">
              <a:off x="9612923" y="3865368"/>
              <a:ext cx="226915" cy="501440"/>
            </a:xfrm>
            <a:prstGeom prst="straightConnector1">
              <a:avLst/>
            </a:prstGeom>
            <a:noFill/>
            <a:ln w="28575" cap="flat" cmpd="sng">
              <a:solidFill>
                <a:srgbClr val="595959"/>
              </a:solidFill>
              <a:prstDash val="solid"/>
              <a:miter lim="800000"/>
              <a:headEnd type="none" w="sm" len="sm"/>
              <a:tailEnd type="triangle" w="med" len="med"/>
            </a:ln>
          </p:spPr>
        </p:cxnSp>
        <p:cxnSp>
          <p:nvCxnSpPr>
            <p:cNvPr id="236" name="Google Shape;236;p7"/>
            <p:cNvCxnSpPr>
              <a:endCxn id="231" idx="0"/>
            </p:cNvCxnSpPr>
            <p:nvPr/>
          </p:nvCxnSpPr>
          <p:spPr>
            <a:xfrm>
              <a:off x="9839904" y="3876308"/>
              <a:ext cx="244500" cy="490500"/>
            </a:xfrm>
            <a:prstGeom prst="straightConnector1">
              <a:avLst/>
            </a:prstGeom>
            <a:noFill/>
            <a:ln w="28575" cap="flat" cmpd="sng">
              <a:solidFill>
                <a:srgbClr val="595959"/>
              </a:solidFill>
              <a:prstDash val="solid"/>
              <a:miter lim="800000"/>
              <a:headEnd type="none" w="sm" len="sm"/>
              <a:tailEnd type="triangle" w="med" len="med"/>
            </a:ln>
          </p:spPr>
        </p:cxnSp>
        <p:cxnSp>
          <p:nvCxnSpPr>
            <p:cNvPr id="237" name="Google Shape;237;p7"/>
            <p:cNvCxnSpPr/>
            <p:nvPr/>
          </p:nvCxnSpPr>
          <p:spPr>
            <a:xfrm flipH="1">
              <a:off x="11033772" y="3865368"/>
              <a:ext cx="226915" cy="501440"/>
            </a:xfrm>
            <a:prstGeom prst="straightConnector1">
              <a:avLst/>
            </a:prstGeom>
            <a:noFill/>
            <a:ln w="28575" cap="flat" cmpd="sng">
              <a:solidFill>
                <a:srgbClr val="595959"/>
              </a:solidFill>
              <a:prstDash val="solid"/>
              <a:miter lim="800000"/>
              <a:headEnd type="none" w="sm" len="sm"/>
              <a:tailEnd type="triangle" w="med" len="med"/>
            </a:ln>
          </p:spPr>
        </p:cxnSp>
        <p:cxnSp>
          <p:nvCxnSpPr>
            <p:cNvPr id="238" name="Google Shape;238;p7"/>
            <p:cNvCxnSpPr/>
            <p:nvPr/>
          </p:nvCxnSpPr>
          <p:spPr>
            <a:xfrm>
              <a:off x="11260688" y="3876431"/>
              <a:ext cx="244565" cy="490377"/>
            </a:xfrm>
            <a:prstGeom prst="straightConnector1">
              <a:avLst/>
            </a:prstGeom>
            <a:noFill/>
            <a:ln w="28575" cap="flat" cmpd="sng">
              <a:solidFill>
                <a:srgbClr val="595959"/>
              </a:solidFill>
              <a:prstDash val="solid"/>
              <a:miter lim="800000"/>
              <a:headEnd type="none" w="sm" len="sm"/>
              <a:tailEnd type="triangle" w="med" len="med"/>
            </a:ln>
          </p:spPr>
        </p:cxnSp>
        <p:sp>
          <p:nvSpPr>
            <p:cNvPr id="239" name="Google Shape;239;p7"/>
            <p:cNvSpPr txBox="1"/>
            <p:nvPr/>
          </p:nvSpPr>
          <p:spPr>
            <a:xfrm>
              <a:off x="7920686" y="3990814"/>
              <a:ext cx="82426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Calibri"/>
                  <a:ea typeface="Calibri"/>
                  <a:cs typeface="Calibri"/>
                  <a:sym typeface="Calibri"/>
                </a:rPr>
                <a:t>Binding Key</a:t>
              </a:r>
              <a:endParaRPr/>
            </a:p>
          </p:txBody>
        </p:sp>
        <p:sp>
          <p:nvSpPr>
            <p:cNvPr id="240" name="Google Shape;240;p7"/>
            <p:cNvSpPr txBox="1"/>
            <p:nvPr/>
          </p:nvSpPr>
          <p:spPr>
            <a:xfrm>
              <a:off x="9316297" y="4007808"/>
              <a:ext cx="104708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Calibri"/>
                  <a:ea typeface="Calibri"/>
                  <a:cs typeface="Calibri"/>
                  <a:sym typeface="Calibri"/>
                </a:rPr>
                <a:t>Routing Pattern</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graphicFrame>
        <p:nvGraphicFramePr>
          <p:cNvPr id="245" name="Google Shape;245;p8"/>
          <p:cNvGraphicFramePr/>
          <p:nvPr/>
        </p:nvGraphicFramePr>
        <p:xfrm>
          <a:off x="615013" y="1524464"/>
          <a:ext cx="8033200" cy="1524100"/>
        </p:xfrm>
        <a:graphic>
          <a:graphicData uri="http://schemas.openxmlformats.org/drawingml/2006/table">
            <a:tbl>
              <a:tblPr>
                <a:noFill/>
              </a:tblPr>
              <a:tblGrid>
                <a:gridCol w="2981800">
                  <a:extLst>
                    <a:ext uri="{9D8B030D-6E8A-4147-A177-3AD203B41FA5}">
                      <a16:colId xmlns:a16="http://schemas.microsoft.com/office/drawing/2014/main" val="20000"/>
                    </a:ext>
                  </a:extLst>
                </a:gridCol>
                <a:gridCol w="5051400">
                  <a:extLst>
                    <a:ext uri="{9D8B030D-6E8A-4147-A177-3AD203B41FA5}">
                      <a16:colId xmlns:a16="http://schemas.microsoft.com/office/drawing/2014/main" val="20001"/>
                    </a:ext>
                  </a:extLst>
                </a:gridCol>
              </a:tblGrid>
              <a:tr h="228600">
                <a:tc>
                  <a:txBody>
                    <a:bodyPr/>
                    <a:lstStyle/>
                    <a:p>
                      <a:pPr marL="0" marR="0" lvl="0" indent="0" algn="l" rtl="0">
                        <a:spcBef>
                          <a:spcPts val="0"/>
                        </a:spcBef>
                        <a:spcAft>
                          <a:spcPts val="0"/>
                        </a:spcAft>
                        <a:buNone/>
                      </a:pPr>
                      <a:r>
                        <a:rPr lang="en-US" sz="1800" b="1" u="none" strike="noStrike" cap="none"/>
                        <a:t>Exchange type</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n-US" sz="1800" b="1" u="none" strike="noStrike" cap="none"/>
                        <a:t>Default pre-declared names</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en-US" sz="1800" u="none" strike="noStrike" cap="none"/>
                        <a:t>Direct exchange</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tc>
                  <a:txBody>
                    <a:bodyPr/>
                    <a:lstStyle/>
                    <a:p>
                      <a:pPr marL="0" marR="0" lvl="0" indent="0" algn="l" rtl="0">
                        <a:spcBef>
                          <a:spcPts val="0"/>
                        </a:spcBef>
                        <a:spcAft>
                          <a:spcPts val="0"/>
                        </a:spcAft>
                        <a:buNone/>
                      </a:pPr>
                      <a:r>
                        <a:rPr lang="en-US" sz="1800" u="none" strike="noStrike" cap="none" dirty="0"/>
                        <a:t>(Empty string) and </a:t>
                      </a:r>
                      <a:r>
                        <a:rPr lang="en-US" sz="1800" u="none" strike="noStrike" cap="none" dirty="0" err="1"/>
                        <a:t>amq.direct</a:t>
                      </a:r>
                      <a:endParaRPr sz="1800" u="none" strike="noStrike" cap="none" dirty="0"/>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en-US" sz="1800" u="none" strike="noStrike" cap="none"/>
                        <a:t>Fanout exchange</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tc>
                  <a:txBody>
                    <a:bodyPr/>
                    <a:lstStyle/>
                    <a:p>
                      <a:pPr marL="0" marR="0" lvl="0" indent="0" algn="l" rtl="0">
                        <a:spcBef>
                          <a:spcPts val="0"/>
                        </a:spcBef>
                        <a:spcAft>
                          <a:spcPts val="0"/>
                        </a:spcAft>
                        <a:buNone/>
                      </a:pPr>
                      <a:r>
                        <a:rPr lang="en-US" sz="1800" u="none" strike="noStrike" cap="none"/>
                        <a:t>amq.fanout</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extLst>
                  <a:ext uri="{0D108BD9-81ED-4DB2-BD59-A6C34878D82A}">
                    <a16:rowId xmlns:a16="http://schemas.microsoft.com/office/drawing/2014/main" val="10002"/>
                  </a:ext>
                </a:extLst>
              </a:tr>
              <a:tr h="228600">
                <a:tc>
                  <a:txBody>
                    <a:bodyPr/>
                    <a:lstStyle/>
                    <a:p>
                      <a:pPr marL="0" marR="0" lvl="0" indent="0" algn="l" rtl="0">
                        <a:spcBef>
                          <a:spcPts val="0"/>
                        </a:spcBef>
                        <a:spcAft>
                          <a:spcPts val="0"/>
                        </a:spcAft>
                        <a:buNone/>
                      </a:pPr>
                      <a:r>
                        <a:rPr lang="en-US" sz="1800" u="none" strike="noStrike" cap="none"/>
                        <a:t>Topic exchange</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tc>
                  <a:txBody>
                    <a:bodyPr/>
                    <a:lstStyle/>
                    <a:p>
                      <a:pPr marL="0" marR="0" lvl="0" indent="0" algn="l" rtl="0">
                        <a:spcBef>
                          <a:spcPts val="0"/>
                        </a:spcBef>
                        <a:spcAft>
                          <a:spcPts val="0"/>
                        </a:spcAft>
                        <a:buNone/>
                      </a:pPr>
                      <a:r>
                        <a:rPr lang="en-US" sz="1800" u="none" strike="noStrike" cap="none"/>
                        <a:t>amq.topic</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extLst>
                  <a:ext uri="{0D108BD9-81ED-4DB2-BD59-A6C34878D82A}">
                    <a16:rowId xmlns:a16="http://schemas.microsoft.com/office/drawing/2014/main" val="10003"/>
                  </a:ext>
                </a:extLst>
              </a:tr>
              <a:tr h="228600">
                <a:tc>
                  <a:txBody>
                    <a:bodyPr/>
                    <a:lstStyle/>
                    <a:p>
                      <a:pPr marL="0" marR="0" lvl="0" indent="0" algn="l" rtl="0">
                        <a:spcBef>
                          <a:spcPts val="0"/>
                        </a:spcBef>
                        <a:spcAft>
                          <a:spcPts val="0"/>
                        </a:spcAft>
                        <a:buNone/>
                      </a:pPr>
                      <a:r>
                        <a:rPr lang="en-US" sz="1800" u="none" strike="noStrike" cap="none"/>
                        <a:t>Headers exchange</a:t>
                      </a:r>
                      <a:endParaRPr/>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tc>
                  <a:txBody>
                    <a:bodyPr/>
                    <a:lstStyle/>
                    <a:p>
                      <a:pPr marL="0" marR="0" lvl="0" indent="0" algn="l" rtl="0">
                        <a:spcBef>
                          <a:spcPts val="0"/>
                        </a:spcBef>
                        <a:spcAft>
                          <a:spcPts val="0"/>
                        </a:spcAft>
                        <a:buNone/>
                      </a:pPr>
                      <a:r>
                        <a:rPr lang="en-US" sz="1800" u="none" strike="noStrike" cap="none" dirty="0" err="1"/>
                        <a:t>amq.match</a:t>
                      </a:r>
                      <a:r>
                        <a:rPr lang="en-US" sz="1800" u="none" strike="noStrike" cap="none" dirty="0"/>
                        <a:t> (and </a:t>
                      </a:r>
                      <a:r>
                        <a:rPr lang="en-US" sz="1800" u="none" strike="noStrike" cap="none" dirty="0" err="1"/>
                        <a:t>amq.headers</a:t>
                      </a:r>
                      <a:r>
                        <a:rPr lang="en-US" sz="1800" u="none" strike="noStrike" cap="none" dirty="0"/>
                        <a:t> in RabbitMQ)</a:t>
                      </a:r>
                      <a:endParaRPr dirty="0"/>
                    </a:p>
                  </a:txBody>
                  <a:tcPr marL="91450" marR="91450" marT="15250" marB="15250">
                    <a:lnL w="9525" cap="flat" cmpd="sng">
                      <a:solidFill>
                        <a:srgbClr val="E4E4E4"/>
                      </a:solidFill>
                      <a:prstDash val="solid"/>
                      <a:round/>
                      <a:headEnd type="none" w="sm" len="sm"/>
                      <a:tailEnd type="none" w="sm" len="sm"/>
                    </a:lnL>
                    <a:lnR w="9525" cap="flat" cmpd="sng">
                      <a:solidFill>
                        <a:srgbClr val="E4E4E4"/>
                      </a:solidFill>
                      <a:prstDash val="solid"/>
                      <a:round/>
                      <a:headEnd type="none" w="sm" len="sm"/>
                      <a:tailEnd type="none" w="sm" len="sm"/>
                    </a:lnR>
                    <a:lnT w="9525" cap="flat" cmpd="sng">
                      <a:solidFill>
                        <a:srgbClr val="E4E4E4"/>
                      </a:solidFill>
                      <a:prstDash val="solid"/>
                      <a:round/>
                      <a:headEnd type="none" w="sm" len="sm"/>
                      <a:tailEnd type="none" w="sm" len="sm"/>
                    </a:lnT>
                    <a:lnB w="9525" cap="flat" cmpd="sng">
                      <a:solidFill>
                        <a:srgbClr val="E4E4E4"/>
                      </a:solidFill>
                      <a:prstDash val="solid"/>
                      <a:round/>
                      <a:headEnd type="none" w="sm" len="sm"/>
                      <a:tailEnd type="none" w="sm" len="sm"/>
                    </a:lnB>
                    <a:solidFill>
                      <a:schemeClr val="tx2">
                        <a:lumMod val="10000"/>
                        <a:lumOff val="90000"/>
                      </a:schemeClr>
                    </a:solidFill>
                  </a:tcPr>
                </a:tc>
                <a:extLst>
                  <a:ext uri="{0D108BD9-81ED-4DB2-BD59-A6C34878D82A}">
                    <a16:rowId xmlns:a16="http://schemas.microsoft.com/office/drawing/2014/main" val="10004"/>
                  </a:ext>
                </a:extLst>
              </a:tr>
            </a:tbl>
          </a:graphicData>
        </a:graphic>
      </p:graphicFrame>
      <p:sp>
        <p:nvSpPr>
          <p:cNvPr id="246" name="Google Shape;246;p8"/>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Exchange Pre-declared Names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51"/>
        <p:cNvGrpSpPr/>
        <p:nvPr/>
      </p:nvGrpSpPr>
      <p:grpSpPr>
        <a:xfrm>
          <a:off x="0" y="0"/>
          <a:ext cx="0" cy="0"/>
          <a:chOff x="0" y="0"/>
          <a:chExt cx="0" cy="0"/>
        </a:xfrm>
      </p:grpSpPr>
      <p:sp>
        <p:nvSpPr>
          <p:cNvPr id="253" name="Google Shape;253;p9"/>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RabbitMQ Docker Setup</a:t>
            </a:r>
            <a:endParaRPr/>
          </a:p>
        </p:txBody>
      </p:sp>
      <p:sp>
        <p:nvSpPr>
          <p:cNvPr id="252" name="Google Shape;252;p9"/>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rgbClr val="002060"/>
              </a:buClr>
              <a:buSzPts val="2800"/>
              <a:buFont typeface="Arial"/>
              <a:buChar char="•"/>
            </a:pPr>
            <a:r>
              <a:rPr lang="en-US" sz="2400" dirty="0"/>
              <a:t>docker pull rabbitmq:3-management</a:t>
            </a:r>
          </a:p>
          <a:p>
            <a:pPr marL="228600" lvl="0" indent="-228600" algn="l" rtl="0">
              <a:lnSpc>
                <a:spcPct val="100000"/>
              </a:lnSpc>
              <a:spcBef>
                <a:spcPts val="0"/>
              </a:spcBef>
              <a:spcAft>
                <a:spcPts val="0"/>
              </a:spcAft>
              <a:buClr>
                <a:srgbClr val="002060"/>
              </a:buClr>
              <a:buSzPts val="2800"/>
              <a:buFont typeface="Arial"/>
              <a:buChar char="•"/>
            </a:pPr>
            <a:r>
              <a:rPr lang="en-US" sz="2400" dirty="0"/>
              <a:t>docker run -p 15672:15672 -p 5672:5672 --name </a:t>
            </a:r>
            <a:r>
              <a:rPr lang="en-US" sz="2400" dirty="0" err="1"/>
              <a:t>rabbitmq</a:t>
            </a:r>
            <a:r>
              <a:rPr lang="en-US" sz="2400" dirty="0"/>
              <a:t> rabbitmq:3-management</a:t>
            </a:r>
            <a:endParaRPr sz="2400" dirty="0"/>
          </a:p>
          <a:p>
            <a:pPr marL="228600" lvl="0" indent="-228600" algn="l" rtl="0">
              <a:lnSpc>
                <a:spcPct val="100000"/>
              </a:lnSpc>
              <a:spcBef>
                <a:spcPts val="1000"/>
              </a:spcBef>
              <a:spcAft>
                <a:spcPts val="0"/>
              </a:spcAft>
              <a:buClr>
                <a:srgbClr val="002060"/>
              </a:buClr>
              <a:buSzPts val="2800"/>
              <a:buFont typeface="Arial"/>
              <a:buChar char="•"/>
            </a:pPr>
            <a:r>
              <a:rPr lang="en-US" sz="2400" dirty="0"/>
              <a:t>Access UI: </a:t>
            </a:r>
            <a:r>
              <a:rPr lang="en-US" sz="2400" u="sng" dirty="0">
                <a:solidFill>
                  <a:schemeClr val="hlink"/>
                </a:solidFill>
                <a:hlinkClick r:id="rId3"/>
              </a:rPr>
              <a:t>http://localhost:15672/</a:t>
            </a:r>
            <a:endParaRPr sz="2400" dirty="0"/>
          </a:p>
          <a:p>
            <a:pPr marL="228600" lvl="0" indent="-228600" algn="l" rtl="0">
              <a:lnSpc>
                <a:spcPct val="100000"/>
              </a:lnSpc>
              <a:spcBef>
                <a:spcPts val="1000"/>
              </a:spcBef>
              <a:spcAft>
                <a:spcPts val="0"/>
              </a:spcAft>
              <a:buClr>
                <a:srgbClr val="002060"/>
              </a:buClr>
              <a:buSzPts val="2800"/>
              <a:buFont typeface="Arial"/>
              <a:buChar char="•"/>
            </a:pPr>
            <a:r>
              <a:rPr lang="en-US" sz="2400" dirty="0"/>
              <a:t>Login: </a:t>
            </a:r>
            <a:r>
              <a:rPr lang="en-US" sz="2400" dirty="0" err="1"/>
              <a:t>UserId</a:t>
            </a:r>
            <a:r>
              <a:rPr lang="en-US" sz="2400" dirty="0"/>
              <a:t>: guest, </a:t>
            </a:r>
            <a:r>
              <a:rPr lang="en-US" sz="2400" dirty="0" err="1"/>
              <a:t>pwd</a:t>
            </a:r>
            <a:r>
              <a:rPr lang="en-US" sz="2400" dirty="0"/>
              <a:t>: guest</a:t>
            </a:r>
            <a:endParaRPr sz="2400" dirty="0"/>
          </a:p>
          <a:p>
            <a:pPr marL="228600" lvl="0" indent="-228600" algn="l" rtl="0">
              <a:lnSpc>
                <a:spcPct val="100000"/>
              </a:lnSpc>
              <a:spcBef>
                <a:spcPts val="1000"/>
              </a:spcBef>
              <a:spcAft>
                <a:spcPts val="0"/>
              </a:spcAft>
              <a:buClr>
                <a:srgbClr val="002060"/>
              </a:buClr>
              <a:buSzPts val="2800"/>
              <a:buFont typeface="Arial"/>
              <a:buChar char="•"/>
            </a:pPr>
            <a:r>
              <a:rPr lang="en-US" sz="2400" dirty="0"/>
              <a:t>WSL Setup In Step 4: </a:t>
            </a:r>
            <a:r>
              <a:rPr lang="en-US" sz="2400" u="sng" dirty="0">
                <a:solidFill>
                  <a:schemeClr val="hlink"/>
                </a:solidFill>
                <a:hlinkClick r:id="rId4"/>
              </a:rPr>
              <a:t>Manual installation steps for older versions of WSL | Microsoft Docs</a:t>
            </a:r>
            <a:endParaRPr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0"/>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SzPts val="2800"/>
              <a:buFont typeface="Arial"/>
              <a:buChar char="•"/>
            </a:pPr>
            <a:r>
              <a:rPr lang="en-US" sz="2800" dirty="0"/>
              <a:t>Install the Erlang and RabbitMQ</a:t>
            </a:r>
            <a:endParaRPr dirty="0"/>
          </a:p>
          <a:p>
            <a:pPr marL="228600" lvl="0" indent="-228600" algn="l" rtl="0">
              <a:lnSpc>
                <a:spcPct val="100000"/>
              </a:lnSpc>
              <a:spcBef>
                <a:spcPts val="1000"/>
              </a:spcBef>
              <a:spcAft>
                <a:spcPts val="0"/>
              </a:spcAft>
              <a:buSzPts val="2400"/>
              <a:buFont typeface="Arial"/>
              <a:buChar char="•"/>
            </a:pPr>
            <a:r>
              <a:rPr lang="en-US" sz="2400" dirty="0"/>
              <a:t>https://www.erlang.org/downloads</a:t>
            </a:r>
            <a:endParaRPr dirty="0"/>
          </a:p>
          <a:p>
            <a:pPr marL="228600" lvl="0" indent="-228600" algn="l" rtl="0">
              <a:lnSpc>
                <a:spcPct val="100000"/>
              </a:lnSpc>
              <a:spcBef>
                <a:spcPts val="1000"/>
              </a:spcBef>
              <a:spcAft>
                <a:spcPts val="0"/>
              </a:spcAft>
              <a:buSzPts val="2400"/>
              <a:buFont typeface="Arial"/>
              <a:buChar char="•"/>
            </a:pPr>
            <a:r>
              <a:rPr lang="en-US" sz="2400" dirty="0"/>
              <a:t>https://www.rabbitmq.com/install-windows.html#installer</a:t>
            </a:r>
            <a:endParaRPr dirty="0"/>
          </a:p>
          <a:p>
            <a:pPr marL="228600" lvl="0" indent="-228600" algn="l" rtl="0">
              <a:lnSpc>
                <a:spcPct val="100000"/>
              </a:lnSpc>
              <a:spcBef>
                <a:spcPts val="1000"/>
              </a:spcBef>
              <a:spcAft>
                <a:spcPts val="0"/>
              </a:spcAft>
              <a:buSzPts val="2800"/>
              <a:buFont typeface="Arial"/>
              <a:buChar char="•"/>
            </a:pPr>
            <a:r>
              <a:rPr lang="en-US" sz="2800" dirty="0"/>
              <a:t>Enable Plugins: </a:t>
            </a:r>
            <a:r>
              <a:rPr lang="en-US" sz="2400" dirty="0"/>
              <a:t>https://www.rabbitmq.com/management.html</a:t>
            </a:r>
            <a:endParaRPr dirty="0"/>
          </a:p>
          <a:p>
            <a:pPr marL="228600" lvl="0" indent="-228600" algn="l" rtl="0">
              <a:lnSpc>
                <a:spcPct val="100000"/>
              </a:lnSpc>
              <a:spcBef>
                <a:spcPts val="1000"/>
              </a:spcBef>
              <a:spcAft>
                <a:spcPts val="0"/>
              </a:spcAft>
              <a:buSzPts val="2400"/>
              <a:buFont typeface="Arial"/>
              <a:buChar char="•"/>
            </a:pPr>
            <a:r>
              <a:rPr lang="en-US" sz="2400" i="1" dirty="0"/>
              <a:t>&gt; </a:t>
            </a:r>
            <a:r>
              <a:rPr lang="en-US" sz="2400" i="1" dirty="0" err="1"/>
              <a:t>rabbitmq</a:t>
            </a:r>
            <a:r>
              <a:rPr lang="en-US" sz="2400" i="1" dirty="0"/>
              <a:t>-plugins enable </a:t>
            </a:r>
            <a:r>
              <a:rPr lang="en-US" sz="2400" i="1" dirty="0" err="1"/>
              <a:t>rabbitmq_management</a:t>
            </a:r>
            <a:endParaRPr sz="2400" i="1" dirty="0"/>
          </a:p>
          <a:p>
            <a:pPr marL="228600" lvl="0" indent="-228600" algn="l" rtl="0">
              <a:lnSpc>
                <a:spcPct val="100000"/>
              </a:lnSpc>
              <a:spcBef>
                <a:spcPts val="1000"/>
              </a:spcBef>
              <a:spcAft>
                <a:spcPts val="0"/>
              </a:spcAft>
              <a:buSzPts val="2800"/>
              <a:buFont typeface="Arial"/>
              <a:buChar char="•"/>
            </a:pPr>
            <a:r>
              <a:rPr lang="en-US" sz="2800" dirty="0"/>
              <a:t>&gt; </a:t>
            </a:r>
            <a:r>
              <a:rPr lang="en-US" sz="2800" dirty="0" err="1"/>
              <a:t>rabbitmqctl</a:t>
            </a:r>
            <a:r>
              <a:rPr lang="en-US" sz="2800" dirty="0"/>
              <a:t> status</a:t>
            </a:r>
            <a:endParaRPr dirty="0"/>
          </a:p>
          <a:p>
            <a:pPr marL="228600" lvl="0" indent="-228600" algn="l" rtl="0">
              <a:lnSpc>
                <a:spcPct val="100000"/>
              </a:lnSpc>
              <a:spcBef>
                <a:spcPts val="1000"/>
              </a:spcBef>
              <a:spcAft>
                <a:spcPts val="0"/>
              </a:spcAft>
              <a:buSzPts val="2800"/>
              <a:buFont typeface="Arial"/>
              <a:buChar char="•"/>
            </a:pPr>
            <a:r>
              <a:rPr lang="en-US" sz="2800" dirty="0"/>
              <a:t>Setup Video: </a:t>
            </a:r>
            <a:r>
              <a:rPr lang="en-US" sz="2400" dirty="0"/>
              <a:t>https://www.youtube.com/watch?v=UnKbvqVKB7k</a:t>
            </a:r>
            <a:endParaRPr dirty="0"/>
          </a:p>
          <a:p>
            <a:pPr marL="228600" lvl="0" indent="-228600" algn="l" rtl="0">
              <a:lnSpc>
                <a:spcPct val="100000"/>
              </a:lnSpc>
              <a:spcBef>
                <a:spcPts val="1000"/>
              </a:spcBef>
              <a:spcAft>
                <a:spcPts val="0"/>
              </a:spcAft>
              <a:buSzPts val="2400"/>
              <a:buFont typeface="Arial"/>
              <a:buChar char="•"/>
            </a:pPr>
            <a:r>
              <a:rPr lang="en-US" sz="2400" dirty="0"/>
              <a:t>Access UI: </a:t>
            </a:r>
            <a:r>
              <a:rPr lang="en-US" sz="2400" u="sng" dirty="0">
                <a:solidFill>
                  <a:srgbClr val="00B0F0"/>
                </a:solidFill>
                <a:hlinkClick r:id="rId3">
                  <a:extLst>
                    <a:ext uri="{A12FA001-AC4F-418D-AE19-62706E023703}">
                      <ahyp:hlinkClr xmlns:ahyp="http://schemas.microsoft.com/office/drawing/2018/hyperlinkcolor" val="tx"/>
                    </a:ext>
                  </a:extLst>
                </a:hlinkClick>
              </a:rPr>
              <a:t>http://localhost:15672/</a:t>
            </a:r>
            <a:endParaRPr sz="2400" dirty="0">
              <a:solidFill>
                <a:srgbClr val="00B0F0"/>
              </a:solidFill>
            </a:endParaRPr>
          </a:p>
          <a:p>
            <a:pPr marL="228600" lvl="0" indent="-228600" algn="l" rtl="0">
              <a:lnSpc>
                <a:spcPct val="100000"/>
              </a:lnSpc>
              <a:spcBef>
                <a:spcPts val="1000"/>
              </a:spcBef>
              <a:spcAft>
                <a:spcPts val="0"/>
              </a:spcAft>
              <a:buSzPts val="2400"/>
              <a:buFont typeface="Arial"/>
              <a:buChar char="•"/>
            </a:pPr>
            <a:r>
              <a:rPr lang="en-US" sz="2400" dirty="0"/>
              <a:t>Login: </a:t>
            </a:r>
            <a:r>
              <a:rPr lang="en-US" sz="2400" dirty="0" err="1"/>
              <a:t>UserId</a:t>
            </a:r>
            <a:r>
              <a:rPr lang="en-US" sz="2400" dirty="0"/>
              <a:t>: guest, </a:t>
            </a:r>
            <a:r>
              <a:rPr lang="en-US" sz="2400" dirty="0" err="1"/>
              <a:t>pwd</a:t>
            </a:r>
            <a:r>
              <a:rPr lang="en-US" sz="2400" dirty="0"/>
              <a:t>: guest</a:t>
            </a:r>
            <a:endParaRPr dirty="0"/>
          </a:p>
        </p:txBody>
      </p:sp>
      <p:sp>
        <p:nvSpPr>
          <p:cNvPr id="259" name="Google Shape;259;p10"/>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RabbitMQ Machine Setup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7">
          <a:extLst>
            <a:ext uri="{FF2B5EF4-FFF2-40B4-BE49-F238E27FC236}">
              <a16:creationId xmlns:a16="http://schemas.microsoft.com/office/drawing/2014/main" id="{2354C549-A6C5-108E-C5D9-05BD3D9EED5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3093208-8768-56B3-76B8-6FC72F62DEF7}"/>
              </a:ext>
            </a:extLst>
          </p:cNvPr>
          <p:cNvSpPr txBox="1"/>
          <p:nvPr/>
        </p:nvSpPr>
        <p:spPr>
          <a:xfrm>
            <a:off x="337457" y="1349828"/>
            <a:ext cx="7456714" cy="3970318"/>
          </a:xfrm>
          <a:prstGeom prst="rect">
            <a:avLst/>
          </a:prstGeom>
          <a:noFill/>
        </p:spPr>
        <p:txBody>
          <a:bodyPr wrap="square" rtlCol="0">
            <a:spAutoFit/>
          </a:bodyPr>
          <a:lstStyle/>
          <a:p>
            <a:r>
              <a:rPr lang="en-US" dirty="0">
                <a:solidFill>
                  <a:schemeClr val="bg1"/>
                </a:solidFill>
              </a:rPr>
              <a:t>5 services running.</a:t>
            </a:r>
          </a:p>
          <a:p>
            <a:endParaRPr lang="en-US" dirty="0">
              <a:solidFill>
                <a:schemeClr val="bg1"/>
              </a:solidFill>
            </a:endParaRPr>
          </a:p>
          <a:p>
            <a:r>
              <a:rPr lang="en-US" dirty="0">
                <a:solidFill>
                  <a:schemeClr val="bg1"/>
                </a:solidFill>
              </a:rPr>
              <a:t>Transfer Service</a:t>
            </a:r>
          </a:p>
          <a:p>
            <a:r>
              <a:rPr lang="en-US" dirty="0">
                <a:solidFill>
                  <a:schemeClr val="bg1"/>
                </a:solidFill>
              </a:rPr>
              <a:t>BillPay Service</a:t>
            </a:r>
          </a:p>
          <a:p>
            <a:r>
              <a:rPr lang="en-US" dirty="0">
                <a:solidFill>
                  <a:schemeClr val="bg1"/>
                </a:solidFill>
              </a:rPr>
              <a:t>Account Service</a:t>
            </a:r>
          </a:p>
          <a:p>
            <a:r>
              <a:rPr lang="en-US" dirty="0">
                <a:solidFill>
                  <a:schemeClr val="bg1"/>
                </a:solidFill>
              </a:rPr>
              <a:t>Dashboard Service</a:t>
            </a:r>
          </a:p>
          <a:p>
            <a:r>
              <a:rPr lang="en-US" dirty="0">
                <a:solidFill>
                  <a:schemeClr val="bg1"/>
                </a:solidFill>
              </a:rPr>
              <a:t>Statement Service</a:t>
            </a:r>
          </a:p>
          <a:p>
            <a:endParaRPr lang="en-US" dirty="0">
              <a:solidFill>
                <a:schemeClr val="bg1"/>
              </a:solidFill>
            </a:endParaRPr>
          </a:p>
          <a:p>
            <a:r>
              <a:rPr lang="en-US" dirty="0">
                <a:solidFill>
                  <a:schemeClr val="bg1"/>
                </a:solidFill>
              </a:rPr>
              <a:t>Dashboard has to interact with  Transfer, BillPay, Statement Services.</a:t>
            </a: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3342616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US" dirty="0"/>
              <a:t>Service Discovery</a:t>
            </a:r>
          </a:p>
        </p:txBody>
      </p:sp>
      <p:grpSp>
        <p:nvGrpSpPr>
          <p:cNvPr id="61" name="Group 60">
            <a:extLst>
              <a:ext uri="{FF2B5EF4-FFF2-40B4-BE49-F238E27FC236}">
                <a16:creationId xmlns:a16="http://schemas.microsoft.com/office/drawing/2014/main" id="{87D26508-4019-44A9-A389-C663EF0CE212}"/>
              </a:ext>
            </a:extLst>
          </p:cNvPr>
          <p:cNvGrpSpPr/>
          <p:nvPr/>
        </p:nvGrpSpPr>
        <p:grpSpPr>
          <a:xfrm>
            <a:off x="762597" y="1897283"/>
            <a:ext cx="10207206" cy="3318263"/>
            <a:chOff x="716102" y="2137506"/>
            <a:chExt cx="10207206" cy="3318263"/>
          </a:xfrm>
        </p:grpSpPr>
        <p:sp>
          <p:nvSpPr>
            <p:cNvPr id="2" name="Rectangle 1">
              <a:extLst>
                <a:ext uri="{FF2B5EF4-FFF2-40B4-BE49-F238E27FC236}">
                  <a16:creationId xmlns:a16="http://schemas.microsoft.com/office/drawing/2014/main" id="{85CC388F-82ED-4B06-AE04-6DC547231CFF}"/>
                </a:ext>
              </a:extLst>
            </p:cNvPr>
            <p:cNvSpPr/>
            <p:nvPr/>
          </p:nvSpPr>
          <p:spPr>
            <a:xfrm>
              <a:off x="716102" y="3141987"/>
              <a:ext cx="1662110" cy="71120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a:t>
              </a:r>
            </a:p>
          </p:txBody>
        </p:sp>
        <p:sp>
          <p:nvSpPr>
            <p:cNvPr id="5" name="Rectangle 4">
              <a:extLst>
                <a:ext uri="{FF2B5EF4-FFF2-40B4-BE49-F238E27FC236}">
                  <a16:creationId xmlns:a16="http://schemas.microsoft.com/office/drawing/2014/main" id="{3711F1CA-1771-4342-8F9F-F452C7237094}"/>
                </a:ext>
              </a:extLst>
            </p:cNvPr>
            <p:cNvSpPr/>
            <p:nvPr/>
          </p:nvSpPr>
          <p:spPr>
            <a:xfrm>
              <a:off x="3266830" y="3141987"/>
              <a:ext cx="1793631" cy="711200"/>
            </a:xfrm>
            <a:prstGeom prst="rect">
              <a:avLst/>
            </a:prstGeom>
            <a:solidFill>
              <a:srgbClr val="FF9933"/>
            </a:solidFill>
            <a:ln>
              <a:solidFill>
                <a:srgbClr val="F2B0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API Gateway</a:t>
              </a:r>
            </a:p>
          </p:txBody>
        </p:sp>
        <p:sp>
          <p:nvSpPr>
            <p:cNvPr id="6" name="Rectangle 5">
              <a:extLst>
                <a:ext uri="{FF2B5EF4-FFF2-40B4-BE49-F238E27FC236}">
                  <a16:creationId xmlns:a16="http://schemas.microsoft.com/office/drawing/2014/main" id="{7AA7E98A-EB51-4DCA-8B6D-6A9D55BFA5B8}"/>
                </a:ext>
              </a:extLst>
            </p:cNvPr>
            <p:cNvSpPr/>
            <p:nvPr/>
          </p:nvSpPr>
          <p:spPr>
            <a:xfrm>
              <a:off x="7026036" y="2137506"/>
              <a:ext cx="1828800" cy="7112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Service Discovery</a:t>
              </a:r>
            </a:p>
          </p:txBody>
        </p:sp>
        <p:sp>
          <p:nvSpPr>
            <p:cNvPr id="7" name="Rectangle 6">
              <a:extLst>
                <a:ext uri="{FF2B5EF4-FFF2-40B4-BE49-F238E27FC236}">
                  <a16:creationId xmlns:a16="http://schemas.microsoft.com/office/drawing/2014/main" id="{DE598C2C-DE81-4FCB-806A-04EF6E9497A7}"/>
                </a:ext>
              </a:extLst>
            </p:cNvPr>
            <p:cNvSpPr/>
            <p:nvPr/>
          </p:nvSpPr>
          <p:spPr>
            <a:xfrm>
              <a:off x="5060461" y="4744569"/>
              <a:ext cx="1668586" cy="711200"/>
            </a:xfrm>
            <a:prstGeom prst="rect">
              <a:avLst/>
            </a:prstGeom>
            <a:solidFill>
              <a:srgbClr val="A365D1"/>
            </a:solidFill>
            <a:ln>
              <a:solidFill>
                <a:srgbClr val="A365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Catalog Service (Tr1), SP1</a:t>
              </a:r>
            </a:p>
          </p:txBody>
        </p:sp>
        <p:sp>
          <p:nvSpPr>
            <p:cNvPr id="8" name="Rectangle 7">
              <a:extLst>
                <a:ext uri="{FF2B5EF4-FFF2-40B4-BE49-F238E27FC236}">
                  <a16:creationId xmlns:a16="http://schemas.microsoft.com/office/drawing/2014/main" id="{65BAA0A9-BBDC-48C3-807E-99FB014946F6}"/>
                </a:ext>
              </a:extLst>
            </p:cNvPr>
            <p:cNvSpPr/>
            <p:nvPr/>
          </p:nvSpPr>
          <p:spPr>
            <a:xfrm>
              <a:off x="7151076" y="4744569"/>
              <a:ext cx="1668586" cy="71120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Cart Service(Tr1), SP2</a:t>
              </a:r>
            </a:p>
          </p:txBody>
        </p:sp>
        <p:sp>
          <p:nvSpPr>
            <p:cNvPr id="9" name="Rectangle 8">
              <a:extLst>
                <a:ext uri="{FF2B5EF4-FFF2-40B4-BE49-F238E27FC236}">
                  <a16:creationId xmlns:a16="http://schemas.microsoft.com/office/drawing/2014/main" id="{8A2BDA18-9AEC-46AA-9329-5008F4CE831F}"/>
                </a:ext>
              </a:extLst>
            </p:cNvPr>
            <p:cNvSpPr/>
            <p:nvPr/>
          </p:nvSpPr>
          <p:spPr>
            <a:xfrm>
              <a:off x="9254722" y="4744569"/>
              <a:ext cx="1668586" cy="7112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 Service (Tr1), SP3</a:t>
              </a:r>
            </a:p>
          </p:txBody>
        </p:sp>
        <p:cxnSp>
          <p:nvCxnSpPr>
            <p:cNvPr id="11" name="Straight Arrow Connector 10">
              <a:extLst>
                <a:ext uri="{FF2B5EF4-FFF2-40B4-BE49-F238E27FC236}">
                  <a16:creationId xmlns:a16="http://schemas.microsoft.com/office/drawing/2014/main" id="{928A92CD-D997-46DB-AB0B-EC7C49BEE07C}"/>
                </a:ext>
              </a:extLst>
            </p:cNvPr>
            <p:cNvCxnSpPr>
              <a:cxnSpLocks/>
            </p:cNvCxnSpPr>
            <p:nvPr/>
          </p:nvCxnSpPr>
          <p:spPr>
            <a:xfrm flipV="1">
              <a:off x="6256404" y="2848707"/>
              <a:ext cx="1457380" cy="1895861"/>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6A8F96A-6AFB-4AC3-AA5E-215B53AA36BB}"/>
                </a:ext>
              </a:extLst>
            </p:cNvPr>
            <p:cNvCxnSpPr>
              <a:cxnSpLocks/>
              <a:stCxn id="8" idx="0"/>
            </p:cNvCxnSpPr>
            <p:nvPr/>
          </p:nvCxnSpPr>
          <p:spPr>
            <a:xfrm flipH="1" flipV="1">
              <a:off x="7937879" y="2848707"/>
              <a:ext cx="47490" cy="1895862"/>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85274E9-1536-4399-B24D-ACD09F4FB707}"/>
                </a:ext>
              </a:extLst>
            </p:cNvPr>
            <p:cNvCxnSpPr>
              <a:cxnSpLocks/>
              <a:stCxn id="9" idx="0"/>
            </p:cNvCxnSpPr>
            <p:nvPr/>
          </p:nvCxnSpPr>
          <p:spPr>
            <a:xfrm flipH="1" flipV="1">
              <a:off x="8223139" y="2835345"/>
              <a:ext cx="1865876" cy="1909224"/>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9FDE3B1-DF9C-4913-B082-C76AAA3E60F1}"/>
                </a:ext>
              </a:extLst>
            </p:cNvPr>
            <p:cNvCxnSpPr>
              <a:cxnSpLocks/>
              <a:endCxn id="6" idx="1"/>
            </p:cNvCxnSpPr>
            <p:nvPr/>
          </p:nvCxnSpPr>
          <p:spPr>
            <a:xfrm flipV="1">
              <a:off x="5060461" y="2493106"/>
              <a:ext cx="1965575" cy="834917"/>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7A9FB67-40D5-4EA3-89D7-C28F14D33788}"/>
                </a:ext>
              </a:extLst>
            </p:cNvPr>
            <p:cNvCxnSpPr>
              <a:cxnSpLocks/>
              <a:stCxn id="5" idx="3"/>
              <a:endCxn id="7" idx="0"/>
            </p:cNvCxnSpPr>
            <p:nvPr/>
          </p:nvCxnSpPr>
          <p:spPr>
            <a:xfrm>
              <a:off x="5060461" y="3497587"/>
              <a:ext cx="834293" cy="1246982"/>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AB2E636-4E69-4F92-BCF3-83C35DF1ADCA}"/>
                </a:ext>
              </a:extLst>
            </p:cNvPr>
            <p:cNvCxnSpPr>
              <a:cxnSpLocks/>
              <a:stCxn id="5" idx="3"/>
            </p:cNvCxnSpPr>
            <p:nvPr/>
          </p:nvCxnSpPr>
          <p:spPr>
            <a:xfrm>
              <a:off x="5060461" y="3497587"/>
              <a:ext cx="2504831" cy="1231550"/>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3CC845B-E6D8-4BD7-8C72-584CA930BD0B}"/>
                </a:ext>
              </a:extLst>
            </p:cNvPr>
            <p:cNvCxnSpPr>
              <a:cxnSpLocks/>
              <a:stCxn id="5" idx="3"/>
            </p:cNvCxnSpPr>
            <p:nvPr/>
          </p:nvCxnSpPr>
          <p:spPr>
            <a:xfrm>
              <a:off x="5060461" y="3497587"/>
              <a:ext cx="4753327" cy="1223105"/>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4FE8826-ACA8-4C90-A4DD-5DC40E020C01}"/>
                </a:ext>
              </a:extLst>
            </p:cNvPr>
            <p:cNvSpPr txBox="1"/>
            <p:nvPr/>
          </p:nvSpPr>
          <p:spPr>
            <a:xfrm rot="20220454">
              <a:off x="5038570" y="2637206"/>
              <a:ext cx="1725152" cy="307777"/>
            </a:xfrm>
            <a:prstGeom prst="rect">
              <a:avLst/>
            </a:prstGeom>
            <a:noFill/>
          </p:spPr>
          <p:txBody>
            <a:bodyPr wrap="none" rtlCol="0">
              <a:spAutoFit/>
            </a:bodyPr>
            <a:lstStyle/>
            <a:p>
              <a:r>
                <a:rPr lang="en-US" sz="1400" dirty="0">
                  <a:solidFill>
                    <a:schemeClr val="bg1"/>
                  </a:solidFill>
                </a:rPr>
                <a:t>Get("ServiceName")</a:t>
              </a:r>
            </a:p>
          </p:txBody>
        </p:sp>
        <p:sp>
          <p:nvSpPr>
            <p:cNvPr id="32" name="TextBox 31">
              <a:extLst>
                <a:ext uri="{FF2B5EF4-FFF2-40B4-BE49-F238E27FC236}">
                  <a16:creationId xmlns:a16="http://schemas.microsoft.com/office/drawing/2014/main" id="{03FA8C41-B531-4D33-9164-6633B72FD3C8}"/>
                </a:ext>
              </a:extLst>
            </p:cNvPr>
            <p:cNvSpPr txBox="1"/>
            <p:nvPr/>
          </p:nvSpPr>
          <p:spPr>
            <a:xfrm rot="18463491">
              <a:off x="6696244" y="3108283"/>
              <a:ext cx="1013974" cy="307777"/>
            </a:xfrm>
            <a:prstGeom prst="rect">
              <a:avLst/>
            </a:prstGeom>
            <a:noFill/>
          </p:spPr>
          <p:txBody>
            <a:bodyPr wrap="square" rtlCol="0">
              <a:spAutoFit/>
            </a:bodyPr>
            <a:lstStyle/>
            <a:p>
              <a:r>
                <a:rPr lang="en-US" sz="1400" dirty="0">
                  <a:solidFill>
                    <a:schemeClr val="bg1"/>
                  </a:solidFill>
                </a:rPr>
                <a:t>Register</a:t>
              </a:r>
            </a:p>
          </p:txBody>
        </p:sp>
        <p:sp>
          <p:nvSpPr>
            <p:cNvPr id="33" name="TextBox 32">
              <a:extLst>
                <a:ext uri="{FF2B5EF4-FFF2-40B4-BE49-F238E27FC236}">
                  <a16:creationId xmlns:a16="http://schemas.microsoft.com/office/drawing/2014/main" id="{E64EB9E6-853A-4B24-A819-A3B7C9FF1EF4}"/>
                </a:ext>
              </a:extLst>
            </p:cNvPr>
            <p:cNvSpPr txBox="1"/>
            <p:nvPr/>
          </p:nvSpPr>
          <p:spPr>
            <a:xfrm rot="16200000">
              <a:off x="7375404" y="3279334"/>
              <a:ext cx="855551" cy="307777"/>
            </a:xfrm>
            <a:prstGeom prst="rect">
              <a:avLst/>
            </a:prstGeom>
            <a:noFill/>
          </p:spPr>
          <p:txBody>
            <a:bodyPr wrap="square" rtlCol="0">
              <a:spAutoFit/>
            </a:bodyPr>
            <a:lstStyle/>
            <a:p>
              <a:r>
                <a:rPr lang="en-US" sz="1400" dirty="0">
                  <a:solidFill>
                    <a:schemeClr val="bg1"/>
                  </a:solidFill>
                </a:rPr>
                <a:t>Register</a:t>
              </a:r>
            </a:p>
          </p:txBody>
        </p:sp>
        <p:sp>
          <p:nvSpPr>
            <p:cNvPr id="40" name="TextBox 39">
              <a:extLst>
                <a:ext uri="{FF2B5EF4-FFF2-40B4-BE49-F238E27FC236}">
                  <a16:creationId xmlns:a16="http://schemas.microsoft.com/office/drawing/2014/main" id="{0C5E71C3-2413-4057-800A-52E1B5F3B36E}"/>
                </a:ext>
              </a:extLst>
            </p:cNvPr>
            <p:cNvSpPr txBox="1"/>
            <p:nvPr/>
          </p:nvSpPr>
          <p:spPr>
            <a:xfrm rot="2732365">
              <a:off x="8573580" y="3306369"/>
              <a:ext cx="1013974" cy="307777"/>
            </a:xfrm>
            <a:prstGeom prst="rect">
              <a:avLst/>
            </a:prstGeom>
            <a:noFill/>
          </p:spPr>
          <p:txBody>
            <a:bodyPr wrap="square" rtlCol="0">
              <a:spAutoFit/>
            </a:bodyPr>
            <a:lstStyle/>
            <a:p>
              <a:r>
                <a:rPr lang="en-US" sz="1400" dirty="0">
                  <a:solidFill>
                    <a:schemeClr val="bg1"/>
                  </a:solidFill>
                </a:rPr>
                <a:t>Register</a:t>
              </a:r>
            </a:p>
          </p:txBody>
        </p:sp>
        <p:cxnSp>
          <p:nvCxnSpPr>
            <p:cNvPr id="43" name="Straight Arrow Connector 42">
              <a:extLst>
                <a:ext uri="{FF2B5EF4-FFF2-40B4-BE49-F238E27FC236}">
                  <a16:creationId xmlns:a16="http://schemas.microsoft.com/office/drawing/2014/main" id="{E95B9F70-4975-4967-9070-E41118AC0565}"/>
                </a:ext>
              </a:extLst>
            </p:cNvPr>
            <p:cNvCxnSpPr>
              <a:cxnSpLocks/>
              <a:stCxn id="2" idx="3"/>
              <a:endCxn id="5" idx="1"/>
            </p:cNvCxnSpPr>
            <p:nvPr/>
          </p:nvCxnSpPr>
          <p:spPr>
            <a:xfrm>
              <a:off x="2378212" y="3497587"/>
              <a:ext cx="888618" cy="0"/>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13F1F627-B235-417C-8C4A-4B78A85B1C4C}"/>
                </a:ext>
              </a:extLst>
            </p:cNvPr>
            <p:cNvSpPr txBox="1"/>
            <p:nvPr/>
          </p:nvSpPr>
          <p:spPr>
            <a:xfrm rot="769381">
              <a:off x="5121544" y="3431003"/>
              <a:ext cx="1579069" cy="307777"/>
            </a:xfrm>
            <a:prstGeom prst="rect">
              <a:avLst/>
            </a:prstGeom>
            <a:noFill/>
          </p:spPr>
          <p:txBody>
            <a:bodyPr wrap="square" rtlCol="0">
              <a:spAutoFit/>
            </a:bodyPr>
            <a:lstStyle/>
            <a:p>
              <a:r>
                <a:rPr lang="en-US" sz="1400" dirty="0">
                  <a:solidFill>
                    <a:schemeClr val="bg1"/>
                  </a:solidFill>
                </a:rPr>
                <a:t>API Request(s)</a:t>
              </a:r>
            </a:p>
          </p:txBody>
        </p:sp>
      </p:grpSp>
    </p:spTree>
    <p:extLst>
      <p:ext uri="{BB962C8B-B14F-4D97-AF65-F5344CB8AC3E}">
        <p14:creationId xmlns:p14="http://schemas.microsoft.com/office/powerpoint/2010/main" val="3793380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228FC-7682-95F0-8804-BF7F41E17A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8AD61C-5A55-8619-CD6F-2C36A42D1160}"/>
              </a:ext>
            </a:extLst>
          </p:cNvPr>
          <p:cNvSpPr>
            <a:spLocks noGrp="1"/>
          </p:cNvSpPr>
          <p:nvPr>
            <p:ph sz="half" idx="10"/>
          </p:nvPr>
        </p:nvSpPr>
        <p:spPr/>
        <p:txBody>
          <a:bodyPr/>
          <a:lstStyle/>
          <a:p>
            <a:r>
              <a:rPr lang="en-US" dirty="0"/>
              <a:t>Service Discovery</a:t>
            </a:r>
          </a:p>
        </p:txBody>
      </p:sp>
      <p:sp>
        <p:nvSpPr>
          <p:cNvPr id="6" name="Rectangle 5">
            <a:extLst>
              <a:ext uri="{FF2B5EF4-FFF2-40B4-BE49-F238E27FC236}">
                <a16:creationId xmlns:a16="http://schemas.microsoft.com/office/drawing/2014/main" id="{D1570572-7553-934B-7558-462496F123CE}"/>
              </a:ext>
            </a:extLst>
          </p:cNvPr>
          <p:cNvSpPr/>
          <p:nvPr/>
        </p:nvSpPr>
        <p:spPr>
          <a:xfrm>
            <a:off x="7072531" y="1897283"/>
            <a:ext cx="1828800" cy="7112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Eureka Server</a:t>
            </a:r>
          </a:p>
        </p:txBody>
      </p:sp>
      <p:sp>
        <p:nvSpPr>
          <p:cNvPr id="7" name="Rectangle 6">
            <a:extLst>
              <a:ext uri="{FF2B5EF4-FFF2-40B4-BE49-F238E27FC236}">
                <a16:creationId xmlns:a16="http://schemas.microsoft.com/office/drawing/2014/main" id="{70E385DE-3232-A556-0AF0-E1074C33531A}"/>
              </a:ext>
            </a:extLst>
          </p:cNvPr>
          <p:cNvSpPr/>
          <p:nvPr/>
        </p:nvSpPr>
        <p:spPr>
          <a:xfrm>
            <a:off x="4793248" y="3073400"/>
            <a:ext cx="1668586" cy="711200"/>
          </a:xfrm>
          <a:prstGeom prst="rect">
            <a:avLst/>
          </a:prstGeom>
          <a:solidFill>
            <a:srgbClr val="A365D1"/>
          </a:solidFill>
          <a:ln>
            <a:solidFill>
              <a:srgbClr val="A365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Order Service (8082)</a:t>
            </a:r>
          </a:p>
        </p:txBody>
      </p:sp>
      <p:sp>
        <p:nvSpPr>
          <p:cNvPr id="8" name="Rectangle 7">
            <a:extLst>
              <a:ext uri="{FF2B5EF4-FFF2-40B4-BE49-F238E27FC236}">
                <a16:creationId xmlns:a16="http://schemas.microsoft.com/office/drawing/2014/main" id="{999777A2-FC27-FAD5-63BC-41BBE0EB15ED}"/>
              </a:ext>
            </a:extLst>
          </p:cNvPr>
          <p:cNvSpPr/>
          <p:nvPr/>
        </p:nvSpPr>
        <p:spPr>
          <a:xfrm>
            <a:off x="7197571" y="4504346"/>
            <a:ext cx="1668586" cy="71120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Product Service (8083)</a:t>
            </a:r>
          </a:p>
        </p:txBody>
      </p:sp>
      <p:sp>
        <p:nvSpPr>
          <p:cNvPr id="9" name="Rectangle 8">
            <a:extLst>
              <a:ext uri="{FF2B5EF4-FFF2-40B4-BE49-F238E27FC236}">
                <a16:creationId xmlns:a16="http://schemas.microsoft.com/office/drawing/2014/main" id="{4A7D5627-E15F-45C7-C3BC-F20647904A05}"/>
              </a:ext>
            </a:extLst>
          </p:cNvPr>
          <p:cNvSpPr/>
          <p:nvPr/>
        </p:nvSpPr>
        <p:spPr>
          <a:xfrm>
            <a:off x="9301217" y="4504346"/>
            <a:ext cx="1668586" cy="71120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Product Service (8084)</a:t>
            </a:r>
          </a:p>
        </p:txBody>
      </p:sp>
      <p:cxnSp>
        <p:nvCxnSpPr>
          <p:cNvPr id="11" name="Straight Arrow Connector 10">
            <a:extLst>
              <a:ext uri="{FF2B5EF4-FFF2-40B4-BE49-F238E27FC236}">
                <a16:creationId xmlns:a16="http://schemas.microsoft.com/office/drawing/2014/main" id="{200ECEC3-4ECC-0B74-48D6-24B223DF07F3}"/>
              </a:ext>
            </a:extLst>
          </p:cNvPr>
          <p:cNvCxnSpPr>
            <a:cxnSpLocks/>
            <a:stCxn id="7" idx="0"/>
          </p:cNvCxnSpPr>
          <p:nvPr/>
        </p:nvCxnSpPr>
        <p:spPr>
          <a:xfrm flipV="1">
            <a:off x="5627541" y="2608484"/>
            <a:ext cx="2132738" cy="464916"/>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36CC38A-5933-0E9D-4DD4-F0F594DBC2EB}"/>
              </a:ext>
            </a:extLst>
          </p:cNvPr>
          <p:cNvCxnSpPr>
            <a:cxnSpLocks/>
            <a:stCxn id="8" idx="0"/>
          </p:cNvCxnSpPr>
          <p:nvPr/>
        </p:nvCxnSpPr>
        <p:spPr>
          <a:xfrm flipH="1" flipV="1">
            <a:off x="7984374" y="2608484"/>
            <a:ext cx="47490" cy="1895862"/>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CF5451A-FA96-EE9C-929D-5354FA3EACFE}"/>
              </a:ext>
            </a:extLst>
          </p:cNvPr>
          <p:cNvCxnSpPr>
            <a:cxnSpLocks/>
            <a:stCxn id="9" idx="0"/>
          </p:cNvCxnSpPr>
          <p:nvPr/>
        </p:nvCxnSpPr>
        <p:spPr>
          <a:xfrm flipH="1" flipV="1">
            <a:off x="8269634" y="2595122"/>
            <a:ext cx="1865876" cy="1909224"/>
          </a:xfrm>
          <a:prstGeom prst="straightConnector1">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F5B478B0-5A63-3AFC-A723-E43A092BA884}"/>
              </a:ext>
            </a:extLst>
          </p:cNvPr>
          <p:cNvSpPr txBox="1"/>
          <p:nvPr/>
        </p:nvSpPr>
        <p:spPr>
          <a:xfrm rot="18463491">
            <a:off x="6742739" y="2868060"/>
            <a:ext cx="1013974" cy="307777"/>
          </a:xfrm>
          <a:prstGeom prst="rect">
            <a:avLst/>
          </a:prstGeom>
          <a:noFill/>
        </p:spPr>
        <p:txBody>
          <a:bodyPr wrap="square" rtlCol="0">
            <a:spAutoFit/>
          </a:bodyPr>
          <a:lstStyle/>
          <a:p>
            <a:r>
              <a:rPr lang="en-US" sz="1400" dirty="0">
                <a:solidFill>
                  <a:schemeClr val="bg1"/>
                </a:solidFill>
              </a:rPr>
              <a:t>Register</a:t>
            </a:r>
          </a:p>
        </p:txBody>
      </p:sp>
      <p:sp>
        <p:nvSpPr>
          <p:cNvPr id="33" name="TextBox 32">
            <a:extLst>
              <a:ext uri="{FF2B5EF4-FFF2-40B4-BE49-F238E27FC236}">
                <a16:creationId xmlns:a16="http://schemas.microsoft.com/office/drawing/2014/main" id="{6C3EAC57-C0C8-F968-D936-DCAFA5A12A60}"/>
              </a:ext>
            </a:extLst>
          </p:cNvPr>
          <p:cNvSpPr txBox="1"/>
          <p:nvPr/>
        </p:nvSpPr>
        <p:spPr>
          <a:xfrm rot="16200000">
            <a:off x="7421899" y="3039111"/>
            <a:ext cx="855551" cy="307777"/>
          </a:xfrm>
          <a:prstGeom prst="rect">
            <a:avLst/>
          </a:prstGeom>
          <a:noFill/>
        </p:spPr>
        <p:txBody>
          <a:bodyPr wrap="square" rtlCol="0">
            <a:spAutoFit/>
          </a:bodyPr>
          <a:lstStyle/>
          <a:p>
            <a:r>
              <a:rPr lang="en-US" sz="1400" dirty="0">
                <a:solidFill>
                  <a:schemeClr val="bg1"/>
                </a:solidFill>
              </a:rPr>
              <a:t>Register</a:t>
            </a:r>
          </a:p>
        </p:txBody>
      </p:sp>
      <p:sp>
        <p:nvSpPr>
          <p:cNvPr id="40" name="TextBox 39">
            <a:extLst>
              <a:ext uri="{FF2B5EF4-FFF2-40B4-BE49-F238E27FC236}">
                <a16:creationId xmlns:a16="http://schemas.microsoft.com/office/drawing/2014/main" id="{46EE7EEB-D000-77A2-9545-8FB1042A0B41}"/>
              </a:ext>
            </a:extLst>
          </p:cNvPr>
          <p:cNvSpPr txBox="1"/>
          <p:nvPr/>
        </p:nvSpPr>
        <p:spPr>
          <a:xfrm rot="2732365">
            <a:off x="8620075" y="3066146"/>
            <a:ext cx="1013974" cy="307777"/>
          </a:xfrm>
          <a:prstGeom prst="rect">
            <a:avLst/>
          </a:prstGeom>
          <a:noFill/>
        </p:spPr>
        <p:txBody>
          <a:bodyPr wrap="square" rtlCol="0">
            <a:spAutoFit/>
          </a:bodyPr>
          <a:lstStyle/>
          <a:p>
            <a:r>
              <a:rPr lang="en-US" sz="1400" dirty="0">
                <a:solidFill>
                  <a:schemeClr val="bg1"/>
                </a:solidFill>
              </a:rPr>
              <a:t>Register</a:t>
            </a:r>
          </a:p>
        </p:txBody>
      </p:sp>
      <p:cxnSp>
        <p:nvCxnSpPr>
          <p:cNvPr id="13" name="Elbow Connector 12">
            <a:extLst>
              <a:ext uri="{FF2B5EF4-FFF2-40B4-BE49-F238E27FC236}">
                <a16:creationId xmlns:a16="http://schemas.microsoft.com/office/drawing/2014/main" id="{3E14333A-A833-4E2C-62D9-7A5A43C2A720}"/>
              </a:ext>
            </a:extLst>
          </p:cNvPr>
          <p:cNvCxnSpPr>
            <a:stCxn id="7" idx="2"/>
          </p:cNvCxnSpPr>
          <p:nvPr/>
        </p:nvCxnSpPr>
        <p:spPr>
          <a:xfrm rot="16200000" flipH="1">
            <a:off x="5980756" y="3431385"/>
            <a:ext cx="863600" cy="1570030"/>
          </a:xfrm>
          <a:prstGeom prst="bentConnector2">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13">
            <a:extLst>
              <a:ext uri="{FF2B5EF4-FFF2-40B4-BE49-F238E27FC236}">
                <a16:creationId xmlns:a16="http://schemas.microsoft.com/office/drawing/2014/main" id="{3292210F-9771-300F-22CB-7B671A203891}"/>
              </a:ext>
            </a:extLst>
          </p:cNvPr>
          <p:cNvCxnSpPr>
            <a:cxnSpLocks/>
            <a:endCxn id="9" idx="2"/>
          </p:cNvCxnSpPr>
          <p:nvPr/>
        </p:nvCxnSpPr>
        <p:spPr>
          <a:xfrm>
            <a:off x="5126224" y="3784598"/>
            <a:ext cx="5009286" cy="1430948"/>
          </a:xfrm>
          <a:prstGeom prst="bentConnector4">
            <a:avLst>
              <a:gd name="adj1" fmla="val 167"/>
              <a:gd name="adj2" fmla="val 115975"/>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8185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US" dirty="0"/>
              <a:t>Microservices Logging</a:t>
            </a:r>
          </a:p>
        </p:txBody>
      </p:sp>
      <p:grpSp>
        <p:nvGrpSpPr>
          <p:cNvPr id="36" name="Group 35">
            <a:extLst>
              <a:ext uri="{FF2B5EF4-FFF2-40B4-BE49-F238E27FC236}">
                <a16:creationId xmlns:a16="http://schemas.microsoft.com/office/drawing/2014/main" id="{4F2C15DA-F6BC-40D4-A8FE-0FDDF71C21AC}"/>
              </a:ext>
            </a:extLst>
          </p:cNvPr>
          <p:cNvGrpSpPr/>
          <p:nvPr/>
        </p:nvGrpSpPr>
        <p:grpSpPr>
          <a:xfrm>
            <a:off x="814903" y="1581468"/>
            <a:ext cx="3889215" cy="4150070"/>
            <a:chOff x="668576" y="1558595"/>
            <a:chExt cx="3889215" cy="4150070"/>
          </a:xfrm>
        </p:grpSpPr>
        <p:sp>
          <p:nvSpPr>
            <p:cNvPr id="17" name="Rectangle 16">
              <a:extLst>
                <a:ext uri="{FF2B5EF4-FFF2-40B4-BE49-F238E27FC236}">
                  <a16:creationId xmlns:a16="http://schemas.microsoft.com/office/drawing/2014/main" id="{D33BF911-5B38-4320-9B1B-DCD6D2DF7ADB}"/>
                </a:ext>
              </a:extLst>
            </p:cNvPr>
            <p:cNvSpPr/>
            <p:nvPr/>
          </p:nvSpPr>
          <p:spPr>
            <a:xfrm>
              <a:off x="668577" y="1943094"/>
              <a:ext cx="3889214" cy="2394443"/>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B695F7B-3069-4A72-A6BC-FE9B52DD811A}"/>
                </a:ext>
              </a:extLst>
            </p:cNvPr>
            <p:cNvSpPr/>
            <p:nvPr/>
          </p:nvSpPr>
          <p:spPr>
            <a:xfrm>
              <a:off x="2715829" y="2282092"/>
              <a:ext cx="1555261" cy="180535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CAEBDB25-D701-484D-8797-9F7D5A13B36A}"/>
                </a:ext>
              </a:extLst>
            </p:cNvPr>
            <p:cNvSpPr/>
            <p:nvPr/>
          </p:nvSpPr>
          <p:spPr>
            <a:xfrm>
              <a:off x="906585" y="2282092"/>
              <a:ext cx="1555261" cy="1805354"/>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563763" y="5370111"/>
              <a:ext cx="2107115" cy="338554"/>
            </a:xfrm>
            <a:prstGeom prst="rect">
              <a:avLst/>
            </a:prstGeom>
          </p:spPr>
          <p:txBody>
            <a:bodyPr wrap="none">
              <a:spAutoFit/>
            </a:bodyPr>
            <a:lstStyle/>
            <a:p>
              <a:r>
                <a:rPr lang="en-US" sz="1600" dirty="0">
                  <a:solidFill>
                    <a:schemeClr val="bg1"/>
                  </a:solidFill>
                  <a:latin typeface="charter"/>
                </a:rPr>
                <a:t>Logging in Each Service</a:t>
              </a:r>
              <a:endParaRPr lang="en-US" sz="1600" dirty="0">
                <a:solidFill>
                  <a:schemeClr val="bg1"/>
                </a:solidFill>
              </a:endParaRPr>
            </a:p>
          </p:txBody>
        </p:sp>
        <p:sp>
          <p:nvSpPr>
            <p:cNvPr id="8" name="Rectangle 7">
              <a:extLst>
                <a:ext uri="{FF2B5EF4-FFF2-40B4-BE49-F238E27FC236}">
                  <a16:creationId xmlns:a16="http://schemas.microsoft.com/office/drawing/2014/main" id="{C339D45F-24DA-4FEF-A9E1-4F64BC5C3D4C}"/>
                </a:ext>
              </a:extLst>
            </p:cNvPr>
            <p:cNvSpPr/>
            <p:nvPr/>
          </p:nvSpPr>
          <p:spPr>
            <a:xfrm>
              <a:off x="1078525" y="3290479"/>
              <a:ext cx="1227016" cy="71120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Logging Framework</a:t>
              </a:r>
            </a:p>
          </p:txBody>
        </p:sp>
        <p:sp>
          <p:nvSpPr>
            <p:cNvPr id="9" name="Rectangle 8">
              <a:extLst>
                <a:ext uri="{FF2B5EF4-FFF2-40B4-BE49-F238E27FC236}">
                  <a16:creationId xmlns:a16="http://schemas.microsoft.com/office/drawing/2014/main" id="{7E7A845E-A98A-4082-AC9E-2064E3C754D8}"/>
                </a:ext>
              </a:extLst>
            </p:cNvPr>
            <p:cNvSpPr/>
            <p:nvPr/>
          </p:nvSpPr>
          <p:spPr>
            <a:xfrm>
              <a:off x="2887751" y="3290479"/>
              <a:ext cx="1211419" cy="71120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Logging Framework</a:t>
              </a:r>
            </a:p>
          </p:txBody>
        </p:sp>
        <p:sp>
          <p:nvSpPr>
            <p:cNvPr id="11" name="Rectangle 10">
              <a:extLst>
                <a:ext uri="{FF2B5EF4-FFF2-40B4-BE49-F238E27FC236}">
                  <a16:creationId xmlns:a16="http://schemas.microsoft.com/office/drawing/2014/main" id="{E4931680-E5FD-4C44-8C71-ED9DF0B5F377}"/>
                </a:ext>
              </a:extLst>
            </p:cNvPr>
            <p:cNvSpPr/>
            <p:nvPr/>
          </p:nvSpPr>
          <p:spPr>
            <a:xfrm>
              <a:off x="668576" y="4594631"/>
              <a:ext cx="3889215" cy="589644"/>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 Destination</a:t>
              </a:r>
            </a:p>
          </p:txBody>
        </p:sp>
        <p:sp>
          <p:nvSpPr>
            <p:cNvPr id="14" name="Arrow: Down 13">
              <a:extLst>
                <a:ext uri="{FF2B5EF4-FFF2-40B4-BE49-F238E27FC236}">
                  <a16:creationId xmlns:a16="http://schemas.microsoft.com/office/drawing/2014/main" id="{2AF1BC39-CF0D-4AF9-8B4F-857B503B41AF}"/>
                </a:ext>
              </a:extLst>
            </p:cNvPr>
            <p:cNvSpPr/>
            <p:nvPr/>
          </p:nvSpPr>
          <p:spPr>
            <a:xfrm>
              <a:off x="3364388" y="4087446"/>
              <a:ext cx="265723" cy="496277"/>
            </a:xfrm>
            <a:prstGeom prst="downArrow">
              <a:avLst/>
            </a:prstGeom>
            <a:solidFill>
              <a:schemeClr val="accent1">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F39483B-015E-439E-A47B-6FFB5EDACD13}"/>
                </a:ext>
              </a:extLst>
            </p:cNvPr>
            <p:cNvSpPr txBox="1"/>
            <p:nvPr/>
          </p:nvSpPr>
          <p:spPr>
            <a:xfrm>
              <a:off x="928396" y="2617239"/>
              <a:ext cx="1500732" cy="307777"/>
            </a:xfrm>
            <a:prstGeom prst="rect">
              <a:avLst/>
            </a:prstGeom>
            <a:noFill/>
          </p:spPr>
          <p:txBody>
            <a:bodyPr wrap="none" rtlCol="0">
              <a:spAutoFit/>
            </a:bodyPr>
            <a:lstStyle/>
            <a:p>
              <a:r>
                <a:rPr lang="en-US" sz="1400" dirty="0"/>
                <a:t>Payment Service</a:t>
              </a:r>
            </a:p>
          </p:txBody>
        </p:sp>
        <p:sp>
          <p:nvSpPr>
            <p:cNvPr id="16" name="TextBox 15">
              <a:extLst>
                <a:ext uri="{FF2B5EF4-FFF2-40B4-BE49-F238E27FC236}">
                  <a16:creationId xmlns:a16="http://schemas.microsoft.com/office/drawing/2014/main" id="{8D06F02E-B145-4F46-A1E7-4482B5CF2C70}"/>
                </a:ext>
              </a:extLst>
            </p:cNvPr>
            <p:cNvSpPr txBox="1"/>
            <p:nvPr/>
          </p:nvSpPr>
          <p:spPr>
            <a:xfrm>
              <a:off x="2887751" y="2617238"/>
              <a:ext cx="1236236" cy="307777"/>
            </a:xfrm>
            <a:prstGeom prst="rect">
              <a:avLst/>
            </a:prstGeom>
            <a:noFill/>
          </p:spPr>
          <p:txBody>
            <a:bodyPr wrap="none" rtlCol="0">
              <a:spAutoFit/>
            </a:bodyPr>
            <a:lstStyle/>
            <a:p>
              <a:r>
                <a:rPr lang="en-US" sz="1400" dirty="0"/>
                <a:t>Order Service</a:t>
              </a:r>
            </a:p>
          </p:txBody>
        </p:sp>
        <p:sp>
          <p:nvSpPr>
            <p:cNvPr id="18" name="TextBox 17">
              <a:extLst>
                <a:ext uri="{FF2B5EF4-FFF2-40B4-BE49-F238E27FC236}">
                  <a16:creationId xmlns:a16="http://schemas.microsoft.com/office/drawing/2014/main" id="{89067295-D4C2-46C1-B25F-C37305308CA4}"/>
                </a:ext>
              </a:extLst>
            </p:cNvPr>
            <p:cNvSpPr txBox="1"/>
            <p:nvPr/>
          </p:nvSpPr>
          <p:spPr>
            <a:xfrm>
              <a:off x="1311833" y="1558595"/>
              <a:ext cx="2754280" cy="369332"/>
            </a:xfrm>
            <a:prstGeom prst="rect">
              <a:avLst/>
            </a:prstGeom>
            <a:noFill/>
          </p:spPr>
          <p:txBody>
            <a:bodyPr wrap="none" rtlCol="0">
              <a:spAutoFit/>
            </a:bodyPr>
            <a:lstStyle/>
            <a:p>
              <a:r>
                <a:rPr lang="en-US" dirty="0">
                  <a:solidFill>
                    <a:schemeClr val="bg1"/>
                  </a:solidFill>
                </a:rPr>
                <a:t>Microservice Architecture</a:t>
              </a:r>
            </a:p>
          </p:txBody>
        </p:sp>
        <p:sp>
          <p:nvSpPr>
            <p:cNvPr id="13" name="Arrow: Down 12">
              <a:extLst>
                <a:ext uri="{FF2B5EF4-FFF2-40B4-BE49-F238E27FC236}">
                  <a16:creationId xmlns:a16="http://schemas.microsoft.com/office/drawing/2014/main" id="{20487683-CFFA-447B-8705-794B7E95E2A6}"/>
                </a:ext>
              </a:extLst>
            </p:cNvPr>
            <p:cNvSpPr/>
            <p:nvPr/>
          </p:nvSpPr>
          <p:spPr>
            <a:xfrm>
              <a:off x="1570892" y="4087446"/>
              <a:ext cx="265723" cy="496277"/>
            </a:xfrm>
            <a:prstGeom prst="downArrow">
              <a:avLst/>
            </a:prstGeom>
            <a:solidFill>
              <a:schemeClr val="accent1">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03829925-F1D5-4ADB-AE12-F733D3E32194}"/>
              </a:ext>
            </a:extLst>
          </p:cNvPr>
          <p:cNvGrpSpPr/>
          <p:nvPr/>
        </p:nvGrpSpPr>
        <p:grpSpPr>
          <a:xfrm>
            <a:off x="7225747" y="1358432"/>
            <a:ext cx="3864348" cy="4390044"/>
            <a:chOff x="7659075" y="1358460"/>
            <a:chExt cx="3864348" cy="4390044"/>
          </a:xfrm>
        </p:grpSpPr>
        <p:sp>
          <p:nvSpPr>
            <p:cNvPr id="7" name="Rectangle 6"/>
            <p:cNvSpPr/>
            <p:nvPr/>
          </p:nvSpPr>
          <p:spPr>
            <a:xfrm>
              <a:off x="8521636" y="5409950"/>
              <a:ext cx="2449197" cy="338554"/>
            </a:xfrm>
            <a:prstGeom prst="rect">
              <a:avLst/>
            </a:prstGeom>
          </p:spPr>
          <p:txBody>
            <a:bodyPr wrap="none">
              <a:spAutoFit/>
            </a:bodyPr>
            <a:lstStyle/>
            <a:p>
              <a:r>
                <a:rPr lang="en-US" sz="1600" dirty="0">
                  <a:solidFill>
                    <a:schemeClr val="bg1"/>
                  </a:solidFill>
                  <a:latin typeface="charter"/>
                </a:rPr>
                <a:t>Centralized Logging Service</a:t>
              </a:r>
              <a:endParaRPr lang="en-US" sz="1600" dirty="0">
                <a:solidFill>
                  <a:schemeClr val="bg1"/>
                </a:solidFill>
              </a:endParaRPr>
            </a:p>
          </p:txBody>
        </p:sp>
        <p:sp>
          <p:nvSpPr>
            <p:cNvPr id="21" name="Rectangle 20">
              <a:extLst>
                <a:ext uri="{FF2B5EF4-FFF2-40B4-BE49-F238E27FC236}">
                  <a16:creationId xmlns:a16="http://schemas.microsoft.com/office/drawing/2014/main" id="{B6031626-9F6F-43EE-A08B-59D8332604BF}"/>
                </a:ext>
              </a:extLst>
            </p:cNvPr>
            <p:cNvSpPr/>
            <p:nvPr/>
          </p:nvSpPr>
          <p:spPr>
            <a:xfrm>
              <a:off x="7659076" y="1742057"/>
              <a:ext cx="3864347" cy="265209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B230E65-090F-4102-A0E9-A5A42071B5CB}"/>
                </a:ext>
              </a:extLst>
            </p:cNvPr>
            <p:cNvSpPr/>
            <p:nvPr/>
          </p:nvSpPr>
          <p:spPr>
            <a:xfrm>
              <a:off x="9728104" y="1993838"/>
              <a:ext cx="1555261" cy="129138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09B45EE-5B74-4D39-9BA3-913D53161E83}"/>
                </a:ext>
              </a:extLst>
            </p:cNvPr>
            <p:cNvSpPr/>
            <p:nvPr/>
          </p:nvSpPr>
          <p:spPr>
            <a:xfrm>
              <a:off x="7918860" y="1993838"/>
              <a:ext cx="1555261" cy="129138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1748482-C756-4B35-BE24-3DC8239A44DA}"/>
                </a:ext>
              </a:extLst>
            </p:cNvPr>
            <p:cNvSpPr/>
            <p:nvPr/>
          </p:nvSpPr>
          <p:spPr>
            <a:xfrm>
              <a:off x="8090800" y="2718574"/>
              <a:ext cx="1227016" cy="480883"/>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Log Source</a:t>
              </a:r>
            </a:p>
          </p:txBody>
        </p:sp>
        <p:sp>
          <p:nvSpPr>
            <p:cNvPr id="26" name="Rectangle 25">
              <a:extLst>
                <a:ext uri="{FF2B5EF4-FFF2-40B4-BE49-F238E27FC236}">
                  <a16:creationId xmlns:a16="http://schemas.microsoft.com/office/drawing/2014/main" id="{82B39A8D-70F0-436B-BD27-0B17716A3235}"/>
                </a:ext>
              </a:extLst>
            </p:cNvPr>
            <p:cNvSpPr/>
            <p:nvPr/>
          </p:nvSpPr>
          <p:spPr>
            <a:xfrm>
              <a:off x="9900026" y="2710128"/>
              <a:ext cx="1211419" cy="489329"/>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Log Source</a:t>
              </a:r>
            </a:p>
          </p:txBody>
        </p:sp>
        <p:sp>
          <p:nvSpPr>
            <p:cNvPr id="27" name="Rectangle 26">
              <a:extLst>
                <a:ext uri="{FF2B5EF4-FFF2-40B4-BE49-F238E27FC236}">
                  <a16:creationId xmlns:a16="http://schemas.microsoft.com/office/drawing/2014/main" id="{5DB2FAAB-6431-448A-9B68-16B8EC738C97}"/>
                </a:ext>
              </a:extLst>
            </p:cNvPr>
            <p:cNvSpPr/>
            <p:nvPr/>
          </p:nvSpPr>
          <p:spPr>
            <a:xfrm>
              <a:off x="7659075" y="4704573"/>
              <a:ext cx="3864347" cy="56423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 Destination</a:t>
              </a:r>
            </a:p>
          </p:txBody>
        </p:sp>
        <p:sp>
          <p:nvSpPr>
            <p:cNvPr id="28" name="Arrow: Down 27">
              <a:extLst>
                <a:ext uri="{FF2B5EF4-FFF2-40B4-BE49-F238E27FC236}">
                  <a16:creationId xmlns:a16="http://schemas.microsoft.com/office/drawing/2014/main" id="{25EAB6B5-BAE0-4E6B-86AE-5D1E22B16728}"/>
                </a:ext>
              </a:extLst>
            </p:cNvPr>
            <p:cNvSpPr/>
            <p:nvPr/>
          </p:nvSpPr>
          <p:spPr>
            <a:xfrm>
              <a:off x="8583167" y="3285225"/>
              <a:ext cx="265723" cy="349205"/>
            </a:xfrm>
            <a:prstGeom prst="downArrow">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Down 28">
              <a:extLst>
                <a:ext uri="{FF2B5EF4-FFF2-40B4-BE49-F238E27FC236}">
                  <a16:creationId xmlns:a16="http://schemas.microsoft.com/office/drawing/2014/main" id="{28C1D9C9-495F-4B9A-9121-58E7C0894A15}"/>
                </a:ext>
              </a:extLst>
            </p:cNvPr>
            <p:cNvSpPr/>
            <p:nvPr/>
          </p:nvSpPr>
          <p:spPr>
            <a:xfrm>
              <a:off x="10376663" y="3285225"/>
              <a:ext cx="265723" cy="349205"/>
            </a:xfrm>
            <a:prstGeom prst="downArrow">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D35EE9FC-B4CB-4D6B-81E3-4F6A7CA36935}"/>
                </a:ext>
              </a:extLst>
            </p:cNvPr>
            <p:cNvSpPr txBox="1"/>
            <p:nvPr/>
          </p:nvSpPr>
          <p:spPr>
            <a:xfrm>
              <a:off x="8371001" y="1358460"/>
              <a:ext cx="2754280" cy="369332"/>
            </a:xfrm>
            <a:prstGeom prst="rect">
              <a:avLst/>
            </a:prstGeom>
            <a:noFill/>
          </p:spPr>
          <p:txBody>
            <a:bodyPr wrap="none" rtlCol="0">
              <a:spAutoFit/>
            </a:bodyPr>
            <a:lstStyle/>
            <a:p>
              <a:r>
                <a:rPr lang="en-US" dirty="0">
                  <a:solidFill>
                    <a:schemeClr val="bg1"/>
                  </a:solidFill>
                </a:rPr>
                <a:t>Microservice Architecture</a:t>
              </a:r>
            </a:p>
          </p:txBody>
        </p:sp>
        <p:sp>
          <p:nvSpPr>
            <p:cNvPr id="33" name="Rectangle 32">
              <a:extLst>
                <a:ext uri="{FF2B5EF4-FFF2-40B4-BE49-F238E27FC236}">
                  <a16:creationId xmlns:a16="http://schemas.microsoft.com/office/drawing/2014/main" id="{F293719B-08F6-478C-ACF3-93977A829F4A}"/>
                </a:ext>
              </a:extLst>
            </p:cNvPr>
            <p:cNvSpPr/>
            <p:nvPr/>
          </p:nvSpPr>
          <p:spPr>
            <a:xfrm>
              <a:off x="7918860" y="3662961"/>
              <a:ext cx="3359844" cy="578586"/>
            </a:xfrm>
            <a:prstGeom prst="rect">
              <a:avLst/>
            </a:prstGeom>
            <a:solidFill>
              <a:srgbClr val="F2B044"/>
            </a:solidFill>
            <a:ln>
              <a:solidFill>
                <a:srgbClr val="F2B0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Centralized Logging Service </a:t>
              </a:r>
            </a:p>
          </p:txBody>
        </p:sp>
        <p:sp>
          <p:nvSpPr>
            <p:cNvPr id="35" name="Arrow: Down 34">
              <a:extLst>
                <a:ext uri="{FF2B5EF4-FFF2-40B4-BE49-F238E27FC236}">
                  <a16:creationId xmlns:a16="http://schemas.microsoft.com/office/drawing/2014/main" id="{5FF9E2CA-565A-406A-974C-43E0BEC2B625}"/>
                </a:ext>
              </a:extLst>
            </p:cNvPr>
            <p:cNvSpPr/>
            <p:nvPr/>
          </p:nvSpPr>
          <p:spPr>
            <a:xfrm>
              <a:off x="9406628" y="4241548"/>
              <a:ext cx="265723" cy="463026"/>
            </a:xfrm>
            <a:prstGeom prst="downArrow">
              <a:avLst/>
            </a:prstGeom>
            <a:solidFill>
              <a:schemeClr val="accent2">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FBF94E49-534E-13C0-F738-FAC0E5EED14A}"/>
              </a:ext>
            </a:extLst>
          </p:cNvPr>
          <p:cNvSpPr txBox="1"/>
          <p:nvPr/>
        </p:nvSpPr>
        <p:spPr>
          <a:xfrm>
            <a:off x="7520614" y="2167408"/>
            <a:ext cx="1500732" cy="307777"/>
          </a:xfrm>
          <a:prstGeom prst="rect">
            <a:avLst/>
          </a:prstGeom>
          <a:noFill/>
        </p:spPr>
        <p:txBody>
          <a:bodyPr wrap="none" rtlCol="0">
            <a:spAutoFit/>
          </a:bodyPr>
          <a:lstStyle/>
          <a:p>
            <a:r>
              <a:rPr lang="en-US" sz="1400" dirty="0"/>
              <a:t>Payment Service</a:t>
            </a:r>
          </a:p>
        </p:txBody>
      </p:sp>
      <p:sp>
        <p:nvSpPr>
          <p:cNvPr id="5" name="TextBox 4">
            <a:extLst>
              <a:ext uri="{FF2B5EF4-FFF2-40B4-BE49-F238E27FC236}">
                <a16:creationId xmlns:a16="http://schemas.microsoft.com/office/drawing/2014/main" id="{35016165-25F4-16DF-D947-9C082FFDDDA8}"/>
              </a:ext>
            </a:extLst>
          </p:cNvPr>
          <p:cNvSpPr txBox="1"/>
          <p:nvPr/>
        </p:nvSpPr>
        <p:spPr>
          <a:xfrm>
            <a:off x="9461440" y="2178474"/>
            <a:ext cx="1236236" cy="307777"/>
          </a:xfrm>
          <a:prstGeom prst="rect">
            <a:avLst/>
          </a:prstGeom>
          <a:noFill/>
        </p:spPr>
        <p:txBody>
          <a:bodyPr wrap="none" rtlCol="0">
            <a:spAutoFit/>
          </a:bodyPr>
          <a:lstStyle/>
          <a:p>
            <a:r>
              <a:rPr lang="en-US" sz="1400" dirty="0"/>
              <a:t>Order Service</a:t>
            </a:r>
          </a:p>
        </p:txBody>
      </p:sp>
    </p:spTree>
    <p:extLst>
      <p:ext uri="{BB962C8B-B14F-4D97-AF65-F5344CB8AC3E}">
        <p14:creationId xmlns:p14="http://schemas.microsoft.com/office/powerpoint/2010/main" val="777465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sz="2400" b="1" dirty="0"/>
              <a:t>Elastic Search </a:t>
            </a:r>
            <a:r>
              <a:rPr lang="en-US" sz="2400" dirty="0"/>
              <a:t>is a NoSQL database that is capable of taking all logs, index them and making them searchable. </a:t>
            </a:r>
          </a:p>
          <a:p>
            <a:pPr algn="just">
              <a:lnSpc>
                <a:spcPct val="100000"/>
              </a:lnSpc>
            </a:pPr>
            <a:r>
              <a:rPr lang="en-US" sz="2400" b="1" dirty="0" err="1"/>
              <a:t>LogStash</a:t>
            </a:r>
            <a:r>
              <a:rPr lang="en-US" sz="2400" dirty="0"/>
              <a:t> is a log collector for storing logs in a structured JSON format. </a:t>
            </a:r>
          </a:p>
          <a:p>
            <a:pPr algn="just">
              <a:lnSpc>
                <a:spcPct val="100000"/>
              </a:lnSpc>
            </a:pPr>
            <a:r>
              <a:rPr lang="en-US" sz="2400" b="1" dirty="0"/>
              <a:t>Kibana</a:t>
            </a:r>
            <a:r>
              <a:rPr lang="en-US" sz="2400" dirty="0"/>
              <a:t> is a UI that can connect to Elastic Search and provide a usable interface for searching logs, making queries, and dashboards and charts out of those queries. </a:t>
            </a:r>
          </a:p>
        </p:txBody>
      </p:sp>
      <p:sp>
        <p:nvSpPr>
          <p:cNvPr id="3" name="Content Placeholder 2"/>
          <p:cNvSpPr>
            <a:spLocks noGrp="1"/>
          </p:cNvSpPr>
          <p:nvPr>
            <p:ph sz="half" idx="10"/>
          </p:nvPr>
        </p:nvSpPr>
        <p:spPr/>
        <p:txBody>
          <a:bodyPr>
            <a:normAutofit/>
          </a:bodyPr>
          <a:lstStyle/>
          <a:p>
            <a:r>
              <a:rPr lang="en-US" dirty="0"/>
              <a:t>Logging with ELK Stack</a:t>
            </a:r>
          </a:p>
        </p:txBody>
      </p:sp>
      <p:pic>
        <p:nvPicPr>
          <p:cNvPr id="7" name="Picture 6">
            <a:extLst>
              <a:ext uri="{FF2B5EF4-FFF2-40B4-BE49-F238E27FC236}">
                <a16:creationId xmlns:a16="http://schemas.microsoft.com/office/drawing/2014/main" id="{1C3EEF12-0840-09C0-4216-9E566CE0FE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4645" y="3909658"/>
            <a:ext cx="6655335" cy="1984540"/>
          </a:xfrm>
          <a:prstGeom prst="rect">
            <a:avLst/>
          </a:prstGeom>
        </p:spPr>
      </p:pic>
    </p:spTree>
    <p:extLst>
      <p:ext uri="{BB962C8B-B14F-4D97-AF65-F5344CB8AC3E}">
        <p14:creationId xmlns:p14="http://schemas.microsoft.com/office/powerpoint/2010/main" val="579766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DF0452-6D10-41E9-BF55-8EFDFAF4AAE9}"/>
              </a:ext>
            </a:extLst>
          </p:cNvPr>
          <p:cNvSpPr>
            <a:spLocks noGrp="1"/>
          </p:cNvSpPr>
          <p:nvPr>
            <p:ph sz="half" idx="1"/>
          </p:nvPr>
        </p:nvSpPr>
        <p:spPr/>
        <p:txBody>
          <a:bodyPr>
            <a:normAutofit fontScale="85000" lnSpcReduction="20000"/>
          </a:bodyPr>
          <a:lstStyle/>
          <a:p>
            <a:pPr marL="0" indent="0">
              <a:buNone/>
            </a:pPr>
            <a:r>
              <a:rPr lang="en-US" dirty="0"/>
              <a:t>&gt; git clone https://github.com/deviantony/docker-elk.git</a:t>
            </a:r>
          </a:p>
          <a:p>
            <a:pPr marL="0" indent="0">
              <a:buNone/>
            </a:pPr>
            <a:r>
              <a:rPr lang="en-US" dirty="0"/>
              <a:t>&gt; cd docker-elk</a:t>
            </a:r>
          </a:p>
          <a:p>
            <a:r>
              <a:rPr lang="en-US" dirty="0"/>
              <a:t>Change Credential in .env file, if needed:</a:t>
            </a:r>
          </a:p>
          <a:p>
            <a:pPr marL="457200" lvl="1" indent="0">
              <a:buNone/>
            </a:pPr>
            <a:r>
              <a:rPr lang="en-US" dirty="0"/>
              <a:t>- </a:t>
            </a:r>
            <a:r>
              <a:rPr lang="en-US" dirty="0" err="1"/>
              <a:t>username:elastic</a:t>
            </a:r>
            <a:endParaRPr lang="en-US" dirty="0"/>
          </a:p>
          <a:p>
            <a:pPr marL="457200" lvl="1" indent="0">
              <a:buNone/>
            </a:pPr>
            <a:r>
              <a:rPr lang="en-US" dirty="0"/>
              <a:t>- </a:t>
            </a:r>
            <a:r>
              <a:rPr lang="en-US" dirty="0" err="1"/>
              <a:t>password:changeme</a:t>
            </a:r>
            <a:endParaRPr lang="en-US" dirty="0"/>
          </a:p>
          <a:p>
            <a:pPr marL="0" indent="0">
              <a:buNone/>
            </a:pPr>
            <a:r>
              <a:rPr lang="en-US" dirty="0"/>
              <a:t>&gt; docker-compose up setup</a:t>
            </a:r>
          </a:p>
          <a:p>
            <a:pPr marL="0" indent="0">
              <a:buNone/>
            </a:pPr>
            <a:r>
              <a:rPr lang="en-US" dirty="0"/>
              <a:t>&gt; docker-compose up</a:t>
            </a:r>
          </a:p>
          <a:p>
            <a:r>
              <a:rPr lang="en-US" dirty="0"/>
              <a:t>Accessing Dashboard</a:t>
            </a:r>
            <a:endParaRPr lang="en-US" dirty="0">
              <a:hlinkClick r:id="rId3">
                <a:extLst>
                  <a:ext uri="{A12FA001-AC4F-418D-AE19-62706E023703}">
                    <ahyp:hlinkClr xmlns:ahyp="http://schemas.microsoft.com/office/drawing/2018/hyperlinkcolor" val="tx"/>
                  </a:ext>
                </a:extLst>
              </a:hlinkClick>
            </a:endParaRPr>
          </a:p>
          <a:p>
            <a:pPr lvl="1"/>
            <a:r>
              <a:rPr lang="en-US" dirty="0"/>
              <a:t>Kibana: </a:t>
            </a:r>
            <a:r>
              <a:rPr lang="en-US" i="1" dirty="0"/>
              <a:t>localhost:9200</a:t>
            </a:r>
          </a:p>
          <a:p>
            <a:pPr marL="685800" lvl="2">
              <a:spcBef>
                <a:spcPts val="1000"/>
              </a:spcBef>
            </a:pPr>
            <a:r>
              <a:rPr lang="en-US" sz="2800" dirty="0"/>
              <a:t>Elastic Search UI: </a:t>
            </a:r>
            <a:r>
              <a:rPr lang="en-US" sz="2800" i="1" dirty="0"/>
              <a:t>localhost:5601</a:t>
            </a:r>
            <a:endParaRPr lang="en-IN" dirty="0"/>
          </a:p>
          <a:p>
            <a:r>
              <a:rPr lang="en-IN" dirty="0"/>
              <a:t>Create a custom index for logging using UI as: </a:t>
            </a:r>
          </a:p>
          <a:p>
            <a:pPr lvl="1"/>
            <a:r>
              <a:rPr lang="en-IN" dirty="0"/>
              <a:t>Management &gt; Stack Management &gt; Kibana &gt; </a:t>
            </a:r>
            <a:r>
              <a:rPr lang="en-IN" dirty="0" err="1"/>
              <a:t>DataView</a:t>
            </a:r>
            <a:r>
              <a:rPr lang="en-IN" dirty="0"/>
              <a:t> &gt; Create Data View</a:t>
            </a:r>
          </a:p>
          <a:p>
            <a:pPr lvl="1"/>
            <a:r>
              <a:rPr lang="en-IN" dirty="0"/>
              <a:t>OR: Management &gt; Stack Management &gt; Data &gt; Index Management &gt; Create Index</a:t>
            </a:r>
            <a:endParaRPr lang="en-US" sz="2800" i="1" dirty="0"/>
          </a:p>
        </p:txBody>
      </p:sp>
      <p:sp>
        <p:nvSpPr>
          <p:cNvPr id="3" name="Content Placeholder 2">
            <a:extLst>
              <a:ext uri="{FF2B5EF4-FFF2-40B4-BE49-F238E27FC236}">
                <a16:creationId xmlns:a16="http://schemas.microsoft.com/office/drawing/2014/main" id="{ECE779EA-9295-49A4-8497-71BCED9E64CC}"/>
              </a:ext>
            </a:extLst>
          </p:cNvPr>
          <p:cNvSpPr>
            <a:spLocks noGrp="1"/>
          </p:cNvSpPr>
          <p:nvPr>
            <p:ph sz="half" idx="10"/>
          </p:nvPr>
        </p:nvSpPr>
        <p:spPr/>
        <p:txBody>
          <a:bodyPr/>
          <a:lstStyle/>
          <a:p>
            <a:r>
              <a:rPr lang="en-US" dirty="0"/>
              <a:t>ELK Stack</a:t>
            </a:r>
            <a:r>
              <a:rPr lang="en-IN" dirty="0"/>
              <a:t> Docker Setup</a:t>
            </a:r>
          </a:p>
        </p:txBody>
      </p:sp>
    </p:spTree>
    <p:extLst>
      <p:ext uri="{BB962C8B-B14F-4D97-AF65-F5344CB8AC3E}">
        <p14:creationId xmlns:p14="http://schemas.microsoft.com/office/powerpoint/2010/main" val="1859593775"/>
      </p:ext>
    </p:extLst>
  </p:cSld>
  <p:clrMapOvr>
    <a:masterClrMapping/>
  </p:clrMapOvr>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ScholarHat Theme</Template>
  <TotalTime>1526</TotalTime>
  <Words>1278</Words>
  <Application>Microsoft Macintosh PowerPoint</Application>
  <PresentationFormat>Widescreen</PresentationFormat>
  <Paragraphs>152</Paragraphs>
  <Slides>13</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Calibri</vt:lpstr>
      <vt:lpstr>Calibri Light</vt:lpstr>
      <vt:lpstr>charter</vt:lpstr>
      <vt:lpstr>Montserrat</vt:lpstr>
      <vt:lpstr>Raleway</vt:lpstr>
      <vt:lpstr>Roboto</vt:lpstr>
      <vt:lpstr>Roboto Light</vt:lpstr>
      <vt:lpstr>Segoe UI</vt:lpstr>
      <vt:lpstr>ScholarHat Layout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Shailendra Chauhan</dc:creator>
  <cp:lastModifiedBy>Venkataramanan Amirthalingam</cp:lastModifiedBy>
  <cp:revision>1</cp:revision>
  <dcterms:created xsi:type="dcterms:W3CDTF">2015-04-26T09:42:59Z</dcterms:created>
  <dcterms:modified xsi:type="dcterms:W3CDTF">2025-07-20T16:11:01Z</dcterms:modified>
</cp:coreProperties>
</file>