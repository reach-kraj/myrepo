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7" r:id="rId1"/>
  </p:sldMasterIdLst>
  <p:notesMasterIdLst>
    <p:notesMasterId r:id="rId13"/>
  </p:notesMasterIdLst>
  <p:handoutMasterIdLst>
    <p:handoutMasterId r:id="rId14"/>
  </p:handoutMasterIdLst>
  <p:sldIdLst>
    <p:sldId id="3784" r:id="rId2"/>
    <p:sldId id="3771" r:id="rId3"/>
    <p:sldId id="3778" r:id="rId4"/>
    <p:sldId id="3777" r:id="rId5"/>
    <p:sldId id="3774" r:id="rId6"/>
    <p:sldId id="3775" r:id="rId7"/>
    <p:sldId id="3780" r:id="rId8"/>
    <p:sldId id="3781" r:id="rId9"/>
    <p:sldId id="3782" r:id="rId10"/>
    <p:sldId id="3779" r:id="rId11"/>
    <p:sldId id="378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99"/>
    <a:srgbClr val="FF9900"/>
    <a:srgbClr val="FF3300"/>
    <a:srgbClr val="009BD2"/>
    <a:srgbClr val="FF3399"/>
    <a:srgbClr val="146BD8"/>
    <a:srgbClr val="FFFFFF"/>
    <a:srgbClr val="DC5F3F"/>
    <a:srgbClr val="DD34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09" autoAdjust="0"/>
    <p:restoredTop sz="65764" autoAdjust="0"/>
  </p:normalViewPr>
  <p:slideViewPr>
    <p:cSldViewPr snapToGrid="0">
      <p:cViewPr varScale="1">
        <p:scale>
          <a:sx n="124" d="100"/>
          <a:sy n="124" d="100"/>
        </p:scale>
        <p:origin x="10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lendra Chauhan" userId="a7d3133f-e197-4b90-bf63-99a63a264234" providerId="ADAL" clId="{59FAECFF-BAE5-4263-8B2C-46D856D58D35}"/>
    <pc:docChg chg="custSel modSld">
      <pc:chgData name="Shailendra Chauhan" userId="a7d3133f-e197-4b90-bf63-99a63a264234" providerId="ADAL" clId="{59FAECFF-BAE5-4263-8B2C-46D856D58D35}" dt="2024-03-30T15:24:25.773" v="3" actId="207"/>
      <pc:docMkLst>
        <pc:docMk/>
      </pc:docMkLst>
      <pc:sldChg chg="modSp mod">
        <pc:chgData name="Shailendra Chauhan" userId="a7d3133f-e197-4b90-bf63-99a63a264234" providerId="ADAL" clId="{59FAECFF-BAE5-4263-8B2C-46D856D58D35}" dt="2024-03-30T15:24:25.773" v="3" actId="207"/>
        <pc:sldMkLst>
          <pc:docMk/>
          <pc:sldMk cId="525541175" sldId="3781"/>
        </pc:sldMkLst>
        <pc:spChg chg="mod">
          <ac:chgData name="Shailendra Chauhan" userId="a7d3133f-e197-4b90-bf63-99a63a264234" providerId="ADAL" clId="{59FAECFF-BAE5-4263-8B2C-46D856D58D35}" dt="2024-03-30T15:24:25.773" v="3" actId="207"/>
          <ac:spMkLst>
            <pc:docMk/>
            <pc:sldMk cId="525541175" sldId="3781"/>
            <ac:spMk id="2" creationId="{5D20CE57-A2FE-4C56-AF13-AC68AC3C737A}"/>
          </ac:spMkLst>
        </pc:spChg>
      </pc:sldChg>
      <pc:sldChg chg="modSp mod">
        <pc:chgData name="Shailendra Chauhan" userId="a7d3133f-e197-4b90-bf63-99a63a264234" providerId="ADAL" clId="{59FAECFF-BAE5-4263-8B2C-46D856D58D35}" dt="2024-03-30T15:24:15.842" v="0" actId="404"/>
        <pc:sldMkLst>
          <pc:docMk/>
          <pc:sldMk cId="3497219353" sldId="3782"/>
        </pc:sldMkLst>
        <pc:spChg chg="mod">
          <ac:chgData name="Shailendra Chauhan" userId="a7d3133f-e197-4b90-bf63-99a63a264234" providerId="ADAL" clId="{59FAECFF-BAE5-4263-8B2C-46D856D58D35}" dt="2024-03-30T15:24:15.842" v="0" actId="404"/>
          <ac:spMkLst>
            <pc:docMk/>
            <pc:sldMk cId="3497219353" sldId="3782"/>
            <ac:spMk id="2" creationId="{5D20CE57-A2FE-4C56-AF13-AC68AC3C737A}"/>
          </ac:spMkLst>
        </pc:spChg>
      </pc:sldChg>
    </pc:docChg>
  </pc:docChgLst>
  <pc:docChgLst>
    <pc:chgData name="Shailendra Chauhan" userId="a7d3133f-e197-4b90-bf63-99a63a264234" providerId="ADAL" clId="{FBA9477D-43A2-4C34-BAD1-24D790FB6423}"/>
    <pc:docChg chg="modSld">
      <pc:chgData name="Shailendra Chauhan" userId="a7d3133f-e197-4b90-bf63-99a63a264234" providerId="ADAL" clId="{FBA9477D-43A2-4C34-BAD1-24D790FB6423}" dt="2024-10-29T10:47:13.471" v="0" actId="255"/>
      <pc:docMkLst>
        <pc:docMk/>
      </pc:docMkLst>
      <pc:sldChg chg="modSp mod">
        <pc:chgData name="Shailendra Chauhan" userId="a7d3133f-e197-4b90-bf63-99a63a264234" providerId="ADAL" clId="{FBA9477D-43A2-4C34-BAD1-24D790FB6423}" dt="2024-10-29T10:47:13.471" v="0" actId="255"/>
        <pc:sldMkLst>
          <pc:docMk/>
          <pc:sldMk cId="222345121" sldId="3784"/>
        </pc:sldMkLst>
        <pc:spChg chg="mod">
          <ac:chgData name="Shailendra Chauhan" userId="a7d3133f-e197-4b90-bf63-99a63a264234" providerId="ADAL" clId="{FBA9477D-43A2-4C34-BAD1-24D790FB6423}" dt="2024-10-29T10:47:13.471" v="0" actId="255"/>
          <ac:spMkLst>
            <pc:docMk/>
            <pc:sldMk cId="222345121" sldId="3784"/>
            <ac:spMk id="3" creationId="{86EC07CF-8C22-FAE3-A482-123CE1376246}"/>
          </ac:spMkLst>
        </pc:spChg>
      </pc:sldChg>
    </pc:docChg>
  </pc:docChgLst>
  <pc:docChgLst>
    <pc:chgData name="Shailendra Chauhan" userId="a7d3133f-e197-4b90-bf63-99a63a264234" providerId="ADAL" clId="{022ABE9B-F48D-43FC-906E-CCB0DD3F5BC2}"/>
    <pc:docChg chg="delSld">
      <pc:chgData name="Shailendra Chauhan" userId="a7d3133f-e197-4b90-bf63-99a63a264234" providerId="ADAL" clId="{022ABE9B-F48D-43FC-906E-CCB0DD3F5BC2}" dt="2024-09-25T14:06:33.201" v="0" actId="2696"/>
      <pc:docMkLst>
        <pc:docMk/>
      </pc:docMkLst>
      <pc:sldChg chg="del">
        <pc:chgData name="Shailendra Chauhan" userId="a7d3133f-e197-4b90-bf63-99a63a264234" providerId="ADAL" clId="{022ABE9B-F48D-43FC-906E-CCB0DD3F5BC2}" dt="2024-09-25T14:06:33.201" v="0" actId="2696"/>
        <pc:sldMkLst>
          <pc:docMk/>
          <pc:sldMk cId="1583313023" sldId="3786"/>
        </pc:sldMkLst>
      </pc:sldChg>
    </pc:docChg>
  </pc:docChgLst>
  <pc:docChgLst>
    <pc:chgData name="Shailendra Chauhan" userId="a7d3133f-e197-4b90-bf63-99a63a264234" providerId="ADAL" clId="{29299841-DB43-4F9D-A04F-D7D86DAF3AAB}"/>
    <pc:docChg chg="undo custSel modSld modMainMaster">
      <pc:chgData name="Shailendra Chauhan" userId="a7d3133f-e197-4b90-bf63-99a63a264234" providerId="ADAL" clId="{29299841-DB43-4F9D-A04F-D7D86DAF3AAB}" dt="2024-08-01T04:04:57.571" v="30" actId="2696"/>
      <pc:docMkLst>
        <pc:docMk/>
      </pc:docMkLst>
      <pc:sldChg chg="modSp mod modClrScheme chgLayout">
        <pc:chgData name="Shailendra Chauhan" userId="a7d3133f-e197-4b90-bf63-99a63a264234" providerId="ADAL" clId="{29299841-DB43-4F9D-A04F-D7D86DAF3AAB}" dt="2024-08-01T04:03:44.618" v="5" actId="700"/>
        <pc:sldMkLst>
          <pc:docMk/>
          <pc:sldMk cId="1533238454" sldId="3771"/>
        </pc:sldMkLst>
        <pc:spChg chg="mod ord">
          <ac:chgData name="Shailendra Chauhan" userId="a7d3133f-e197-4b90-bf63-99a63a264234" providerId="ADAL" clId="{29299841-DB43-4F9D-A04F-D7D86DAF3AAB}" dt="2024-08-01T04:03:44.618" v="5" actId="700"/>
          <ac:spMkLst>
            <pc:docMk/>
            <pc:sldMk cId="1533238454" sldId="3771"/>
            <ac:spMk id="3" creationId="{8653721E-DA15-410D-A88A-C248869B0F9F}"/>
          </ac:spMkLst>
        </pc:spChg>
        <pc:spChg chg="mod ord">
          <ac:chgData name="Shailendra Chauhan" userId="a7d3133f-e197-4b90-bf63-99a63a264234" providerId="ADAL" clId="{29299841-DB43-4F9D-A04F-D7D86DAF3AAB}" dt="2024-08-01T04:03:44.618" v="5" actId="700"/>
          <ac:spMkLst>
            <pc:docMk/>
            <pc:sldMk cId="1533238454" sldId="3771"/>
            <ac:spMk id="4" creationId="{5240B49A-0F8E-46E4-8022-B90AE0C8F433}"/>
          </ac:spMkLst>
        </pc:spChg>
      </pc:sldChg>
      <pc:sldChg chg="modSp mod modClrScheme chgLayout">
        <pc:chgData name="Shailendra Chauhan" userId="a7d3133f-e197-4b90-bf63-99a63a264234" providerId="ADAL" clId="{29299841-DB43-4F9D-A04F-D7D86DAF3AAB}" dt="2024-08-01T04:04:03.025" v="13" actId="27636"/>
        <pc:sldMkLst>
          <pc:docMk/>
          <pc:sldMk cId="3850136424" sldId="3774"/>
        </pc:sldMkLst>
        <pc:spChg chg="mod ord">
          <ac:chgData name="Shailendra Chauhan" userId="a7d3133f-e197-4b90-bf63-99a63a264234" providerId="ADAL" clId="{29299841-DB43-4F9D-A04F-D7D86DAF3AAB}" dt="2024-08-01T04:04:03.011" v="12" actId="700"/>
          <ac:spMkLst>
            <pc:docMk/>
            <pc:sldMk cId="3850136424" sldId="3774"/>
            <ac:spMk id="2" creationId="{547B71FC-9183-469E-BB2E-1F53A4876458}"/>
          </ac:spMkLst>
        </pc:spChg>
        <pc:spChg chg="mod ord">
          <ac:chgData name="Shailendra Chauhan" userId="a7d3133f-e197-4b90-bf63-99a63a264234" providerId="ADAL" clId="{29299841-DB43-4F9D-A04F-D7D86DAF3AAB}" dt="2024-08-01T04:04:03.025" v="13" actId="27636"/>
          <ac:spMkLst>
            <pc:docMk/>
            <pc:sldMk cId="3850136424" sldId="3774"/>
            <ac:spMk id="3" creationId="{2CC90621-777C-4799-A974-33068D6CBDD9}"/>
          </ac:spMkLst>
        </pc:spChg>
      </pc:sldChg>
      <pc:sldChg chg="modSp mod modClrScheme chgLayout">
        <pc:chgData name="Shailendra Chauhan" userId="a7d3133f-e197-4b90-bf63-99a63a264234" providerId="ADAL" clId="{29299841-DB43-4F9D-A04F-D7D86DAF3AAB}" dt="2024-08-01T04:04:06.604" v="15" actId="27636"/>
        <pc:sldMkLst>
          <pc:docMk/>
          <pc:sldMk cId="2529564578" sldId="3775"/>
        </pc:sldMkLst>
        <pc:spChg chg="mod ord">
          <ac:chgData name="Shailendra Chauhan" userId="a7d3133f-e197-4b90-bf63-99a63a264234" providerId="ADAL" clId="{29299841-DB43-4F9D-A04F-D7D86DAF3AAB}" dt="2024-08-01T04:04:06.589" v="14" actId="700"/>
          <ac:spMkLst>
            <pc:docMk/>
            <pc:sldMk cId="2529564578" sldId="3775"/>
            <ac:spMk id="2" creationId="{547B71FC-9183-469E-BB2E-1F53A4876458}"/>
          </ac:spMkLst>
        </pc:spChg>
        <pc:spChg chg="mod ord">
          <ac:chgData name="Shailendra Chauhan" userId="a7d3133f-e197-4b90-bf63-99a63a264234" providerId="ADAL" clId="{29299841-DB43-4F9D-A04F-D7D86DAF3AAB}" dt="2024-08-01T04:04:06.604" v="15" actId="27636"/>
          <ac:spMkLst>
            <pc:docMk/>
            <pc:sldMk cId="2529564578" sldId="3775"/>
            <ac:spMk id="3" creationId="{2CC90621-777C-4799-A974-33068D6CBDD9}"/>
          </ac:spMkLst>
        </pc:spChg>
      </pc:sldChg>
      <pc:sldChg chg="modSp mod modClrScheme chgLayout">
        <pc:chgData name="Shailendra Chauhan" userId="a7d3133f-e197-4b90-bf63-99a63a264234" providerId="ADAL" clId="{29299841-DB43-4F9D-A04F-D7D86DAF3AAB}" dt="2024-08-01T04:03:59.934" v="11" actId="1076"/>
        <pc:sldMkLst>
          <pc:docMk/>
          <pc:sldMk cId="1230654955" sldId="3777"/>
        </pc:sldMkLst>
        <pc:spChg chg="mod ord">
          <ac:chgData name="Shailendra Chauhan" userId="a7d3133f-e197-4b90-bf63-99a63a264234" providerId="ADAL" clId="{29299841-DB43-4F9D-A04F-D7D86DAF3AAB}" dt="2024-08-01T04:03:56.793" v="10" actId="27636"/>
          <ac:spMkLst>
            <pc:docMk/>
            <pc:sldMk cId="1230654955" sldId="3777"/>
            <ac:spMk id="2" creationId="{547B71FC-9183-469E-BB2E-1F53A4876458}"/>
          </ac:spMkLst>
        </pc:spChg>
        <pc:spChg chg="mod ord">
          <ac:chgData name="Shailendra Chauhan" userId="a7d3133f-e197-4b90-bf63-99a63a264234" providerId="ADAL" clId="{29299841-DB43-4F9D-A04F-D7D86DAF3AAB}" dt="2024-08-01T04:03:53.921" v="7" actId="700"/>
          <ac:spMkLst>
            <pc:docMk/>
            <pc:sldMk cId="1230654955" sldId="3777"/>
            <ac:spMk id="3" creationId="{2CC90621-777C-4799-A974-33068D6CBDD9}"/>
          </ac:spMkLst>
        </pc:spChg>
        <pc:graphicFrameChg chg="mod">
          <ac:chgData name="Shailendra Chauhan" userId="a7d3133f-e197-4b90-bf63-99a63a264234" providerId="ADAL" clId="{29299841-DB43-4F9D-A04F-D7D86DAF3AAB}" dt="2024-08-01T04:03:59.934" v="11" actId="1076"/>
          <ac:graphicFrameMkLst>
            <pc:docMk/>
            <pc:sldMk cId="1230654955" sldId="3777"/>
            <ac:graphicFrameMk id="4" creationId="{1B27C253-DEF3-4A36-ACAA-21C23F17380D}"/>
          </ac:graphicFrameMkLst>
        </pc:graphicFrameChg>
      </pc:sldChg>
      <pc:sldChg chg="modSp mod modClrScheme chgLayout">
        <pc:chgData name="Shailendra Chauhan" userId="a7d3133f-e197-4b90-bf63-99a63a264234" providerId="ADAL" clId="{29299841-DB43-4F9D-A04F-D7D86DAF3AAB}" dt="2024-08-01T04:03:49.693" v="6" actId="700"/>
        <pc:sldMkLst>
          <pc:docMk/>
          <pc:sldMk cId="2072787371" sldId="3778"/>
        </pc:sldMkLst>
        <pc:spChg chg="mod ord">
          <ac:chgData name="Shailendra Chauhan" userId="a7d3133f-e197-4b90-bf63-99a63a264234" providerId="ADAL" clId="{29299841-DB43-4F9D-A04F-D7D86DAF3AAB}" dt="2024-08-01T04:03:49.693" v="6" actId="700"/>
          <ac:spMkLst>
            <pc:docMk/>
            <pc:sldMk cId="2072787371" sldId="3778"/>
            <ac:spMk id="3" creationId="{E0CE65CB-6AD9-4E8F-9D2D-B3F37A91E643}"/>
          </ac:spMkLst>
        </pc:spChg>
      </pc:sldChg>
      <pc:sldChg chg="modSp mod modClrScheme chgLayout">
        <pc:chgData name="Shailendra Chauhan" userId="a7d3133f-e197-4b90-bf63-99a63a264234" providerId="ADAL" clId="{29299841-DB43-4F9D-A04F-D7D86DAF3AAB}" dt="2024-08-01T04:04:39.387" v="23" actId="14100"/>
        <pc:sldMkLst>
          <pc:docMk/>
          <pc:sldMk cId="1817560689" sldId="3779"/>
        </pc:sldMkLst>
        <pc:spChg chg="mod ord">
          <ac:chgData name="Shailendra Chauhan" userId="a7d3133f-e197-4b90-bf63-99a63a264234" providerId="ADAL" clId="{29299841-DB43-4F9D-A04F-D7D86DAF3AAB}" dt="2024-08-01T04:04:31.369" v="22" actId="700"/>
          <ac:spMkLst>
            <pc:docMk/>
            <pc:sldMk cId="1817560689" sldId="3779"/>
            <ac:spMk id="3" creationId="{407E0901-21AA-4866-8D17-0020CBC4B6AA}"/>
          </ac:spMkLst>
        </pc:spChg>
        <pc:picChg chg="mod ord">
          <ac:chgData name="Shailendra Chauhan" userId="a7d3133f-e197-4b90-bf63-99a63a264234" providerId="ADAL" clId="{29299841-DB43-4F9D-A04F-D7D86DAF3AAB}" dt="2024-08-01T04:04:39.387" v="23" actId="14100"/>
          <ac:picMkLst>
            <pc:docMk/>
            <pc:sldMk cId="1817560689" sldId="3779"/>
            <ac:picMk id="1026" creationId="{F5494007-A9E0-488D-9D1E-FEA9FA78D40F}"/>
          </ac:picMkLst>
        </pc:picChg>
      </pc:sldChg>
      <pc:sldChg chg="modSp mod modClrScheme chgLayout">
        <pc:chgData name="Shailendra Chauhan" userId="a7d3133f-e197-4b90-bf63-99a63a264234" providerId="ADAL" clId="{29299841-DB43-4F9D-A04F-D7D86DAF3AAB}" dt="2024-08-01T04:04:10.101" v="16" actId="700"/>
        <pc:sldMkLst>
          <pc:docMk/>
          <pc:sldMk cId="805838402" sldId="3780"/>
        </pc:sldMkLst>
        <pc:spChg chg="mod ord">
          <ac:chgData name="Shailendra Chauhan" userId="a7d3133f-e197-4b90-bf63-99a63a264234" providerId="ADAL" clId="{29299841-DB43-4F9D-A04F-D7D86DAF3AAB}" dt="2024-08-01T04:04:10.101" v="16" actId="700"/>
          <ac:spMkLst>
            <pc:docMk/>
            <pc:sldMk cId="805838402" sldId="3780"/>
            <ac:spMk id="2" creationId="{8BA795AE-54BA-4F34-9098-1DD0C5E087F0}"/>
          </ac:spMkLst>
        </pc:spChg>
        <pc:spChg chg="mod ord">
          <ac:chgData name="Shailendra Chauhan" userId="a7d3133f-e197-4b90-bf63-99a63a264234" providerId="ADAL" clId="{29299841-DB43-4F9D-A04F-D7D86DAF3AAB}" dt="2024-08-01T04:04:10.101" v="16" actId="700"/>
          <ac:spMkLst>
            <pc:docMk/>
            <pc:sldMk cId="805838402" sldId="3780"/>
            <ac:spMk id="3" creationId="{3B6A809B-BBE1-401F-B3AC-CA38F846CCCA}"/>
          </ac:spMkLst>
        </pc:spChg>
      </pc:sldChg>
      <pc:sldChg chg="modSp mod modClrScheme chgLayout">
        <pc:chgData name="Shailendra Chauhan" userId="a7d3133f-e197-4b90-bf63-99a63a264234" providerId="ADAL" clId="{29299841-DB43-4F9D-A04F-D7D86DAF3AAB}" dt="2024-08-01T04:04:13.982" v="18" actId="27636"/>
        <pc:sldMkLst>
          <pc:docMk/>
          <pc:sldMk cId="525541175" sldId="3781"/>
        </pc:sldMkLst>
        <pc:spChg chg="mod ord">
          <ac:chgData name="Shailendra Chauhan" userId="a7d3133f-e197-4b90-bf63-99a63a264234" providerId="ADAL" clId="{29299841-DB43-4F9D-A04F-D7D86DAF3AAB}" dt="2024-08-01T04:04:13.982" v="18" actId="27636"/>
          <ac:spMkLst>
            <pc:docMk/>
            <pc:sldMk cId="525541175" sldId="3781"/>
            <ac:spMk id="2" creationId="{5D20CE57-A2FE-4C56-AF13-AC68AC3C737A}"/>
          </ac:spMkLst>
        </pc:spChg>
        <pc:spChg chg="mod ord">
          <ac:chgData name="Shailendra Chauhan" userId="a7d3133f-e197-4b90-bf63-99a63a264234" providerId="ADAL" clId="{29299841-DB43-4F9D-A04F-D7D86DAF3AAB}" dt="2024-08-01T04:04:13.962" v="17" actId="700"/>
          <ac:spMkLst>
            <pc:docMk/>
            <pc:sldMk cId="525541175" sldId="3781"/>
            <ac:spMk id="3" creationId="{59E556E4-50E5-458E-9053-D3CDA5023BD9}"/>
          </ac:spMkLst>
        </pc:spChg>
      </pc:sldChg>
      <pc:sldChg chg="modSp mod modClrScheme chgLayout">
        <pc:chgData name="Shailendra Chauhan" userId="a7d3133f-e197-4b90-bf63-99a63a264234" providerId="ADAL" clId="{29299841-DB43-4F9D-A04F-D7D86DAF3AAB}" dt="2024-08-01T04:04:17.668" v="19" actId="700"/>
        <pc:sldMkLst>
          <pc:docMk/>
          <pc:sldMk cId="3497219353" sldId="3782"/>
        </pc:sldMkLst>
        <pc:spChg chg="mod ord">
          <ac:chgData name="Shailendra Chauhan" userId="a7d3133f-e197-4b90-bf63-99a63a264234" providerId="ADAL" clId="{29299841-DB43-4F9D-A04F-D7D86DAF3AAB}" dt="2024-08-01T04:04:17.668" v="19" actId="700"/>
          <ac:spMkLst>
            <pc:docMk/>
            <pc:sldMk cId="3497219353" sldId="3782"/>
            <ac:spMk id="2" creationId="{5D20CE57-A2FE-4C56-AF13-AC68AC3C737A}"/>
          </ac:spMkLst>
        </pc:spChg>
        <pc:spChg chg="mod ord">
          <ac:chgData name="Shailendra Chauhan" userId="a7d3133f-e197-4b90-bf63-99a63a264234" providerId="ADAL" clId="{29299841-DB43-4F9D-A04F-D7D86DAF3AAB}" dt="2024-08-01T04:04:17.668" v="19" actId="700"/>
          <ac:spMkLst>
            <pc:docMk/>
            <pc:sldMk cId="3497219353" sldId="3782"/>
            <ac:spMk id="3" creationId="{59E556E4-50E5-458E-9053-D3CDA5023BD9}"/>
          </ac:spMkLst>
        </pc:spChg>
      </pc:sldChg>
      <pc:sldChg chg="modSp mod">
        <pc:chgData name="Shailendra Chauhan" userId="a7d3133f-e197-4b90-bf63-99a63a264234" providerId="ADAL" clId="{29299841-DB43-4F9D-A04F-D7D86DAF3AAB}" dt="2024-08-01T04:03:38.752" v="1" actId="27636"/>
        <pc:sldMkLst>
          <pc:docMk/>
          <pc:sldMk cId="222345121" sldId="3784"/>
        </pc:sldMkLst>
        <pc:spChg chg="mod">
          <ac:chgData name="Shailendra Chauhan" userId="a7d3133f-e197-4b90-bf63-99a63a264234" providerId="ADAL" clId="{29299841-DB43-4F9D-A04F-D7D86DAF3AAB}" dt="2024-08-01T04:03:38.716" v="0"/>
          <ac:spMkLst>
            <pc:docMk/>
            <pc:sldMk cId="222345121" sldId="3784"/>
            <ac:spMk id="2" creationId="{959C1D73-1373-A684-A515-91CE0E8B81D8}"/>
          </ac:spMkLst>
        </pc:spChg>
        <pc:spChg chg="mod">
          <ac:chgData name="Shailendra Chauhan" userId="a7d3133f-e197-4b90-bf63-99a63a264234" providerId="ADAL" clId="{29299841-DB43-4F9D-A04F-D7D86DAF3AAB}" dt="2024-08-01T04:03:38.716" v="0"/>
          <ac:spMkLst>
            <pc:docMk/>
            <pc:sldMk cId="222345121" sldId="3784"/>
            <ac:spMk id="3" creationId="{86EC07CF-8C22-FAE3-A482-123CE1376246}"/>
          </ac:spMkLst>
        </pc:spChg>
        <pc:spChg chg="mod">
          <ac:chgData name="Shailendra Chauhan" userId="a7d3133f-e197-4b90-bf63-99a63a264234" providerId="ADAL" clId="{29299841-DB43-4F9D-A04F-D7D86DAF3AAB}" dt="2024-08-01T04:03:38.752" v="1" actId="27636"/>
          <ac:spMkLst>
            <pc:docMk/>
            <pc:sldMk cId="222345121" sldId="3784"/>
            <ac:spMk id="4" creationId="{0DA05BD8-CEBC-DEE3-77BC-E6497353B42D}"/>
          </ac:spMkLst>
        </pc:spChg>
      </pc:sldChg>
      <pc:sldChg chg="modSp mod modClrScheme chgLayout">
        <pc:chgData name="Shailendra Chauhan" userId="a7d3133f-e197-4b90-bf63-99a63a264234" providerId="ADAL" clId="{29299841-DB43-4F9D-A04F-D7D86DAF3AAB}" dt="2024-08-01T04:04:47.296" v="28" actId="20577"/>
        <pc:sldMkLst>
          <pc:docMk/>
          <pc:sldMk cId="4209004112" sldId="3785"/>
        </pc:sldMkLst>
        <pc:spChg chg="mod ord">
          <ac:chgData name="Shailendra Chauhan" userId="a7d3133f-e197-4b90-bf63-99a63a264234" providerId="ADAL" clId="{29299841-DB43-4F9D-A04F-D7D86DAF3AAB}" dt="2024-08-01T04:04:47.296" v="28" actId="20577"/>
          <ac:spMkLst>
            <pc:docMk/>
            <pc:sldMk cId="4209004112" sldId="3785"/>
            <ac:spMk id="4" creationId="{C248D4C3-D31D-C007-56B9-170CFC280AA1}"/>
          </ac:spMkLst>
        </pc:spChg>
        <pc:spChg chg="mod ord">
          <ac:chgData name="Shailendra Chauhan" userId="a7d3133f-e197-4b90-bf63-99a63a264234" providerId="ADAL" clId="{29299841-DB43-4F9D-A04F-D7D86DAF3AAB}" dt="2024-08-01T04:04:44.856" v="24" actId="700"/>
          <ac:spMkLst>
            <pc:docMk/>
            <pc:sldMk cId="4209004112" sldId="3785"/>
            <ac:spMk id="5" creationId="{96BFDF5C-AF1A-452D-6390-D94AA784F0FE}"/>
          </ac:spMkLst>
        </pc:spChg>
      </pc:sldChg>
      <pc:sldMasterChg chg="delSldLayout modSldLayout">
        <pc:chgData name="Shailendra Chauhan" userId="a7d3133f-e197-4b90-bf63-99a63a264234" providerId="ADAL" clId="{29299841-DB43-4F9D-A04F-D7D86DAF3AAB}" dt="2024-08-01T04:04:57.571" v="30" actId="2696"/>
        <pc:sldMasterMkLst>
          <pc:docMk/>
          <pc:sldMasterMk cId="2848430588" sldId="2147483697"/>
        </pc:sldMasterMkLst>
        <pc:sldLayoutChg chg="delSp del">
          <pc:chgData name="Shailendra Chauhan" userId="a7d3133f-e197-4b90-bf63-99a63a264234" providerId="ADAL" clId="{29299841-DB43-4F9D-A04F-D7D86DAF3AAB}" dt="2024-08-01T04:04:57.571" v="30" actId="2696"/>
          <pc:sldLayoutMkLst>
            <pc:docMk/>
            <pc:sldMasterMk cId="2848430588" sldId="2147483697"/>
            <pc:sldLayoutMk cId="256559346" sldId="2147483723"/>
          </pc:sldLayoutMkLst>
          <pc:cxnChg chg="del">
            <ac:chgData name="Shailendra Chauhan" userId="a7d3133f-e197-4b90-bf63-99a63a264234" providerId="ADAL" clId="{29299841-DB43-4F9D-A04F-D7D86DAF3AAB}" dt="2024-08-01T04:03:38.716" v="0"/>
            <ac:cxnSpMkLst>
              <pc:docMk/>
              <pc:sldMasterMk cId="2848430588" sldId="2147483697"/>
              <pc:sldLayoutMk cId="256559346" sldId="2147483723"/>
              <ac:cxnSpMk id="12" creationId="{CA2E5177-4099-498A-9014-2DDCBC92556F}"/>
            </ac:cxnSpMkLst>
          </pc:cxnChg>
        </pc:sldLayoutChg>
        <pc:sldLayoutChg chg="delSp del">
          <pc:chgData name="Shailendra Chauhan" userId="a7d3133f-e197-4b90-bf63-99a63a264234" providerId="ADAL" clId="{29299841-DB43-4F9D-A04F-D7D86DAF3AAB}" dt="2024-08-01T04:04:56.103" v="29" actId="2696"/>
          <pc:sldLayoutMkLst>
            <pc:docMk/>
            <pc:sldMasterMk cId="2848430588" sldId="2147483697"/>
            <pc:sldLayoutMk cId="1330281913" sldId="2147483724"/>
          </pc:sldLayoutMkLst>
          <pc:spChg chg="del">
            <ac:chgData name="Shailendra Chauhan" userId="a7d3133f-e197-4b90-bf63-99a63a264234" providerId="ADAL" clId="{29299841-DB43-4F9D-A04F-D7D86DAF3AAB}" dt="2024-08-01T04:03:38.716" v="0"/>
            <ac:spMkLst>
              <pc:docMk/>
              <pc:sldMasterMk cId="2848430588" sldId="2147483697"/>
              <pc:sldLayoutMk cId="1330281913" sldId="2147483724"/>
              <ac:spMk id="5" creationId="{C9841465-D75E-4E43-BE53-823C2A7BEDB5}"/>
            </ac:spMkLst>
          </pc:spChg>
          <pc:picChg chg="del">
            <ac:chgData name="Shailendra Chauhan" userId="a7d3133f-e197-4b90-bf63-99a63a264234" providerId="ADAL" clId="{29299841-DB43-4F9D-A04F-D7D86DAF3AAB}" dt="2024-08-01T04:03:38.716" v="0"/>
            <ac:picMkLst>
              <pc:docMk/>
              <pc:sldMasterMk cId="2848430588" sldId="2147483697"/>
              <pc:sldLayoutMk cId="1330281913" sldId="2147483724"/>
              <ac:picMk id="47" creationId="{13892BD4-4959-4160-9BCB-3D9CA98DE9A1}"/>
            </ac:picMkLst>
          </pc:picChg>
        </pc:sldLayoutChg>
      </pc:sldMasterChg>
    </pc:docChg>
  </pc:docChgLst>
  <pc:docChgLst>
    <pc:chgData name="Guest User" userId="S::urn:spo:anon#191b1bb297a05c51ea59bfdad8b70b1e1dc09a27b543e4479a85c11a651930af::" providerId="AD" clId="Web-{ED2AC042-6A5C-3C80-0A6B-965DA5C54505}"/>
    <pc:docChg chg="addSld">
      <pc:chgData name="Guest User" userId="S::urn:spo:anon#191b1bb297a05c51ea59bfdad8b70b1e1dc09a27b543e4479a85c11a651930af::" providerId="AD" clId="Web-{ED2AC042-6A5C-3C80-0A6B-965DA5C54505}" dt="2024-09-22T07:33:16.913" v="0"/>
      <pc:docMkLst>
        <pc:docMk/>
      </pc:docMkLst>
      <pc:sldChg chg="new">
        <pc:chgData name="Guest User" userId="S::urn:spo:anon#191b1bb297a05c51ea59bfdad8b70b1e1dc09a27b543e4479a85c11a651930af::" providerId="AD" clId="Web-{ED2AC042-6A5C-3C80-0A6B-965DA5C54505}" dt="2024-09-22T07:33:16.913" v="0"/>
        <pc:sldMkLst>
          <pc:docMk/>
          <pc:sldMk cId="1583313023" sldId="3786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2DC567-4B00-4991-BE66-9332152967A4}" type="doc">
      <dgm:prSet loTypeId="urn:microsoft.com/office/officeart/2005/8/layout/process1" loCatId="process" qsTypeId="urn:microsoft.com/office/officeart/2005/8/quickstyle/simple1" qsCatId="simple" csTypeId="urn:microsoft.com/office/officeart/2005/8/colors/colorful4" csCatId="colorful" phldr="1"/>
      <dgm:spPr/>
    </dgm:pt>
    <dgm:pt modelId="{35825B3D-694A-4172-937D-17D81334A116}">
      <dgm:prSet phldrT="[Text]"/>
      <dgm:spPr/>
      <dgm:t>
        <a:bodyPr/>
        <a:lstStyle/>
        <a:p>
          <a:r>
            <a:rPr lang="en-IN" dirty="0"/>
            <a:t>Init</a:t>
          </a:r>
        </a:p>
      </dgm:t>
    </dgm:pt>
    <dgm:pt modelId="{DF90B78A-FD87-43DC-B804-34A65A1371DC}" type="parTrans" cxnId="{89412F70-81DE-4AA9-8A60-325D6D0530FC}">
      <dgm:prSet/>
      <dgm:spPr/>
      <dgm:t>
        <a:bodyPr/>
        <a:lstStyle/>
        <a:p>
          <a:endParaRPr lang="en-IN"/>
        </a:p>
      </dgm:t>
    </dgm:pt>
    <dgm:pt modelId="{E02273D1-E635-4955-8A2B-4C7C31943280}" type="sibTrans" cxnId="{89412F70-81DE-4AA9-8A60-325D6D0530FC}">
      <dgm:prSet/>
      <dgm:spPr/>
      <dgm:t>
        <a:bodyPr/>
        <a:lstStyle/>
        <a:p>
          <a:endParaRPr lang="en-IN"/>
        </a:p>
      </dgm:t>
    </dgm:pt>
    <dgm:pt modelId="{50DD962B-9E26-43F0-BE96-37FCE9B886A4}">
      <dgm:prSet phldrT="[Text]"/>
      <dgm:spPr/>
      <dgm:t>
        <a:bodyPr/>
        <a:lstStyle/>
        <a:p>
          <a:r>
            <a:rPr lang="en-IN" dirty="0"/>
            <a:t>Plan</a:t>
          </a:r>
        </a:p>
      </dgm:t>
    </dgm:pt>
    <dgm:pt modelId="{47D05CF3-0C3B-4EC1-B5D2-E3CB68A3950D}" type="parTrans" cxnId="{E5927321-77C7-4AA9-A643-7AE71CFF3EEC}">
      <dgm:prSet/>
      <dgm:spPr/>
      <dgm:t>
        <a:bodyPr/>
        <a:lstStyle/>
        <a:p>
          <a:endParaRPr lang="en-IN"/>
        </a:p>
      </dgm:t>
    </dgm:pt>
    <dgm:pt modelId="{D84BA686-54E6-4668-A798-56B607708DE9}" type="sibTrans" cxnId="{E5927321-77C7-4AA9-A643-7AE71CFF3EEC}">
      <dgm:prSet/>
      <dgm:spPr/>
      <dgm:t>
        <a:bodyPr/>
        <a:lstStyle/>
        <a:p>
          <a:endParaRPr lang="en-IN"/>
        </a:p>
      </dgm:t>
    </dgm:pt>
    <dgm:pt modelId="{D5C0B6C8-5D9A-40DF-B723-9757848E650E}">
      <dgm:prSet phldrT="[Text]"/>
      <dgm:spPr/>
      <dgm:t>
        <a:bodyPr/>
        <a:lstStyle/>
        <a:p>
          <a:r>
            <a:rPr lang="en-IN" dirty="0"/>
            <a:t>Apply</a:t>
          </a:r>
        </a:p>
      </dgm:t>
    </dgm:pt>
    <dgm:pt modelId="{C7DBEB42-69BB-41E2-8C57-009FB3751398}" type="parTrans" cxnId="{984FED74-CAAD-4E18-845A-013F2F3AEC37}">
      <dgm:prSet/>
      <dgm:spPr/>
      <dgm:t>
        <a:bodyPr/>
        <a:lstStyle/>
        <a:p>
          <a:endParaRPr lang="en-IN"/>
        </a:p>
      </dgm:t>
    </dgm:pt>
    <dgm:pt modelId="{6723D636-42AC-4F47-9ED5-D8494BA89559}" type="sibTrans" cxnId="{984FED74-CAAD-4E18-845A-013F2F3AEC37}">
      <dgm:prSet/>
      <dgm:spPr/>
      <dgm:t>
        <a:bodyPr/>
        <a:lstStyle/>
        <a:p>
          <a:endParaRPr lang="en-IN"/>
        </a:p>
      </dgm:t>
    </dgm:pt>
    <dgm:pt modelId="{CF9E3E53-0057-4CD7-A2F2-6B1917BED4F6}">
      <dgm:prSet phldrT="[Text]"/>
      <dgm:spPr/>
      <dgm:t>
        <a:bodyPr/>
        <a:lstStyle/>
        <a:p>
          <a:r>
            <a:rPr lang="en-IN" dirty="0"/>
            <a:t>Destroy</a:t>
          </a:r>
        </a:p>
      </dgm:t>
    </dgm:pt>
    <dgm:pt modelId="{C556A3ED-C592-4585-BFE5-5BA5A25D931E}" type="parTrans" cxnId="{5DFF29DC-1658-47AC-A33B-CF92657F8B9B}">
      <dgm:prSet/>
      <dgm:spPr/>
      <dgm:t>
        <a:bodyPr/>
        <a:lstStyle/>
        <a:p>
          <a:endParaRPr lang="en-IN"/>
        </a:p>
      </dgm:t>
    </dgm:pt>
    <dgm:pt modelId="{F2842FE5-091A-45A4-8B1D-FCFE31DF2D3D}" type="sibTrans" cxnId="{5DFF29DC-1658-47AC-A33B-CF92657F8B9B}">
      <dgm:prSet/>
      <dgm:spPr/>
      <dgm:t>
        <a:bodyPr/>
        <a:lstStyle/>
        <a:p>
          <a:endParaRPr lang="en-IN"/>
        </a:p>
      </dgm:t>
    </dgm:pt>
    <dgm:pt modelId="{8A44329A-8F41-40E4-AEEF-ED1B81A8E1AE}" type="pres">
      <dgm:prSet presAssocID="{D42DC567-4B00-4991-BE66-9332152967A4}" presName="Name0" presStyleCnt="0">
        <dgm:presLayoutVars>
          <dgm:dir/>
          <dgm:resizeHandles val="exact"/>
        </dgm:presLayoutVars>
      </dgm:prSet>
      <dgm:spPr/>
    </dgm:pt>
    <dgm:pt modelId="{8E1EC69C-BDC3-4FB7-9FD1-07234C2E56AC}" type="pres">
      <dgm:prSet presAssocID="{35825B3D-694A-4172-937D-17D81334A116}" presName="node" presStyleLbl="node1" presStyleIdx="0" presStyleCnt="4">
        <dgm:presLayoutVars>
          <dgm:bulletEnabled val="1"/>
        </dgm:presLayoutVars>
      </dgm:prSet>
      <dgm:spPr/>
    </dgm:pt>
    <dgm:pt modelId="{0990C842-595B-442B-98E9-50707CF70C4A}" type="pres">
      <dgm:prSet presAssocID="{E02273D1-E635-4955-8A2B-4C7C31943280}" presName="sibTrans" presStyleLbl="sibTrans2D1" presStyleIdx="0" presStyleCnt="3"/>
      <dgm:spPr/>
    </dgm:pt>
    <dgm:pt modelId="{AD0ADA6E-136D-4E11-A340-83E117751BEB}" type="pres">
      <dgm:prSet presAssocID="{E02273D1-E635-4955-8A2B-4C7C31943280}" presName="connectorText" presStyleLbl="sibTrans2D1" presStyleIdx="0" presStyleCnt="3"/>
      <dgm:spPr/>
    </dgm:pt>
    <dgm:pt modelId="{2BD034E0-A4EC-47C7-B131-2F96D941A74D}" type="pres">
      <dgm:prSet presAssocID="{50DD962B-9E26-43F0-BE96-37FCE9B886A4}" presName="node" presStyleLbl="node1" presStyleIdx="1" presStyleCnt="4">
        <dgm:presLayoutVars>
          <dgm:bulletEnabled val="1"/>
        </dgm:presLayoutVars>
      </dgm:prSet>
      <dgm:spPr/>
    </dgm:pt>
    <dgm:pt modelId="{FC77DB18-3D95-4555-9F9F-AD826CF3D527}" type="pres">
      <dgm:prSet presAssocID="{D84BA686-54E6-4668-A798-56B607708DE9}" presName="sibTrans" presStyleLbl="sibTrans2D1" presStyleIdx="1" presStyleCnt="3"/>
      <dgm:spPr/>
    </dgm:pt>
    <dgm:pt modelId="{7C49F17F-F6CD-4366-84F0-CEFA4E9B5B34}" type="pres">
      <dgm:prSet presAssocID="{D84BA686-54E6-4668-A798-56B607708DE9}" presName="connectorText" presStyleLbl="sibTrans2D1" presStyleIdx="1" presStyleCnt="3"/>
      <dgm:spPr/>
    </dgm:pt>
    <dgm:pt modelId="{DC1768C2-A61D-429A-8E4A-781149807212}" type="pres">
      <dgm:prSet presAssocID="{D5C0B6C8-5D9A-40DF-B723-9757848E650E}" presName="node" presStyleLbl="node1" presStyleIdx="2" presStyleCnt="4">
        <dgm:presLayoutVars>
          <dgm:bulletEnabled val="1"/>
        </dgm:presLayoutVars>
      </dgm:prSet>
      <dgm:spPr/>
    </dgm:pt>
    <dgm:pt modelId="{42FF6B44-B913-4D31-AD70-8FBAA9723FFF}" type="pres">
      <dgm:prSet presAssocID="{6723D636-42AC-4F47-9ED5-D8494BA89559}" presName="sibTrans" presStyleLbl="sibTrans2D1" presStyleIdx="2" presStyleCnt="3"/>
      <dgm:spPr/>
    </dgm:pt>
    <dgm:pt modelId="{74966C8F-CBDE-4AC0-8602-03CFDAAA1CC1}" type="pres">
      <dgm:prSet presAssocID="{6723D636-42AC-4F47-9ED5-D8494BA89559}" presName="connectorText" presStyleLbl="sibTrans2D1" presStyleIdx="2" presStyleCnt="3"/>
      <dgm:spPr/>
    </dgm:pt>
    <dgm:pt modelId="{DE7E1F46-B5B0-4045-A77C-9957B3F45F52}" type="pres">
      <dgm:prSet presAssocID="{CF9E3E53-0057-4CD7-A2F2-6B1917BED4F6}" presName="node" presStyleLbl="node1" presStyleIdx="3" presStyleCnt="4">
        <dgm:presLayoutVars>
          <dgm:bulletEnabled val="1"/>
        </dgm:presLayoutVars>
      </dgm:prSet>
      <dgm:spPr/>
    </dgm:pt>
  </dgm:ptLst>
  <dgm:cxnLst>
    <dgm:cxn modelId="{D65BEF1F-6D43-49E0-8C40-94856CE7155E}" type="presOf" srcId="{D5C0B6C8-5D9A-40DF-B723-9757848E650E}" destId="{DC1768C2-A61D-429A-8E4A-781149807212}" srcOrd="0" destOrd="0" presId="urn:microsoft.com/office/officeart/2005/8/layout/process1"/>
    <dgm:cxn modelId="{E5927321-77C7-4AA9-A643-7AE71CFF3EEC}" srcId="{D42DC567-4B00-4991-BE66-9332152967A4}" destId="{50DD962B-9E26-43F0-BE96-37FCE9B886A4}" srcOrd="1" destOrd="0" parTransId="{47D05CF3-0C3B-4EC1-B5D2-E3CB68A3950D}" sibTransId="{D84BA686-54E6-4668-A798-56B607708DE9}"/>
    <dgm:cxn modelId="{19BA283B-9082-4423-B7BF-D5BC16E11409}" type="presOf" srcId="{E02273D1-E635-4955-8A2B-4C7C31943280}" destId="{0990C842-595B-442B-98E9-50707CF70C4A}" srcOrd="0" destOrd="0" presId="urn:microsoft.com/office/officeart/2005/8/layout/process1"/>
    <dgm:cxn modelId="{A331D767-C096-4A65-9C82-04CA5D444797}" type="presOf" srcId="{E02273D1-E635-4955-8A2B-4C7C31943280}" destId="{AD0ADA6E-136D-4E11-A340-83E117751BEB}" srcOrd="1" destOrd="0" presId="urn:microsoft.com/office/officeart/2005/8/layout/process1"/>
    <dgm:cxn modelId="{F44B016E-7A93-4996-ACF1-05E51789D92C}" type="presOf" srcId="{6723D636-42AC-4F47-9ED5-D8494BA89559}" destId="{74966C8F-CBDE-4AC0-8602-03CFDAAA1CC1}" srcOrd="1" destOrd="0" presId="urn:microsoft.com/office/officeart/2005/8/layout/process1"/>
    <dgm:cxn modelId="{89412F70-81DE-4AA9-8A60-325D6D0530FC}" srcId="{D42DC567-4B00-4991-BE66-9332152967A4}" destId="{35825B3D-694A-4172-937D-17D81334A116}" srcOrd="0" destOrd="0" parTransId="{DF90B78A-FD87-43DC-B804-34A65A1371DC}" sibTransId="{E02273D1-E635-4955-8A2B-4C7C31943280}"/>
    <dgm:cxn modelId="{984FED74-CAAD-4E18-845A-013F2F3AEC37}" srcId="{D42DC567-4B00-4991-BE66-9332152967A4}" destId="{D5C0B6C8-5D9A-40DF-B723-9757848E650E}" srcOrd="2" destOrd="0" parTransId="{C7DBEB42-69BB-41E2-8C57-009FB3751398}" sibTransId="{6723D636-42AC-4F47-9ED5-D8494BA89559}"/>
    <dgm:cxn modelId="{AC0EA98B-F899-45D5-9C8D-D50C7192A31F}" type="presOf" srcId="{D84BA686-54E6-4668-A798-56B607708DE9}" destId="{7C49F17F-F6CD-4366-84F0-CEFA4E9B5B34}" srcOrd="1" destOrd="0" presId="urn:microsoft.com/office/officeart/2005/8/layout/process1"/>
    <dgm:cxn modelId="{32E2E696-6A68-4A12-97A2-6E68AA1B62B2}" type="presOf" srcId="{D84BA686-54E6-4668-A798-56B607708DE9}" destId="{FC77DB18-3D95-4555-9F9F-AD826CF3D527}" srcOrd="0" destOrd="0" presId="urn:microsoft.com/office/officeart/2005/8/layout/process1"/>
    <dgm:cxn modelId="{29D96A9A-E862-465C-A8E3-CEEADECE166D}" type="presOf" srcId="{6723D636-42AC-4F47-9ED5-D8494BA89559}" destId="{42FF6B44-B913-4D31-AD70-8FBAA9723FFF}" srcOrd="0" destOrd="0" presId="urn:microsoft.com/office/officeart/2005/8/layout/process1"/>
    <dgm:cxn modelId="{BA90A0BA-EAC6-4197-9E16-5A3FB66C8D03}" type="presOf" srcId="{50DD962B-9E26-43F0-BE96-37FCE9B886A4}" destId="{2BD034E0-A4EC-47C7-B131-2F96D941A74D}" srcOrd="0" destOrd="0" presId="urn:microsoft.com/office/officeart/2005/8/layout/process1"/>
    <dgm:cxn modelId="{5DFF29DC-1658-47AC-A33B-CF92657F8B9B}" srcId="{D42DC567-4B00-4991-BE66-9332152967A4}" destId="{CF9E3E53-0057-4CD7-A2F2-6B1917BED4F6}" srcOrd="3" destOrd="0" parTransId="{C556A3ED-C592-4585-BFE5-5BA5A25D931E}" sibTransId="{F2842FE5-091A-45A4-8B1D-FCFE31DF2D3D}"/>
    <dgm:cxn modelId="{53AEE2DF-CAA2-4753-A014-FAFC478F62AB}" type="presOf" srcId="{D42DC567-4B00-4991-BE66-9332152967A4}" destId="{8A44329A-8F41-40E4-AEEF-ED1B81A8E1AE}" srcOrd="0" destOrd="0" presId="urn:microsoft.com/office/officeart/2005/8/layout/process1"/>
    <dgm:cxn modelId="{38E23EEC-C287-4F6A-8F48-D21B265FFCAF}" type="presOf" srcId="{CF9E3E53-0057-4CD7-A2F2-6B1917BED4F6}" destId="{DE7E1F46-B5B0-4045-A77C-9957B3F45F52}" srcOrd="0" destOrd="0" presId="urn:microsoft.com/office/officeart/2005/8/layout/process1"/>
    <dgm:cxn modelId="{393F83F2-1E0A-4711-AA1A-3A7EFE1393A2}" type="presOf" srcId="{35825B3D-694A-4172-937D-17D81334A116}" destId="{8E1EC69C-BDC3-4FB7-9FD1-07234C2E56AC}" srcOrd="0" destOrd="0" presId="urn:microsoft.com/office/officeart/2005/8/layout/process1"/>
    <dgm:cxn modelId="{FCEDA62D-F843-43C3-880E-9014567A2A65}" type="presParOf" srcId="{8A44329A-8F41-40E4-AEEF-ED1B81A8E1AE}" destId="{8E1EC69C-BDC3-4FB7-9FD1-07234C2E56AC}" srcOrd="0" destOrd="0" presId="urn:microsoft.com/office/officeart/2005/8/layout/process1"/>
    <dgm:cxn modelId="{4C4CD6A5-557E-48C0-BBA0-181491548715}" type="presParOf" srcId="{8A44329A-8F41-40E4-AEEF-ED1B81A8E1AE}" destId="{0990C842-595B-442B-98E9-50707CF70C4A}" srcOrd="1" destOrd="0" presId="urn:microsoft.com/office/officeart/2005/8/layout/process1"/>
    <dgm:cxn modelId="{FCA56D5F-BA30-4841-B67B-63DFF53145BC}" type="presParOf" srcId="{0990C842-595B-442B-98E9-50707CF70C4A}" destId="{AD0ADA6E-136D-4E11-A340-83E117751BEB}" srcOrd="0" destOrd="0" presId="urn:microsoft.com/office/officeart/2005/8/layout/process1"/>
    <dgm:cxn modelId="{1C39469E-F315-45E5-83D4-50CA501FAA95}" type="presParOf" srcId="{8A44329A-8F41-40E4-AEEF-ED1B81A8E1AE}" destId="{2BD034E0-A4EC-47C7-B131-2F96D941A74D}" srcOrd="2" destOrd="0" presId="urn:microsoft.com/office/officeart/2005/8/layout/process1"/>
    <dgm:cxn modelId="{3C05D784-01B6-4629-8483-B52D818A3349}" type="presParOf" srcId="{8A44329A-8F41-40E4-AEEF-ED1B81A8E1AE}" destId="{FC77DB18-3D95-4555-9F9F-AD826CF3D527}" srcOrd="3" destOrd="0" presId="urn:microsoft.com/office/officeart/2005/8/layout/process1"/>
    <dgm:cxn modelId="{8A408635-D83B-4EFE-9255-6EFF279D692E}" type="presParOf" srcId="{FC77DB18-3D95-4555-9F9F-AD826CF3D527}" destId="{7C49F17F-F6CD-4366-84F0-CEFA4E9B5B34}" srcOrd="0" destOrd="0" presId="urn:microsoft.com/office/officeart/2005/8/layout/process1"/>
    <dgm:cxn modelId="{CFE2B012-3F7B-4B45-8CD9-5B6105F5ECA4}" type="presParOf" srcId="{8A44329A-8F41-40E4-AEEF-ED1B81A8E1AE}" destId="{DC1768C2-A61D-429A-8E4A-781149807212}" srcOrd="4" destOrd="0" presId="urn:microsoft.com/office/officeart/2005/8/layout/process1"/>
    <dgm:cxn modelId="{4696EACB-098A-4179-8F12-99561DE2404E}" type="presParOf" srcId="{8A44329A-8F41-40E4-AEEF-ED1B81A8E1AE}" destId="{42FF6B44-B913-4D31-AD70-8FBAA9723FFF}" srcOrd="5" destOrd="0" presId="urn:microsoft.com/office/officeart/2005/8/layout/process1"/>
    <dgm:cxn modelId="{00D4F815-C0E2-44FF-9A7F-DD436204DB0F}" type="presParOf" srcId="{42FF6B44-B913-4D31-AD70-8FBAA9723FFF}" destId="{74966C8F-CBDE-4AC0-8602-03CFDAAA1CC1}" srcOrd="0" destOrd="0" presId="urn:microsoft.com/office/officeart/2005/8/layout/process1"/>
    <dgm:cxn modelId="{E2226F90-F328-4A69-B250-4D4CEBBE9657}" type="presParOf" srcId="{8A44329A-8F41-40E4-AEEF-ED1B81A8E1AE}" destId="{DE7E1F46-B5B0-4045-A77C-9957B3F45F52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1EC69C-BDC3-4FB7-9FD1-07234C2E56AC}">
      <dsp:nvSpPr>
        <dsp:cNvPr id="0" name=""/>
        <dsp:cNvSpPr/>
      </dsp:nvSpPr>
      <dsp:spPr>
        <a:xfrm>
          <a:off x="4075" y="152184"/>
          <a:ext cx="1781828" cy="106909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kern="1200" dirty="0"/>
            <a:t>Init</a:t>
          </a:r>
        </a:p>
      </dsp:txBody>
      <dsp:txXfrm>
        <a:off x="35388" y="183497"/>
        <a:ext cx="1719202" cy="1006471"/>
      </dsp:txXfrm>
    </dsp:sp>
    <dsp:sp modelId="{0990C842-595B-442B-98E9-50707CF70C4A}">
      <dsp:nvSpPr>
        <dsp:cNvPr id="0" name=""/>
        <dsp:cNvSpPr/>
      </dsp:nvSpPr>
      <dsp:spPr>
        <a:xfrm>
          <a:off x="1964086" y="465786"/>
          <a:ext cx="377747" cy="4418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>
        <a:off x="1964086" y="554165"/>
        <a:ext cx="264423" cy="265135"/>
      </dsp:txXfrm>
    </dsp:sp>
    <dsp:sp modelId="{2BD034E0-A4EC-47C7-B131-2F96D941A74D}">
      <dsp:nvSpPr>
        <dsp:cNvPr id="0" name=""/>
        <dsp:cNvSpPr/>
      </dsp:nvSpPr>
      <dsp:spPr>
        <a:xfrm>
          <a:off x="2498635" y="152184"/>
          <a:ext cx="1781828" cy="1069097"/>
        </a:xfrm>
        <a:prstGeom prst="roundRect">
          <a:avLst>
            <a:gd name="adj" fmla="val 10000"/>
          </a:avLst>
        </a:prstGeom>
        <a:solidFill>
          <a:schemeClr val="accent4">
            <a:hueOff val="2199979"/>
            <a:satOff val="-9734"/>
            <a:lumOff val="-163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kern="1200" dirty="0"/>
            <a:t>Plan</a:t>
          </a:r>
        </a:p>
      </dsp:txBody>
      <dsp:txXfrm>
        <a:off x="2529948" y="183497"/>
        <a:ext cx="1719202" cy="1006471"/>
      </dsp:txXfrm>
    </dsp:sp>
    <dsp:sp modelId="{FC77DB18-3D95-4555-9F9F-AD826CF3D527}">
      <dsp:nvSpPr>
        <dsp:cNvPr id="0" name=""/>
        <dsp:cNvSpPr/>
      </dsp:nvSpPr>
      <dsp:spPr>
        <a:xfrm>
          <a:off x="4458647" y="465786"/>
          <a:ext cx="377747" cy="4418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3299968"/>
            <a:satOff val="-14601"/>
            <a:lumOff val="-245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>
        <a:off x="4458647" y="554165"/>
        <a:ext cx="264423" cy="265135"/>
      </dsp:txXfrm>
    </dsp:sp>
    <dsp:sp modelId="{DC1768C2-A61D-429A-8E4A-781149807212}">
      <dsp:nvSpPr>
        <dsp:cNvPr id="0" name=""/>
        <dsp:cNvSpPr/>
      </dsp:nvSpPr>
      <dsp:spPr>
        <a:xfrm>
          <a:off x="4993195" y="152184"/>
          <a:ext cx="1781828" cy="1069097"/>
        </a:xfrm>
        <a:prstGeom prst="roundRect">
          <a:avLst>
            <a:gd name="adj" fmla="val 10000"/>
          </a:avLst>
        </a:prstGeom>
        <a:solidFill>
          <a:schemeClr val="accent4">
            <a:hueOff val="4399958"/>
            <a:satOff val="-19468"/>
            <a:lumOff val="-32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kern="1200" dirty="0"/>
            <a:t>Apply</a:t>
          </a:r>
        </a:p>
      </dsp:txBody>
      <dsp:txXfrm>
        <a:off x="5024508" y="183497"/>
        <a:ext cx="1719202" cy="1006471"/>
      </dsp:txXfrm>
    </dsp:sp>
    <dsp:sp modelId="{42FF6B44-B913-4D31-AD70-8FBAA9723FFF}">
      <dsp:nvSpPr>
        <dsp:cNvPr id="0" name=""/>
        <dsp:cNvSpPr/>
      </dsp:nvSpPr>
      <dsp:spPr>
        <a:xfrm>
          <a:off x="6953207" y="465786"/>
          <a:ext cx="377747" cy="4418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6599937"/>
            <a:satOff val="-29202"/>
            <a:lumOff val="-490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900" kern="1200"/>
        </a:p>
      </dsp:txBody>
      <dsp:txXfrm>
        <a:off x="6953207" y="554165"/>
        <a:ext cx="264423" cy="265135"/>
      </dsp:txXfrm>
    </dsp:sp>
    <dsp:sp modelId="{DE7E1F46-B5B0-4045-A77C-9957B3F45F52}">
      <dsp:nvSpPr>
        <dsp:cNvPr id="0" name=""/>
        <dsp:cNvSpPr/>
      </dsp:nvSpPr>
      <dsp:spPr>
        <a:xfrm>
          <a:off x="7487755" y="152184"/>
          <a:ext cx="1781828" cy="1069097"/>
        </a:xfrm>
        <a:prstGeom prst="roundRect">
          <a:avLst>
            <a:gd name="adj" fmla="val 10000"/>
          </a:avLst>
        </a:prstGeom>
        <a:solidFill>
          <a:schemeClr val="accent4">
            <a:hueOff val="6599937"/>
            <a:satOff val="-29202"/>
            <a:lumOff val="-490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kern="1200" dirty="0"/>
            <a:t>Destroy</a:t>
          </a:r>
        </a:p>
      </dsp:txBody>
      <dsp:txXfrm>
        <a:off x="7519068" y="183497"/>
        <a:ext cx="1719202" cy="10064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447A8F-5014-4233-95BA-17148816DBD3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28086-0958-4024-ACE0-76D43B09D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693FF-4567-4C4E-8F85-4BDFC34DB19A}" type="datetimeFigureOut">
              <a:rPr lang="en-US" smtClean="0"/>
              <a:t>10/29/2024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D51ECD-1E00-4FCF-BCA1-B11779BB67E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rraform.io/language/values/variables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zuredevopslabs.com/labs/vstsextend/terraform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purple.telstra.com/blog/terraform-with-azure-devops-pipeline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rraform.io/language/syntax/json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hashicorp.com/tutorials/terraform/azure-build?in=terraform/azure-get-started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javaadpatel.com/terraform-best-practices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Input Variables - Configuration Language | Terraform by </a:t>
            </a:r>
            <a:r>
              <a:rPr lang="en-US" dirty="0" err="1">
                <a:hlinkClick r:id="rId3"/>
              </a:rPr>
              <a:t>HashiCorp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51ECD-1E00-4FCF-BCA1-B11779BB67E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3497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Automating infrastructure deployments in the Cloud with Terraform and Azure Pipelines | Azure DevOps Hands-on-Labs (azuredevopslabs.com)</a:t>
            </a:r>
            <a:endParaRPr lang="en-US" dirty="0"/>
          </a:p>
          <a:p>
            <a:r>
              <a:rPr lang="en-US" dirty="0">
                <a:hlinkClick r:id="rId4"/>
              </a:rPr>
              <a:t>Terraform with Azure DevOps Pipeline (telstra.com)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51ECD-1E00-4FCF-BCA1-B11779BB67E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664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62524"/>
                </a:solidFill>
                <a:effectLst/>
                <a:latin typeface="Geekflare"/>
              </a:rPr>
              <a:t>Variables</a:t>
            </a:r>
            <a:r>
              <a:rPr lang="en-US" b="0" i="0" dirty="0">
                <a:solidFill>
                  <a:srgbClr val="262524"/>
                </a:solidFill>
                <a:effectLst/>
                <a:latin typeface="Geekflare"/>
              </a:rPr>
              <a:t>: Also used as input-variables, it is key-value pair used by Terraform modules to allow customization.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62524"/>
                </a:solidFill>
                <a:effectLst/>
                <a:latin typeface="Geekflare"/>
              </a:rPr>
              <a:t>Provider</a:t>
            </a:r>
            <a:r>
              <a:rPr lang="en-US" b="0" i="0" dirty="0">
                <a:solidFill>
                  <a:srgbClr val="262524"/>
                </a:solidFill>
                <a:effectLst/>
                <a:latin typeface="Geekflare"/>
              </a:rPr>
              <a:t>: It is a plugin to interact with APIs of service and access its related resources.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62524"/>
                </a:solidFill>
                <a:effectLst/>
                <a:latin typeface="Geekflare"/>
              </a:rPr>
              <a:t>Module</a:t>
            </a:r>
            <a:r>
              <a:rPr lang="en-US" b="0" i="0" dirty="0">
                <a:solidFill>
                  <a:srgbClr val="262524"/>
                </a:solidFill>
                <a:effectLst/>
                <a:latin typeface="Geekflare"/>
              </a:rPr>
              <a:t>: It is a folder with Terraform templates where all the configurations are defined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62524"/>
                </a:solidFill>
                <a:effectLst/>
                <a:latin typeface="Geekflare"/>
              </a:rPr>
              <a:t>State</a:t>
            </a:r>
            <a:r>
              <a:rPr lang="en-US" b="0" i="0" dirty="0">
                <a:solidFill>
                  <a:srgbClr val="262524"/>
                </a:solidFill>
                <a:effectLst/>
                <a:latin typeface="Geekflare"/>
              </a:rPr>
              <a:t>: It consists of cached information about the infrastructure managed by Terraform and the related configurations.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62524"/>
                </a:solidFill>
                <a:effectLst/>
                <a:latin typeface="Geekflare"/>
              </a:rPr>
              <a:t>Resources</a:t>
            </a:r>
            <a:r>
              <a:rPr lang="en-US" b="0" i="0" dirty="0">
                <a:solidFill>
                  <a:srgbClr val="262524"/>
                </a:solidFill>
                <a:effectLst/>
                <a:latin typeface="Geekflare"/>
              </a:rPr>
              <a:t>: It refers to a block of one or more infrastructure objects (compute instances, virtual networks, etc.), which are used in configuring and managing the infrastructure.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62524"/>
                </a:solidFill>
                <a:effectLst/>
                <a:latin typeface="Geekflare"/>
              </a:rPr>
              <a:t>Data Source</a:t>
            </a:r>
            <a:r>
              <a:rPr lang="en-US" b="0" i="0" dirty="0">
                <a:solidFill>
                  <a:srgbClr val="262524"/>
                </a:solidFill>
                <a:effectLst/>
                <a:latin typeface="Geekflare"/>
              </a:rPr>
              <a:t>: It is implemented by providers to return information on external objects to terraform.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62524"/>
                </a:solidFill>
                <a:effectLst/>
                <a:latin typeface="Geekflare"/>
              </a:rPr>
              <a:t>Output Values</a:t>
            </a:r>
            <a:r>
              <a:rPr lang="en-US" b="0" i="0" dirty="0">
                <a:solidFill>
                  <a:srgbClr val="262524"/>
                </a:solidFill>
                <a:effectLst/>
                <a:latin typeface="Geekflare"/>
              </a:rPr>
              <a:t>: These are return values of a terraform module that can be used by other configurations.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62524"/>
                </a:solidFill>
                <a:effectLst/>
                <a:latin typeface="Geekflare"/>
              </a:rPr>
              <a:t>Plan</a:t>
            </a:r>
            <a:r>
              <a:rPr lang="en-US" b="0" i="0" dirty="0">
                <a:solidFill>
                  <a:srgbClr val="262524"/>
                </a:solidFill>
                <a:effectLst/>
                <a:latin typeface="Geekflare"/>
              </a:rPr>
              <a:t>: It is one of the stages where it determines what needs to be created, updated, or destroyed to move from real/current state of the infrastructure to the desired state.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62524"/>
                </a:solidFill>
                <a:effectLst/>
                <a:latin typeface="Geekflare"/>
              </a:rPr>
              <a:t>Apply</a:t>
            </a:r>
            <a:r>
              <a:rPr lang="en-US" b="0" i="0" dirty="0">
                <a:solidFill>
                  <a:srgbClr val="262524"/>
                </a:solidFill>
                <a:effectLst/>
                <a:latin typeface="Geekflare"/>
              </a:rPr>
              <a:t>: It is one of the stages where it applies the changes real/current state of the infrastructure in order to move to the desired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51ECD-1E00-4FCF-BCA1-B11779BB67E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680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62524"/>
                </a:solidFill>
                <a:effectLst/>
                <a:latin typeface="Geekflare"/>
              </a:rPr>
              <a:t>Variables</a:t>
            </a:r>
            <a:r>
              <a:rPr lang="en-US" b="0" i="0" dirty="0">
                <a:solidFill>
                  <a:srgbClr val="262524"/>
                </a:solidFill>
                <a:effectLst/>
                <a:latin typeface="Geekflare"/>
              </a:rPr>
              <a:t>: Also used as input-variables, it is key-value pair used by Terraform modules to allow customization.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62524"/>
                </a:solidFill>
                <a:effectLst/>
                <a:latin typeface="Geekflare"/>
              </a:rPr>
              <a:t>Provider</a:t>
            </a:r>
            <a:r>
              <a:rPr lang="en-US" b="0" i="0" dirty="0">
                <a:solidFill>
                  <a:srgbClr val="262524"/>
                </a:solidFill>
                <a:effectLst/>
                <a:latin typeface="Geekflare"/>
              </a:rPr>
              <a:t>: It is a plugin to interact with APIs of service and access its related resources.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62524"/>
                </a:solidFill>
                <a:effectLst/>
                <a:latin typeface="Geekflare"/>
              </a:rPr>
              <a:t>Module</a:t>
            </a:r>
            <a:r>
              <a:rPr lang="en-US" b="0" i="0" dirty="0">
                <a:solidFill>
                  <a:srgbClr val="262524"/>
                </a:solidFill>
                <a:effectLst/>
                <a:latin typeface="Geekflare"/>
              </a:rPr>
              <a:t>: It is a folder with Terraform templates where all the configurations are defined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62524"/>
                </a:solidFill>
                <a:effectLst/>
                <a:latin typeface="Geekflare"/>
              </a:rPr>
              <a:t>State</a:t>
            </a:r>
            <a:r>
              <a:rPr lang="en-US" b="0" i="0" dirty="0">
                <a:solidFill>
                  <a:srgbClr val="262524"/>
                </a:solidFill>
                <a:effectLst/>
                <a:latin typeface="Geekflare"/>
              </a:rPr>
              <a:t>: It consists of cached information about the infrastructure managed by Terraform and the related configurations.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62524"/>
                </a:solidFill>
                <a:effectLst/>
                <a:latin typeface="Geekflare"/>
              </a:rPr>
              <a:t>Resources</a:t>
            </a:r>
            <a:r>
              <a:rPr lang="en-US" b="0" i="0" dirty="0">
                <a:solidFill>
                  <a:srgbClr val="262524"/>
                </a:solidFill>
                <a:effectLst/>
                <a:latin typeface="Geekflare"/>
              </a:rPr>
              <a:t>: It refers to a block of one or more infrastructure objects (compute instances, virtual networks, etc.), which are used in configuring and managing the infrastructure.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62524"/>
                </a:solidFill>
                <a:effectLst/>
                <a:latin typeface="Geekflare"/>
              </a:rPr>
              <a:t>Data Source</a:t>
            </a:r>
            <a:r>
              <a:rPr lang="en-US" b="0" i="0" dirty="0">
                <a:solidFill>
                  <a:srgbClr val="262524"/>
                </a:solidFill>
                <a:effectLst/>
                <a:latin typeface="Geekflare"/>
              </a:rPr>
              <a:t>: It is implemented by providers to return information on external objects to terraform.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62524"/>
                </a:solidFill>
                <a:effectLst/>
                <a:latin typeface="Geekflare"/>
              </a:rPr>
              <a:t>Output Values</a:t>
            </a:r>
            <a:r>
              <a:rPr lang="en-US" b="0" i="0" dirty="0">
                <a:solidFill>
                  <a:srgbClr val="262524"/>
                </a:solidFill>
                <a:effectLst/>
                <a:latin typeface="Geekflare"/>
              </a:rPr>
              <a:t>: These are return values of a terraform module that can be used by other configurations.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62524"/>
                </a:solidFill>
                <a:effectLst/>
                <a:latin typeface="Geekflare"/>
              </a:rPr>
              <a:t>Plan</a:t>
            </a:r>
            <a:r>
              <a:rPr lang="en-US" b="0" i="0" dirty="0">
                <a:solidFill>
                  <a:srgbClr val="262524"/>
                </a:solidFill>
                <a:effectLst/>
                <a:latin typeface="Geekflare"/>
              </a:rPr>
              <a:t>: It is one of the stages where it determines what needs to be created, updated, or destroyed to move from real/current state of the infrastructure to the desired state.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62524"/>
                </a:solidFill>
                <a:effectLst/>
                <a:latin typeface="Geekflare"/>
              </a:rPr>
              <a:t>Apply</a:t>
            </a:r>
            <a:r>
              <a:rPr lang="en-US" b="0" i="0" dirty="0">
                <a:solidFill>
                  <a:srgbClr val="262524"/>
                </a:solidFill>
                <a:effectLst/>
                <a:latin typeface="Geekflare"/>
              </a:rPr>
              <a:t>: It is one of the stages where it applies the changes real/current state of the infrastructure in order to move to the desired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51ECD-1E00-4FCF-BCA1-B11779BB67E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9338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62524"/>
                </a:solidFill>
                <a:effectLst/>
                <a:latin typeface="Geekflare"/>
              </a:rPr>
              <a:t>Variables</a:t>
            </a:r>
            <a:r>
              <a:rPr lang="en-US" b="0" i="0" dirty="0">
                <a:solidFill>
                  <a:srgbClr val="262524"/>
                </a:solidFill>
                <a:effectLst/>
                <a:latin typeface="Geekflare"/>
              </a:rPr>
              <a:t>: Also used as input-variables, it is key-value pair used by Terraform modules to allow customization.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62524"/>
                </a:solidFill>
                <a:effectLst/>
                <a:latin typeface="Geekflare"/>
              </a:rPr>
              <a:t>Provider</a:t>
            </a:r>
            <a:r>
              <a:rPr lang="en-US" b="0" i="0" dirty="0">
                <a:solidFill>
                  <a:srgbClr val="262524"/>
                </a:solidFill>
                <a:effectLst/>
                <a:latin typeface="Geekflare"/>
              </a:rPr>
              <a:t>: It is a plugin to interact with APIs of service and access its related resources.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62524"/>
                </a:solidFill>
                <a:effectLst/>
                <a:latin typeface="Geekflare"/>
              </a:rPr>
              <a:t>Module</a:t>
            </a:r>
            <a:r>
              <a:rPr lang="en-US" b="0" i="0" dirty="0">
                <a:solidFill>
                  <a:srgbClr val="262524"/>
                </a:solidFill>
                <a:effectLst/>
                <a:latin typeface="Geekflare"/>
              </a:rPr>
              <a:t>: It is a folder with Terraform templates where all the configurations are defined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62524"/>
                </a:solidFill>
                <a:effectLst/>
                <a:latin typeface="Geekflare"/>
              </a:rPr>
              <a:t>State</a:t>
            </a:r>
            <a:r>
              <a:rPr lang="en-US" b="0" i="0" dirty="0">
                <a:solidFill>
                  <a:srgbClr val="262524"/>
                </a:solidFill>
                <a:effectLst/>
                <a:latin typeface="Geekflare"/>
              </a:rPr>
              <a:t>: It consists of cached information about the infrastructure managed by Terraform and the related configurations.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62524"/>
                </a:solidFill>
                <a:effectLst/>
                <a:latin typeface="Geekflare"/>
              </a:rPr>
              <a:t>Resources</a:t>
            </a:r>
            <a:r>
              <a:rPr lang="en-US" b="0" i="0" dirty="0">
                <a:solidFill>
                  <a:srgbClr val="262524"/>
                </a:solidFill>
                <a:effectLst/>
                <a:latin typeface="Geekflare"/>
              </a:rPr>
              <a:t>: It refers to a block of one or more infrastructure objects (compute instances, virtual networks, etc.), which are used in configuring and managing the infrastructure.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62524"/>
                </a:solidFill>
                <a:effectLst/>
                <a:latin typeface="Geekflare"/>
              </a:rPr>
              <a:t>Data Source</a:t>
            </a:r>
            <a:r>
              <a:rPr lang="en-US" b="0" i="0" dirty="0">
                <a:solidFill>
                  <a:srgbClr val="262524"/>
                </a:solidFill>
                <a:effectLst/>
                <a:latin typeface="Geekflare"/>
              </a:rPr>
              <a:t>: It is implemented by providers to return information on external objects to terraform.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62524"/>
                </a:solidFill>
                <a:effectLst/>
                <a:latin typeface="Geekflare"/>
              </a:rPr>
              <a:t>Output Values</a:t>
            </a:r>
            <a:r>
              <a:rPr lang="en-US" b="0" i="0" dirty="0">
                <a:solidFill>
                  <a:srgbClr val="262524"/>
                </a:solidFill>
                <a:effectLst/>
                <a:latin typeface="Geekflare"/>
              </a:rPr>
              <a:t>: These are return values of a terraform module that can be used by other configurations.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62524"/>
                </a:solidFill>
                <a:effectLst/>
                <a:latin typeface="Geekflare"/>
              </a:rPr>
              <a:t>Plan</a:t>
            </a:r>
            <a:r>
              <a:rPr lang="en-US" b="0" i="0" dirty="0">
                <a:solidFill>
                  <a:srgbClr val="262524"/>
                </a:solidFill>
                <a:effectLst/>
                <a:latin typeface="Geekflare"/>
              </a:rPr>
              <a:t>: It is one of the stages where it determines what needs to be created, updated, or destroyed to move from real/current state of the infrastructure to the desired state.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62524"/>
                </a:solidFill>
                <a:effectLst/>
                <a:latin typeface="Geekflare"/>
              </a:rPr>
              <a:t>Apply</a:t>
            </a:r>
            <a:r>
              <a:rPr lang="en-US" b="0" i="0" dirty="0">
                <a:solidFill>
                  <a:srgbClr val="262524"/>
                </a:solidFill>
                <a:effectLst/>
                <a:latin typeface="Geekflare"/>
              </a:rPr>
              <a:t>: It is one of the stages where it applies the changes real/current state of the infrastructure in order to move to the desired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51ECD-1E00-4FCF-BCA1-B11779BB67E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929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JSON Configuration Syntax - Configuration Language | Terraform by </a:t>
            </a:r>
            <a:r>
              <a:rPr lang="en-US" dirty="0" err="1">
                <a:hlinkClick r:id="rId3"/>
              </a:rPr>
              <a:t>HashiCorp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51ECD-1E00-4FCF-BCA1-B11779BB67E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0421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Build Infrastructure - Terraform Azure Example | Terraform - </a:t>
            </a:r>
            <a:r>
              <a:rPr lang="en-US" dirty="0" err="1">
                <a:hlinkClick r:id="rId3"/>
              </a:rPr>
              <a:t>HashiCorp</a:t>
            </a:r>
            <a:r>
              <a:rPr lang="en-US" dirty="0">
                <a:hlinkClick r:id="rId3"/>
              </a:rPr>
              <a:t> Learn</a:t>
            </a:r>
            <a:endParaRPr lang="en-US" dirty="0"/>
          </a:p>
          <a:p>
            <a:r>
              <a:rPr lang="en-US" dirty="0">
                <a:hlinkClick r:id="rId4"/>
              </a:rPr>
              <a:t>Terraform best practices for Azure (javaadpatel.com)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51ECD-1E00-4FCF-BCA1-B11779BB67E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776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 and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93295" y="2535606"/>
            <a:ext cx="11143910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Module Title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646866" y="3545457"/>
            <a:ext cx="6026871" cy="533139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8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2646866" y="4195390"/>
            <a:ext cx="6026871" cy="73866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493295" y="3446463"/>
            <a:ext cx="1975585" cy="158666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Photo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2658569" y="4127748"/>
            <a:ext cx="8978636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8905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uiExpand="1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340BAD-F134-4A9B-BB47-F01A0DB9BE57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BB1D18-B779-46CB-8922-58A7E189328F}"/>
              </a:ext>
            </a:extLst>
          </p:cNvPr>
          <p:cNvCxnSpPr>
            <a:cxnSpLocks/>
          </p:cNvCxnSpPr>
          <p:nvPr/>
        </p:nvCxnSpPr>
        <p:spPr>
          <a:xfrm>
            <a:off x="526819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C1690B5-E6B0-489E-9947-42FF8A998CB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 sz="2000"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 sz="1800"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F43BE9-EBA0-4400-9E48-87F01782F12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699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4755BF9-73C5-D8AB-816C-90E629949E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2403F204-1D2A-936B-B63A-B88F414750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31373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0173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2718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50X50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6A12E5-B765-A316-598E-79FCC3546E58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C33269-C4E9-ECDC-EFF1-00EDC8F021B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0ABE32-DEB1-638B-DBEF-113B4466A218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CB300AE-1402-CDA0-A938-939F32869FB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599099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cxnSpLocks/>
          </p:cNvCxnSpPr>
          <p:nvPr/>
        </p:nvCxnSpPr>
        <p:spPr>
          <a:xfrm>
            <a:off x="6026992" y="1268087"/>
            <a:ext cx="0" cy="4877624"/>
          </a:xfrm>
          <a:prstGeom prst="line">
            <a:avLst/>
          </a:prstGeom>
          <a:ln w="28575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A7A390F-F982-47EC-24A7-50208BCC4F9B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D5A432-AC3D-5822-6821-0D13158E63F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38A476-939B-F252-631A-BE94D9A4BB2A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C8E9192-631B-274D-CE53-FF3C8CFC7C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3830953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, Content and Imag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B4CCE-59D3-C027-843D-E2F26AE032B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3739F4-3F13-0704-9D4B-73CB2DF95DC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204C57-DA88-64F5-98EC-2BBD5C1A59A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669250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2314514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Content and Imag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D712C30-FC98-4B35-653F-C664E715A71C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B2798B-8FA7-BD6B-6F3F-5844CD4A4CC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C023B4F-B1EE-8820-2299-7FEEE89E146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2424007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514602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D5DC78-B617-F542-BE22-DE3865674D5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BBF960-78E3-C281-C2B7-60720E032B7E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4476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F488631-35A3-4F61-C943-9B2BFF32C4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4A1324-6B3C-BE00-19F4-70450903AEE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5192635-521E-502F-8451-5FB12A798FE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FE78FC-0FC4-1656-5703-EFCA022CDB3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0E85BF5-779B-9199-ACC3-E02B8F0F4C0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2533911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uble 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6CF70EC-83CE-E5E3-D8F1-DDD8587049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CD6EA5-6A65-0363-EB73-5A2B18D8205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4111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Horizont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3D440-C62C-19B5-98B0-DEBDF6B4C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2484"/>
            <a:ext cx="6613183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3E270D-8E27-43C3-1CFA-AE933E98D9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98E921-6245-1FEC-223E-A51E004E63E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B01110F-3187-24A0-57E8-EE1DED0DC212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889FEC-E510-C186-0EC9-024E667186E2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6089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Vertic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55CEA4-E206-DAB7-8B5B-9B1ABBCB8E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6715"/>
            <a:ext cx="11122056" cy="2289188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E7CD97-BF95-AF28-447D-BB1E2EDFBB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15C720-9D69-8C23-58AD-23F46026915A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42FC20-AD5F-00A9-16A6-C284D0D466C9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287459-B6A1-E08F-15D2-D77E87D9A983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7524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Image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58C075-9A2A-EDE0-63C2-EBE96D9395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5370DA-0C40-FE6A-9E5C-347165ED93C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C10E24D-4C7D-D667-FE78-B7ED99A0DDF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3113E-FA48-4730-D9F0-33740E995D8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4170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C6DF01AD-F736-C2C7-0FAA-55FF8A2CFF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62" y="6383986"/>
            <a:ext cx="1494944" cy="31998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19E02B-56E8-ACD8-1B70-805BA4633E0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4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 sz="2000">
                <a:solidFill>
                  <a:srgbClr val="0D3B4F"/>
                </a:solidFill>
              </a:defRPr>
            </a:lvl2pPr>
            <a:lvl3pPr>
              <a:buClrTx/>
              <a:defRPr sz="1800"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44138E5-EED3-8D63-A785-F95739F3F154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703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C55C16-DF64-F949-0239-27F0F3861759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1A9AEAF-EC84-0313-4DD0-1538620521F6}"/>
              </a:ext>
            </a:extLst>
          </p:cNvPr>
          <p:cNvCxnSpPr>
            <a:cxnSpLocks/>
          </p:cNvCxnSpPr>
          <p:nvPr/>
        </p:nvCxnSpPr>
        <p:spPr>
          <a:xfrm>
            <a:off x="5259569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9943E9D6-1CCF-2BAA-1FB2-4053F7BD1B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59073438-1C62-6B9F-70AD-9967DD3325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F99588-797B-A32D-414C-F7D05E0D5EFD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490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247348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520" y="2357938"/>
            <a:ext cx="1907827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24852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C8F4B77F-0D0D-0DC6-3F9E-303AAF78DE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F5F5B0-3542-BD53-B3C3-511B7DF3B642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40095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562" y="2801136"/>
            <a:ext cx="30964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3677942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7CA36C7E-9368-2FEC-4C6C-0E9EE11FC6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F102C1-9945-8365-90E1-0591D7ABB75E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6628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B66E12-9BB3-7E03-ED63-6F68DD490D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3816596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A8C8F-C9FF-E150-0975-AC8DD67162F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148034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49B69F4-6542-CC32-13BB-1EDC8016C7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588747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9197C-A14F-EF49-12E9-8F9D65AAF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849491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F10F2F3-E7C9-5A3B-5A3A-2F657B7544C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76153"/>
            <a:ext cx="5156998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573F37-5E38-4DE7-D01D-29CB325BB933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5156994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AAD7D6-23BD-096F-D2AC-99E21B392F8C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731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C1B2F07E-0C00-421A-9195-523EDBF7749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07351" y="837219"/>
            <a:ext cx="8605921" cy="61102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334A2F-1DF6-47E4-9342-6176E6E9DA35}"/>
              </a:ext>
            </a:extLst>
          </p:cNvPr>
          <p:cNvSpPr/>
          <p:nvPr/>
        </p:nvSpPr>
        <p:spPr bwMode="auto">
          <a:xfrm>
            <a:off x="5600700" y="1883304"/>
            <a:ext cx="6000750" cy="335799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B189F03-5212-6C02-3901-900E58D9C2E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82787"/>
            <a:ext cx="473697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8DCC069-2BEA-5F9E-9129-62A5B1B8703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4736967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A636B-F90E-6AC1-F66C-DD7F07E87CA1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100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diag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6DD577C-C13B-4699-AEF8-7A86F0FC6BC3}"/>
              </a:ext>
            </a:extLst>
          </p:cNvPr>
          <p:cNvSpPr/>
          <p:nvPr/>
        </p:nvSpPr>
        <p:spPr bwMode="auto">
          <a:xfrm>
            <a:off x="5088049" y="0"/>
            <a:ext cx="7103952" cy="6858000"/>
          </a:xfrm>
          <a:custGeom>
            <a:avLst/>
            <a:gdLst>
              <a:gd name="connsiteX0" fmla="*/ 1544125 w 8382633"/>
              <a:gd name="connsiteY0" fmla="*/ 0 h 6858000"/>
              <a:gd name="connsiteX1" fmla="*/ 3077650 w 8382633"/>
              <a:gd name="connsiteY1" fmla="*/ 0 h 6858000"/>
              <a:gd name="connsiteX2" fmla="*/ 6849108 w 8382633"/>
              <a:gd name="connsiteY2" fmla="*/ 0 h 6858000"/>
              <a:gd name="connsiteX3" fmla="*/ 8382633 w 8382633"/>
              <a:gd name="connsiteY3" fmla="*/ 0 h 6858000"/>
              <a:gd name="connsiteX4" fmla="*/ 8382633 w 8382633"/>
              <a:gd name="connsiteY4" fmla="*/ 6858000 h 6858000"/>
              <a:gd name="connsiteX5" fmla="*/ 6849108 w 8382633"/>
              <a:gd name="connsiteY5" fmla="*/ 6858000 h 6858000"/>
              <a:gd name="connsiteX6" fmla="*/ 1533525 w 8382633"/>
              <a:gd name="connsiteY6" fmla="*/ 6858000 h 6858000"/>
              <a:gd name="connsiteX7" fmla="*/ 0 w 8382633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82633" h="6858000">
                <a:moveTo>
                  <a:pt x="1544125" y="0"/>
                </a:moveTo>
                <a:lnTo>
                  <a:pt x="3077650" y="0"/>
                </a:lnTo>
                <a:lnTo>
                  <a:pt x="6849108" y="0"/>
                </a:lnTo>
                <a:lnTo>
                  <a:pt x="8382633" y="0"/>
                </a:lnTo>
                <a:lnTo>
                  <a:pt x="8382633" y="6858000"/>
                </a:lnTo>
                <a:lnTo>
                  <a:pt x="6849108" y="6858000"/>
                </a:lnTo>
                <a:lnTo>
                  <a:pt x="15335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90A267F1-327F-405E-AAAF-F4D7F4F539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4713" y="3306563"/>
            <a:ext cx="4563275" cy="430887"/>
          </a:xfrm>
        </p:spPr>
        <p:txBody>
          <a:bodyPr/>
          <a:lstStyle>
            <a:lvl1pPr marL="0" indent="0" algn="l">
              <a:buNone/>
              <a:defRPr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Subheading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B110AE-7CE8-4541-ACC8-0A2D5097F2B6}"/>
              </a:ext>
            </a:extLst>
          </p:cNvPr>
          <p:cNvCxnSpPr>
            <a:cxnSpLocks/>
            <a:stCxn id="10" idx="0"/>
          </p:cNvCxnSpPr>
          <p:nvPr/>
        </p:nvCxnSpPr>
        <p:spPr>
          <a:xfrm flipH="1">
            <a:off x="5088049" y="0"/>
            <a:ext cx="1308585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9">
            <a:extLst>
              <a:ext uri="{FF2B5EF4-FFF2-40B4-BE49-F238E27FC236}">
                <a16:creationId xmlns:a16="http://schemas.microsoft.com/office/drawing/2014/main" id="{302E1A16-F6D6-87D2-5332-F90F1125F35A}"/>
              </a:ext>
            </a:extLst>
          </p:cNvPr>
          <p:cNvSpPr txBox="1">
            <a:spLocks/>
          </p:cNvSpPr>
          <p:nvPr/>
        </p:nvSpPr>
        <p:spPr>
          <a:xfrm>
            <a:off x="524774" y="2592697"/>
            <a:ext cx="45632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F0EA"/>
                </a:solidFill>
                <a:latin typeface="+mj-lt"/>
                <a:ea typeface="Roboto Light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610E22-E52D-0F2B-F3EC-79E2497C0DC6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497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0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s and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84F745-6E6C-4684-863E-D8BE5579F4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7"/>
          <a:stretch/>
        </p:blipFill>
        <p:spPr>
          <a:xfrm>
            <a:off x="6876547" y="1736436"/>
            <a:ext cx="5223242" cy="51215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428E25-5016-4039-B7A7-2F931DFE040A}"/>
              </a:ext>
            </a:extLst>
          </p:cNvPr>
          <p:cNvSpPr txBox="1"/>
          <p:nvPr/>
        </p:nvSpPr>
        <p:spPr>
          <a:xfrm>
            <a:off x="1192928" y="1913415"/>
            <a:ext cx="49889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0" dirty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rPr>
              <a:t>THANKS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060C8B-A3BA-485F-8BFF-B1AF78623F0F}"/>
              </a:ext>
            </a:extLst>
          </p:cNvPr>
          <p:cNvSpPr txBox="1"/>
          <p:nvPr/>
        </p:nvSpPr>
        <p:spPr>
          <a:xfrm>
            <a:off x="1253192" y="3167420"/>
            <a:ext cx="4813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Any Questions?</a:t>
            </a:r>
          </a:p>
        </p:txBody>
      </p: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730FCD30-4F72-67F5-7820-B4427DFB4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362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B23353-AC87-47E7-BD54-928306F48010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A4BB0AE5-CB5F-4D47-C947-B0E87FD9B4F0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30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  <p:sldLayoutId id="2147483716" r:id="rId19"/>
    <p:sldLayoutId id="2147483717" r:id="rId20"/>
    <p:sldLayoutId id="2147483718" r:id="rId21"/>
    <p:sldLayoutId id="2147483719" r:id="rId22"/>
    <p:sldLayoutId id="2147483720" r:id="rId23"/>
    <p:sldLayoutId id="2147483721" r:id="rId24"/>
    <p:sldLayoutId id="2147483722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C07CF-8C22-FAE3-A482-123CE13762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What is Terraform?</a:t>
            </a:r>
          </a:p>
          <a:p>
            <a:r>
              <a:rPr lang="en-US" dirty="0"/>
              <a:t>How does Terraform work?</a:t>
            </a:r>
          </a:p>
          <a:p>
            <a:r>
              <a:rPr lang="en-US" dirty="0"/>
              <a:t>Terraform Lifecycle</a:t>
            </a:r>
          </a:p>
          <a:p>
            <a:r>
              <a:rPr lang="en-IN" dirty="0"/>
              <a:t>Core Concepts</a:t>
            </a:r>
          </a:p>
          <a:p>
            <a:r>
              <a:rPr lang="en-US" dirty="0"/>
              <a:t>Types</a:t>
            </a:r>
          </a:p>
          <a:p>
            <a:r>
              <a:rPr lang="en-US" dirty="0"/>
              <a:t>Modules</a:t>
            </a:r>
          </a:p>
          <a:p>
            <a:r>
              <a:rPr lang="en-US" dirty="0"/>
              <a:t>Loops</a:t>
            </a:r>
          </a:p>
          <a:p>
            <a:r>
              <a:rPr lang="en-US" dirty="0"/>
              <a:t>Terraform with Azure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05BD8-CEBC-DEE3-77BC-E6497353B42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844063" y="425063"/>
            <a:ext cx="5969985" cy="67911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Terraform: I</a:t>
            </a:r>
            <a:r>
              <a:rPr lang="en-US" sz="4000" dirty="0"/>
              <a:t>nfrastructure as Code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9C1D73-1373-A684-A515-91CE0E8B8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2234512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3721E-DA15-410D-A88A-C248869B0F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dirty="0"/>
              <a:t>An open-source infrastructure as Code (</a:t>
            </a:r>
            <a:r>
              <a:rPr lang="en-US" dirty="0" err="1"/>
              <a:t>IaC</a:t>
            </a:r>
            <a:r>
              <a:rPr lang="en-US" dirty="0"/>
              <a:t>) tool by </a:t>
            </a:r>
            <a:r>
              <a:rPr lang="en-US" dirty="0" err="1"/>
              <a:t>HashiCorp</a:t>
            </a:r>
            <a:r>
              <a:rPr lang="en-US" dirty="0"/>
              <a:t> where you can store your cloud infrastructure setup as code.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Define and provision the infrastructure using a declarative language HCL (</a:t>
            </a:r>
            <a:r>
              <a:rPr lang="en-US" dirty="0" err="1"/>
              <a:t>HashiCorp</a:t>
            </a:r>
            <a:r>
              <a:rPr lang="en-US" dirty="0"/>
              <a:t> Configuration Language).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Supports multiple providers such as AWS, Azure, GCP, </a:t>
            </a:r>
            <a:r>
              <a:rPr lang="en-US" dirty="0" err="1"/>
              <a:t>DigitalOcean</a:t>
            </a:r>
            <a:r>
              <a:rPr lang="en-US" dirty="0"/>
              <a:t> and many more.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Supports client only architecture, so no need for additional configuration management on a server.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0B49A-0F8E-46E4-8022-B90AE0C8F433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What is Terraform?</a:t>
            </a:r>
          </a:p>
        </p:txBody>
      </p:sp>
    </p:spTree>
    <p:extLst>
      <p:ext uri="{BB962C8B-B14F-4D97-AF65-F5344CB8AC3E}">
        <p14:creationId xmlns:p14="http://schemas.microsoft.com/office/powerpoint/2010/main" val="1533238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E65CB-6AD9-4E8F-9D2D-B3F37A91E643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How does Terraform work?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B89B854-900A-4C8B-B71F-69831E5A5824}"/>
              </a:ext>
            </a:extLst>
          </p:cNvPr>
          <p:cNvGrpSpPr/>
          <p:nvPr/>
        </p:nvGrpSpPr>
        <p:grpSpPr>
          <a:xfrm>
            <a:off x="881567" y="1784737"/>
            <a:ext cx="10159925" cy="4052305"/>
            <a:chOff x="881567" y="1784737"/>
            <a:chExt cx="10159925" cy="405230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E3AA4B5-27A7-4DD1-AD8B-725106BDEE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1567" y="1784737"/>
              <a:ext cx="10159925" cy="3682973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DFB6AF2-BFA0-437F-B996-B21D6C153AEB}"/>
                </a:ext>
              </a:extLst>
            </p:cNvPr>
            <p:cNvSpPr txBox="1"/>
            <p:nvPr/>
          </p:nvSpPr>
          <p:spPr>
            <a:xfrm>
              <a:off x="3702424" y="5467710"/>
              <a:ext cx="29122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https://learn.hashicorp.com/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2787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90621-777C-4799-A974-33068D6CBDD9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Terraform Lifecycle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7B71FC-9183-469E-BB2E-1F53A48764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3029582"/>
          </a:xfrm>
        </p:spPr>
        <p:txBody>
          <a:bodyPr>
            <a:normAutofit fontScale="92500"/>
          </a:bodyPr>
          <a:lstStyle/>
          <a:p>
            <a:pPr algn="just">
              <a:lnSpc>
                <a:spcPct val="100000"/>
              </a:lnSpc>
            </a:pPr>
            <a:r>
              <a:rPr lang="en-US" sz="2800" b="1" dirty="0"/>
              <a:t>Init</a:t>
            </a:r>
            <a:r>
              <a:rPr lang="en-US" sz="2800" dirty="0"/>
              <a:t> - Initialize the working directory which consists of all the config files.</a:t>
            </a:r>
          </a:p>
          <a:p>
            <a:pPr algn="just">
              <a:lnSpc>
                <a:spcPct val="100000"/>
              </a:lnSpc>
            </a:pPr>
            <a:r>
              <a:rPr lang="en-US" sz="2800" b="1" dirty="0"/>
              <a:t>Plan</a:t>
            </a:r>
            <a:r>
              <a:rPr lang="en-US" sz="2800" dirty="0"/>
              <a:t> - Create an execution plan to reach a desired state of the infrastructure. </a:t>
            </a:r>
            <a:r>
              <a:rPr lang="en-US" sz="2800" b="1" dirty="0"/>
              <a:t>Apply</a:t>
            </a:r>
            <a:r>
              <a:rPr lang="en-US" sz="2800" dirty="0"/>
              <a:t> - Makes the changes in the infrastructure as defined in the plan, and the infrastructure comes to the desired state.</a:t>
            </a:r>
          </a:p>
          <a:p>
            <a:pPr algn="just">
              <a:lnSpc>
                <a:spcPct val="100000"/>
              </a:lnSpc>
            </a:pPr>
            <a:r>
              <a:rPr lang="en-US" sz="2800" b="1" dirty="0"/>
              <a:t>Destroy</a:t>
            </a:r>
            <a:r>
              <a:rPr lang="en-US" sz="2800" dirty="0"/>
              <a:t> - Delete all the old infrastructure resources, which are marked tainted after the apply phase.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B27C253-DEF3-4A36-ACAA-21C23F1738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341254"/>
              </p:ext>
            </p:extLst>
          </p:nvPr>
        </p:nvGraphicFramePr>
        <p:xfrm>
          <a:off x="1600887" y="4417767"/>
          <a:ext cx="9273660" cy="13734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30654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7B71FC-9183-469E-BB2E-1F53A48764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00000"/>
              </a:lnSpc>
            </a:pPr>
            <a:r>
              <a:rPr lang="en-US" sz="2800" b="1" dirty="0"/>
              <a:t>Variables:</a:t>
            </a:r>
            <a:r>
              <a:rPr lang="en-US" sz="2800" dirty="0"/>
              <a:t> Used as input-variables, it is key-value pair used by Terraform modules to allow customization.</a:t>
            </a:r>
          </a:p>
          <a:p>
            <a:pPr algn="just">
              <a:lnSpc>
                <a:spcPct val="100000"/>
              </a:lnSpc>
            </a:pPr>
            <a:r>
              <a:rPr lang="en-US" sz="2800" b="1" dirty="0"/>
              <a:t>Provider:</a:t>
            </a:r>
            <a:r>
              <a:rPr lang="en-US" sz="2800" dirty="0"/>
              <a:t> A plugin to interact with APIs of service and access its related resources.</a:t>
            </a:r>
          </a:p>
          <a:p>
            <a:pPr algn="just">
              <a:lnSpc>
                <a:spcPct val="100000"/>
              </a:lnSpc>
            </a:pPr>
            <a:r>
              <a:rPr lang="en-US" sz="2800" b="1" dirty="0"/>
              <a:t>Module:</a:t>
            </a:r>
            <a:r>
              <a:rPr lang="en-US" sz="2800" dirty="0"/>
              <a:t> A folder with Terraform templates where all the configurations are defined.</a:t>
            </a:r>
          </a:p>
          <a:p>
            <a:pPr algn="just">
              <a:lnSpc>
                <a:spcPct val="100000"/>
              </a:lnSpc>
            </a:pPr>
            <a:r>
              <a:rPr lang="en-US" sz="2800" b="1" dirty="0"/>
              <a:t>State:</a:t>
            </a:r>
            <a:r>
              <a:rPr lang="en-US" sz="2800" dirty="0"/>
              <a:t> Consists of cached information about the infrastructure managed by Terraform and the related configurations.</a:t>
            </a:r>
          </a:p>
          <a:p>
            <a:pPr algn="just">
              <a:lnSpc>
                <a:spcPct val="100000"/>
              </a:lnSpc>
            </a:pPr>
            <a:r>
              <a:rPr lang="en-US" sz="2800" b="1" dirty="0"/>
              <a:t>Resources:</a:t>
            </a:r>
            <a:r>
              <a:rPr lang="en-US" sz="2800" dirty="0"/>
              <a:t> Refers to a block of one or more infrastructure objects (compute instances, virtual networks), which are used in configuring and managing the infrastructure.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90621-777C-4799-A974-33068D6CBDD9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sz="4400" dirty="0"/>
              <a:t>Core Concepts</a:t>
            </a:r>
          </a:p>
        </p:txBody>
      </p:sp>
    </p:spTree>
    <p:extLst>
      <p:ext uri="{BB962C8B-B14F-4D97-AF65-F5344CB8AC3E}">
        <p14:creationId xmlns:p14="http://schemas.microsoft.com/office/powerpoint/2010/main" val="3850136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7B71FC-9183-469E-BB2E-1F53A48764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800" b="1" dirty="0"/>
              <a:t>Data Source:</a:t>
            </a:r>
            <a:r>
              <a:rPr lang="en-US" sz="2800" dirty="0"/>
              <a:t> Implemented by providers to return information on external objects to terraform.</a:t>
            </a:r>
          </a:p>
          <a:p>
            <a:pPr algn="just">
              <a:lnSpc>
                <a:spcPct val="100000"/>
              </a:lnSpc>
            </a:pPr>
            <a:r>
              <a:rPr lang="en-US" sz="2800" b="1" dirty="0"/>
              <a:t>Output Values:</a:t>
            </a:r>
            <a:r>
              <a:rPr lang="en-US" sz="2800" dirty="0"/>
              <a:t> These are return values of a terraform module that can be used by other configurations.</a:t>
            </a:r>
          </a:p>
          <a:p>
            <a:pPr algn="just">
              <a:lnSpc>
                <a:spcPct val="100000"/>
              </a:lnSpc>
            </a:pPr>
            <a:r>
              <a:rPr lang="en-US" sz="2800" b="1" dirty="0"/>
              <a:t>Plan:</a:t>
            </a:r>
            <a:r>
              <a:rPr lang="en-US" sz="2800" dirty="0"/>
              <a:t> One of the stages where it determines what needs to be created, updated, or destroyed to move from real/current state of the infrastructure to the desired state.</a:t>
            </a:r>
          </a:p>
          <a:p>
            <a:pPr algn="just">
              <a:lnSpc>
                <a:spcPct val="100000"/>
              </a:lnSpc>
            </a:pPr>
            <a:r>
              <a:rPr lang="en-US" sz="2800" b="1" dirty="0"/>
              <a:t>Apply:</a:t>
            </a:r>
            <a:r>
              <a:rPr lang="en-US" sz="2800" dirty="0"/>
              <a:t> One of the stages where it applies the changes real/current state of the infrastructure in order to move to the desired state.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90621-777C-4799-A974-33068D6CBDD9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sz="4400" dirty="0"/>
              <a:t>Core Concepts</a:t>
            </a:r>
          </a:p>
        </p:txBody>
      </p:sp>
    </p:spTree>
    <p:extLst>
      <p:ext uri="{BB962C8B-B14F-4D97-AF65-F5344CB8AC3E}">
        <p14:creationId xmlns:p14="http://schemas.microsoft.com/office/powerpoint/2010/main" val="2529564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A795AE-54BA-4F34-9098-1DD0C5E087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String</a:t>
            </a:r>
          </a:p>
          <a:p>
            <a:r>
              <a:rPr lang="en-US" dirty="0"/>
              <a:t>Number</a:t>
            </a:r>
          </a:p>
          <a:p>
            <a:r>
              <a:rPr lang="en-US" dirty="0"/>
              <a:t>Bool</a:t>
            </a:r>
          </a:p>
          <a:p>
            <a:r>
              <a:rPr lang="en-US" dirty="0"/>
              <a:t>Any</a:t>
            </a:r>
          </a:p>
          <a:p>
            <a:r>
              <a:rPr lang="en-US" dirty="0"/>
              <a:t>List </a:t>
            </a:r>
          </a:p>
          <a:p>
            <a:r>
              <a:rPr lang="en-US" dirty="0"/>
              <a:t>Map </a:t>
            </a:r>
          </a:p>
          <a:p>
            <a:r>
              <a:rPr lang="en-US" dirty="0"/>
              <a:t>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A809B-BBE1-401F-B3AC-CA38F846CCCA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Type</a:t>
            </a:r>
          </a:p>
        </p:txBody>
      </p:sp>
    </p:spTree>
    <p:extLst>
      <p:ext uri="{BB962C8B-B14F-4D97-AF65-F5344CB8AC3E}">
        <p14:creationId xmlns:p14="http://schemas.microsoft.com/office/powerpoint/2010/main" val="805838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20CE57-A2FE-4C56-AF13-AC68AC3C73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effectLst/>
              </a:rPr>
              <a:t>Containers for multiple resources that are used together.</a:t>
            </a:r>
          </a:p>
          <a:p>
            <a:pPr algn="just"/>
            <a:r>
              <a:rPr lang="en-US" dirty="0">
                <a:effectLst/>
              </a:rPr>
              <a:t>Used to package and reuse resource configurations with Terraform.</a:t>
            </a:r>
          </a:p>
          <a:p>
            <a:pPr algn="just"/>
            <a:r>
              <a:rPr lang="en-US" dirty="0"/>
              <a:t>Every Terraform configuration has at least one module, known as its root module, which consists of the resources defined in the .</a:t>
            </a:r>
            <a:r>
              <a:rPr lang="en-US" dirty="0" err="1"/>
              <a:t>tf</a:t>
            </a:r>
            <a:r>
              <a:rPr lang="en-US" dirty="0"/>
              <a:t> files in the main working directory.</a:t>
            </a:r>
          </a:p>
          <a:p>
            <a:pPr algn="just"/>
            <a:r>
              <a:rPr lang="en-US" dirty="0"/>
              <a:t>A module that has been called by another module is often referred to as a child module.</a:t>
            </a:r>
          </a:p>
          <a:p>
            <a:pPr algn="just"/>
            <a:r>
              <a:rPr lang="en-US" dirty="0"/>
              <a:t>Child modules can be called multiple times within the same configuration, and multiple configurations can use the same child module.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556E4-50E5-458E-9053-D3CDA5023BD9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Modules</a:t>
            </a:r>
          </a:p>
        </p:txBody>
      </p:sp>
    </p:spTree>
    <p:extLst>
      <p:ext uri="{BB962C8B-B14F-4D97-AF65-F5344CB8AC3E}">
        <p14:creationId xmlns:p14="http://schemas.microsoft.com/office/powerpoint/2010/main" val="525541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20CE57-A2FE-4C56-AF13-AC68AC3C73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Count: Allows you to specify a whole number, and produces as many instances of something as this number tells it to.</a:t>
            </a:r>
          </a:p>
          <a:p>
            <a:pPr algn="just"/>
            <a:r>
              <a:rPr lang="en-US" dirty="0" err="1"/>
              <a:t>For_each</a:t>
            </a:r>
            <a:r>
              <a:rPr lang="en-US" dirty="0"/>
              <a:t>: Provide a variable - map, or a set of strings, and the resources can access values contained within, via </a:t>
            </a:r>
            <a:r>
              <a:rPr lang="en-US" dirty="0" err="1"/>
              <a:t>each.key</a:t>
            </a:r>
            <a:r>
              <a:rPr lang="en-US" dirty="0"/>
              <a:t> and </a:t>
            </a:r>
            <a:r>
              <a:rPr lang="en-US" dirty="0" err="1"/>
              <a:t>each.value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For: Iterating over, and operating on things from complex collections. Imagine that you have a list of words (strings), but unfortunately, all of them contain newline characters at the end which you don’t want.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556E4-50E5-458E-9053-D3CDA5023BD9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Loops</a:t>
            </a:r>
          </a:p>
        </p:txBody>
      </p:sp>
    </p:spTree>
    <p:extLst>
      <p:ext uri="{BB962C8B-B14F-4D97-AF65-F5344CB8AC3E}">
        <p14:creationId xmlns:p14="http://schemas.microsoft.com/office/powerpoint/2010/main" val="3497219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E0901-21AA-4866-8D17-0020CBC4B6AA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Terraform with Azure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5494007-A9E0-488D-9D1E-FEA9FA78D40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47289" y="1268413"/>
            <a:ext cx="3558016" cy="4536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7560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48D4C3-D31D-C007-56B9-170CFC280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BFDF5C-AF1A-452D-6390-D94AA784F0F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Terraform with Azure</a:t>
            </a:r>
          </a:p>
        </p:txBody>
      </p:sp>
    </p:spTree>
    <p:extLst>
      <p:ext uri="{BB962C8B-B14F-4D97-AF65-F5344CB8AC3E}">
        <p14:creationId xmlns:p14="http://schemas.microsoft.com/office/powerpoint/2010/main" val="4209004112"/>
      </p:ext>
    </p:extLst>
  </p:cSld>
  <p:clrMapOvr>
    <a:masterClrMapping/>
  </p:clrMapOvr>
</p:sld>
</file>

<file path=ppt/theme/theme1.xml><?xml version="1.0" encoding="utf-8"?>
<a:theme xmlns:a="http://schemas.openxmlformats.org/drawingml/2006/main" name="ScholarHat Layou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cholarHat Font">
      <a:majorFont>
        <a:latin typeface="Roboto"/>
        <a:ea typeface=""/>
        <a:cs typeface=""/>
      </a:majorFont>
      <a:minorFont>
        <a:latin typeface="Robo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lution Architect.pptx" id="{06293316-8F9D-4244-9866-10C23334BAC7}" vid="{991B43C4-B17E-4503-B5C7-59C166CFDC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ScholarHat Theme</Template>
  <TotalTime>1420</TotalTime>
  <Words>1273</Words>
  <Application>Microsoft Office PowerPoint</Application>
  <PresentationFormat>Widescreen</PresentationFormat>
  <Paragraphs>97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Geekflare</vt:lpstr>
      <vt:lpstr>Roboto</vt:lpstr>
      <vt:lpstr>Roboto Light</vt:lpstr>
      <vt:lpstr>Segoe UI</vt:lpstr>
      <vt:lpstr>ScholarHat Layout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Mobile Apps with Angular, Ionic, Web API and NgCordova</dc:title>
  <dc:creator>Shailendra Chauhan</dc:creator>
  <cp:lastModifiedBy>Shailendra Chauhan</cp:lastModifiedBy>
  <cp:revision>1337</cp:revision>
  <dcterms:created xsi:type="dcterms:W3CDTF">2015-04-26T09:42:00Z</dcterms:created>
  <dcterms:modified xsi:type="dcterms:W3CDTF">2024-10-29T10:47:14Z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1033-11.2.0.9327</vt:lpwstr>
  </property>
</Properties>
</file>