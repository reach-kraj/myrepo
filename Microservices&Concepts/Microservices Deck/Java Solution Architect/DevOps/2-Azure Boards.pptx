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95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5" roundtripDataSignature="AMtx7mhxA6x1fX2XI+O8tHt1o39mRHQKx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FFD9763-2A9B-44A8-8ED3-899905430AF6}">
  <a:tblStyle styleId="{EFFD9763-2A9B-44A8-8ED3-899905430AF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39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ilendra Chauhan" userId="a7d3133f-e197-4b90-bf63-99a63a264234" providerId="ADAL" clId="{0BEAD835-0AEE-488E-952E-F4D4AD8A849D}"/>
    <pc:docChg chg="custSel addSld delSld modSld delMainMaster modMainMaster">
      <pc:chgData name="Shailendra Chauhan" userId="a7d3133f-e197-4b90-bf63-99a63a264234" providerId="ADAL" clId="{0BEAD835-0AEE-488E-952E-F4D4AD8A849D}" dt="2024-07-30T04:26:53.239" v="89" actId="2696"/>
      <pc:docMkLst>
        <pc:docMk/>
      </pc:docMkLst>
      <pc:sldChg chg="modSp mod modClrScheme chgLayout">
        <pc:chgData name="Shailendra Chauhan" userId="a7d3133f-e197-4b90-bf63-99a63a264234" providerId="ADAL" clId="{0BEAD835-0AEE-488E-952E-F4D4AD8A849D}" dt="2024-07-30T04:26:32.031" v="63"/>
        <pc:sldMkLst>
          <pc:docMk/>
          <pc:sldMk cId="0" sldId="256"/>
        </pc:sldMkLst>
      </pc:sldChg>
      <pc:sldChg chg="modSp mod modClrScheme chgLayout">
        <pc:chgData name="Shailendra Chauhan" userId="a7d3133f-e197-4b90-bf63-99a63a264234" providerId="ADAL" clId="{0BEAD835-0AEE-488E-952E-F4D4AD8A849D}" dt="2024-07-30T04:26:32.031" v="63"/>
        <pc:sldMkLst>
          <pc:docMk/>
          <pc:sldMk cId="0" sldId="257"/>
        </pc:sldMkLst>
      </pc:sldChg>
      <pc:sldChg chg="modSp mod modClrScheme chgLayout">
        <pc:chgData name="Shailendra Chauhan" userId="a7d3133f-e197-4b90-bf63-99a63a264234" providerId="ADAL" clId="{0BEAD835-0AEE-488E-952E-F4D4AD8A849D}" dt="2024-07-30T04:26:32.031" v="63"/>
        <pc:sldMkLst>
          <pc:docMk/>
          <pc:sldMk cId="0" sldId="258"/>
        </pc:sldMkLst>
      </pc:sldChg>
      <pc:sldChg chg="modSp mod setBg modClrScheme chgLayout">
        <pc:chgData name="Shailendra Chauhan" userId="a7d3133f-e197-4b90-bf63-99a63a264234" providerId="ADAL" clId="{0BEAD835-0AEE-488E-952E-F4D4AD8A849D}" dt="2024-07-30T04:26:32.031" v="63"/>
        <pc:sldMkLst>
          <pc:docMk/>
          <pc:sldMk cId="0" sldId="259"/>
        </pc:sldMkLst>
      </pc:sldChg>
      <pc:sldChg chg="modSp mod modClrScheme chgLayout">
        <pc:chgData name="Shailendra Chauhan" userId="a7d3133f-e197-4b90-bf63-99a63a264234" providerId="ADAL" clId="{0BEAD835-0AEE-488E-952E-F4D4AD8A849D}" dt="2024-07-30T04:26:32.031" v="63"/>
        <pc:sldMkLst>
          <pc:docMk/>
          <pc:sldMk cId="0" sldId="260"/>
        </pc:sldMkLst>
      </pc:sldChg>
      <pc:sldChg chg="modSp mod setBg modClrScheme chgLayout">
        <pc:chgData name="Shailendra Chauhan" userId="a7d3133f-e197-4b90-bf63-99a63a264234" providerId="ADAL" clId="{0BEAD835-0AEE-488E-952E-F4D4AD8A849D}" dt="2024-07-30T04:26:32.031" v="63"/>
        <pc:sldMkLst>
          <pc:docMk/>
          <pc:sldMk cId="0" sldId="261"/>
        </pc:sldMkLst>
      </pc:sldChg>
      <pc:sldChg chg="modSp mod setBg modClrScheme chgLayout">
        <pc:chgData name="Shailendra Chauhan" userId="a7d3133f-e197-4b90-bf63-99a63a264234" providerId="ADAL" clId="{0BEAD835-0AEE-488E-952E-F4D4AD8A849D}" dt="2024-07-30T04:26:32.031" v="63"/>
        <pc:sldMkLst>
          <pc:docMk/>
          <pc:sldMk cId="0" sldId="262"/>
        </pc:sldMkLst>
      </pc:sldChg>
      <pc:sldChg chg="modSp mod modClrScheme chgLayout">
        <pc:chgData name="Shailendra Chauhan" userId="a7d3133f-e197-4b90-bf63-99a63a264234" providerId="ADAL" clId="{0BEAD835-0AEE-488E-952E-F4D4AD8A849D}" dt="2024-07-30T04:26:32.031" v="63"/>
        <pc:sldMkLst>
          <pc:docMk/>
          <pc:sldMk cId="0" sldId="263"/>
        </pc:sldMkLst>
      </pc:sldChg>
      <pc:sldChg chg="modSp mod modClrScheme chgLayout">
        <pc:chgData name="Shailendra Chauhan" userId="a7d3133f-e197-4b90-bf63-99a63a264234" providerId="ADAL" clId="{0BEAD835-0AEE-488E-952E-F4D4AD8A849D}" dt="2024-07-30T04:26:32.031" v="63"/>
        <pc:sldMkLst>
          <pc:docMk/>
          <pc:sldMk cId="0" sldId="264"/>
        </pc:sldMkLst>
      </pc:sldChg>
      <pc:sldChg chg="modSp mod modClrScheme chgLayout">
        <pc:chgData name="Shailendra Chauhan" userId="a7d3133f-e197-4b90-bf63-99a63a264234" providerId="ADAL" clId="{0BEAD835-0AEE-488E-952E-F4D4AD8A849D}" dt="2024-07-30T04:26:32.031" v="63"/>
        <pc:sldMkLst>
          <pc:docMk/>
          <pc:sldMk cId="0" sldId="265"/>
        </pc:sldMkLst>
      </pc:sldChg>
      <pc:sldChg chg="modSp mod modClrScheme chgLayout">
        <pc:chgData name="Shailendra Chauhan" userId="a7d3133f-e197-4b90-bf63-99a63a264234" providerId="ADAL" clId="{0BEAD835-0AEE-488E-952E-F4D4AD8A849D}" dt="2024-07-30T04:26:32.031" v="63"/>
        <pc:sldMkLst>
          <pc:docMk/>
          <pc:sldMk cId="0" sldId="266"/>
        </pc:sldMkLst>
      </pc:sldChg>
      <pc:sldChg chg="modSp mod setBg modClrScheme chgLayout">
        <pc:chgData name="Shailendra Chauhan" userId="a7d3133f-e197-4b90-bf63-99a63a264234" providerId="ADAL" clId="{0BEAD835-0AEE-488E-952E-F4D4AD8A849D}" dt="2024-07-30T04:26:32.031" v="63"/>
        <pc:sldMkLst>
          <pc:docMk/>
          <pc:sldMk cId="0" sldId="267"/>
        </pc:sldMkLst>
      </pc:sldChg>
      <pc:sldChg chg="modSp mod setBg modClrScheme chgLayout">
        <pc:chgData name="Shailendra Chauhan" userId="a7d3133f-e197-4b90-bf63-99a63a264234" providerId="ADAL" clId="{0BEAD835-0AEE-488E-952E-F4D4AD8A849D}" dt="2024-07-30T04:26:32.031" v="63"/>
        <pc:sldMkLst>
          <pc:docMk/>
          <pc:sldMk cId="0" sldId="268"/>
        </pc:sldMkLst>
      </pc:sldChg>
      <pc:sldChg chg="modSp mod setBg modClrScheme chgLayout">
        <pc:chgData name="Shailendra Chauhan" userId="a7d3133f-e197-4b90-bf63-99a63a264234" providerId="ADAL" clId="{0BEAD835-0AEE-488E-952E-F4D4AD8A849D}" dt="2024-07-30T04:26:32.031" v="63"/>
        <pc:sldMkLst>
          <pc:docMk/>
          <pc:sldMk cId="0" sldId="269"/>
        </pc:sldMkLst>
      </pc:sldChg>
      <pc:sldChg chg="modSp mod setBg modClrScheme chgLayout">
        <pc:chgData name="Shailendra Chauhan" userId="a7d3133f-e197-4b90-bf63-99a63a264234" providerId="ADAL" clId="{0BEAD835-0AEE-488E-952E-F4D4AD8A849D}" dt="2024-07-30T04:26:32.031" v="63"/>
        <pc:sldMkLst>
          <pc:docMk/>
          <pc:sldMk cId="0" sldId="270"/>
        </pc:sldMkLst>
      </pc:sldChg>
      <pc:sldChg chg="modSp mod setBg modClrScheme chgLayout">
        <pc:chgData name="Shailendra Chauhan" userId="a7d3133f-e197-4b90-bf63-99a63a264234" providerId="ADAL" clId="{0BEAD835-0AEE-488E-952E-F4D4AD8A849D}" dt="2024-07-30T04:26:32.031" v="63"/>
        <pc:sldMkLst>
          <pc:docMk/>
          <pc:sldMk cId="0" sldId="271"/>
        </pc:sldMkLst>
      </pc:sldChg>
      <pc:sldChg chg="modSp mod modClrScheme chgLayout">
        <pc:chgData name="Shailendra Chauhan" userId="a7d3133f-e197-4b90-bf63-99a63a264234" providerId="ADAL" clId="{0BEAD835-0AEE-488E-952E-F4D4AD8A849D}" dt="2024-07-30T04:26:32.031" v="63"/>
        <pc:sldMkLst>
          <pc:docMk/>
          <pc:sldMk cId="0" sldId="272"/>
        </pc:sldMkLst>
      </pc:sldChg>
      <pc:sldChg chg="modSp mod setBg modClrScheme chgLayout">
        <pc:chgData name="Shailendra Chauhan" userId="a7d3133f-e197-4b90-bf63-99a63a264234" providerId="ADAL" clId="{0BEAD835-0AEE-488E-952E-F4D4AD8A849D}" dt="2024-07-30T04:26:32.031" v="63"/>
        <pc:sldMkLst>
          <pc:docMk/>
          <pc:sldMk cId="0" sldId="273"/>
        </pc:sldMkLst>
      </pc:sldChg>
      <pc:sldChg chg="modSp mod setBg modClrScheme chgLayout">
        <pc:chgData name="Shailendra Chauhan" userId="a7d3133f-e197-4b90-bf63-99a63a264234" providerId="ADAL" clId="{0BEAD835-0AEE-488E-952E-F4D4AD8A849D}" dt="2024-07-30T04:26:32.031" v="63"/>
        <pc:sldMkLst>
          <pc:docMk/>
          <pc:sldMk cId="0" sldId="274"/>
        </pc:sldMkLst>
      </pc:sldChg>
      <pc:sldChg chg="new del">
        <pc:chgData name="Shailendra Chauhan" userId="a7d3133f-e197-4b90-bf63-99a63a264234" providerId="ADAL" clId="{0BEAD835-0AEE-488E-952E-F4D4AD8A849D}" dt="2024-07-30T04:20:31.595" v="56" actId="2696"/>
        <pc:sldMkLst>
          <pc:docMk/>
          <pc:sldMk cId="3403703199" sldId="275"/>
        </pc:sldMkLst>
      </pc:sldChg>
      <pc:sldMasterChg chg="del mod delSldLayout modSldLayout">
        <pc:chgData name="Shailendra Chauhan" userId="a7d3133f-e197-4b90-bf63-99a63a264234" providerId="ADAL" clId="{0BEAD835-0AEE-488E-952E-F4D4AD8A849D}" dt="2024-07-30T04:26:53.239" v="89" actId="2696"/>
        <pc:sldMasterMkLst>
          <pc:docMk/>
          <pc:sldMasterMk cId="4031050543" sldId="2147483669"/>
        </pc:sldMasterMkLst>
        <pc:sldLayoutChg chg="del">
          <pc:chgData name="Shailendra Chauhan" userId="a7d3133f-e197-4b90-bf63-99a63a264234" providerId="ADAL" clId="{0BEAD835-0AEE-488E-952E-F4D4AD8A849D}" dt="2024-07-30T04:26:53.166" v="64" actId="2696"/>
          <pc:sldLayoutMkLst>
            <pc:docMk/>
            <pc:sldMasterMk cId="4031050543" sldId="2147483669"/>
            <pc:sldLayoutMk cId="3854901759" sldId="2147483670"/>
          </pc:sldLayoutMkLst>
        </pc:sldLayoutChg>
        <pc:sldLayoutChg chg="del">
          <pc:chgData name="Shailendra Chauhan" userId="a7d3133f-e197-4b90-bf63-99a63a264234" providerId="ADAL" clId="{0BEAD835-0AEE-488E-952E-F4D4AD8A849D}" dt="2024-07-30T04:26:53.171" v="65" actId="2696"/>
          <pc:sldLayoutMkLst>
            <pc:docMk/>
            <pc:sldMasterMk cId="4031050543" sldId="2147483669"/>
            <pc:sldLayoutMk cId="4179789772" sldId="2147483671"/>
          </pc:sldLayoutMkLst>
        </pc:sldLayoutChg>
        <pc:sldLayoutChg chg="del">
          <pc:chgData name="Shailendra Chauhan" userId="a7d3133f-e197-4b90-bf63-99a63a264234" providerId="ADAL" clId="{0BEAD835-0AEE-488E-952E-F4D4AD8A849D}" dt="2024-07-30T04:26:53.174" v="66" actId="2696"/>
          <pc:sldLayoutMkLst>
            <pc:docMk/>
            <pc:sldMasterMk cId="4031050543" sldId="2147483669"/>
            <pc:sldLayoutMk cId="2127523340" sldId="2147483672"/>
          </pc:sldLayoutMkLst>
        </pc:sldLayoutChg>
        <pc:sldLayoutChg chg="del">
          <pc:chgData name="Shailendra Chauhan" userId="a7d3133f-e197-4b90-bf63-99a63a264234" providerId="ADAL" clId="{0BEAD835-0AEE-488E-952E-F4D4AD8A849D}" dt="2024-07-30T04:26:53.177" v="67" actId="2696"/>
          <pc:sldLayoutMkLst>
            <pc:docMk/>
            <pc:sldMasterMk cId="4031050543" sldId="2147483669"/>
            <pc:sldLayoutMk cId="3127565577" sldId="2147483673"/>
          </pc:sldLayoutMkLst>
        </pc:sldLayoutChg>
        <pc:sldLayoutChg chg="del">
          <pc:chgData name="Shailendra Chauhan" userId="a7d3133f-e197-4b90-bf63-99a63a264234" providerId="ADAL" clId="{0BEAD835-0AEE-488E-952E-F4D4AD8A849D}" dt="2024-07-30T04:26:53.179" v="68" actId="2696"/>
          <pc:sldLayoutMkLst>
            <pc:docMk/>
            <pc:sldMasterMk cId="4031050543" sldId="2147483669"/>
            <pc:sldLayoutMk cId="54274415" sldId="2147483674"/>
          </pc:sldLayoutMkLst>
        </pc:sldLayoutChg>
        <pc:sldLayoutChg chg="del">
          <pc:chgData name="Shailendra Chauhan" userId="a7d3133f-e197-4b90-bf63-99a63a264234" providerId="ADAL" clId="{0BEAD835-0AEE-488E-952E-F4D4AD8A849D}" dt="2024-07-30T04:26:53.183" v="69" actId="2696"/>
          <pc:sldLayoutMkLst>
            <pc:docMk/>
            <pc:sldMasterMk cId="4031050543" sldId="2147483669"/>
            <pc:sldLayoutMk cId="3470117071" sldId="2147483675"/>
          </pc:sldLayoutMkLst>
        </pc:sldLayoutChg>
        <pc:sldLayoutChg chg="del">
          <pc:chgData name="Shailendra Chauhan" userId="a7d3133f-e197-4b90-bf63-99a63a264234" providerId="ADAL" clId="{0BEAD835-0AEE-488E-952E-F4D4AD8A849D}" dt="2024-07-30T04:26:53.186" v="70" actId="2696"/>
          <pc:sldLayoutMkLst>
            <pc:docMk/>
            <pc:sldMasterMk cId="4031050543" sldId="2147483669"/>
            <pc:sldLayoutMk cId="4002966575" sldId="2147483676"/>
          </pc:sldLayoutMkLst>
        </pc:sldLayoutChg>
        <pc:sldLayoutChg chg="del">
          <pc:chgData name="Shailendra Chauhan" userId="a7d3133f-e197-4b90-bf63-99a63a264234" providerId="ADAL" clId="{0BEAD835-0AEE-488E-952E-F4D4AD8A849D}" dt="2024-07-30T04:26:53.189" v="71" actId="2696"/>
          <pc:sldLayoutMkLst>
            <pc:docMk/>
            <pc:sldMasterMk cId="4031050543" sldId="2147483669"/>
            <pc:sldLayoutMk cId="736494290" sldId="2147483677"/>
          </pc:sldLayoutMkLst>
        </pc:sldLayoutChg>
        <pc:sldLayoutChg chg="del">
          <pc:chgData name="Shailendra Chauhan" userId="a7d3133f-e197-4b90-bf63-99a63a264234" providerId="ADAL" clId="{0BEAD835-0AEE-488E-952E-F4D4AD8A849D}" dt="2024-07-30T04:26:53.192" v="72" actId="2696"/>
          <pc:sldLayoutMkLst>
            <pc:docMk/>
            <pc:sldMasterMk cId="4031050543" sldId="2147483669"/>
            <pc:sldLayoutMk cId="1724993878" sldId="2147483678"/>
          </pc:sldLayoutMkLst>
        </pc:sldLayoutChg>
        <pc:sldLayoutChg chg="del setBg">
          <pc:chgData name="Shailendra Chauhan" userId="a7d3133f-e197-4b90-bf63-99a63a264234" providerId="ADAL" clId="{0BEAD835-0AEE-488E-952E-F4D4AD8A849D}" dt="2024-07-30T04:26:53.195" v="73" actId="2696"/>
          <pc:sldLayoutMkLst>
            <pc:docMk/>
            <pc:sldMasterMk cId="4031050543" sldId="2147483669"/>
            <pc:sldLayoutMk cId="3517446728" sldId="2147483679"/>
          </pc:sldLayoutMkLst>
        </pc:sldLayoutChg>
        <pc:sldLayoutChg chg="del setBg">
          <pc:chgData name="Shailendra Chauhan" userId="a7d3133f-e197-4b90-bf63-99a63a264234" providerId="ADAL" clId="{0BEAD835-0AEE-488E-952E-F4D4AD8A849D}" dt="2024-07-30T04:26:53.199" v="74" actId="2696"/>
          <pc:sldLayoutMkLst>
            <pc:docMk/>
            <pc:sldMasterMk cId="4031050543" sldId="2147483669"/>
            <pc:sldLayoutMk cId="2132250192" sldId="2147483680"/>
          </pc:sldLayoutMkLst>
        </pc:sldLayoutChg>
        <pc:sldLayoutChg chg="del setBg">
          <pc:chgData name="Shailendra Chauhan" userId="a7d3133f-e197-4b90-bf63-99a63a264234" providerId="ADAL" clId="{0BEAD835-0AEE-488E-952E-F4D4AD8A849D}" dt="2024-07-30T04:26:53.202" v="75" actId="2696"/>
          <pc:sldLayoutMkLst>
            <pc:docMk/>
            <pc:sldMasterMk cId="4031050543" sldId="2147483669"/>
            <pc:sldLayoutMk cId="1367365818" sldId="2147483681"/>
          </pc:sldLayoutMkLst>
        </pc:sldLayoutChg>
        <pc:sldLayoutChg chg="del setBg">
          <pc:chgData name="Shailendra Chauhan" userId="a7d3133f-e197-4b90-bf63-99a63a264234" providerId="ADAL" clId="{0BEAD835-0AEE-488E-952E-F4D4AD8A849D}" dt="2024-07-30T04:26:53.205" v="76" actId="2696"/>
          <pc:sldLayoutMkLst>
            <pc:docMk/>
            <pc:sldMasterMk cId="4031050543" sldId="2147483669"/>
            <pc:sldLayoutMk cId="2536483682" sldId="2147483682"/>
          </pc:sldLayoutMkLst>
        </pc:sldLayoutChg>
        <pc:sldLayoutChg chg="del setBg">
          <pc:chgData name="Shailendra Chauhan" userId="a7d3133f-e197-4b90-bf63-99a63a264234" providerId="ADAL" clId="{0BEAD835-0AEE-488E-952E-F4D4AD8A849D}" dt="2024-07-30T04:26:53.208" v="77" actId="2696"/>
          <pc:sldLayoutMkLst>
            <pc:docMk/>
            <pc:sldMasterMk cId="4031050543" sldId="2147483669"/>
            <pc:sldLayoutMk cId="3356692019" sldId="2147483683"/>
          </pc:sldLayoutMkLst>
        </pc:sldLayoutChg>
        <pc:sldLayoutChg chg="del setBg">
          <pc:chgData name="Shailendra Chauhan" userId="a7d3133f-e197-4b90-bf63-99a63a264234" providerId="ADAL" clId="{0BEAD835-0AEE-488E-952E-F4D4AD8A849D}" dt="2024-07-30T04:26:53.211" v="78" actId="2696"/>
          <pc:sldLayoutMkLst>
            <pc:docMk/>
            <pc:sldMasterMk cId="4031050543" sldId="2147483669"/>
            <pc:sldLayoutMk cId="3786938836" sldId="2147483684"/>
          </pc:sldLayoutMkLst>
        </pc:sldLayoutChg>
        <pc:sldLayoutChg chg="del setBg">
          <pc:chgData name="Shailendra Chauhan" userId="a7d3133f-e197-4b90-bf63-99a63a264234" providerId="ADAL" clId="{0BEAD835-0AEE-488E-952E-F4D4AD8A849D}" dt="2024-07-30T04:26:53.214" v="79" actId="2696"/>
          <pc:sldLayoutMkLst>
            <pc:docMk/>
            <pc:sldMasterMk cId="4031050543" sldId="2147483669"/>
            <pc:sldLayoutMk cId="1325278099" sldId="2147483685"/>
          </pc:sldLayoutMkLst>
        </pc:sldLayoutChg>
        <pc:sldLayoutChg chg="del setBg">
          <pc:chgData name="Shailendra Chauhan" userId="a7d3133f-e197-4b90-bf63-99a63a264234" providerId="ADAL" clId="{0BEAD835-0AEE-488E-952E-F4D4AD8A849D}" dt="2024-07-30T04:26:53.217" v="80" actId="2696"/>
          <pc:sldLayoutMkLst>
            <pc:docMk/>
            <pc:sldMasterMk cId="4031050543" sldId="2147483669"/>
            <pc:sldLayoutMk cId="2012936764" sldId="2147483686"/>
          </pc:sldLayoutMkLst>
        </pc:sldLayoutChg>
        <pc:sldLayoutChg chg="del setBg">
          <pc:chgData name="Shailendra Chauhan" userId="a7d3133f-e197-4b90-bf63-99a63a264234" providerId="ADAL" clId="{0BEAD835-0AEE-488E-952E-F4D4AD8A849D}" dt="2024-07-30T04:26:53.221" v="81" actId="2696"/>
          <pc:sldLayoutMkLst>
            <pc:docMk/>
            <pc:sldMasterMk cId="4031050543" sldId="2147483669"/>
            <pc:sldLayoutMk cId="1117835757" sldId="2147483687"/>
          </pc:sldLayoutMkLst>
        </pc:sldLayoutChg>
        <pc:sldLayoutChg chg="del setBg">
          <pc:chgData name="Shailendra Chauhan" userId="a7d3133f-e197-4b90-bf63-99a63a264234" providerId="ADAL" clId="{0BEAD835-0AEE-488E-952E-F4D4AD8A849D}" dt="2024-07-30T04:26:53.223" v="82" actId="2696"/>
          <pc:sldLayoutMkLst>
            <pc:docMk/>
            <pc:sldMasterMk cId="4031050543" sldId="2147483669"/>
            <pc:sldLayoutMk cId="991275488" sldId="2147483688"/>
          </pc:sldLayoutMkLst>
        </pc:sldLayoutChg>
        <pc:sldLayoutChg chg="del">
          <pc:chgData name="Shailendra Chauhan" userId="a7d3133f-e197-4b90-bf63-99a63a264234" providerId="ADAL" clId="{0BEAD835-0AEE-488E-952E-F4D4AD8A849D}" dt="2024-07-30T04:26:53.225" v="83" actId="2696"/>
          <pc:sldLayoutMkLst>
            <pc:docMk/>
            <pc:sldMasterMk cId="4031050543" sldId="2147483669"/>
            <pc:sldLayoutMk cId="2145314991" sldId="2147483689"/>
          </pc:sldLayoutMkLst>
        </pc:sldLayoutChg>
        <pc:sldLayoutChg chg="del setBg">
          <pc:chgData name="Shailendra Chauhan" userId="a7d3133f-e197-4b90-bf63-99a63a264234" providerId="ADAL" clId="{0BEAD835-0AEE-488E-952E-F4D4AD8A849D}" dt="2024-07-30T04:26:53.227" v="84" actId="2696"/>
          <pc:sldLayoutMkLst>
            <pc:docMk/>
            <pc:sldMasterMk cId="4031050543" sldId="2147483669"/>
            <pc:sldLayoutMk cId="2797896351" sldId="2147483690"/>
          </pc:sldLayoutMkLst>
        </pc:sldLayoutChg>
        <pc:sldLayoutChg chg="del">
          <pc:chgData name="Shailendra Chauhan" userId="a7d3133f-e197-4b90-bf63-99a63a264234" providerId="ADAL" clId="{0BEAD835-0AEE-488E-952E-F4D4AD8A849D}" dt="2024-07-30T04:26:53.229" v="85" actId="2696"/>
          <pc:sldLayoutMkLst>
            <pc:docMk/>
            <pc:sldMasterMk cId="4031050543" sldId="2147483669"/>
            <pc:sldLayoutMk cId="3148886966" sldId="2147483691"/>
          </pc:sldLayoutMkLst>
        </pc:sldLayoutChg>
        <pc:sldLayoutChg chg="del">
          <pc:chgData name="Shailendra Chauhan" userId="a7d3133f-e197-4b90-bf63-99a63a264234" providerId="ADAL" clId="{0BEAD835-0AEE-488E-952E-F4D4AD8A849D}" dt="2024-07-30T04:26:53.232" v="86" actId="2696"/>
          <pc:sldLayoutMkLst>
            <pc:docMk/>
            <pc:sldMasterMk cId="4031050543" sldId="2147483669"/>
            <pc:sldLayoutMk cId="2528501026" sldId="2147483692"/>
          </pc:sldLayoutMkLst>
        </pc:sldLayoutChg>
        <pc:sldLayoutChg chg="del">
          <pc:chgData name="Shailendra Chauhan" userId="a7d3133f-e197-4b90-bf63-99a63a264234" providerId="ADAL" clId="{0BEAD835-0AEE-488E-952E-F4D4AD8A849D}" dt="2024-07-30T04:26:53.234" v="87" actId="2696"/>
          <pc:sldLayoutMkLst>
            <pc:docMk/>
            <pc:sldMasterMk cId="4031050543" sldId="2147483669"/>
            <pc:sldLayoutMk cId="3243344207" sldId="2147483693"/>
          </pc:sldLayoutMkLst>
        </pc:sldLayoutChg>
        <pc:sldLayoutChg chg="del">
          <pc:chgData name="Shailendra Chauhan" userId="a7d3133f-e197-4b90-bf63-99a63a264234" providerId="ADAL" clId="{0BEAD835-0AEE-488E-952E-F4D4AD8A849D}" dt="2024-07-30T04:26:53.236" v="88" actId="2696"/>
          <pc:sldLayoutMkLst>
            <pc:docMk/>
            <pc:sldMasterMk cId="4031050543" sldId="2147483669"/>
            <pc:sldLayoutMk cId="3595824107" sldId="2147483694"/>
          </pc:sldLayoutMkLst>
        </pc:sldLayoutChg>
        <pc:sldLayoutChg chg="delSp del">
          <pc:chgData name="Shailendra Chauhan" userId="a7d3133f-e197-4b90-bf63-99a63a264234" providerId="ADAL" clId="{0BEAD835-0AEE-488E-952E-F4D4AD8A849D}" dt="2024-07-30T04:20:51.194" v="61" actId="2696"/>
          <pc:sldLayoutMkLst>
            <pc:docMk/>
            <pc:sldMasterMk cId="4031050543" sldId="2147483669"/>
            <pc:sldLayoutMk cId="2264193124" sldId="2147483695"/>
          </pc:sldLayoutMkLst>
        </pc:sldLayoutChg>
        <pc:sldLayoutChg chg="delSp del">
          <pc:chgData name="Shailendra Chauhan" userId="a7d3133f-e197-4b90-bf63-99a63a264234" providerId="ADAL" clId="{0BEAD835-0AEE-488E-952E-F4D4AD8A849D}" dt="2024-07-30T04:20:50.212" v="60" actId="2696"/>
          <pc:sldLayoutMkLst>
            <pc:docMk/>
            <pc:sldMasterMk cId="4031050543" sldId="2147483669"/>
            <pc:sldLayoutMk cId="2605068406" sldId="2147483696"/>
          </pc:sldLayoutMkLst>
        </pc:sldLayoutChg>
        <pc:sldLayoutChg chg="delSp del">
          <pc:chgData name="Shailendra Chauhan" userId="a7d3133f-e197-4b90-bf63-99a63a264234" providerId="ADAL" clId="{0BEAD835-0AEE-488E-952E-F4D4AD8A849D}" dt="2024-07-30T04:20:49.108" v="59" actId="2696"/>
          <pc:sldLayoutMkLst>
            <pc:docMk/>
            <pc:sldMasterMk cId="4031050543" sldId="2147483669"/>
            <pc:sldLayoutMk cId="49978785" sldId="2147483697"/>
          </pc:sldLayoutMkLst>
        </pc:sldLayoutChg>
      </pc:sldMasterChg>
    </pc:docChg>
  </pc:docChgLst>
  <pc:docChgLst>
    <pc:chgData name="Shailendra Chauhan" userId="a7d3133f-e197-4b90-bf63-99a63a264234" providerId="ADAL" clId="{20800DAD-4C26-4FBE-89AC-B0C4AD582B07}"/>
    <pc:docChg chg="modSld">
      <pc:chgData name="Shailendra Chauhan" userId="a7d3133f-e197-4b90-bf63-99a63a264234" providerId="ADAL" clId="{20800DAD-4C26-4FBE-89AC-B0C4AD582B07}" dt="2025-04-04T12:05:19.783" v="9" actId="1076"/>
      <pc:docMkLst>
        <pc:docMk/>
      </pc:docMkLst>
      <pc:sldChg chg="modSp mod">
        <pc:chgData name="Shailendra Chauhan" userId="a7d3133f-e197-4b90-bf63-99a63a264234" providerId="ADAL" clId="{20800DAD-4C26-4FBE-89AC-B0C4AD582B07}" dt="2025-04-04T11:57:06.368" v="3" actId="1076"/>
        <pc:sldMkLst>
          <pc:docMk/>
          <pc:sldMk cId="0" sldId="260"/>
        </pc:sldMkLst>
        <pc:graphicFrameChg chg="mod modGraphic">
          <ac:chgData name="Shailendra Chauhan" userId="a7d3133f-e197-4b90-bf63-99a63a264234" providerId="ADAL" clId="{20800DAD-4C26-4FBE-89AC-B0C4AD582B07}" dt="2025-04-04T11:57:06.368" v="3" actId="1076"/>
          <ac:graphicFrameMkLst>
            <pc:docMk/>
            <pc:sldMk cId="0" sldId="260"/>
            <ac:graphicFrameMk id="162" creationId="{00000000-0000-0000-0000-000000000000}"/>
          </ac:graphicFrameMkLst>
        </pc:graphicFrameChg>
      </pc:sldChg>
      <pc:sldChg chg="modSp mod">
        <pc:chgData name="Shailendra Chauhan" userId="a7d3133f-e197-4b90-bf63-99a63a264234" providerId="ADAL" clId="{20800DAD-4C26-4FBE-89AC-B0C4AD582B07}" dt="2025-04-04T12:05:09.880" v="8" actId="14100"/>
        <pc:sldMkLst>
          <pc:docMk/>
          <pc:sldMk cId="0" sldId="268"/>
        </pc:sldMkLst>
        <pc:spChg chg="mod">
          <ac:chgData name="Shailendra Chauhan" userId="a7d3133f-e197-4b90-bf63-99a63a264234" providerId="ADAL" clId="{20800DAD-4C26-4FBE-89AC-B0C4AD582B07}" dt="2025-04-04T12:05:09.880" v="8" actId="14100"/>
          <ac:spMkLst>
            <pc:docMk/>
            <pc:sldMk cId="0" sldId="268"/>
            <ac:spMk id="229" creationId="{00000000-0000-0000-0000-000000000000}"/>
          </ac:spMkLst>
        </pc:spChg>
      </pc:sldChg>
      <pc:sldChg chg="modSp mod">
        <pc:chgData name="Shailendra Chauhan" userId="a7d3133f-e197-4b90-bf63-99a63a264234" providerId="ADAL" clId="{20800DAD-4C26-4FBE-89AC-B0C4AD582B07}" dt="2025-04-04T12:05:19.783" v="9" actId="1076"/>
        <pc:sldMkLst>
          <pc:docMk/>
          <pc:sldMk cId="0" sldId="271"/>
        </pc:sldMkLst>
        <pc:picChg chg="mod">
          <ac:chgData name="Shailendra Chauhan" userId="a7d3133f-e197-4b90-bf63-99a63a264234" providerId="ADAL" clId="{20800DAD-4C26-4FBE-89AC-B0C4AD582B07}" dt="2025-04-04T12:05:19.783" v="9" actId="1076"/>
          <ac:picMkLst>
            <pc:docMk/>
            <pc:sldMk cId="0" sldId="271"/>
            <ac:picMk id="249" creationId="{00000000-0000-0000-0000-000000000000}"/>
          </ac:picMkLst>
        </pc:picChg>
      </pc:sldChg>
    </pc:docChg>
  </pc:docChgLst>
  <pc:docChgLst>
    <pc:chgData name="Guest User" userId="S::urn:spo:anon#191b1bb297a05c51ea59bfdad8b70b1e1dc09a27b543e4479a85c11a651930af::" providerId="AD" clId="Web-{68C472B2-6F03-AAE3-9B67-3DAF4D7C84EE}"/>
    <pc:docChg chg="modSld">
      <pc:chgData name="Guest User" userId="S::urn:spo:anon#191b1bb297a05c51ea59bfdad8b70b1e1dc09a27b543e4479a85c11a651930af::" providerId="AD" clId="Web-{68C472B2-6F03-AAE3-9B67-3DAF4D7C84EE}" dt="2024-09-08T15:00:08.976" v="0" actId="1076"/>
      <pc:docMkLst>
        <pc:docMk/>
      </pc:docMkLst>
      <pc:sldChg chg="modSp">
        <pc:chgData name="Guest User" userId="S::urn:spo:anon#191b1bb297a05c51ea59bfdad8b70b1e1dc09a27b543e4479a85c11a651930af::" providerId="AD" clId="Web-{68C472B2-6F03-AAE3-9B67-3DAF4D7C84EE}" dt="2024-09-08T15:00:08.976" v="0" actId="1076"/>
        <pc:sldMkLst>
          <pc:docMk/>
          <pc:sldMk cId="0" sldId="260"/>
        </pc:sldMkLst>
      </pc:sldChg>
    </pc:docChg>
  </pc:docChgLst>
  <pc:docChgLst>
    <pc:chgData name="Shailendra Chauhan" userId="a7d3133f-e197-4b90-bf63-99a63a264234" providerId="ADAL" clId="{8ABDB9A2-A93D-45BD-A5E7-3867030B5703}"/>
    <pc:docChg chg="modSld">
      <pc:chgData name="Shailendra Chauhan" userId="a7d3133f-e197-4b90-bf63-99a63a264234" providerId="ADAL" clId="{8ABDB9A2-A93D-45BD-A5E7-3867030B5703}" dt="2024-06-01T06:21:15.903" v="5" actId="20577"/>
      <pc:docMkLst>
        <pc:docMk/>
      </pc:docMkLst>
      <pc:sldChg chg="modSp mod">
        <pc:chgData name="Shailendra Chauhan" userId="a7d3133f-e197-4b90-bf63-99a63a264234" providerId="ADAL" clId="{8ABDB9A2-A93D-45BD-A5E7-3867030B5703}" dt="2024-06-01T06:21:15.903" v="5" actId="20577"/>
        <pc:sldMkLst>
          <pc:docMk/>
          <pc:sldMk cId="0" sldId="260"/>
        </pc:sldMkLst>
      </pc:sldChg>
    </pc:docChg>
  </pc:docChgLst>
  <pc:docChgLst>
    <pc:chgData name="Shailendra Chauhan" userId="a7d3133f-e197-4b90-bf63-99a63a264234" providerId="ADAL" clId="{310204B8-E226-4E31-B5A4-63E523BE0FF6}"/>
    <pc:docChg chg="modSld">
      <pc:chgData name="Shailendra Chauhan" userId="a7d3133f-e197-4b90-bf63-99a63a264234" providerId="ADAL" clId="{310204B8-E226-4E31-B5A4-63E523BE0FF6}" dt="2025-05-10T11:36:47.658" v="0" actId="14100"/>
      <pc:docMkLst>
        <pc:docMk/>
      </pc:docMkLst>
      <pc:sldChg chg="modSp mod">
        <pc:chgData name="Shailendra Chauhan" userId="a7d3133f-e197-4b90-bf63-99a63a264234" providerId="ADAL" clId="{310204B8-E226-4E31-B5A4-63E523BE0FF6}" dt="2025-05-10T11:36:47.658" v="0" actId="14100"/>
        <pc:sldMkLst>
          <pc:docMk/>
          <pc:sldMk cId="0" sldId="273"/>
        </pc:sldMkLst>
        <pc:spChg chg="mod">
          <ac:chgData name="Shailendra Chauhan" userId="a7d3133f-e197-4b90-bf63-99a63a264234" providerId="ADAL" clId="{310204B8-E226-4E31-B5A4-63E523BE0FF6}" dt="2025-05-10T11:36:47.658" v="0" actId="14100"/>
          <ac:spMkLst>
            <pc:docMk/>
            <pc:sldMk cId="0" sldId="273"/>
            <ac:spMk id="26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uru99.com/agile-scrum-extreme-testing.html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www.guru99.com/agile-vs-scrum.html" TargetMode="Externa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source.com/article/18/11/analyzing-devops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visual-paradigm.com/scrum/what-is-product-backlog-in-scrum/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www.visual-paradigm.com/scrum/write-sprint-goal/" TargetMode="External"/><Relationship Id="rId4" Type="http://schemas.openxmlformats.org/officeDocument/2006/relationships/hyperlink" Target="https://www.visual-paradigm.com/scrum/definition-of-done-vs-acceptance-criteria/" TargetMode="Externa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msdn.microsoft.com/en-us/library/ff731589(v=vs.110).aspx" TargetMode="External"/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msdn.microsoft.com/en-us/library/ff731574(v=vs.110).aspx" TargetMode="External"/><Relationship Id="rId4" Type="http://schemas.openxmlformats.org/officeDocument/2006/relationships/hyperlink" Target="https://msdn.microsoft.com/en-us/library/ff731580(v=vs.110).aspx" TargetMode="Externa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microsoft.com/en-us/azure/devops/learn/agile/what-is-kanban" TargetMode="External"/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microsoft.com/en-us/azure/devops/report/dashboards/cumulative-flow-cycle-lead-time-guidance?view=azure-devops" TargetMode="External"/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0" name="Google Shape;150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https://www.guru99.com/agile-scrum-extreme-testing.html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4"/>
              </a:rPr>
              <a:t>https://www.guru99.com/agile-vs-scrum.html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1200" b="1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eXtreme Programming (XP)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1200" b="1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Dynamic Software Development Method (DSDM)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1200" b="1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Feature Driven Development (FDD)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1200" b="1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Lean Software Development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1200" b="1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Kanban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Agile </a:t>
            </a:r>
            <a:r>
              <a:rPr lang="en-US"/>
              <a:t>is the name given to </a:t>
            </a:r>
            <a:r>
              <a:rPr lang="en-US" b="1"/>
              <a:t>a group of software development methodologies</a:t>
            </a:r>
            <a:r>
              <a:rPr lang="en-US"/>
              <a:t> that are designed to be more lightweight and flexible than previous methods such as waterfall. </a:t>
            </a:r>
            <a:r>
              <a:rPr lang="en-US" b="1"/>
              <a:t>Devops </a:t>
            </a:r>
            <a:r>
              <a:rPr lang="en-US"/>
              <a:t>adopts and extends Agile principles and applies them to the entire organization, not only the development process.</a:t>
            </a:r>
            <a:endParaRPr/>
          </a:p>
        </p:txBody>
      </p:sp>
      <p:sp>
        <p:nvSpPr>
          <p:cNvPr id="151" name="Google Shape;151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8" name="Google Shape;158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DevOps is a successor to Agile. </a:t>
            </a:r>
            <a:endParaRPr/>
          </a:p>
        </p:txBody>
      </p:sp>
      <p:sp>
        <p:nvSpPr>
          <p:cNvPr id="159" name="Google Shape;159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6" name="Google Shape;166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DevOps ⊂ Agile ⊂ Lean Thinking ⊂ Waterfall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https://opensource.com/article/18/11/analyzing-devops</a:t>
            </a:r>
            <a:endParaRPr/>
          </a:p>
        </p:txBody>
      </p:sp>
      <p:sp>
        <p:nvSpPr>
          <p:cNvPr id="167" name="Google Shape;167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4" name="Google Shape;184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Retrospective - looking back on or dealing with past events or situations.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Impediment – unplanned activities/Issue which impact delivery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Product Owner: </a:t>
            </a:r>
            <a:r>
              <a:rPr lang="en-US" sz="12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person with the product vision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Scrum Master:</a:t>
            </a:r>
            <a:r>
              <a:rPr lang="en-US" sz="12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The scrum expert who helps the team build the product according to the scrum framework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Development Team:</a:t>
            </a:r>
            <a:r>
              <a:rPr lang="en-US" sz="12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The team members who execute the work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Product Owner owns the </a:t>
            </a:r>
            <a:r>
              <a:rPr lang="en-US" sz="1200" b="0" i="0" u="sng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Product backlog</a:t>
            </a:r>
            <a:r>
              <a:rPr lang="en-US" sz="12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and writes user stories and </a:t>
            </a:r>
            <a:r>
              <a:rPr lang="en-US" sz="1200" b="0" i="0" u="sng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acceptance criteria</a:t>
            </a:r>
            <a:r>
              <a:rPr lang="en-US" sz="12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Product Owner is responsible for prioritizing the Product Backlog is prioritized and decides the release date and the content.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Product Owner accepts or rejects product backlog item.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Product Owner has the power to cancel the Sprint, if he thinks the </a:t>
            </a:r>
            <a:r>
              <a:rPr lang="en-US" sz="1200" b="0" i="0" u="sng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Sprint goal</a:t>
            </a:r>
            <a:r>
              <a:rPr lang="en-US" sz="12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is redundant.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Product Owner is the one who is responsible for the Return on Investment (ROI) of the product.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Scrum Master is a facilitator and Servant Leader who encourages and demands self-organization from the development team.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Scrum Master enables close cooperation across all roles and functions, addresses resource issue and disobedience of scrum practices.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Scrum Master protects the team from external and internal distractions.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Scrum Master removes impediments so the team can focus on the work at hand and follow scrum practices.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Scrum Master is not typically a manager or lead, but he is an influential leader and coach who does not do direct command and control.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/>
            </a:br>
            <a:r>
              <a:rPr lang="en-US" sz="12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Development Team builds the product that the Product Owner indicates: the application or website, for example. The Team in Scrum is “cross-functional”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Development Team includes all the expertise necessary to deliver the potentially shippable product each Sprint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Development Team is self-organizing, with a very high degree of autonomy and accountability.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Development Team decides how many items to build in a Sprint, and how best to accomplish that goal.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Development Team is a cross functional, small and self-organizing team which owns the collective responsibility of developing, testing and releasing the Product increment.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Development Team may not appoint any team lead since decisions are taken collectively by the team.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3" name="Google Shape;223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Epic -&gt; Months -&gt; Deliver in multiple sprints.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Feature -&gt; Weeks -&gt; Deliver in 2 or more sprints.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User Story/Product Backlog Item -&gt; Days -&gt; Deliver in single sprint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Task -&gt; Hours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Epic: A very large user story that is eventually broken down into smaller stories.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User story: A very high-level definition of a requirement, containing just enough information so that the developers can produce a reasonable estimate of the effort to implement it.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- Feature: A distinguishing characteristic or capability of a software application or library (e.g., performance, portability, or functionality).</a:t>
            </a:r>
            <a:endParaRPr/>
          </a:p>
          <a:p>
            <a:pPr marL="171450" lvl="0" indent="-95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- A Feature is not a User Story.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- An Epic is a User Story.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- A User Story may be an Epic.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- A User Story can contain many Features.</a:t>
            </a:r>
            <a:endParaRPr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US"/>
              <a:t>A Feature can fulfill 1 to many User Stories.</a:t>
            </a:r>
            <a:endParaRPr/>
          </a:p>
          <a:p>
            <a:pPr marL="171450" lvl="0" indent="-95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Bug</a:t>
            </a:r>
            <a:r>
              <a:rPr lang="en-US" sz="12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Any problem in existing functionality, or missing functionality. Defect in code or requirement, error which is not designed to be.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Issue</a:t>
            </a:r>
            <a:r>
              <a:rPr lang="en-US" sz="12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(Impediment)- Any problem which might block the development process, example : a third party driver you identified as dependency is not releasing on time, so it is an issue in your development process.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Task</a:t>
            </a:r>
            <a:r>
              <a:rPr lang="en-US" sz="12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Any work which is planned as part of development of your project, either as result of bug, or issue or requirements, including requirement analysis or development, or testing. etc.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224" name="Google Shape;224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2" name="Google Shape;252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https://docs.microsoft.com/en-us/azure/devops/learn/agile/what-is-kanban</a:t>
            </a:r>
            <a:endParaRPr/>
          </a:p>
        </p:txBody>
      </p:sp>
      <p:sp>
        <p:nvSpPr>
          <p:cNvPr id="253" name="Google Shape;253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7" name="Google Shape;267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https://docs.microsoft.com/en-us/azure/devops/report/dashboards/cumulative-flow-cycle-lead-time-guidance?view=azure-devops</a:t>
            </a:r>
            <a:endParaRPr/>
          </a:p>
        </p:txBody>
      </p:sp>
      <p:sp>
        <p:nvSpPr>
          <p:cNvPr id="268" name="Google Shape;268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duction and Sp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93295" y="2535606"/>
            <a:ext cx="11143910" cy="738664"/>
          </a:xfrm>
          <a:prstGeom prst="rect">
            <a:avLst/>
          </a:prstGeom>
          <a:noFill/>
        </p:spPr>
        <p:txBody>
          <a:bodyPr wrap="square" tIns="91440" bIns="91440" anchor="t" anchorCtr="0">
            <a:spAutoFit/>
          </a:bodyPr>
          <a:lstStyle>
            <a:lvl1pPr>
              <a:defRPr sz="4000" spc="-100" baseline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Module Title</a:t>
            </a:r>
          </a:p>
        </p:txBody>
      </p:sp>
      <p:sp>
        <p:nvSpPr>
          <p:cNvPr id="14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2646866" y="3545457"/>
            <a:ext cx="6026871" cy="533139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0" indent="0">
              <a:buFont typeface="Arial" panose="020B0604020202020204" pitchFamily="34" charset="0"/>
              <a:buNone/>
              <a:defRPr sz="280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sz="half" idx="10" hasCustomPrompt="1"/>
          </p:nvPr>
        </p:nvSpPr>
        <p:spPr>
          <a:xfrm>
            <a:off x="2646866" y="4195390"/>
            <a:ext cx="6026871" cy="73866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0" indent="0">
              <a:buFont typeface="Arial" panose="020B0604020202020204" pitchFamily="34" charset="0"/>
              <a:buNone/>
              <a:defRPr sz="24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Designation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1" hasCustomPrompt="1"/>
          </p:nvPr>
        </p:nvSpPr>
        <p:spPr>
          <a:xfrm>
            <a:off x="493295" y="3446463"/>
            <a:ext cx="1975585" cy="1586663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Photo</a:t>
            </a:r>
          </a:p>
        </p:txBody>
      </p:sp>
      <p:cxnSp>
        <p:nvCxnSpPr>
          <p:cNvPr id="18" name="Straight Connector 17"/>
          <p:cNvCxnSpPr>
            <a:cxnSpLocks/>
          </p:cNvCxnSpPr>
          <p:nvPr/>
        </p:nvCxnSpPr>
        <p:spPr>
          <a:xfrm>
            <a:off x="2658569" y="4127748"/>
            <a:ext cx="8978636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772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4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uiExpand="1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1340BAD-F134-4A9B-BB47-F01A0DB9BE57}"/>
              </a:ext>
            </a:extLst>
          </p:cNvPr>
          <p:cNvSpPr/>
          <p:nvPr/>
        </p:nvSpPr>
        <p:spPr bwMode="auto">
          <a:xfrm>
            <a:off x="0" y="0"/>
            <a:ext cx="5255418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</a:lstStyle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3B2E58"/>
              </a:solidFill>
              <a:ea typeface="Segoe UI" pitchFamily="34" charset="0"/>
              <a:cs typeface="Segoe UI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CBB1D18-B779-46CB-8922-58A7E189328F}"/>
              </a:ext>
            </a:extLst>
          </p:cNvPr>
          <p:cNvCxnSpPr>
            <a:cxnSpLocks/>
          </p:cNvCxnSpPr>
          <p:nvPr/>
        </p:nvCxnSpPr>
        <p:spPr>
          <a:xfrm>
            <a:off x="5268195" y="0"/>
            <a:ext cx="0" cy="685800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C1690B5-E6B0-489E-9947-42FF8A998CB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719315" y="1276150"/>
            <a:ext cx="6098863" cy="4960013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4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 sz="2000"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 sz="1800"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8F43BE9-EBA0-4400-9E48-87F01782F126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5719316" y="422699"/>
            <a:ext cx="6098865" cy="552091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4755BF9-73C5-D8AB-816C-90E629949E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3823" y="2690336"/>
            <a:ext cx="4443252" cy="738664"/>
          </a:xfrm>
          <a:prstGeom prst="rect">
            <a:avLst/>
          </a:prstGeom>
          <a:noFill/>
        </p:spPr>
        <p:txBody>
          <a:bodyPr wrap="square" tIns="91440" bIns="91440" anchor="t" anchorCtr="0">
            <a:spAutoFit/>
          </a:bodyPr>
          <a:lstStyle>
            <a:lvl1pPr algn="ctr">
              <a:defRPr sz="4000" spc="-100" baseline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Heading Text</a:t>
            </a:r>
          </a:p>
        </p:txBody>
      </p:sp>
      <p:pic>
        <p:nvPicPr>
          <p:cNvPr id="4" name="Picture 3" descr="A black and white logo&#10;&#10;Description automatically generated">
            <a:extLst>
              <a:ext uri="{FF2B5EF4-FFF2-40B4-BE49-F238E27FC236}">
                <a16:creationId xmlns:a16="http://schemas.microsoft.com/office/drawing/2014/main" id="{2403F204-1D2A-936B-B63A-B88F4147509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83" y="6236164"/>
            <a:ext cx="1494944" cy="319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48712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/>
    </p:bldLst>
  </p:timing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93295" y="1268098"/>
            <a:ext cx="11122056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Tx/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Tx/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Tx/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84DA1FA-3368-49F7-9F19-9EF4CCD41CC0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5224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ouble Heading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3295" y="1457864"/>
            <a:ext cx="11122056" cy="470139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sz="half" idx="10" hasCustomPrompt="1"/>
          </p:nvPr>
        </p:nvSpPr>
        <p:spPr>
          <a:xfrm>
            <a:off x="493295" y="276049"/>
            <a:ext cx="11122056" cy="879891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Two Lines</a:t>
            </a:r>
          </a:p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84DA1FA-3368-49F7-9F19-9EF4CCD41CC0}"/>
              </a:ext>
            </a:extLst>
          </p:cNvPr>
          <p:cNvCxnSpPr>
            <a:cxnSpLocks/>
          </p:cNvCxnSpPr>
          <p:nvPr/>
        </p:nvCxnSpPr>
        <p:spPr>
          <a:xfrm>
            <a:off x="-8626" y="1216948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9868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 and 50X50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96A12E5-B765-A316-598E-79FCC3546E58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3C33269-C4E9-ECDC-EFF1-00EDC8F021B0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60ABE32-DEB1-638B-DBEF-113B4466A218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6144892" y="1268098"/>
            <a:ext cx="5470460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CB300AE-1402-CDA0-A938-939F32869FB8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3295" y="1268098"/>
            <a:ext cx="5415799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</p:spTree>
    <p:extLst>
      <p:ext uri="{BB962C8B-B14F-4D97-AF65-F5344CB8AC3E}">
        <p14:creationId xmlns:p14="http://schemas.microsoft.com/office/powerpoint/2010/main" val="2893234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 and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>
            <a:cxnSpLocks/>
          </p:cNvCxnSpPr>
          <p:nvPr/>
        </p:nvCxnSpPr>
        <p:spPr>
          <a:xfrm>
            <a:off x="6026992" y="1268087"/>
            <a:ext cx="0" cy="4877624"/>
          </a:xfrm>
          <a:prstGeom prst="line">
            <a:avLst/>
          </a:prstGeom>
          <a:ln w="28575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A7A390F-F982-47EC-24A7-50208BCC4F9B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AD5A432-AC3D-5822-6821-0D13158E63F4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E38A476-939B-F252-631A-BE94D9A4BB2A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6144892" y="1268098"/>
            <a:ext cx="5470460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BC8E9192-631B-274D-CE53-FF3C8CFC7CD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3295" y="1268098"/>
            <a:ext cx="5415799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</p:spTree>
    <p:extLst>
      <p:ext uri="{BB962C8B-B14F-4D97-AF65-F5344CB8AC3E}">
        <p14:creationId xmlns:p14="http://schemas.microsoft.com/office/powerpoint/2010/main" val="598526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, Content and Image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5B4CCE-59D3-C027-843D-E2F26AE032BA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F3739F4-3F13-0704-9D4B-73CB2DF95DC9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1204C57-DA88-64F5-98EC-2BBD5C1A59A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3295" y="1268098"/>
            <a:ext cx="6692509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</p:spTree>
    <p:extLst>
      <p:ext uri="{BB962C8B-B14F-4D97-AF65-F5344CB8AC3E}">
        <p14:creationId xmlns:p14="http://schemas.microsoft.com/office/powerpoint/2010/main" val="4245854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 Content and Imag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FD712C30-FC98-4B35-653F-C664E715A71C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2B2798B-8FA7-BD6B-6F3F-5844CD4A4CC4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C023B4F-B1EE-8820-2299-7FEEE89E146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3295" y="1268098"/>
            <a:ext cx="11122056" cy="2424007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</p:spTree>
    <p:extLst>
      <p:ext uri="{BB962C8B-B14F-4D97-AF65-F5344CB8AC3E}">
        <p14:creationId xmlns:p14="http://schemas.microsoft.com/office/powerpoint/2010/main" val="3251824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3D5DC78-B617-F542-BE22-DE3865674D50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3BBF960-78E3-C281-C2B7-60720E032B7E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6394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eading and Content - Light Them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F488631-35A3-4F61-C943-9B2BFF32C47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417" y="6232022"/>
            <a:ext cx="1458851" cy="31189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C4A1324-6B3C-BE00-19F4-70450903AEE3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5192635-521E-502F-8451-5FB12A798FE6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D3B4F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6FE78FC-0FC4-1656-5703-EFCA022CDB30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10E85BF5-779B-9199-ACC3-E02B8F0F4C05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3295" y="1268098"/>
            <a:ext cx="11122056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Tx/>
              <a:buFont typeface="Arial" panose="020B0604020202020204" pitchFamily="34" charset="0"/>
              <a:buChar char="•"/>
              <a:defRPr sz="2800"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Tx/>
              <a:defRPr>
                <a:solidFill>
                  <a:srgbClr val="0D3B4F"/>
                </a:solidFill>
              </a:defRPr>
            </a:lvl2pPr>
            <a:lvl3pPr>
              <a:buClrTx/>
              <a:defRPr>
                <a:solidFill>
                  <a:srgbClr val="0D3B4F"/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</p:spTree>
    <p:extLst>
      <p:ext uri="{BB962C8B-B14F-4D97-AF65-F5344CB8AC3E}">
        <p14:creationId xmlns:p14="http://schemas.microsoft.com/office/powerpoint/2010/main" val="980204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ouble Heading and Content - Light Them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3295" y="1457864"/>
            <a:ext cx="11122056" cy="470139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Tx/>
              <a:buFont typeface="Arial" panose="020B0604020202020204" pitchFamily="34" charset="0"/>
              <a:buChar char="•"/>
              <a:defRPr sz="2800"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Tx/>
              <a:defRPr>
                <a:solidFill>
                  <a:srgbClr val="0D3B4F"/>
                </a:solidFill>
              </a:defRPr>
            </a:lvl2pPr>
            <a:lvl3pPr>
              <a:buClrTx/>
              <a:defRPr>
                <a:solidFill>
                  <a:srgbClr val="0D3B4F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sz="half" idx="10" hasCustomPrompt="1"/>
          </p:nvPr>
        </p:nvSpPr>
        <p:spPr>
          <a:xfrm>
            <a:off x="493295" y="276049"/>
            <a:ext cx="11122056" cy="879891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3200" b="0">
                <a:solidFill>
                  <a:srgbClr val="0D3B4F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Two Lines</a:t>
            </a:r>
          </a:p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84DA1FA-3368-49F7-9F19-9EF4CCD41CC0}"/>
              </a:ext>
            </a:extLst>
          </p:cNvPr>
          <p:cNvCxnSpPr>
            <a:cxnSpLocks/>
          </p:cNvCxnSpPr>
          <p:nvPr/>
        </p:nvCxnSpPr>
        <p:spPr>
          <a:xfrm>
            <a:off x="-8626" y="1216948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96CF70EC-83CE-E5E3-D8F1-DDD8587049C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417" y="6232022"/>
            <a:ext cx="1458851" cy="31189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ACD6EA5-6A65-0363-EB73-5A2B18D82053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2076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eading, Content and Image Horizontal - Light Them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03D440-C62C-19B5-98B0-DEBDF6B4CE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295" y="1272484"/>
            <a:ext cx="6613183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rgbClr val="0D3B4F"/>
              </a:buClr>
              <a:buFont typeface="Arial" panose="020B0604020202020204" pitchFamily="34" charset="0"/>
              <a:buChar char="•"/>
              <a:defRPr sz="2800"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rgbClr val="0D3B4F"/>
              </a:buClr>
              <a:defRPr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2pPr>
            <a:lvl3pPr>
              <a:buClr>
                <a:srgbClr val="0D3B4F"/>
              </a:buClr>
              <a:defRPr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73E270D-8E27-43C3-1CFA-AE933E98D95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417" y="6232022"/>
            <a:ext cx="1458851" cy="3118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E98E921-6245-1FEC-223E-A51E004E63E9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B01110F-3187-24A0-57E8-EE1DED0DC212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D3B4F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9889FEC-E510-C186-0EC9-024E667186E2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546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eading, Content and Image Vertical - Light Them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D55CEA4-E206-DAB7-8B5B-9B1ABBCB8E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295" y="1276715"/>
            <a:ext cx="11122056" cy="2289188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rgbClr val="0D3B4F"/>
              </a:buClr>
              <a:buFont typeface="Arial" panose="020B0604020202020204" pitchFamily="34" charset="0"/>
              <a:buChar char="•"/>
              <a:defRPr sz="2800"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rgbClr val="0D3B4F"/>
              </a:buClr>
              <a:defRPr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2pPr>
            <a:lvl3pPr>
              <a:buClr>
                <a:srgbClr val="0D3B4F"/>
              </a:buClr>
              <a:defRPr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E7CD97-BF95-AF28-447D-BB1E2EDFBB2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417" y="6232022"/>
            <a:ext cx="1458851" cy="3118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D15C720-9D69-8C23-58AD-23F46026915A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242FC20-AD5F-00A9-16A6-C284D0D466C9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D3B4F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9287459-B6A1-E08F-15D2-D77E87D9A983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7953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eading and Image - Light Them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D58C075-9A2A-EDE0-63C2-EBE96D93954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417" y="6232022"/>
            <a:ext cx="1458851" cy="3118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35370DA-0C40-FE6A-9E5C-347165ED93C9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C10E24D-4C7D-D667-FE78-B7ED99A0DDFE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D3B4F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63113E-FA48-4730-D9F0-33740E995D89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1131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and white logo&#10;&#10;Description automatically generated">
            <a:extLst>
              <a:ext uri="{FF2B5EF4-FFF2-40B4-BE49-F238E27FC236}">
                <a16:creationId xmlns:a16="http://schemas.microsoft.com/office/drawing/2014/main" id="{C6DF01AD-F736-C2C7-0FAA-55FF8A2CFFB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962" y="6383986"/>
            <a:ext cx="1494944" cy="319988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D19E02B-56E8-ACD8-1B70-805BA4633E0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719315" y="1276150"/>
            <a:ext cx="6098863" cy="4960013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Tx/>
              <a:buFont typeface="Arial" panose="020B0604020202020204" pitchFamily="34" charset="0"/>
              <a:buChar char="•"/>
              <a:defRPr sz="2400"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Tx/>
              <a:defRPr sz="2000">
                <a:solidFill>
                  <a:srgbClr val="0D3B4F"/>
                </a:solidFill>
              </a:defRPr>
            </a:lvl2pPr>
            <a:lvl3pPr>
              <a:buClrTx/>
              <a:defRPr sz="1800">
                <a:solidFill>
                  <a:srgbClr val="0D3B4F"/>
                </a:solidFill>
              </a:defRPr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0"/>
            <a:endParaRPr lang="en-US" dirty="0"/>
          </a:p>
          <a:p>
            <a:pPr lvl="0"/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44138E5-EED3-8D63-A785-F95739F3F154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5719316" y="422703"/>
            <a:ext cx="6098865" cy="552091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D3B4F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9C55C16-DF64-F949-0239-27F0F3861759}"/>
              </a:ext>
            </a:extLst>
          </p:cNvPr>
          <p:cNvSpPr/>
          <p:nvPr/>
        </p:nvSpPr>
        <p:spPr bwMode="auto">
          <a:xfrm>
            <a:off x="0" y="0"/>
            <a:ext cx="5255418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</a:lstStyle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3B2E58"/>
              </a:solidFill>
              <a:ea typeface="Segoe UI" pitchFamily="34" charset="0"/>
              <a:cs typeface="Segoe UI" pitchFamily="34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1A9AEAF-EC84-0313-4DD0-1538620521F6}"/>
              </a:ext>
            </a:extLst>
          </p:cNvPr>
          <p:cNvCxnSpPr>
            <a:cxnSpLocks/>
          </p:cNvCxnSpPr>
          <p:nvPr/>
        </p:nvCxnSpPr>
        <p:spPr>
          <a:xfrm>
            <a:off x="5259569" y="0"/>
            <a:ext cx="0" cy="685800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le 1">
            <a:extLst>
              <a:ext uri="{FF2B5EF4-FFF2-40B4-BE49-F238E27FC236}">
                <a16:creationId xmlns:a16="http://schemas.microsoft.com/office/drawing/2014/main" id="{9943E9D6-1CCF-2BAA-1FB2-4053F7BD1B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3823" y="2690336"/>
            <a:ext cx="4443252" cy="738664"/>
          </a:xfrm>
          <a:prstGeom prst="rect">
            <a:avLst/>
          </a:prstGeom>
          <a:noFill/>
        </p:spPr>
        <p:txBody>
          <a:bodyPr wrap="square" tIns="91440" bIns="91440" anchor="t" anchorCtr="0">
            <a:spAutoFit/>
          </a:bodyPr>
          <a:lstStyle>
            <a:lvl1pPr algn="ctr">
              <a:defRPr sz="4000" spc="-100" baseline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Heading Text</a:t>
            </a:r>
          </a:p>
        </p:txBody>
      </p:sp>
      <p:pic>
        <p:nvPicPr>
          <p:cNvPr id="3" name="Picture 2" descr="A black and white logo&#10;&#10;Description automatically generated">
            <a:extLst>
              <a:ext uri="{FF2B5EF4-FFF2-40B4-BE49-F238E27FC236}">
                <a16:creationId xmlns:a16="http://schemas.microsoft.com/office/drawing/2014/main" id="{59073438-1C62-6B9F-70AD-9967DD33250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83" y="6236164"/>
            <a:ext cx="1494944" cy="31998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BF99588-797B-A32D-414C-F7D05E0D5EFD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5425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0"/>
    </p:bldLst>
  </p:timing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Vertical Heading and Large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A4D5B20-1B62-EA2E-28AF-620EDB3FFC14}"/>
              </a:ext>
            </a:extLst>
          </p:cNvPr>
          <p:cNvSpPr/>
          <p:nvPr/>
        </p:nvSpPr>
        <p:spPr>
          <a:xfrm>
            <a:off x="0" y="0"/>
            <a:ext cx="2473485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9">
            <a:extLst>
              <a:ext uri="{FF2B5EF4-FFF2-40B4-BE49-F238E27FC236}">
                <a16:creationId xmlns:a16="http://schemas.microsoft.com/office/drawing/2014/main" id="{0954F7F8-633C-1056-C63B-72D51AC724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2520" y="2357938"/>
            <a:ext cx="1907827" cy="627864"/>
          </a:xfrm>
          <a:prstGeom prst="rect">
            <a:avLst/>
          </a:prstGeom>
        </p:spPr>
        <p:txBody>
          <a:bodyPr wrap="square" lIns="91440" tIns="91440" rIns="91440" bIns="91440" anchor="t" anchorCtr="0">
            <a:spAutoFit/>
          </a:bodyPr>
          <a:lstStyle>
            <a:lvl1pPr>
              <a:defRPr sz="320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Heading</a:t>
            </a:r>
            <a:endParaRPr lang="en-US" dirty="0">
              <a:cs typeface="Calibri Light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59766FA-AF47-1934-153F-656BC7B60605}"/>
              </a:ext>
            </a:extLst>
          </p:cNvPr>
          <p:cNvCxnSpPr>
            <a:cxnSpLocks/>
          </p:cNvCxnSpPr>
          <p:nvPr/>
        </p:nvCxnSpPr>
        <p:spPr>
          <a:xfrm>
            <a:off x="2485245" y="0"/>
            <a:ext cx="0" cy="685800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A black and white logo&#10;&#10;Description automatically generated">
            <a:extLst>
              <a:ext uri="{FF2B5EF4-FFF2-40B4-BE49-F238E27FC236}">
                <a16:creationId xmlns:a16="http://schemas.microsoft.com/office/drawing/2014/main" id="{C8F4B77F-0D0D-0DC6-3F9E-303AAF78DE0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83" y="6236164"/>
            <a:ext cx="1494944" cy="31998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2F5F5B0-3542-BD53-B3C3-511B7DF3B642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5948623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Vertical Heading an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A4D5B20-1B62-EA2E-28AF-620EDB3FFC14}"/>
              </a:ext>
            </a:extLst>
          </p:cNvPr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9">
            <a:extLst>
              <a:ext uri="{FF2B5EF4-FFF2-40B4-BE49-F238E27FC236}">
                <a16:creationId xmlns:a16="http://schemas.microsoft.com/office/drawing/2014/main" id="{0954F7F8-633C-1056-C63B-72D51AC724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0562" y="2801136"/>
            <a:ext cx="3096475" cy="627864"/>
          </a:xfrm>
          <a:prstGeom prst="rect">
            <a:avLst/>
          </a:prstGeom>
        </p:spPr>
        <p:txBody>
          <a:bodyPr wrap="square" lIns="91440" tIns="91440" rIns="91440" bIns="91440" anchor="t" anchorCtr="0">
            <a:spAutoFit/>
          </a:bodyPr>
          <a:lstStyle>
            <a:lvl1pPr>
              <a:defRPr sz="320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Heading Text</a:t>
            </a:r>
            <a:endParaRPr lang="en-US" dirty="0">
              <a:cs typeface="Calibri Light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59766FA-AF47-1934-153F-656BC7B60605}"/>
              </a:ext>
            </a:extLst>
          </p:cNvPr>
          <p:cNvCxnSpPr>
            <a:cxnSpLocks/>
          </p:cNvCxnSpPr>
          <p:nvPr/>
        </p:nvCxnSpPr>
        <p:spPr>
          <a:xfrm>
            <a:off x="3677942" y="0"/>
            <a:ext cx="0" cy="685800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black and white logo&#10;&#10;Description automatically generated">
            <a:extLst>
              <a:ext uri="{FF2B5EF4-FFF2-40B4-BE49-F238E27FC236}">
                <a16:creationId xmlns:a16="http://schemas.microsoft.com/office/drawing/2014/main" id="{7CA36C7E-9368-2FEC-4C6C-0E9EE11FC64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83" y="6236164"/>
            <a:ext cx="1494944" cy="31998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0F102C1-9945-8365-90E1-0591D7ABB75E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2150775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869CE-B64A-A2B7-78A0-47FAA9EBFA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295" y="1989612"/>
            <a:ext cx="11113251" cy="738664"/>
          </a:xfrm>
          <a:prstGeom prst="rect">
            <a:avLst/>
          </a:prstGeom>
          <a:noFill/>
        </p:spPr>
        <p:txBody>
          <a:bodyPr wrap="square" tIns="91440" bIns="91440" anchor="t" anchorCtr="0">
            <a:spAutoFit/>
          </a:bodyPr>
          <a:lstStyle>
            <a:lvl1pPr>
              <a:defRPr sz="4000" spc="-100" baseline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DEMO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6B66E12-9BB3-7E03-ED63-6F68DD490DD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84490" y="2854475"/>
            <a:ext cx="11122056" cy="2673061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0" indent="0">
              <a:buFont typeface="Arial" panose="020B0604020202020204" pitchFamily="34" charset="0"/>
              <a:buNone/>
              <a:defRPr sz="32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Title text</a:t>
            </a:r>
          </a:p>
        </p:txBody>
      </p:sp>
    </p:spTree>
    <p:extLst>
      <p:ext uri="{BB962C8B-B14F-4D97-AF65-F5344CB8AC3E}">
        <p14:creationId xmlns:p14="http://schemas.microsoft.com/office/powerpoint/2010/main" val="724141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Dark">
    <p:bg>
      <p:bgPr>
        <a:solidFill>
          <a:srgbClr val="0821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869CE-B64A-A2B7-78A0-47FAA9EBFA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295" y="1989612"/>
            <a:ext cx="11113251" cy="738664"/>
          </a:xfrm>
          <a:prstGeom prst="rect">
            <a:avLst/>
          </a:prstGeom>
          <a:noFill/>
        </p:spPr>
        <p:txBody>
          <a:bodyPr wrap="square" tIns="91440" bIns="91440" anchor="t" anchorCtr="0">
            <a:spAutoFit/>
          </a:bodyPr>
          <a:lstStyle>
            <a:lvl1pPr>
              <a:defRPr sz="4000" spc="-100" baseline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DA8C8F-C9FF-E150-0975-AC8DD67162F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84490" y="2854475"/>
            <a:ext cx="11122056" cy="2673061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0" indent="0">
              <a:buFont typeface="Arial" panose="020B0604020202020204" pitchFamily="34" charset="0"/>
              <a:buNone/>
              <a:defRPr sz="32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Title text</a:t>
            </a:r>
          </a:p>
        </p:txBody>
      </p:sp>
    </p:spTree>
    <p:extLst>
      <p:ext uri="{BB962C8B-B14F-4D97-AF65-F5344CB8AC3E}">
        <p14:creationId xmlns:p14="http://schemas.microsoft.com/office/powerpoint/2010/main" val="1397834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ew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549B69F4-6542-CC32-13BB-1EDC8016C7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374" y="2690336"/>
            <a:ext cx="11113251" cy="738664"/>
          </a:xfrm>
          <a:prstGeom prst="rect">
            <a:avLst/>
          </a:prstGeom>
          <a:noFill/>
        </p:spPr>
        <p:txBody>
          <a:bodyPr wrap="square" tIns="91440" bIns="91440" anchor="t" anchorCtr="0">
            <a:spAutoFit/>
          </a:bodyPr>
          <a:lstStyle>
            <a:lvl1pPr algn="ctr">
              <a:defRPr sz="4000" spc="-100" baseline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Section Heading Text</a:t>
            </a:r>
          </a:p>
        </p:txBody>
      </p:sp>
    </p:spTree>
    <p:extLst>
      <p:ext uri="{BB962C8B-B14F-4D97-AF65-F5344CB8AC3E}">
        <p14:creationId xmlns:p14="http://schemas.microsoft.com/office/powerpoint/2010/main" val="3897673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ew Section Dark">
    <p:bg>
      <p:bgPr>
        <a:solidFill>
          <a:srgbClr val="0821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9197C-A14F-EF49-12E9-8F9D65AAF7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374" y="2690336"/>
            <a:ext cx="11113251" cy="738664"/>
          </a:xfrm>
          <a:prstGeom prst="rect">
            <a:avLst/>
          </a:prstGeom>
          <a:noFill/>
        </p:spPr>
        <p:txBody>
          <a:bodyPr wrap="square" tIns="91440" bIns="91440" anchor="t" anchorCtr="0">
            <a:spAutoFit/>
          </a:bodyPr>
          <a:lstStyle>
            <a:lvl1pPr algn="ctr">
              <a:defRPr sz="4000" spc="-100" baseline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Section Heading Text</a:t>
            </a:r>
          </a:p>
        </p:txBody>
      </p:sp>
    </p:spTree>
    <p:extLst>
      <p:ext uri="{BB962C8B-B14F-4D97-AF65-F5344CB8AC3E}">
        <p14:creationId xmlns:p14="http://schemas.microsoft.com/office/powerpoint/2010/main" val="719209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86C3A6A-52AD-4603-A315-FB85F98EFFD0}"/>
              </a:ext>
            </a:extLst>
          </p:cNvPr>
          <p:cNvSpPr/>
          <p:nvPr/>
        </p:nvSpPr>
        <p:spPr bwMode="auto">
          <a:xfrm>
            <a:off x="5951538" y="0"/>
            <a:ext cx="6240462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E4957CE-9F1E-48E5-9589-60C25FE5C6E1}"/>
              </a:ext>
            </a:extLst>
          </p:cNvPr>
          <p:cNvCxnSpPr>
            <a:cxnSpLocks/>
          </p:cNvCxnSpPr>
          <p:nvPr/>
        </p:nvCxnSpPr>
        <p:spPr>
          <a:xfrm>
            <a:off x="5934945" y="0"/>
            <a:ext cx="0" cy="685800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F10F2F3-E7C9-5A3B-5A3A-2F657B7544C5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3295" y="1276153"/>
            <a:ext cx="5156998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6573F37-5E38-4DE7-D01D-29CB325BB933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5156994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AAD7D6-23BD-096F-D2AC-99E21B392F8C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chemeClr val="tx2">
                  <a:lumMod val="10000"/>
                  <a:lumOff val="90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6507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86C3A6A-52AD-4603-A315-FB85F98EFFD0}"/>
              </a:ext>
            </a:extLst>
          </p:cNvPr>
          <p:cNvSpPr/>
          <p:nvPr/>
        </p:nvSpPr>
        <p:spPr bwMode="auto">
          <a:xfrm>
            <a:off x="5951538" y="0"/>
            <a:ext cx="6240462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E4957CE-9F1E-48E5-9589-60C25FE5C6E1}"/>
              </a:ext>
            </a:extLst>
          </p:cNvPr>
          <p:cNvCxnSpPr>
            <a:cxnSpLocks/>
          </p:cNvCxnSpPr>
          <p:nvPr/>
        </p:nvCxnSpPr>
        <p:spPr>
          <a:xfrm>
            <a:off x="5934945" y="0"/>
            <a:ext cx="0" cy="685800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C1B2F07E-0C00-421A-9195-523EDBF7749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307351" y="837219"/>
            <a:ext cx="8605921" cy="611020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1334A2F-1DF6-47E4-9342-6176E6E9DA35}"/>
              </a:ext>
            </a:extLst>
          </p:cNvPr>
          <p:cNvSpPr/>
          <p:nvPr/>
        </p:nvSpPr>
        <p:spPr bwMode="auto">
          <a:xfrm>
            <a:off x="5600700" y="1883304"/>
            <a:ext cx="6000750" cy="3357995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B189F03-5212-6C02-3901-900E58D9C2E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3295" y="1282787"/>
            <a:ext cx="4736970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8DCC069-2BEA-5F9E-9129-62A5B1B8703F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4736967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8A636B-F90E-6AC1-F66C-DD7F07E87CA1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chemeClr val="tx2">
                  <a:lumMod val="10000"/>
                  <a:lumOff val="90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9220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diago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6DD577C-C13B-4699-AEF8-7A86F0FC6BC3}"/>
              </a:ext>
            </a:extLst>
          </p:cNvPr>
          <p:cNvSpPr/>
          <p:nvPr/>
        </p:nvSpPr>
        <p:spPr bwMode="auto">
          <a:xfrm>
            <a:off x="5088049" y="0"/>
            <a:ext cx="7103952" cy="6858000"/>
          </a:xfrm>
          <a:custGeom>
            <a:avLst/>
            <a:gdLst>
              <a:gd name="connsiteX0" fmla="*/ 1544125 w 8382633"/>
              <a:gd name="connsiteY0" fmla="*/ 0 h 6858000"/>
              <a:gd name="connsiteX1" fmla="*/ 3077650 w 8382633"/>
              <a:gd name="connsiteY1" fmla="*/ 0 h 6858000"/>
              <a:gd name="connsiteX2" fmla="*/ 6849108 w 8382633"/>
              <a:gd name="connsiteY2" fmla="*/ 0 h 6858000"/>
              <a:gd name="connsiteX3" fmla="*/ 8382633 w 8382633"/>
              <a:gd name="connsiteY3" fmla="*/ 0 h 6858000"/>
              <a:gd name="connsiteX4" fmla="*/ 8382633 w 8382633"/>
              <a:gd name="connsiteY4" fmla="*/ 6858000 h 6858000"/>
              <a:gd name="connsiteX5" fmla="*/ 6849108 w 8382633"/>
              <a:gd name="connsiteY5" fmla="*/ 6858000 h 6858000"/>
              <a:gd name="connsiteX6" fmla="*/ 1533525 w 8382633"/>
              <a:gd name="connsiteY6" fmla="*/ 6858000 h 6858000"/>
              <a:gd name="connsiteX7" fmla="*/ 0 w 8382633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382633" h="6858000">
                <a:moveTo>
                  <a:pt x="1544125" y="0"/>
                </a:moveTo>
                <a:lnTo>
                  <a:pt x="3077650" y="0"/>
                </a:lnTo>
                <a:lnTo>
                  <a:pt x="6849108" y="0"/>
                </a:lnTo>
                <a:lnTo>
                  <a:pt x="8382633" y="0"/>
                </a:lnTo>
                <a:lnTo>
                  <a:pt x="8382633" y="6858000"/>
                </a:lnTo>
                <a:lnTo>
                  <a:pt x="6849108" y="6858000"/>
                </a:lnTo>
                <a:lnTo>
                  <a:pt x="1533525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" name="Text Placeholder 16">
            <a:extLst>
              <a:ext uri="{FF2B5EF4-FFF2-40B4-BE49-F238E27FC236}">
                <a16:creationId xmlns:a16="http://schemas.microsoft.com/office/drawing/2014/main" id="{90A267F1-327F-405E-AAAF-F4D7F4F5399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4713" y="3306563"/>
            <a:ext cx="4563275" cy="430887"/>
          </a:xfrm>
        </p:spPr>
        <p:txBody>
          <a:bodyPr/>
          <a:lstStyle>
            <a:lvl1pPr marL="0" indent="0" algn="l">
              <a:buNone/>
              <a:defRPr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Subheading Text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7B110AE-7CE8-4541-ACC8-0A2D5097F2B6}"/>
              </a:ext>
            </a:extLst>
          </p:cNvPr>
          <p:cNvCxnSpPr>
            <a:cxnSpLocks/>
            <a:stCxn id="10" idx="0"/>
          </p:cNvCxnSpPr>
          <p:nvPr/>
        </p:nvCxnSpPr>
        <p:spPr>
          <a:xfrm flipH="1">
            <a:off x="5088049" y="0"/>
            <a:ext cx="1308585" cy="685800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9">
            <a:extLst>
              <a:ext uri="{FF2B5EF4-FFF2-40B4-BE49-F238E27FC236}">
                <a16:creationId xmlns:a16="http://schemas.microsoft.com/office/drawing/2014/main" id="{302E1A16-F6D6-87D2-5332-F90F1125F35A}"/>
              </a:ext>
            </a:extLst>
          </p:cNvPr>
          <p:cNvSpPr txBox="1">
            <a:spLocks/>
          </p:cNvSpPr>
          <p:nvPr/>
        </p:nvSpPr>
        <p:spPr>
          <a:xfrm>
            <a:off x="524774" y="2592697"/>
            <a:ext cx="4563275" cy="627864"/>
          </a:xfrm>
          <a:prstGeom prst="rect">
            <a:avLst/>
          </a:prstGeom>
        </p:spPr>
        <p:txBody>
          <a:bodyPr wrap="square" lIns="91440" tIns="91440" rIns="91440" bIns="91440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rgbClr val="00F0EA"/>
                </a:solidFill>
                <a:latin typeface="+mj-lt"/>
                <a:ea typeface="Roboto Light" panose="02000000000000000000" pitchFamily="2" charset="0"/>
                <a:cs typeface="+mj-cs"/>
              </a:defRPr>
            </a:lvl1pPr>
          </a:lstStyle>
          <a:p>
            <a:r>
              <a:rPr lang="en-US" dirty="0"/>
              <a:t>Heading Text</a:t>
            </a:r>
            <a:endParaRPr lang="en-US" dirty="0">
              <a:cs typeface="Calibri Ligh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C610E22-E52D-0F2B-F3EC-79E2497C0DC6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chemeClr val="tx2">
                  <a:lumMod val="10000"/>
                  <a:lumOff val="90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0398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400">
          <p15:clr>
            <a:srgbClr val="5ACBF0"/>
          </p15:clr>
        </p15:guide>
        <p15:guide id="3" orient="horz" pos="1910">
          <p15:clr>
            <a:srgbClr val="5ACBF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s and 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E84F745-6E6C-4684-863E-D8BE5579F4B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47"/>
          <a:stretch/>
        </p:blipFill>
        <p:spPr>
          <a:xfrm>
            <a:off x="6876547" y="1736436"/>
            <a:ext cx="5223242" cy="512156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6428E25-5016-4039-B7A7-2F931DFE040A}"/>
              </a:ext>
            </a:extLst>
          </p:cNvPr>
          <p:cNvSpPr txBox="1"/>
          <p:nvPr/>
        </p:nvSpPr>
        <p:spPr>
          <a:xfrm>
            <a:off x="1192928" y="1913415"/>
            <a:ext cx="498893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0" dirty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rPr>
              <a:t>THANKS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A060C8B-A3BA-485F-8BFF-B1AF78623F0F}"/>
              </a:ext>
            </a:extLst>
          </p:cNvPr>
          <p:cNvSpPr txBox="1"/>
          <p:nvPr/>
        </p:nvSpPr>
        <p:spPr>
          <a:xfrm>
            <a:off x="1253192" y="3167420"/>
            <a:ext cx="48135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dirty="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Any Questions?</a:t>
            </a:r>
          </a:p>
        </p:txBody>
      </p:sp>
      <p:pic>
        <p:nvPicPr>
          <p:cNvPr id="2" name="Picture 1" descr="A black and white logo&#10;&#10;Description automatically generated">
            <a:extLst>
              <a:ext uri="{FF2B5EF4-FFF2-40B4-BE49-F238E27FC236}">
                <a16:creationId xmlns:a16="http://schemas.microsoft.com/office/drawing/2014/main" id="{730FCD30-4F72-67F5-7820-B4427DFB43F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83" y="6236164"/>
            <a:ext cx="1494944" cy="319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744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AB23353-AC87-47E7-BD54-928306F48010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chemeClr val="tx2">
                  <a:lumMod val="10000"/>
                  <a:lumOff val="90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5" name="Picture 4" descr="A black and white logo&#10;&#10;Description automatically generated">
            <a:extLst>
              <a:ext uri="{FF2B5EF4-FFF2-40B4-BE49-F238E27FC236}">
                <a16:creationId xmlns:a16="http://schemas.microsoft.com/office/drawing/2014/main" id="{A4BB0AE5-CB5F-4D47-C947-B0E87FD9B4F0}"/>
              </a:ext>
            </a:extLst>
          </p:cNvPr>
          <p:cNvPicPr>
            <a:picLocks noChangeAspect="1"/>
          </p:cNvPicPr>
          <p:nvPr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83" y="6236164"/>
            <a:ext cx="1494944" cy="319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26644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  <p:sldLayoutId id="2147483708" r:id="rId13"/>
    <p:sldLayoutId id="2147483709" r:id="rId14"/>
    <p:sldLayoutId id="2147483710" r:id="rId15"/>
    <p:sldLayoutId id="2147483711" r:id="rId16"/>
    <p:sldLayoutId id="2147483712" r:id="rId17"/>
    <p:sldLayoutId id="2147483713" r:id="rId18"/>
    <p:sldLayoutId id="2147483714" r:id="rId19"/>
    <p:sldLayoutId id="2147483715" r:id="rId20"/>
    <p:sldLayoutId id="2147483716" r:id="rId21"/>
    <p:sldLayoutId id="2147483717" r:id="rId22"/>
    <p:sldLayoutId id="2147483718" r:id="rId23"/>
    <p:sldLayoutId id="2147483719" r:id="rId24"/>
    <p:sldLayoutId id="2147483720" r:id="rId25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"/>
          <p:cNvSpPr txBox="1">
            <a:spLocks noGrp="1"/>
          </p:cNvSpPr>
          <p:nvPr>
            <p:ph sz="half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800"/>
              <a:buFont typeface="Arial"/>
              <a:buChar char="•"/>
            </a:pPr>
            <a:r>
              <a:rPr lang="en-US" dirty="0"/>
              <a:t>Introduction to Azure Boards</a:t>
            </a:r>
            <a:endParaRPr dirty="0"/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ts val="2800"/>
              <a:buFont typeface="Arial"/>
              <a:buChar char="•"/>
            </a:pPr>
            <a:r>
              <a:rPr lang="en-US" dirty="0"/>
              <a:t>Azure DevOps Process Templates</a:t>
            </a:r>
            <a:endParaRPr dirty="0"/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ts val="2800"/>
              <a:buFont typeface="Arial"/>
              <a:buChar char="•"/>
            </a:pPr>
            <a:r>
              <a:rPr lang="en-US" dirty="0"/>
              <a:t>CMMI vs. Agile vs. Scrum</a:t>
            </a:r>
            <a:endParaRPr dirty="0"/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ts val="2800"/>
              <a:buFont typeface="Arial"/>
              <a:buChar char="•"/>
            </a:pPr>
            <a:r>
              <a:rPr lang="en-US" dirty="0"/>
              <a:t>DevOps vs. Agile</a:t>
            </a:r>
            <a:endParaRPr dirty="0"/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ts val="2800"/>
              <a:buFont typeface="Arial"/>
              <a:buChar char="•"/>
            </a:pPr>
            <a:r>
              <a:rPr lang="en-US" dirty="0"/>
              <a:t>Scrum Process</a:t>
            </a:r>
            <a:endParaRPr dirty="0"/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ts val="2800"/>
              <a:buFont typeface="Arial"/>
              <a:buChar char="•"/>
            </a:pPr>
            <a:r>
              <a:rPr lang="en-US" dirty="0"/>
              <a:t>Basic vs. Agile vs. Scrum vs. CMMI</a:t>
            </a:r>
            <a:endParaRPr dirty="0"/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ts val="2800"/>
              <a:buFont typeface="Arial"/>
              <a:buChar char="•"/>
            </a:pPr>
            <a:r>
              <a:rPr lang="en-US" dirty="0"/>
              <a:t>Kanban Board</a:t>
            </a:r>
            <a:endParaRPr dirty="0"/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ts val="2800"/>
              <a:buFont typeface="Arial"/>
              <a:buChar char="•"/>
            </a:pPr>
            <a:r>
              <a:rPr lang="en-US" dirty="0"/>
              <a:t>Velocity</a:t>
            </a:r>
            <a:endParaRPr dirty="0"/>
          </a:p>
        </p:txBody>
      </p:sp>
      <p:sp>
        <p:nvSpPr>
          <p:cNvPr id="116" name="Google Shape;116;p1"/>
          <p:cNvSpPr txBox="1">
            <a:spLocks noGrp="1"/>
          </p:cNvSpPr>
          <p:nvPr>
            <p:ph sz="half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Calibri"/>
              <a:buNone/>
            </a:pPr>
            <a:r>
              <a:rPr lang="en-US"/>
              <a:t>Azure Boards</a:t>
            </a:r>
            <a:endParaRPr/>
          </a:p>
        </p:txBody>
      </p:sp>
      <p:sp>
        <p:nvSpPr>
          <p:cNvPr id="114" name="Google Shape;114;p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en-US"/>
              <a:t>Agenda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"/>
          <p:cNvSpPr txBox="1">
            <a:spLocks noGrp="1"/>
          </p:cNvSpPr>
          <p:nvPr>
            <p:ph sz="half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 Used to Plan Your work/sprints.</a:t>
            </a:r>
            <a:endParaRPr dirty="0"/>
          </a:p>
          <a:p>
            <a:pPr marL="228600" lvl="0" indent="-2286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 Visualize Your Work/Tasks.</a:t>
            </a:r>
            <a:endParaRPr dirty="0"/>
          </a:p>
          <a:p>
            <a:pPr marL="228600" lvl="0" indent="-2286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 Track user stories, backlog items, task, features, and bugs associated with your project. </a:t>
            </a:r>
            <a:endParaRPr dirty="0"/>
          </a:p>
          <a:p>
            <a:pPr marL="228600" lvl="0" indent="-2286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 You track work by adding work items based on the process and work item types.</a:t>
            </a:r>
            <a:endParaRPr dirty="0"/>
          </a:p>
        </p:txBody>
      </p:sp>
      <p:sp>
        <p:nvSpPr>
          <p:cNvPr id="122" name="Google Shape;122;p2"/>
          <p:cNvSpPr txBox="1">
            <a:spLocks noGrp="1"/>
          </p:cNvSpPr>
          <p:nvPr>
            <p:ph sz="half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Calibri"/>
              <a:buNone/>
            </a:pPr>
            <a:r>
              <a:rPr lang="en-US"/>
              <a:t>Azure Boards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"/>
          <p:cNvSpPr txBox="1">
            <a:spLocks noGrp="1"/>
          </p:cNvSpPr>
          <p:nvPr>
            <p:ph sz="half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None/>
            </a:pPr>
            <a:r>
              <a:rPr lang="en-US"/>
              <a:t>Azure DevOps Process Templates</a:t>
            </a:r>
            <a:endParaRPr/>
          </a:p>
        </p:txBody>
      </p:sp>
      <p:grpSp>
        <p:nvGrpSpPr>
          <p:cNvPr id="128" name="Google Shape;128;p3"/>
          <p:cNvGrpSpPr/>
          <p:nvPr/>
        </p:nvGrpSpPr>
        <p:grpSpPr>
          <a:xfrm>
            <a:off x="2034381" y="2424345"/>
            <a:ext cx="8123237" cy="2833215"/>
            <a:chOff x="2381" y="880771"/>
            <a:chExt cx="8123237" cy="2833215"/>
          </a:xfrm>
        </p:grpSpPr>
        <p:sp>
          <p:nvSpPr>
            <p:cNvPr id="129" name="Google Shape;129;p3"/>
            <p:cNvSpPr/>
            <p:nvPr/>
          </p:nvSpPr>
          <p:spPr>
            <a:xfrm>
              <a:off x="3969543" y="1960406"/>
              <a:ext cx="3117056" cy="494478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0" y="81776"/>
                  </a:lnTo>
                  <a:lnTo>
                    <a:pt x="120000" y="81776"/>
                  </a:lnTo>
                  <a:lnTo>
                    <a:pt x="120000" y="120000"/>
                  </a:lnTo>
                </a:path>
              </a:pathLst>
            </a:custGeom>
            <a:noFill/>
            <a:ln w="12700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0" name="Google Shape;130;p3"/>
            <p:cNvSpPr/>
            <p:nvPr/>
          </p:nvSpPr>
          <p:spPr>
            <a:xfrm>
              <a:off x="3969543" y="1960406"/>
              <a:ext cx="1039018" cy="494478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0" y="81776"/>
                  </a:lnTo>
                  <a:lnTo>
                    <a:pt x="120000" y="81776"/>
                  </a:lnTo>
                  <a:lnTo>
                    <a:pt x="120000" y="120000"/>
                  </a:lnTo>
                </a:path>
              </a:pathLst>
            </a:custGeom>
            <a:noFill/>
            <a:ln w="12700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1" name="Google Shape;131;p3"/>
            <p:cNvSpPr/>
            <p:nvPr/>
          </p:nvSpPr>
          <p:spPr>
            <a:xfrm>
              <a:off x="2930524" y="1960406"/>
              <a:ext cx="1039018" cy="494478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0"/>
                  </a:moveTo>
                  <a:lnTo>
                    <a:pt x="120000" y="81776"/>
                  </a:lnTo>
                  <a:lnTo>
                    <a:pt x="0" y="81776"/>
                  </a:lnTo>
                  <a:lnTo>
                    <a:pt x="0" y="120000"/>
                  </a:lnTo>
                </a:path>
              </a:pathLst>
            </a:custGeom>
            <a:noFill/>
            <a:ln w="12700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2" name="Google Shape;132;p3"/>
            <p:cNvSpPr/>
            <p:nvPr/>
          </p:nvSpPr>
          <p:spPr>
            <a:xfrm>
              <a:off x="852487" y="1960406"/>
              <a:ext cx="3117056" cy="494478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0"/>
                  </a:moveTo>
                  <a:lnTo>
                    <a:pt x="120000" y="81776"/>
                  </a:lnTo>
                  <a:lnTo>
                    <a:pt x="0" y="81776"/>
                  </a:lnTo>
                  <a:lnTo>
                    <a:pt x="0" y="120000"/>
                  </a:lnTo>
                </a:path>
              </a:pathLst>
            </a:custGeom>
            <a:noFill/>
            <a:ln w="12700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" name="Google Shape;133;p3"/>
            <p:cNvSpPr/>
            <p:nvPr/>
          </p:nvSpPr>
          <p:spPr>
            <a:xfrm>
              <a:off x="3119437" y="880771"/>
              <a:ext cx="1700212" cy="1079634"/>
            </a:xfrm>
            <a:prstGeom prst="roundRect">
              <a:avLst>
                <a:gd name="adj" fmla="val 10000"/>
              </a:avLst>
            </a:prstGeom>
            <a:solidFill>
              <a:srgbClr val="599BD5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3"/>
            <p:cNvSpPr/>
            <p:nvPr/>
          </p:nvSpPr>
          <p:spPr>
            <a:xfrm>
              <a:off x="3308350" y="1060238"/>
              <a:ext cx="1700212" cy="1079634"/>
            </a:xfrm>
            <a:prstGeom prst="roundRect">
              <a:avLst>
                <a:gd name="adj" fmla="val 10000"/>
              </a:avLst>
            </a:prstGeom>
            <a:solidFill>
              <a:schemeClr val="lt1">
                <a:alpha val="89803"/>
              </a:schemeClr>
            </a:solidFill>
            <a:ln w="12700" cap="flat" cmpd="sng">
              <a:solidFill>
                <a:srgbClr val="599BD5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3"/>
            <p:cNvSpPr txBox="1"/>
            <p:nvPr/>
          </p:nvSpPr>
          <p:spPr>
            <a:xfrm>
              <a:off x="3339971" y="1091859"/>
              <a:ext cx="1636970" cy="10163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6200" tIns="76200" rIns="76200" bIns="762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rPr lang="en-US" sz="20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Azure DevOps Process</a:t>
              </a:r>
              <a:endParaRPr/>
            </a:p>
          </p:txBody>
        </p:sp>
        <p:sp>
          <p:nvSpPr>
            <p:cNvPr id="136" name="Google Shape;136;p3"/>
            <p:cNvSpPr/>
            <p:nvPr/>
          </p:nvSpPr>
          <p:spPr>
            <a:xfrm>
              <a:off x="2381" y="2454885"/>
              <a:ext cx="1700212" cy="1079634"/>
            </a:xfrm>
            <a:prstGeom prst="roundRect">
              <a:avLst>
                <a:gd name="adj" fmla="val 10000"/>
              </a:avLst>
            </a:prstGeom>
            <a:solidFill>
              <a:srgbClr val="00B0F0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3"/>
            <p:cNvSpPr/>
            <p:nvPr/>
          </p:nvSpPr>
          <p:spPr>
            <a:xfrm>
              <a:off x="191293" y="2634352"/>
              <a:ext cx="1700212" cy="1079634"/>
            </a:xfrm>
            <a:prstGeom prst="roundRect">
              <a:avLst>
                <a:gd name="adj" fmla="val 10000"/>
              </a:avLst>
            </a:prstGeom>
            <a:solidFill>
              <a:schemeClr val="lt1">
                <a:alpha val="89803"/>
              </a:schemeClr>
            </a:solidFill>
            <a:ln w="12700" cap="flat" cmpd="sng">
              <a:solidFill>
                <a:srgbClr val="00B0F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3"/>
            <p:cNvSpPr txBox="1"/>
            <p:nvPr/>
          </p:nvSpPr>
          <p:spPr>
            <a:xfrm>
              <a:off x="222914" y="2665973"/>
              <a:ext cx="1636970" cy="10163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6200" tIns="76200" rIns="76200" bIns="762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rPr lang="en-US" sz="20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Basic</a:t>
              </a:r>
              <a:endParaRPr/>
            </a:p>
          </p:txBody>
        </p:sp>
        <p:sp>
          <p:nvSpPr>
            <p:cNvPr id="139" name="Google Shape;139;p3"/>
            <p:cNvSpPr/>
            <p:nvPr/>
          </p:nvSpPr>
          <p:spPr>
            <a:xfrm>
              <a:off x="2080418" y="2454885"/>
              <a:ext cx="1700212" cy="1079634"/>
            </a:xfrm>
            <a:prstGeom prst="roundRect">
              <a:avLst>
                <a:gd name="adj" fmla="val 10000"/>
              </a:avLst>
            </a:prstGeom>
            <a:solidFill>
              <a:srgbClr val="FF9900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3"/>
            <p:cNvSpPr/>
            <p:nvPr/>
          </p:nvSpPr>
          <p:spPr>
            <a:xfrm>
              <a:off x="2269331" y="2634352"/>
              <a:ext cx="1700212" cy="1079634"/>
            </a:xfrm>
            <a:prstGeom prst="roundRect">
              <a:avLst>
                <a:gd name="adj" fmla="val 10000"/>
              </a:avLst>
            </a:prstGeom>
            <a:solidFill>
              <a:schemeClr val="lt1">
                <a:alpha val="89803"/>
              </a:schemeClr>
            </a:solidFill>
            <a:ln w="12700" cap="flat" cmpd="sng">
              <a:solidFill>
                <a:srgbClr val="FF99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3"/>
            <p:cNvSpPr txBox="1"/>
            <p:nvPr/>
          </p:nvSpPr>
          <p:spPr>
            <a:xfrm>
              <a:off x="2300952" y="2665973"/>
              <a:ext cx="1636970" cy="10163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6200" tIns="76200" rIns="76200" bIns="762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rPr lang="en-US" sz="20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Agile</a:t>
              </a:r>
              <a:endParaRPr/>
            </a:p>
          </p:txBody>
        </p:sp>
        <p:sp>
          <p:nvSpPr>
            <p:cNvPr id="142" name="Google Shape;142;p3"/>
            <p:cNvSpPr/>
            <p:nvPr/>
          </p:nvSpPr>
          <p:spPr>
            <a:xfrm>
              <a:off x="4158456" y="2454885"/>
              <a:ext cx="1700212" cy="1079634"/>
            </a:xfrm>
            <a:prstGeom prst="roundRect">
              <a:avLst>
                <a:gd name="adj" fmla="val 10000"/>
              </a:avLst>
            </a:prstGeom>
            <a:solidFill>
              <a:srgbClr val="002060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3"/>
            <p:cNvSpPr/>
            <p:nvPr/>
          </p:nvSpPr>
          <p:spPr>
            <a:xfrm>
              <a:off x="4347368" y="2634352"/>
              <a:ext cx="1700212" cy="1079634"/>
            </a:xfrm>
            <a:prstGeom prst="roundRect">
              <a:avLst>
                <a:gd name="adj" fmla="val 10000"/>
              </a:avLst>
            </a:prstGeom>
            <a:solidFill>
              <a:schemeClr val="lt1">
                <a:alpha val="89803"/>
              </a:schemeClr>
            </a:solidFill>
            <a:ln w="12700" cap="flat" cmpd="sng">
              <a:solidFill>
                <a:srgbClr val="00206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3"/>
            <p:cNvSpPr txBox="1"/>
            <p:nvPr/>
          </p:nvSpPr>
          <p:spPr>
            <a:xfrm>
              <a:off x="4378989" y="2665973"/>
              <a:ext cx="1636970" cy="10163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6200" tIns="76200" rIns="76200" bIns="762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rPr lang="en-US" sz="20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Scrum</a:t>
              </a:r>
              <a:endParaRPr/>
            </a:p>
          </p:txBody>
        </p:sp>
        <p:sp>
          <p:nvSpPr>
            <p:cNvPr id="145" name="Google Shape;145;p3"/>
            <p:cNvSpPr/>
            <p:nvPr/>
          </p:nvSpPr>
          <p:spPr>
            <a:xfrm>
              <a:off x="6236493" y="2454885"/>
              <a:ext cx="1700212" cy="1079634"/>
            </a:xfrm>
            <a:prstGeom prst="roundRect">
              <a:avLst>
                <a:gd name="adj" fmla="val 10000"/>
              </a:avLst>
            </a:prstGeom>
            <a:solidFill>
              <a:srgbClr val="7030A0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3"/>
            <p:cNvSpPr/>
            <p:nvPr/>
          </p:nvSpPr>
          <p:spPr>
            <a:xfrm>
              <a:off x="6425406" y="2634352"/>
              <a:ext cx="1700212" cy="1079634"/>
            </a:xfrm>
            <a:prstGeom prst="roundRect">
              <a:avLst>
                <a:gd name="adj" fmla="val 10000"/>
              </a:avLst>
            </a:prstGeom>
            <a:solidFill>
              <a:schemeClr val="lt1">
                <a:alpha val="89803"/>
              </a:schemeClr>
            </a:solidFill>
            <a:ln w="12700" cap="flat" cmpd="sng">
              <a:solidFill>
                <a:srgbClr val="7030A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3"/>
            <p:cNvSpPr txBox="1"/>
            <p:nvPr/>
          </p:nvSpPr>
          <p:spPr>
            <a:xfrm>
              <a:off x="6457027" y="2665973"/>
              <a:ext cx="1636970" cy="10163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6200" tIns="76200" rIns="76200" bIns="762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rPr lang="en-US" sz="20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CMMI</a:t>
              </a: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4"/>
          <p:cNvSpPr txBox="1">
            <a:spLocks noGrp="1"/>
          </p:cNvSpPr>
          <p:nvPr>
            <p:ph sz="half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Calibri"/>
              <a:buNone/>
            </a:pPr>
            <a:r>
              <a:rPr lang="en-US"/>
              <a:t>CMMI vs. Agile vs. Scrum</a:t>
            </a:r>
            <a:endParaRPr/>
          </a:p>
        </p:txBody>
      </p:sp>
      <p:sp>
        <p:nvSpPr>
          <p:cNvPr id="153" name="Google Shape;153;p4"/>
          <p:cNvSpPr txBox="1">
            <a:spLocks noGrp="1"/>
          </p:cNvSpPr>
          <p:nvPr>
            <p:ph sz="half" idx="1"/>
          </p:nvPr>
        </p:nvSpPr>
        <p:spPr>
          <a:xfrm>
            <a:off x="493295" y="1268098"/>
            <a:ext cx="7348378" cy="4877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800"/>
              <a:buChar char="•"/>
            </a:pPr>
            <a:r>
              <a:rPr lang="en-US" dirty="0"/>
              <a:t>CMMI (Capability Maturity Model Integration) is used for the improvement of the current process to attain certain levels</a:t>
            </a:r>
            <a:endParaRPr dirty="0"/>
          </a:p>
          <a:p>
            <a:pPr marL="228600" lvl="0" indent="-2286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ts val="2800"/>
              <a:buChar char="•"/>
            </a:pPr>
            <a:r>
              <a:rPr lang="en-US" dirty="0"/>
              <a:t>Agile is a methodology that promotes continuous iteration of development and testing in the software development process.  </a:t>
            </a:r>
            <a:endParaRPr dirty="0"/>
          </a:p>
          <a:p>
            <a:pPr marL="228600" lvl="0" indent="-2286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ts val="2800"/>
              <a:buChar char="•"/>
            </a:pPr>
            <a:r>
              <a:rPr lang="en-US" dirty="0"/>
              <a:t>Scrum is an Agile process to focus on delivering the business value in the shortest time. It deals with the new process. </a:t>
            </a:r>
            <a:endParaRPr dirty="0"/>
          </a:p>
        </p:txBody>
      </p:sp>
      <p:pic>
        <p:nvPicPr>
          <p:cNvPr id="155" name="Google Shape;155;p4" descr="The Scrum Umbrell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55274" y="1675827"/>
            <a:ext cx="3043431" cy="268973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5"/>
          <p:cNvSpPr txBox="1">
            <a:spLocks noGrp="1"/>
          </p:cNvSpPr>
          <p:nvPr>
            <p:ph sz="half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Calibri"/>
              <a:buNone/>
            </a:pPr>
            <a:r>
              <a:rPr lang="en-US"/>
              <a:t>DevOps vs. Agile</a:t>
            </a:r>
            <a:endParaRPr/>
          </a:p>
        </p:txBody>
      </p:sp>
      <p:graphicFrame>
        <p:nvGraphicFramePr>
          <p:cNvPr id="162" name="Google Shape;162;p5"/>
          <p:cNvGraphicFramePr/>
          <p:nvPr>
            <p:extLst>
              <p:ext uri="{D42A27DB-BD31-4B8C-83A1-F6EECF244321}">
                <p14:modId xmlns:p14="http://schemas.microsoft.com/office/powerpoint/2010/main" val="346040830"/>
              </p:ext>
            </p:extLst>
          </p:nvPr>
        </p:nvGraphicFramePr>
        <p:xfrm>
          <a:off x="493295" y="1577093"/>
          <a:ext cx="11428474" cy="3202200"/>
        </p:xfrm>
        <a:graphic>
          <a:graphicData uri="http://schemas.openxmlformats.org/drawingml/2006/table">
            <a:tbl>
              <a:tblPr>
                <a:noFill/>
                <a:tableStyleId>{EFFD9763-2A9B-44A8-8ED3-899905430AF6}</a:tableStyleId>
              </a:tblPr>
              <a:tblGrid>
                <a:gridCol w="22318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824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141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7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solidFill>
                            <a:schemeClr val="lt1"/>
                          </a:solidFill>
                        </a:rPr>
                        <a:t> Features</a:t>
                      </a:r>
                      <a:endParaRPr sz="18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23825" marR="23825" marT="23825" marB="238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8D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solidFill>
                            <a:schemeClr val="lt1"/>
                          </a:solidFill>
                        </a:rPr>
                        <a:t> DevOps</a:t>
                      </a:r>
                      <a:endParaRPr sz="18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23825" marR="23825" marT="23825" marB="238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8D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solidFill>
                            <a:schemeClr val="lt1"/>
                          </a:solidFill>
                        </a:rPr>
                        <a:t> Agile</a:t>
                      </a:r>
                      <a:endParaRPr sz="18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23825" marR="23825" marT="23825" marB="238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8D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7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2">
                              <a:lumMod val="10000"/>
                              <a:lumOff val="90000"/>
                            </a:schemeClr>
                          </a:solidFill>
                          <a:latin typeface="+mn-lt"/>
                        </a:rPr>
                        <a:t>Agility</a:t>
                      </a:r>
                      <a:endParaRPr sz="1800" dirty="0"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  <a:latin typeface="+mn-lt"/>
                      </a:endParaRPr>
                    </a:p>
                  </a:txBody>
                  <a:tcPr marL="23825" marR="23825" marT="23825" marB="238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tx2">
                              <a:lumMod val="10000"/>
                              <a:lumOff val="90000"/>
                            </a:schemeClr>
                          </a:solidFill>
                          <a:latin typeface="+mn-lt"/>
                        </a:rPr>
                        <a:t> Agility in both Development &amp; Operations</a:t>
                      </a:r>
                      <a:endParaRPr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  <a:latin typeface="+mn-lt"/>
                      </a:endParaRPr>
                    </a:p>
                  </a:txBody>
                  <a:tcPr marL="23825" marR="23825" marT="23825" marB="238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tx2">
                              <a:lumMod val="10000"/>
                              <a:lumOff val="90000"/>
                            </a:schemeClr>
                          </a:solidFill>
                          <a:latin typeface="+mn-lt"/>
                        </a:rPr>
                        <a:t> Agility in only Development</a:t>
                      </a:r>
                      <a:endParaRPr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  <a:latin typeface="+mn-lt"/>
                      </a:endParaRPr>
                    </a:p>
                  </a:txBody>
                  <a:tcPr marL="23825" marR="23825" marT="23825" marB="238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2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dirty="0">
                          <a:solidFill>
                            <a:schemeClr val="tx2">
                              <a:lumMod val="10000"/>
                              <a:lumOff val="90000"/>
                            </a:schemeClr>
                          </a:solidFill>
                          <a:latin typeface="+mn-lt"/>
                        </a:rPr>
                        <a:t>Processes/Practices</a:t>
                      </a:r>
                      <a:endParaRPr sz="1800" dirty="0"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  <a:latin typeface="+mn-lt"/>
                      </a:endParaRPr>
                    </a:p>
                  </a:txBody>
                  <a:tcPr marL="23825" marR="23825" marT="23825" marB="238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>
                          <a:solidFill>
                            <a:schemeClr val="tx2">
                              <a:lumMod val="10000"/>
                              <a:lumOff val="90000"/>
                            </a:schemeClr>
                          </a:solidFill>
                          <a:latin typeface="+mn-lt"/>
                        </a:rPr>
                        <a:t> Involves processes such as CI, CD, CT, etc.</a:t>
                      </a:r>
                      <a:endParaRPr dirty="0"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  <a:latin typeface="+mn-lt"/>
                      </a:endParaRPr>
                    </a:p>
                  </a:txBody>
                  <a:tcPr marL="23825" marR="23825" marT="23825" marB="238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>
                          <a:solidFill>
                            <a:schemeClr val="tx2">
                              <a:lumMod val="10000"/>
                              <a:lumOff val="90000"/>
                            </a:schemeClr>
                          </a:solidFill>
                          <a:latin typeface="+mn-lt"/>
                        </a:rPr>
                        <a:t> Involves practices such as Scrum, Kanban, etc.</a:t>
                      </a:r>
                      <a:endParaRPr dirty="0"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  <a:latin typeface="+mn-lt"/>
                      </a:endParaRPr>
                    </a:p>
                  </a:txBody>
                  <a:tcPr marL="23825" marR="23825" marT="23825" marB="238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7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dirty="0">
                          <a:solidFill>
                            <a:schemeClr val="tx2">
                              <a:lumMod val="10000"/>
                              <a:lumOff val="90000"/>
                            </a:schemeClr>
                          </a:solidFill>
                          <a:latin typeface="+mn-lt"/>
                        </a:rPr>
                        <a:t>Key Focus Area</a:t>
                      </a:r>
                      <a:endParaRPr sz="1800" dirty="0"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  <a:latin typeface="+mn-lt"/>
                      </a:endParaRPr>
                    </a:p>
                  </a:txBody>
                  <a:tcPr marL="23825" marR="23825" marT="23825" marB="238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>
                          <a:solidFill>
                            <a:schemeClr val="tx2">
                              <a:lumMod val="10000"/>
                              <a:lumOff val="90000"/>
                            </a:schemeClr>
                          </a:solidFill>
                          <a:latin typeface="+mn-lt"/>
                        </a:rPr>
                        <a:t> Timeliness &amp; quality have equal priority</a:t>
                      </a:r>
                      <a:endParaRPr dirty="0"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  <a:latin typeface="+mn-lt"/>
                      </a:endParaRPr>
                    </a:p>
                  </a:txBody>
                  <a:tcPr marL="23825" marR="23825" marT="23825" marB="238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tx2">
                              <a:lumMod val="10000"/>
                              <a:lumOff val="90000"/>
                            </a:schemeClr>
                          </a:solidFill>
                          <a:latin typeface="+mn-lt"/>
                        </a:rPr>
                        <a:t> Timeliness is the main priority</a:t>
                      </a:r>
                      <a:endParaRPr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  <a:latin typeface="+mn-lt"/>
                      </a:endParaRPr>
                    </a:p>
                  </a:txBody>
                  <a:tcPr marL="23825" marR="23825" marT="23825" marB="238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7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dirty="0">
                          <a:solidFill>
                            <a:schemeClr val="tx2">
                              <a:lumMod val="10000"/>
                              <a:lumOff val="90000"/>
                            </a:schemeClr>
                          </a:solidFill>
                          <a:latin typeface="+mn-lt"/>
                        </a:rPr>
                        <a:t>Release Cycles</a:t>
                      </a:r>
                      <a:endParaRPr sz="1800" dirty="0"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  <a:latin typeface="+mn-lt"/>
                      </a:endParaRPr>
                    </a:p>
                  </a:txBody>
                  <a:tcPr marL="23825" marR="23825" marT="23825" marB="238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tx2">
                              <a:lumMod val="10000"/>
                              <a:lumOff val="90000"/>
                            </a:schemeClr>
                          </a:solidFill>
                          <a:latin typeface="+mn-lt"/>
                        </a:rPr>
                        <a:t> Smaller release cycles with immediate feedback</a:t>
                      </a:r>
                      <a:endParaRPr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  <a:latin typeface="+mn-lt"/>
                      </a:endParaRPr>
                    </a:p>
                  </a:txBody>
                  <a:tcPr marL="23825" marR="23825" marT="23825" marB="238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tx2">
                              <a:lumMod val="10000"/>
                              <a:lumOff val="90000"/>
                            </a:schemeClr>
                          </a:solidFill>
                          <a:latin typeface="+mn-lt"/>
                        </a:rPr>
                        <a:t> Smaller release cycles</a:t>
                      </a:r>
                      <a:endParaRPr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  <a:latin typeface="+mn-lt"/>
                      </a:endParaRPr>
                    </a:p>
                  </a:txBody>
                  <a:tcPr marL="23825" marR="23825" marT="23825" marB="238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3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dirty="0">
                          <a:solidFill>
                            <a:schemeClr val="tx2">
                              <a:lumMod val="10000"/>
                              <a:lumOff val="90000"/>
                            </a:schemeClr>
                          </a:solidFill>
                          <a:latin typeface="+mn-lt"/>
                        </a:rPr>
                        <a:t>Source of Feedback</a:t>
                      </a:r>
                      <a:endParaRPr sz="1800" dirty="0"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  <a:latin typeface="+mn-lt"/>
                      </a:endParaRPr>
                    </a:p>
                  </a:txBody>
                  <a:tcPr marL="23825" marR="23825" marT="23825" marB="238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>
                          <a:solidFill>
                            <a:schemeClr val="tx2">
                              <a:lumMod val="10000"/>
                              <a:lumOff val="90000"/>
                            </a:schemeClr>
                          </a:solidFill>
                          <a:latin typeface="+mn-lt"/>
                        </a:rPr>
                        <a:t> Feedback is from monitoring tools</a:t>
                      </a:r>
                      <a:endParaRPr dirty="0"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  <a:latin typeface="+mn-lt"/>
                      </a:endParaRPr>
                    </a:p>
                  </a:txBody>
                  <a:tcPr marL="23825" marR="23825" marT="23825" marB="238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tx2">
                              <a:lumMod val="10000"/>
                              <a:lumOff val="90000"/>
                            </a:schemeClr>
                          </a:solidFill>
                          <a:latin typeface="+mn-lt"/>
                        </a:rPr>
                        <a:t> Feedback is from customers</a:t>
                      </a:r>
                      <a:endParaRPr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  <a:latin typeface="+mn-lt"/>
                      </a:endParaRPr>
                    </a:p>
                  </a:txBody>
                  <a:tcPr marL="23825" marR="23825" marT="23825" marB="238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7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dirty="0">
                          <a:solidFill>
                            <a:schemeClr val="tx2">
                              <a:lumMod val="10000"/>
                              <a:lumOff val="90000"/>
                            </a:schemeClr>
                          </a:solidFill>
                          <a:latin typeface="+mn-lt"/>
                        </a:rPr>
                        <a:t>Scope of Work</a:t>
                      </a:r>
                      <a:endParaRPr sz="1800" dirty="0"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  <a:latin typeface="+mn-lt"/>
                      </a:endParaRPr>
                    </a:p>
                  </a:txBody>
                  <a:tcPr marL="23825" marR="23825" marT="23825" marB="238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tx2">
                              <a:lumMod val="10000"/>
                              <a:lumOff val="90000"/>
                            </a:schemeClr>
                          </a:solidFill>
                          <a:latin typeface="+mn-lt"/>
                        </a:rPr>
                        <a:t> Agility &amp; need for Automation</a:t>
                      </a:r>
                      <a:endParaRPr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  <a:latin typeface="+mn-lt"/>
                      </a:endParaRPr>
                    </a:p>
                  </a:txBody>
                  <a:tcPr marL="23825" marR="23825" marT="23825" marB="238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>
                          <a:solidFill>
                            <a:schemeClr val="tx2">
                              <a:lumMod val="10000"/>
                              <a:lumOff val="90000"/>
                            </a:schemeClr>
                          </a:solidFill>
                          <a:latin typeface="+mn-lt"/>
                        </a:rPr>
                        <a:t> Agility only</a:t>
                      </a:r>
                      <a:endParaRPr dirty="0"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  <a:latin typeface="+mn-lt"/>
                      </a:endParaRPr>
                    </a:p>
                  </a:txBody>
                  <a:tcPr marL="23825" marR="23825" marT="23825" marB="238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63" name="Google Shape;163;p5"/>
          <p:cNvSpPr/>
          <p:nvPr/>
        </p:nvSpPr>
        <p:spPr>
          <a:xfrm>
            <a:off x="838200" y="2600325"/>
            <a:ext cx="12192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b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6"/>
          <p:cNvSpPr txBox="1">
            <a:spLocks noGrp="1"/>
          </p:cNvSpPr>
          <p:nvPr>
            <p:ph sz="half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Calibri"/>
              <a:buNone/>
            </a:pPr>
            <a:r>
              <a:rPr lang="en-US"/>
              <a:t>DevOps vs. Agile</a:t>
            </a:r>
            <a:endParaRPr/>
          </a:p>
        </p:txBody>
      </p:sp>
      <p:pic>
        <p:nvPicPr>
          <p:cNvPr id="170" name="Google Shape;170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5797" y="2915649"/>
            <a:ext cx="8772005" cy="276905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171" name="Google Shape;171;p6"/>
          <p:cNvGrpSpPr/>
          <p:nvPr/>
        </p:nvGrpSpPr>
        <p:grpSpPr>
          <a:xfrm>
            <a:off x="767447" y="1589878"/>
            <a:ext cx="8127649" cy="967945"/>
            <a:chOff x="175" y="1098572"/>
            <a:chExt cx="8127649" cy="967945"/>
          </a:xfrm>
        </p:grpSpPr>
        <p:sp>
          <p:nvSpPr>
            <p:cNvPr id="172" name="Google Shape;172;p6"/>
            <p:cNvSpPr/>
            <p:nvPr/>
          </p:nvSpPr>
          <p:spPr>
            <a:xfrm>
              <a:off x="175" y="1098572"/>
              <a:ext cx="2203862" cy="967945"/>
            </a:xfrm>
            <a:prstGeom prst="roundRect">
              <a:avLst>
                <a:gd name="adj" fmla="val 10000"/>
              </a:avLst>
            </a:prstGeom>
            <a:solidFill>
              <a:srgbClr val="4372C3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6"/>
            <p:cNvSpPr txBox="1"/>
            <p:nvPr/>
          </p:nvSpPr>
          <p:spPr>
            <a:xfrm>
              <a:off x="28525" y="1126922"/>
              <a:ext cx="2147162" cy="9112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200"/>
                <a:buFont typeface="Calibri"/>
                <a:buNone/>
              </a:pPr>
              <a:r>
                <a:rPr lang="en-US" sz="32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Customer</a:t>
              </a:r>
              <a:endParaRPr/>
            </a:p>
          </p:txBody>
        </p:sp>
        <p:sp>
          <p:nvSpPr>
            <p:cNvPr id="174" name="Google Shape;174;p6"/>
            <p:cNvSpPr/>
            <p:nvPr/>
          </p:nvSpPr>
          <p:spPr>
            <a:xfrm>
              <a:off x="2251168" y="1347555"/>
              <a:ext cx="686509" cy="469979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4372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6"/>
            <p:cNvSpPr txBox="1"/>
            <p:nvPr/>
          </p:nvSpPr>
          <p:spPr>
            <a:xfrm>
              <a:off x="2251168" y="1441551"/>
              <a:ext cx="545515" cy="2819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300"/>
                <a:buFont typeface="Calibri"/>
                <a:buNone/>
              </a:pPr>
              <a:r>
                <a:rPr lang="en-US" sz="13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Agile</a:t>
              </a:r>
              <a:endParaRPr/>
            </a:p>
          </p:txBody>
        </p:sp>
        <p:sp>
          <p:nvSpPr>
            <p:cNvPr id="176" name="Google Shape;176;p6"/>
            <p:cNvSpPr/>
            <p:nvPr/>
          </p:nvSpPr>
          <p:spPr>
            <a:xfrm>
              <a:off x="2962068" y="1098572"/>
              <a:ext cx="2203862" cy="967945"/>
            </a:xfrm>
            <a:prstGeom prst="roundRect">
              <a:avLst>
                <a:gd name="adj" fmla="val 10000"/>
              </a:avLst>
            </a:prstGeom>
            <a:solidFill>
              <a:srgbClr val="44B78C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6"/>
            <p:cNvSpPr txBox="1"/>
            <p:nvPr/>
          </p:nvSpPr>
          <p:spPr>
            <a:xfrm>
              <a:off x="2990418" y="1126922"/>
              <a:ext cx="2147162" cy="9112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100" tIns="118100" rIns="118100" bIns="1181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100"/>
                <a:buFont typeface="Calibri"/>
                <a:buNone/>
              </a:pPr>
              <a:r>
                <a:rPr lang="en-US" sz="31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Developer</a:t>
              </a:r>
              <a:endParaRPr/>
            </a:p>
          </p:txBody>
        </p:sp>
        <p:sp>
          <p:nvSpPr>
            <p:cNvPr id="178" name="Google Shape;178;p6"/>
            <p:cNvSpPr/>
            <p:nvPr/>
          </p:nvSpPr>
          <p:spPr>
            <a:xfrm>
              <a:off x="5217075" y="1347555"/>
              <a:ext cx="678482" cy="469979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00CC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6"/>
            <p:cNvSpPr txBox="1"/>
            <p:nvPr/>
          </p:nvSpPr>
          <p:spPr>
            <a:xfrm>
              <a:off x="5217075" y="1441551"/>
              <a:ext cx="537488" cy="2819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300"/>
                <a:buFont typeface="Calibri"/>
                <a:buNone/>
              </a:pPr>
              <a:r>
                <a:rPr lang="en-US" sz="13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DevOps</a:t>
              </a:r>
              <a:endParaRPr/>
            </a:p>
          </p:txBody>
        </p:sp>
        <p:sp>
          <p:nvSpPr>
            <p:cNvPr id="180" name="Google Shape;180;p6"/>
            <p:cNvSpPr/>
            <p:nvPr/>
          </p:nvSpPr>
          <p:spPr>
            <a:xfrm>
              <a:off x="5923962" y="1098572"/>
              <a:ext cx="2203862" cy="967945"/>
            </a:xfrm>
            <a:prstGeom prst="roundRect">
              <a:avLst>
                <a:gd name="adj" fmla="val 10000"/>
              </a:avLst>
            </a:prstGeom>
            <a:solidFill>
              <a:srgbClr val="FF9900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6"/>
            <p:cNvSpPr txBox="1"/>
            <p:nvPr/>
          </p:nvSpPr>
          <p:spPr>
            <a:xfrm>
              <a:off x="5952312" y="1126922"/>
              <a:ext cx="2147162" cy="9112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4300" tIns="114300" rIns="114300" bIns="1143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Calibri"/>
                <a:buNone/>
              </a:pPr>
              <a:r>
                <a:rPr lang="en-US" sz="30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Operation</a:t>
              </a: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7"/>
          <p:cNvSpPr txBox="1">
            <a:spLocks noGrp="1"/>
          </p:cNvSpPr>
          <p:nvPr>
            <p:ph sz="half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None/>
            </a:pPr>
            <a:r>
              <a:rPr lang="en-US"/>
              <a:t>Agile - How Does Scrum Work?</a:t>
            </a:r>
            <a:endParaRPr/>
          </a:p>
        </p:txBody>
      </p:sp>
      <p:pic>
        <p:nvPicPr>
          <p:cNvPr id="188" name="Google Shape;188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36738" y="1232863"/>
            <a:ext cx="7612062" cy="469168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8"/>
          <p:cNvSpPr txBox="1">
            <a:spLocks noGrp="1"/>
          </p:cNvSpPr>
          <p:nvPr>
            <p:ph sz="half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sz="2800" b="1" i="0" dirty="0"/>
              <a:t>Product Owner: </a:t>
            </a:r>
            <a:r>
              <a:rPr lang="en-US" sz="2800" b="0" i="0" dirty="0"/>
              <a:t>The person with the product vision</a:t>
            </a:r>
            <a:endParaRPr dirty="0"/>
          </a:p>
          <a:p>
            <a:pPr marL="228600" lvl="0" indent="-2286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 sz="2800" b="1" i="0" dirty="0"/>
              <a:t>Scrum Master:</a:t>
            </a:r>
            <a:r>
              <a:rPr lang="en-US" sz="2800" b="0" i="0" dirty="0"/>
              <a:t> The scrum expert who helps the team build the product according to the scrum framework</a:t>
            </a:r>
            <a:endParaRPr dirty="0"/>
          </a:p>
          <a:p>
            <a:pPr marL="228600" lvl="0" indent="-2286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 sz="2800" b="1" i="0" dirty="0"/>
              <a:t>Development Team:</a:t>
            </a:r>
            <a:r>
              <a:rPr lang="en-US" sz="2800" b="0" i="0" dirty="0"/>
              <a:t> The team members who execute the work</a:t>
            </a:r>
            <a:endParaRPr dirty="0"/>
          </a:p>
          <a:p>
            <a:pPr marL="228600" lvl="0" indent="-2286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 sz="2800" b="1" i="0" dirty="0"/>
              <a:t>Retrospective</a:t>
            </a:r>
            <a:r>
              <a:rPr lang="en-US" sz="2800" b="0" i="0" dirty="0"/>
              <a:t> - looking back on or dealing with past events or situations.</a:t>
            </a:r>
            <a:endParaRPr dirty="0"/>
          </a:p>
          <a:p>
            <a:pPr marL="228600" lvl="0" indent="-2286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 sz="2800" b="1" i="0" dirty="0"/>
              <a:t>Impediment</a:t>
            </a:r>
            <a:r>
              <a:rPr lang="en-US" sz="2800" b="0" i="0" dirty="0"/>
              <a:t> – unplanned activities/Issue which impact delivery </a:t>
            </a:r>
            <a:endParaRPr sz="2800" dirty="0"/>
          </a:p>
        </p:txBody>
      </p:sp>
      <p:sp>
        <p:nvSpPr>
          <p:cNvPr id="194" name="Google Shape;194;p8"/>
          <p:cNvSpPr txBox="1">
            <a:spLocks noGrp="1"/>
          </p:cNvSpPr>
          <p:nvPr>
            <p:ph sz="half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Calibri"/>
              <a:buNone/>
            </a:pPr>
            <a:r>
              <a:rPr lang="en-US"/>
              <a:t>Scrum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9"/>
          <p:cNvSpPr txBox="1">
            <a:spLocks noGrp="1"/>
          </p:cNvSpPr>
          <p:nvPr>
            <p:ph sz="half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sz="2800" b="0" i="0" dirty="0"/>
              <a:t>A Product Owner owns the </a:t>
            </a:r>
            <a:r>
              <a:rPr lang="en-US" sz="2800" b="0" i="0" u="none" strike="noStrike" dirty="0"/>
              <a:t>Product backlog</a:t>
            </a:r>
            <a:r>
              <a:rPr lang="en-US" sz="2800" b="0" i="0" dirty="0"/>
              <a:t> and writes user stories and </a:t>
            </a:r>
            <a:r>
              <a:rPr lang="en-US" sz="2800" b="0" i="0" u="none" strike="noStrike" dirty="0"/>
              <a:t>acceptance criteria</a:t>
            </a:r>
            <a:r>
              <a:rPr lang="en-US" sz="2800" b="0" i="0" dirty="0"/>
              <a:t>.</a:t>
            </a:r>
            <a:endParaRPr dirty="0"/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 sz="2800" b="0" i="0" dirty="0"/>
              <a:t>A Product Owner is responsible for prioritizing the Product Backlog is prioritized and deciding the release date and the content.</a:t>
            </a:r>
            <a:endParaRPr dirty="0"/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 sz="2800" b="0" i="0" dirty="0"/>
              <a:t>A Product Owner accepts or rejects product backlog items.</a:t>
            </a:r>
            <a:endParaRPr dirty="0"/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 sz="2800" b="0" i="0" dirty="0"/>
              <a:t>A Product Owner has the power to cancel the Sprint if he thinks the </a:t>
            </a:r>
            <a:r>
              <a:rPr lang="en-US" sz="2800" b="0" i="0" u="none" strike="noStrike" dirty="0"/>
              <a:t>Sprint goal</a:t>
            </a:r>
            <a:r>
              <a:rPr lang="en-US" sz="2800" b="0" i="0" dirty="0"/>
              <a:t> is redundant.</a:t>
            </a:r>
            <a:endParaRPr dirty="0"/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 sz="2800" b="0" i="0" dirty="0"/>
              <a:t>A Product Owner is the one who is responsible for the Return on Investment (ROI) of the product.</a:t>
            </a:r>
            <a:endParaRPr dirty="0"/>
          </a:p>
        </p:txBody>
      </p:sp>
      <p:sp>
        <p:nvSpPr>
          <p:cNvPr id="200" name="Google Shape;200;p9"/>
          <p:cNvSpPr txBox="1">
            <a:spLocks noGrp="1"/>
          </p:cNvSpPr>
          <p:nvPr>
            <p:ph sz="half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Calibri"/>
              <a:buNone/>
            </a:pPr>
            <a:r>
              <a:rPr lang="en-US"/>
              <a:t>Product Owner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0"/>
          <p:cNvSpPr txBox="1">
            <a:spLocks noGrp="1"/>
          </p:cNvSpPr>
          <p:nvPr>
            <p:ph sz="half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sz="2800" i="0" dirty="0"/>
              <a:t>A Scrum Master is a facilitator and Servant Leader who encourages and demands self-organization from the development team.</a:t>
            </a:r>
            <a:endParaRPr dirty="0"/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 sz="2800" i="0" dirty="0"/>
              <a:t>A Scrum Master enables close cooperation across all roles and functions, and addresses resource issue and disobedience of scrum practices.</a:t>
            </a:r>
            <a:endParaRPr dirty="0"/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 sz="2800" i="0" dirty="0"/>
              <a:t>A Scrum Master protects the team from external and internal distractions.</a:t>
            </a:r>
            <a:endParaRPr dirty="0"/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 sz="2800" i="0" dirty="0"/>
              <a:t>A Scrum Master removes impediments so the team can focus on the work at hand and follow scrum practices.</a:t>
            </a:r>
            <a:endParaRPr dirty="0"/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 sz="2800" i="0" dirty="0"/>
              <a:t>A Scrum Master is not typically a manager or lead, but he is an influential leader and coach who does not do direct command and control.</a:t>
            </a:r>
            <a:endParaRPr dirty="0"/>
          </a:p>
        </p:txBody>
      </p:sp>
      <p:sp>
        <p:nvSpPr>
          <p:cNvPr id="206" name="Google Shape;206;p10"/>
          <p:cNvSpPr txBox="1">
            <a:spLocks noGrp="1"/>
          </p:cNvSpPr>
          <p:nvPr>
            <p:ph sz="half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ct val="100000"/>
              <a:buFont typeface="Calibri"/>
              <a:buNone/>
            </a:pPr>
            <a:r>
              <a:rPr lang="en-US" sz="4800" i="0"/>
              <a:t>Scrum Master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1"/>
          <p:cNvSpPr txBox="1">
            <a:spLocks noGrp="1"/>
          </p:cNvSpPr>
          <p:nvPr>
            <p:ph sz="half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 b="0" i="0" dirty="0"/>
              <a:t>Build the product that the Product Owner indicates: the application or website, for example. The Team in Scrum is “cross-functional”</a:t>
            </a:r>
            <a:endParaRPr dirty="0"/>
          </a:p>
          <a:p>
            <a:pPr marL="228600" lvl="0" indent="-2286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US" sz="2400" b="0" i="0" dirty="0"/>
              <a:t>Includes all the expertise necessary to deliver the potentially shippable product for each Sprint</a:t>
            </a:r>
            <a:endParaRPr dirty="0"/>
          </a:p>
          <a:p>
            <a:pPr marL="228600" lvl="0" indent="-2286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US" sz="2400" b="0" i="0" dirty="0"/>
              <a:t>Self-organizing, with a very high degree of autonomy and accountability.</a:t>
            </a:r>
            <a:endParaRPr dirty="0"/>
          </a:p>
          <a:p>
            <a:pPr marL="228600" lvl="0" indent="-2286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US" sz="2400" b="0" i="0" dirty="0"/>
              <a:t>Decides how many items to build in a Sprint, and how best to accomplish that goal.</a:t>
            </a:r>
            <a:endParaRPr dirty="0"/>
          </a:p>
          <a:p>
            <a:pPr marL="228600" lvl="0" indent="-2286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US" sz="2400" b="0" i="0" dirty="0"/>
              <a:t>Cross functional, small, and self-organizing team which owns the collective responsibility of developing, testing, and releasing the product increment.</a:t>
            </a:r>
            <a:endParaRPr dirty="0"/>
          </a:p>
          <a:p>
            <a:pPr marL="228600" lvl="0" indent="-2286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US" sz="2400" b="0" i="0" dirty="0"/>
              <a:t>The Development Team may not appoint any team lead since decisions are taken collectively by the team.</a:t>
            </a:r>
            <a:endParaRPr dirty="0"/>
          </a:p>
        </p:txBody>
      </p:sp>
      <p:sp>
        <p:nvSpPr>
          <p:cNvPr id="212" name="Google Shape;212;p11"/>
          <p:cNvSpPr txBox="1">
            <a:spLocks noGrp="1"/>
          </p:cNvSpPr>
          <p:nvPr>
            <p:ph sz="half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Calibri"/>
              <a:buNone/>
            </a:pPr>
            <a:r>
              <a:rPr lang="en-US"/>
              <a:t>Development Team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2"/>
          <p:cNvSpPr txBox="1">
            <a:spLocks noGrp="1"/>
          </p:cNvSpPr>
          <p:nvPr>
            <p:ph sz="half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Calibri"/>
              <a:buNone/>
            </a:pPr>
            <a:r>
              <a:rPr lang="en-US"/>
              <a:t>Basic Process</a:t>
            </a:r>
            <a:endParaRPr/>
          </a:p>
        </p:txBody>
      </p:sp>
      <p:sp>
        <p:nvSpPr>
          <p:cNvPr id="218" name="Google Shape;218;p12" descr="Basic process work item types, conceptual image"/>
          <p:cNvSpPr/>
          <p:nvPr/>
        </p:nvSpPr>
        <p:spPr>
          <a:xfrm>
            <a:off x="6096000" y="34290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9" name="Google Shape;219;p12" descr="Hierarchical backlo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81798" y="1476374"/>
            <a:ext cx="3799227" cy="4938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7877" y="1635063"/>
            <a:ext cx="2714510" cy="17939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3"/>
          <p:cNvSpPr txBox="1">
            <a:spLocks noGrp="1"/>
          </p:cNvSpPr>
          <p:nvPr>
            <p:ph sz="half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Calibri"/>
              <a:buNone/>
            </a:pPr>
            <a:r>
              <a:rPr lang="en-US"/>
              <a:t>Agile Process</a:t>
            </a:r>
            <a:endParaRPr/>
          </a:p>
        </p:txBody>
      </p:sp>
      <p:pic>
        <p:nvPicPr>
          <p:cNvPr id="227" name="Google Shape;227;p13" descr="Agile process work item types, conceptual image"/>
          <p:cNvPicPr preferRelativeResize="0"/>
          <p:nvPr/>
        </p:nvPicPr>
        <p:blipFill rotWithShape="1">
          <a:blip r:embed="rId3">
            <a:alphaModFix/>
          </a:blip>
          <a:srcRect t="2215" b="4947"/>
          <a:stretch/>
        </p:blipFill>
        <p:spPr>
          <a:xfrm>
            <a:off x="640492" y="1639019"/>
            <a:ext cx="4062911" cy="3122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13" descr="Hierarchical backlo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45553" y="1405831"/>
            <a:ext cx="3078607" cy="4855762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13"/>
          <p:cNvSpPr/>
          <p:nvPr/>
        </p:nvSpPr>
        <p:spPr>
          <a:xfrm>
            <a:off x="493296" y="5029563"/>
            <a:ext cx="6073760" cy="1077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Epic -&gt; Months -&gt; Deliver in multiple sprints.</a:t>
            </a:r>
            <a:endParaRPr sz="1600" dirty="0">
              <a:solidFill>
                <a:schemeClr val="bg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Feature -&gt; Weeks -&gt; Deliver in 2 or more sprints.</a:t>
            </a:r>
            <a:endParaRPr sz="1600" dirty="0">
              <a:solidFill>
                <a:schemeClr val="bg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User Story/Product Backlog Item -&gt; Days -&gt; Deliver in single sprint</a:t>
            </a:r>
            <a:endParaRPr sz="1600" dirty="0">
              <a:solidFill>
                <a:schemeClr val="bg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Task -&gt; Hours</a:t>
            </a:r>
            <a:endParaRPr sz="1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4"/>
          <p:cNvSpPr txBox="1">
            <a:spLocks noGrp="1"/>
          </p:cNvSpPr>
          <p:nvPr>
            <p:ph sz="half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Calibri"/>
              <a:buNone/>
            </a:pPr>
            <a:r>
              <a:rPr lang="en-US"/>
              <a:t>Scrum Process</a:t>
            </a:r>
            <a:endParaRPr/>
          </a:p>
        </p:txBody>
      </p:sp>
      <p:pic>
        <p:nvPicPr>
          <p:cNvPr id="235" name="Google Shape;235;p14"/>
          <p:cNvPicPr preferRelativeResize="0"/>
          <p:nvPr/>
        </p:nvPicPr>
        <p:blipFill rotWithShape="1">
          <a:blip r:embed="rId3">
            <a:alphaModFix/>
          </a:blip>
          <a:srcRect l="1736" t="2747" r="1215" b="1828"/>
          <a:stretch/>
        </p:blipFill>
        <p:spPr>
          <a:xfrm>
            <a:off x="805343" y="1795243"/>
            <a:ext cx="5021144" cy="262148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14" descr="Backlogs, show parents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94605" y="1322718"/>
            <a:ext cx="4479776" cy="50293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5"/>
          <p:cNvSpPr txBox="1">
            <a:spLocks noGrp="1"/>
          </p:cNvSpPr>
          <p:nvPr>
            <p:ph sz="half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Calibri"/>
              <a:buNone/>
            </a:pPr>
            <a:r>
              <a:rPr lang="en-US"/>
              <a:t>CMMI Process</a:t>
            </a:r>
            <a:endParaRPr/>
          </a:p>
        </p:txBody>
      </p:sp>
      <p:pic>
        <p:nvPicPr>
          <p:cNvPr id="242" name="Google Shape;242;p15"/>
          <p:cNvPicPr preferRelativeResize="0"/>
          <p:nvPr/>
        </p:nvPicPr>
        <p:blipFill rotWithShape="1">
          <a:blip r:embed="rId3">
            <a:alphaModFix/>
          </a:blip>
          <a:srcRect l="950" t="2659" r="2236" b="1732"/>
          <a:stretch/>
        </p:blipFill>
        <p:spPr>
          <a:xfrm>
            <a:off x="729842" y="1803632"/>
            <a:ext cx="4896174" cy="31306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15" descr="Requirements, show parents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42705" y="1803632"/>
            <a:ext cx="3866503" cy="40688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6"/>
          <p:cNvSpPr txBox="1">
            <a:spLocks noGrp="1"/>
          </p:cNvSpPr>
          <p:nvPr>
            <p:ph sz="half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Calibri"/>
              <a:buNone/>
            </a:pPr>
            <a:r>
              <a:rPr lang="en-US"/>
              <a:t>Basic vs. Agile vs. Scrum vs. CMMI</a:t>
            </a:r>
            <a:endParaRPr/>
          </a:p>
        </p:txBody>
      </p:sp>
      <p:pic>
        <p:nvPicPr>
          <p:cNvPr id="249" name="Google Shape;249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5452" y="1214363"/>
            <a:ext cx="7105262" cy="48216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7"/>
          <p:cNvSpPr txBox="1">
            <a:spLocks noGrp="1"/>
          </p:cNvSpPr>
          <p:nvPr>
            <p:ph sz="half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Calibri"/>
              <a:buNone/>
            </a:pPr>
            <a:r>
              <a:rPr lang="en-US"/>
              <a:t>Kanban Board</a:t>
            </a:r>
            <a:endParaRPr/>
          </a:p>
        </p:txBody>
      </p:sp>
      <p:sp>
        <p:nvSpPr>
          <p:cNvPr id="255" name="Google Shape;255;p17"/>
          <p:cNvSpPr txBox="1">
            <a:spLocks noGrp="1"/>
          </p:cNvSpPr>
          <p:nvPr>
            <p:ph sz="half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28600" lvl="0" indent="-228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800"/>
              <a:buChar char="•"/>
            </a:pPr>
            <a:r>
              <a:rPr lang="en-US" sz="2800" dirty="0"/>
              <a:t>Kanban board is useful for visualizing and track project progress.</a:t>
            </a:r>
            <a:endParaRPr dirty="0"/>
          </a:p>
          <a:p>
            <a:pPr marL="228600" lvl="0" indent="-2286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ts val="2800"/>
              <a:buChar char="•"/>
            </a:pPr>
            <a:r>
              <a:rPr lang="en-US" sz="2800" dirty="0"/>
              <a:t>Easily identify who is working on what tasks and the status of those tasks. </a:t>
            </a:r>
            <a:endParaRPr dirty="0"/>
          </a:p>
          <a:p>
            <a:pPr marL="228600" lvl="0" indent="-2286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ts val="2800"/>
              <a:buChar char="•"/>
            </a:pPr>
            <a:r>
              <a:rPr lang="en-US" sz="2800" dirty="0"/>
              <a:t>Create transparency between the team and the stakeholders.</a:t>
            </a:r>
            <a:endParaRPr dirty="0"/>
          </a:p>
          <a:p>
            <a:pPr marL="228600" lvl="0" indent="-2286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ts val="2800"/>
              <a:buChar char="•"/>
            </a:pPr>
            <a:r>
              <a:rPr lang="en-US" sz="2800" dirty="0"/>
              <a:t>Easy and user-friendly status change option by just drag-and-drop.</a:t>
            </a:r>
            <a:endParaRPr dirty="0"/>
          </a:p>
        </p:txBody>
      </p:sp>
      <p:pic>
        <p:nvPicPr>
          <p:cNvPr id="257" name="Google Shape;257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72013" y="3870826"/>
            <a:ext cx="5741206" cy="24447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8"/>
          <p:cNvSpPr txBox="1">
            <a:spLocks noGrp="1"/>
          </p:cNvSpPr>
          <p:nvPr>
            <p:ph sz="half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Calibri"/>
              <a:buNone/>
            </a:pPr>
            <a:r>
              <a:rPr lang="en-US"/>
              <a:t>Burndown Graph</a:t>
            </a:r>
            <a:endParaRPr/>
          </a:p>
        </p:txBody>
      </p:sp>
      <p:sp>
        <p:nvSpPr>
          <p:cNvPr id="262" name="Google Shape;262;p18"/>
          <p:cNvSpPr txBox="1">
            <a:spLocks noGrp="1"/>
          </p:cNvSpPr>
          <p:nvPr>
            <p:ph sz="half" idx="1"/>
          </p:nvPr>
        </p:nvSpPr>
        <p:spPr>
          <a:xfrm>
            <a:off x="493295" y="1268098"/>
            <a:ext cx="6273265" cy="4877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800"/>
              <a:buChar char="•"/>
            </a:pPr>
            <a:r>
              <a:rPr lang="en-US" dirty="0">
                <a:solidFill>
                  <a:schemeClr val="tx2">
                    <a:lumMod val="10000"/>
                    <a:lumOff val="90000"/>
                  </a:schemeClr>
                </a:solidFill>
              </a:rPr>
              <a:t>Burndown graph represents the remaining work of a Scrum Team. </a:t>
            </a:r>
            <a:endParaRPr dirty="0">
              <a:solidFill>
                <a:schemeClr val="tx2">
                  <a:lumMod val="10000"/>
                  <a:lumOff val="90000"/>
                </a:schemeClr>
              </a:solidFill>
            </a:endParaRPr>
          </a:p>
          <a:p>
            <a:pPr marL="228600" lvl="0" indent="-2286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ts val="2800"/>
              <a:buChar char="•"/>
            </a:pPr>
            <a:r>
              <a:rPr lang="en-US" dirty="0">
                <a:solidFill>
                  <a:schemeClr val="tx2">
                    <a:lumMod val="10000"/>
                    <a:lumOff val="90000"/>
                  </a:schemeClr>
                </a:solidFill>
              </a:rPr>
              <a:t>The vertical axis represents the story points or hours and the horizontal axis represents the dates (between the sprint start date and end date).</a:t>
            </a:r>
            <a:endParaRPr dirty="0">
              <a:solidFill>
                <a:schemeClr val="tx2">
                  <a:lumMod val="10000"/>
                  <a:lumOff val="90000"/>
                </a:schemeClr>
              </a:solidFill>
            </a:endParaRPr>
          </a:p>
        </p:txBody>
      </p:sp>
      <p:pic>
        <p:nvPicPr>
          <p:cNvPr id="264" name="Google Shape;264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60" y="1898722"/>
            <a:ext cx="4936036" cy="3060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9"/>
          <p:cNvSpPr txBox="1">
            <a:spLocks noGrp="1"/>
          </p:cNvSpPr>
          <p:nvPr>
            <p:ph sz="half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Calibri"/>
              <a:buNone/>
            </a:pPr>
            <a:r>
              <a:rPr lang="en-US"/>
              <a:t>Velocity</a:t>
            </a:r>
            <a:endParaRPr/>
          </a:p>
        </p:txBody>
      </p:sp>
      <p:sp>
        <p:nvSpPr>
          <p:cNvPr id="270" name="Google Shape;270;p19"/>
          <p:cNvSpPr txBox="1">
            <a:spLocks noGrp="1"/>
          </p:cNvSpPr>
          <p:nvPr>
            <p:ph sz="half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3200"/>
              <a:buChar char="•"/>
            </a:pPr>
            <a:r>
              <a:rPr lang="en-US" sz="3200" dirty="0"/>
              <a:t>Velocity is</a:t>
            </a:r>
            <a:r>
              <a:rPr lang="en-US" sz="3200" b="1" dirty="0"/>
              <a:t> </a:t>
            </a:r>
            <a:r>
              <a:rPr lang="en-US" sz="3200" dirty="0"/>
              <a:t>the</a:t>
            </a:r>
            <a:r>
              <a:rPr lang="en-US" sz="3200" b="1" dirty="0"/>
              <a:t> </a:t>
            </a:r>
            <a:r>
              <a:rPr lang="en-US" sz="3200" dirty="0"/>
              <a:t>measurement of backlog items completed in a single sprint by Team members.</a:t>
            </a:r>
            <a:endParaRPr dirty="0"/>
          </a:p>
          <a:p>
            <a:pPr marL="228600" lvl="0" indent="-2286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ts val="3200"/>
              <a:buChar char="•"/>
            </a:pPr>
            <a:r>
              <a:rPr lang="en-US" sz="3200" dirty="0"/>
              <a:t>Helps in forecasting future sprints and the backlog items that a team can complete.</a:t>
            </a:r>
            <a:endParaRPr dirty="0"/>
          </a:p>
        </p:txBody>
      </p:sp>
      <p:pic>
        <p:nvPicPr>
          <p:cNvPr id="272" name="Google Shape;272;p19"/>
          <p:cNvPicPr preferRelativeResize="0"/>
          <p:nvPr/>
        </p:nvPicPr>
        <p:blipFill rotWithShape="1">
          <a:blip r:embed="rId3">
            <a:alphaModFix/>
          </a:blip>
          <a:srcRect t="9127" b="11901"/>
          <a:stretch/>
        </p:blipFill>
        <p:spPr>
          <a:xfrm>
            <a:off x="2915692" y="3788319"/>
            <a:ext cx="5030444" cy="22741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cholarHat Layout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ScholarHat Font">
      <a:majorFont>
        <a:latin typeface="Roboto"/>
        <a:ea typeface=""/>
        <a:cs typeface=""/>
      </a:majorFont>
      <a:minorFont>
        <a:latin typeface="Robot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olution Architect.pptx" id="{06293316-8F9D-4244-9866-10C23334BAC7}" vid="{991B43C4-B17E-4503-B5C7-59C166CFDCF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ScholarHat Theme</Template>
  <TotalTime>50</TotalTime>
  <Words>1625</Words>
  <Application>Microsoft Office PowerPoint</Application>
  <PresentationFormat>Widescreen</PresentationFormat>
  <Paragraphs>166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Calibri</vt:lpstr>
      <vt:lpstr>Calibri Light</vt:lpstr>
      <vt:lpstr>Roboto</vt:lpstr>
      <vt:lpstr>Roboto Light</vt:lpstr>
      <vt:lpstr>Segoe UI</vt:lpstr>
      <vt:lpstr>ScholarHat Layout</vt:lpstr>
      <vt:lpstr>Agenda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Agenda</dc:title>
  <dc:creator>Shailendra Chauhan</dc:creator>
  <cp:lastModifiedBy>Shailendra Chauhan</cp:lastModifiedBy>
  <cp:revision>2</cp:revision>
  <dcterms:created xsi:type="dcterms:W3CDTF">2015-04-26T09:42:00Z</dcterms:created>
  <dcterms:modified xsi:type="dcterms:W3CDTF">2025-05-10T11:36:49Z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1033-11.2.0.9327</vt:lpwstr>
  </property>
</Properties>
</file>