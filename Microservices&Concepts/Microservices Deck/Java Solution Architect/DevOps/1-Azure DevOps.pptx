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2"/>
  </p:notesMasterIdLst>
  <p:sldIdLst>
    <p:sldId id="256" r:id="rId2"/>
    <p:sldId id="2147469469" r:id="rId3"/>
    <p:sldId id="257" r:id="rId4"/>
    <p:sldId id="258" r:id="rId5"/>
    <p:sldId id="259" r:id="rId6"/>
    <p:sldId id="21474694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Quattrocento Sans" panose="020B0502050000020003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Light" panose="02000000000000000000" pitchFamily="2" charset="0"/>
      <p:regular r:id="rId31"/>
      <p:italic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xN9jn+PHX78+bMpMwVpC9twXe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759CC9-A1AC-41A5-B41E-01CB42191566}" v="14" dt="2025-05-26T09:42:4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AC759CC9-A1AC-41A5-B41E-01CB42191566}"/>
    <pc:docChg chg="undo custSel modSld">
      <pc:chgData name="Shailendra Chauhan" userId="a7d3133f-e197-4b90-bf63-99a63a264234" providerId="ADAL" clId="{AC759CC9-A1AC-41A5-B41E-01CB42191566}" dt="2025-05-26T09:43:17.176" v="111" actId="1038"/>
      <pc:docMkLst>
        <pc:docMk/>
      </pc:docMkLst>
      <pc:sldChg chg="modSp mod">
        <pc:chgData name="Shailendra Chauhan" userId="a7d3133f-e197-4b90-bf63-99a63a264234" providerId="ADAL" clId="{AC759CC9-A1AC-41A5-B41E-01CB42191566}" dt="2025-05-12T06:20:47.353" v="4" actId="208"/>
        <pc:sldMkLst>
          <pc:docMk/>
          <pc:sldMk cId="0" sldId="259"/>
        </pc:sldMkLst>
        <pc:spChg chg="mod">
          <ac:chgData name="Shailendra Chauhan" userId="a7d3133f-e197-4b90-bf63-99a63a264234" providerId="ADAL" clId="{AC759CC9-A1AC-41A5-B41E-01CB42191566}" dt="2025-05-12T06:20:30.679" v="2" actId="207"/>
          <ac:spMkLst>
            <pc:docMk/>
            <pc:sldMk cId="0" sldId="259"/>
            <ac:spMk id="147" creationId="{00000000-0000-0000-0000-000000000000}"/>
          </ac:spMkLst>
        </pc:spChg>
        <pc:spChg chg="mod">
          <ac:chgData name="Shailendra Chauhan" userId="a7d3133f-e197-4b90-bf63-99a63a264234" providerId="ADAL" clId="{AC759CC9-A1AC-41A5-B41E-01CB42191566}" dt="2025-05-12T06:20:17.004" v="1" actId="208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Shailendra Chauhan" userId="a7d3133f-e197-4b90-bf63-99a63a264234" providerId="ADAL" clId="{AC759CC9-A1AC-41A5-B41E-01CB42191566}" dt="2025-05-12T06:20:47.353" v="4" actId="208"/>
          <ac:spMkLst>
            <pc:docMk/>
            <pc:sldMk cId="0" sldId="259"/>
            <ac:spMk id="149" creationId="{00000000-0000-0000-0000-000000000000}"/>
          </ac:spMkLst>
        </pc:spChg>
      </pc:sldChg>
      <pc:sldChg chg="modSp">
        <pc:chgData name="Shailendra Chauhan" userId="a7d3133f-e197-4b90-bf63-99a63a264234" providerId="ADAL" clId="{AC759CC9-A1AC-41A5-B41E-01CB42191566}" dt="2025-05-26T09:36:22.065" v="69" actId="404"/>
        <pc:sldMkLst>
          <pc:docMk/>
          <pc:sldMk cId="0" sldId="269"/>
        </pc:sldMkLst>
        <pc:spChg chg="mod">
          <ac:chgData name="Shailendra Chauhan" userId="a7d3133f-e197-4b90-bf63-99a63a264234" providerId="ADAL" clId="{AC759CC9-A1AC-41A5-B41E-01CB42191566}" dt="2025-05-26T09:36:22.065" v="69" actId="404"/>
          <ac:spMkLst>
            <pc:docMk/>
            <pc:sldMk cId="0" sldId="269"/>
            <ac:spMk id="257" creationId="{00000000-0000-0000-0000-000000000000}"/>
          </ac:spMkLst>
        </pc:spChg>
      </pc:sldChg>
      <pc:sldChg chg="addSp delSp modSp mod modClrScheme delAnim modAnim chgLayout">
        <pc:chgData name="Shailendra Chauhan" userId="a7d3133f-e197-4b90-bf63-99a63a264234" providerId="ADAL" clId="{AC759CC9-A1AC-41A5-B41E-01CB42191566}" dt="2025-05-26T09:36:13.274" v="68" actId="1076"/>
        <pc:sldMkLst>
          <pc:docMk/>
          <pc:sldMk cId="0" sldId="270"/>
        </pc:sldMkLst>
        <pc:spChg chg="mod">
          <ac:chgData name="Shailendra Chauhan" userId="a7d3133f-e197-4b90-bf63-99a63a264234" providerId="ADAL" clId="{AC759CC9-A1AC-41A5-B41E-01CB42191566}" dt="2025-05-26T09:33:21.182" v="44" actId="26606"/>
          <ac:spMkLst>
            <pc:docMk/>
            <pc:sldMk cId="0" sldId="270"/>
            <ac:spMk id="264" creationId="{00000000-0000-0000-0000-000000000000}"/>
          </ac:spMkLst>
        </pc:spChg>
        <pc:spChg chg="mod ord topLvl">
          <ac:chgData name="Shailendra Chauhan" userId="a7d3133f-e197-4b90-bf63-99a63a264234" providerId="ADAL" clId="{AC759CC9-A1AC-41A5-B41E-01CB42191566}" dt="2025-05-26T09:36:13.274" v="68" actId="1076"/>
          <ac:spMkLst>
            <pc:docMk/>
            <pc:sldMk cId="0" sldId="270"/>
            <ac:spMk id="267" creationId="{00000000-0000-0000-0000-000000000000}"/>
          </ac:spMkLst>
        </pc:spChg>
        <pc:grpChg chg="add mod">
          <ac:chgData name="Shailendra Chauhan" userId="a7d3133f-e197-4b90-bf63-99a63a264234" providerId="ADAL" clId="{AC759CC9-A1AC-41A5-B41E-01CB42191566}" dt="2025-05-26T09:36:01.850" v="65" actId="1076"/>
          <ac:grpSpMkLst>
            <pc:docMk/>
            <pc:sldMk cId="0" sldId="270"/>
            <ac:grpSpMk id="4" creationId="{2D29120E-A98B-0DA4-F481-7F48D6B9E440}"/>
          </ac:grpSpMkLst>
        </pc:grpChg>
        <pc:grpChg chg="del">
          <ac:chgData name="Shailendra Chauhan" userId="a7d3133f-e197-4b90-bf63-99a63a264234" providerId="ADAL" clId="{AC759CC9-A1AC-41A5-B41E-01CB42191566}" dt="2025-05-26T09:33:03.565" v="39" actId="478"/>
          <ac:grpSpMkLst>
            <pc:docMk/>
            <pc:sldMk cId="0" sldId="270"/>
            <ac:grpSpMk id="265" creationId="{00000000-0000-0000-0000-000000000000}"/>
          </ac:grpSpMkLst>
        </pc:grpChg>
        <pc:picChg chg="add mod modCrop">
          <ac:chgData name="Shailendra Chauhan" userId="a7d3133f-e197-4b90-bf63-99a63a264234" providerId="ADAL" clId="{AC759CC9-A1AC-41A5-B41E-01CB42191566}" dt="2025-05-26T09:36:08.418" v="67" actId="1076"/>
          <ac:picMkLst>
            <pc:docMk/>
            <pc:sldMk cId="0" sldId="270"/>
            <ac:picMk id="3" creationId="{49BCB22B-D826-ED19-4DEA-FB29758A1834}"/>
          </ac:picMkLst>
        </pc:picChg>
        <pc:picChg chg="del mod topLvl">
          <ac:chgData name="Shailendra Chauhan" userId="a7d3133f-e197-4b90-bf63-99a63a264234" providerId="ADAL" clId="{AC759CC9-A1AC-41A5-B41E-01CB42191566}" dt="2025-05-26T09:33:03.565" v="39" actId="478"/>
          <ac:picMkLst>
            <pc:docMk/>
            <pc:sldMk cId="0" sldId="270"/>
            <ac:picMk id="266" creationId="{00000000-0000-0000-0000-000000000000}"/>
          </ac:picMkLst>
        </pc:picChg>
      </pc:sldChg>
      <pc:sldChg chg="addSp modSp mod modAnim">
        <pc:chgData name="Shailendra Chauhan" userId="a7d3133f-e197-4b90-bf63-99a63a264234" providerId="ADAL" clId="{AC759CC9-A1AC-41A5-B41E-01CB42191566}" dt="2025-05-12T11:04:57.389" v="29" actId="1035"/>
        <pc:sldMkLst>
          <pc:docMk/>
          <pc:sldMk cId="0" sldId="271"/>
        </pc:sldMkLst>
        <pc:spChg chg="add mod">
          <ac:chgData name="Shailendra Chauhan" userId="a7d3133f-e197-4b90-bf63-99a63a264234" providerId="ADAL" clId="{AC759CC9-A1AC-41A5-B41E-01CB42191566}" dt="2025-05-12T11:04:54.592" v="13" actId="164"/>
          <ac:spMkLst>
            <pc:docMk/>
            <pc:sldMk cId="0" sldId="271"/>
            <ac:spMk id="3" creationId="{DE194EB4-8F81-BBC4-D380-432921F878AB}"/>
          </ac:spMkLst>
        </pc:spChg>
        <pc:grpChg chg="add mod">
          <ac:chgData name="Shailendra Chauhan" userId="a7d3133f-e197-4b90-bf63-99a63a264234" providerId="ADAL" clId="{AC759CC9-A1AC-41A5-B41E-01CB42191566}" dt="2025-05-12T11:04:57.389" v="29" actId="1035"/>
          <ac:grpSpMkLst>
            <pc:docMk/>
            <pc:sldMk cId="0" sldId="271"/>
            <ac:grpSpMk id="4" creationId="{15E75017-52EC-1930-5BBE-688F3FC76AF3}"/>
          </ac:grpSpMkLst>
        </pc:grpChg>
        <pc:picChg chg="mod">
          <ac:chgData name="Shailendra Chauhan" userId="a7d3133f-e197-4b90-bf63-99a63a264234" providerId="ADAL" clId="{AC759CC9-A1AC-41A5-B41E-01CB42191566}" dt="2025-05-12T11:04:54.592" v="13" actId="164"/>
          <ac:picMkLst>
            <pc:docMk/>
            <pc:sldMk cId="0" sldId="271"/>
            <ac:picMk id="273" creationId="{00000000-0000-0000-0000-000000000000}"/>
          </ac:picMkLst>
        </pc:picChg>
      </pc:sldChg>
      <pc:sldChg chg="modSp">
        <pc:chgData name="Shailendra Chauhan" userId="a7d3133f-e197-4b90-bf63-99a63a264234" providerId="ADAL" clId="{AC759CC9-A1AC-41A5-B41E-01CB42191566}" dt="2025-05-26T09:30:30.266" v="30" actId="404"/>
        <pc:sldMkLst>
          <pc:docMk/>
          <pc:sldMk cId="0" sldId="272"/>
        </pc:sldMkLst>
        <pc:spChg chg="mod">
          <ac:chgData name="Shailendra Chauhan" userId="a7d3133f-e197-4b90-bf63-99a63a264234" providerId="ADAL" clId="{AC759CC9-A1AC-41A5-B41E-01CB42191566}" dt="2025-05-26T09:30:30.266" v="30" actId="404"/>
          <ac:spMkLst>
            <pc:docMk/>
            <pc:sldMk cId="0" sldId="272"/>
            <ac:spMk id="279" creationId="{00000000-0000-0000-0000-000000000000}"/>
          </ac:spMkLst>
        </pc:spChg>
      </pc:sldChg>
      <pc:sldChg chg="modSp modAnim">
        <pc:chgData name="Shailendra Chauhan" userId="a7d3133f-e197-4b90-bf63-99a63a264234" providerId="ADAL" clId="{AC759CC9-A1AC-41A5-B41E-01CB42191566}" dt="2025-05-26T09:30:38.038" v="34" actId="20577"/>
        <pc:sldMkLst>
          <pc:docMk/>
          <pc:sldMk cId="0" sldId="273"/>
        </pc:sldMkLst>
        <pc:spChg chg="mod">
          <ac:chgData name="Shailendra Chauhan" userId="a7d3133f-e197-4b90-bf63-99a63a264234" providerId="ADAL" clId="{AC759CC9-A1AC-41A5-B41E-01CB42191566}" dt="2025-05-26T09:30:38.038" v="34" actId="20577"/>
          <ac:spMkLst>
            <pc:docMk/>
            <pc:sldMk cId="0" sldId="273"/>
            <ac:spMk id="285" creationId="{00000000-0000-0000-0000-000000000000}"/>
          </ac:spMkLst>
        </pc:spChg>
      </pc:sldChg>
      <pc:sldChg chg="modSp">
        <pc:chgData name="Shailendra Chauhan" userId="a7d3133f-e197-4b90-bf63-99a63a264234" providerId="ADAL" clId="{AC759CC9-A1AC-41A5-B41E-01CB42191566}" dt="2025-05-26T09:30:41.802" v="35" actId="404"/>
        <pc:sldMkLst>
          <pc:docMk/>
          <pc:sldMk cId="0" sldId="274"/>
        </pc:sldMkLst>
        <pc:spChg chg="mod">
          <ac:chgData name="Shailendra Chauhan" userId="a7d3133f-e197-4b90-bf63-99a63a264234" providerId="ADAL" clId="{AC759CC9-A1AC-41A5-B41E-01CB42191566}" dt="2025-05-26T09:30:41.802" v="35" actId="404"/>
          <ac:spMkLst>
            <pc:docMk/>
            <pc:sldMk cId="0" sldId="274"/>
            <ac:spMk id="291" creationId="{00000000-0000-0000-0000-000000000000}"/>
          </ac:spMkLst>
        </pc:spChg>
      </pc:sldChg>
      <pc:sldChg chg="modSp mod modAnim">
        <pc:chgData name="Shailendra Chauhan" userId="a7d3133f-e197-4b90-bf63-99a63a264234" providerId="ADAL" clId="{AC759CC9-A1AC-41A5-B41E-01CB42191566}" dt="2025-05-26T09:43:17.176" v="111" actId="1038"/>
        <pc:sldMkLst>
          <pc:docMk/>
          <pc:sldMk cId="551833333" sldId="2147469469"/>
        </pc:sldMkLst>
        <pc:spChg chg="mod">
          <ac:chgData name="Shailendra Chauhan" userId="a7d3133f-e197-4b90-bf63-99a63a264234" providerId="ADAL" clId="{AC759CC9-A1AC-41A5-B41E-01CB42191566}" dt="2025-05-26T09:42:48.375" v="76" actId="14100"/>
          <ac:spMkLst>
            <pc:docMk/>
            <pc:sldMk cId="551833333" sldId="2147469469"/>
            <ac:spMk id="3" creationId="{7133378A-E25E-436D-8989-8BCAE0A17B11}"/>
          </ac:spMkLst>
        </pc:spChg>
        <pc:picChg chg="mod">
          <ac:chgData name="Shailendra Chauhan" userId="a7d3133f-e197-4b90-bf63-99a63a264234" providerId="ADAL" clId="{AC759CC9-A1AC-41A5-B41E-01CB42191566}" dt="2025-05-26T09:43:17.176" v="111" actId="1038"/>
          <ac:picMkLst>
            <pc:docMk/>
            <pc:sldMk cId="551833333" sldId="2147469469"/>
            <ac:picMk id="5" creationId="{4A6761D1-8486-469D-99C8-468882523398}"/>
          </ac:picMkLst>
        </pc:picChg>
        <pc:picChg chg="mod">
          <ac:chgData name="Shailendra Chauhan" userId="a7d3133f-e197-4b90-bf63-99a63a264234" providerId="ADAL" clId="{AC759CC9-A1AC-41A5-B41E-01CB42191566}" dt="2025-05-26T09:43:14.256" v="110" actId="1038"/>
          <ac:picMkLst>
            <pc:docMk/>
            <pc:sldMk cId="551833333" sldId="2147469469"/>
            <ac:picMk id="7" creationId="{C687206D-46E9-4162-85E7-07EBCB6D88F7}"/>
          </ac:picMkLst>
        </pc:picChg>
      </pc:sldChg>
    </pc:docChg>
  </pc:docChgLst>
  <pc:docChgLst>
    <pc:chgData name="Shailendra Chauhan" userId="a7d3133f-e197-4b90-bf63-99a63a264234" providerId="ADAL" clId="{E63B7B70-C535-457D-A175-EF35A35EC1C4}"/>
    <pc:docChg chg="undo custSel addSld delSld modSld modMainMaster">
      <pc:chgData name="Shailendra Chauhan" userId="a7d3133f-e197-4b90-bf63-99a63a264234" providerId="ADAL" clId="{E63B7B70-C535-457D-A175-EF35A35EC1C4}" dt="2024-07-30T04:14:16.015" v="154" actId="2696"/>
      <pc:docMkLst>
        <pc:docMk/>
      </pc:docMkLst>
      <pc:sldChg chg="addSp delSp modSp mod modClrScheme chgLayout">
        <pc:chgData name="Shailendra Chauhan" userId="a7d3133f-e197-4b90-bf63-99a63a264234" providerId="ADAL" clId="{E63B7B70-C535-457D-A175-EF35A35EC1C4}" dt="2024-07-30T04:05:32.027" v="10" actId="12"/>
        <pc:sldMkLst>
          <pc:docMk/>
          <pc:sldMk cId="0" sldId="256"/>
        </pc:sldMkLst>
      </pc:sldChg>
      <pc:sldChg chg="modSp mod setBg modClrScheme chgLayout">
        <pc:chgData name="Shailendra Chauhan" userId="a7d3133f-e197-4b90-bf63-99a63a264234" providerId="ADAL" clId="{E63B7B70-C535-457D-A175-EF35A35EC1C4}" dt="2024-07-30T04:06:48.395" v="25" actId="1440"/>
        <pc:sldMkLst>
          <pc:docMk/>
          <pc:sldMk cId="0" sldId="257"/>
        </pc:sldMkLst>
      </pc:sldChg>
      <pc:sldChg chg="modSp mod modClrScheme chgLayout">
        <pc:chgData name="Shailendra Chauhan" userId="a7d3133f-e197-4b90-bf63-99a63a264234" providerId="ADAL" clId="{E63B7B70-C535-457D-A175-EF35A35EC1C4}" dt="2024-07-30T04:06:52.694" v="26" actId="700"/>
        <pc:sldMkLst>
          <pc:docMk/>
          <pc:sldMk cId="0" sldId="258"/>
        </pc:sldMkLst>
      </pc:sldChg>
      <pc:sldChg chg="modSp mod modClrScheme chgLayout">
        <pc:chgData name="Shailendra Chauhan" userId="a7d3133f-e197-4b90-bf63-99a63a264234" providerId="ADAL" clId="{E63B7B70-C535-457D-A175-EF35A35EC1C4}" dt="2024-07-30T04:07:02.579" v="27" actId="700"/>
        <pc:sldMkLst>
          <pc:docMk/>
          <pc:sldMk cId="0" sldId="259"/>
        </pc:sldMkLst>
      </pc:sldChg>
      <pc:sldChg chg="modSp del mod setBg modClrScheme chgLayout">
        <pc:chgData name="Shailendra Chauhan" userId="a7d3133f-e197-4b90-bf63-99a63a264234" providerId="ADAL" clId="{E63B7B70-C535-457D-A175-EF35A35EC1C4}" dt="2024-07-30T04:07:47.955" v="36" actId="2696"/>
        <pc:sldMkLst>
          <pc:docMk/>
          <pc:sldMk cId="0" sldId="260"/>
        </pc:sldMkLst>
      </pc:sldChg>
      <pc:sldChg chg="modSp mod modClrScheme chgLayout">
        <pc:chgData name="Shailendra Chauhan" userId="a7d3133f-e197-4b90-bf63-99a63a264234" providerId="ADAL" clId="{E63B7B70-C535-457D-A175-EF35A35EC1C4}" dt="2024-07-30T04:07:53.293" v="37" actId="700"/>
        <pc:sldMkLst>
          <pc:docMk/>
          <pc:sldMk cId="0" sldId="261"/>
        </pc:sldMkLst>
      </pc:sldChg>
      <pc:sldChg chg="modSp mod modClrScheme modAnim chgLayout">
        <pc:chgData name="Shailendra Chauhan" userId="a7d3133f-e197-4b90-bf63-99a63a264234" providerId="ADAL" clId="{E63B7B70-C535-457D-A175-EF35A35EC1C4}" dt="2024-07-30T04:10:50.314" v="99" actId="1038"/>
        <pc:sldMkLst>
          <pc:docMk/>
          <pc:sldMk cId="0" sldId="262"/>
        </pc:sldMkLst>
      </pc:sldChg>
      <pc:sldChg chg="modSp mod modClrScheme chgLayout">
        <pc:chgData name="Shailendra Chauhan" userId="a7d3133f-e197-4b90-bf63-99a63a264234" providerId="ADAL" clId="{E63B7B70-C535-457D-A175-EF35A35EC1C4}" dt="2024-07-30T04:11:01.835" v="100" actId="700"/>
        <pc:sldMkLst>
          <pc:docMk/>
          <pc:sldMk cId="0" sldId="263"/>
        </pc:sldMkLst>
      </pc:sldChg>
      <pc:sldChg chg="modSp mod modClrScheme modAnim chgLayout">
        <pc:chgData name="Shailendra Chauhan" userId="a7d3133f-e197-4b90-bf63-99a63a264234" providerId="ADAL" clId="{E63B7B70-C535-457D-A175-EF35A35EC1C4}" dt="2024-07-30T04:11:28.117" v="105" actId="1076"/>
        <pc:sldMkLst>
          <pc:docMk/>
          <pc:sldMk cId="0" sldId="264"/>
        </pc:sldMkLst>
      </pc:sldChg>
      <pc:sldChg chg="modSp mod modClrScheme chgLayout">
        <pc:chgData name="Shailendra Chauhan" userId="a7d3133f-e197-4b90-bf63-99a63a264234" providerId="ADAL" clId="{E63B7B70-C535-457D-A175-EF35A35EC1C4}" dt="2024-07-30T04:11:46.471" v="123" actId="1035"/>
        <pc:sldMkLst>
          <pc:docMk/>
          <pc:sldMk cId="0" sldId="265"/>
        </pc:sldMkLst>
      </pc:sldChg>
      <pc:sldChg chg="modSp mod modClrScheme chgLayout">
        <pc:chgData name="Shailendra Chauhan" userId="a7d3133f-e197-4b90-bf63-99a63a264234" providerId="ADAL" clId="{E63B7B70-C535-457D-A175-EF35A35EC1C4}" dt="2024-07-30T04:12:02.933" v="129" actId="207"/>
        <pc:sldMkLst>
          <pc:docMk/>
          <pc:sldMk cId="0" sldId="266"/>
        </pc:sldMkLst>
      </pc:sldChg>
      <pc:sldChg chg="addSp delSp modSp mod setBg modClrScheme chgLayout">
        <pc:chgData name="Shailendra Chauhan" userId="a7d3133f-e197-4b90-bf63-99a63a264234" providerId="ADAL" clId="{E63B7B70-C535-457D-A175-EF35A35EC1C4}" dt="2024-07-30T04:12:49.326" v="140" actId="700"/>
        <pc:sldMkLst>
          <pc:docMk/>
          <pc:sldMk cId="0" sldId="267"/>
        </pc:sldMkLst>
      </pc:sldChg>
      <pc:sldChg chg="modSp mod modClrScheme chgLayout">
        <pc:chgData name="Shailendra Chauhan" userId="a7d3133f-e197-4b90-bf63-99a63a264234" providerId="ADAL" clId="{E63B7B70-C535-457D-A175-EF35A35EC1C4}" dt="2024-07-30T04:12:56.144" v="142" actId="700"/>
        <pc:sldMkLst>
          <pc:docMk/>
          <pc:sldMk cId="0" sldId="268"/>
        </pc:sldMkLst>
      </pc:sldChg>
      <pc:sldChg chg="modSp mod modClrScheme chgLayout">
        <pc:chgData name="Shailendra Chauhan" userId="a7d3133f-e197-4b90-bf63-99a63a264234" providerId="ADAL" clId="{E63B7B70-C535-457D-A175-EF35A35EC1C4}" dt="2024-07-30T04:13:03.910" v="143" actId="700"/>
        <pc:sldMkLst>
          <pc:docMk/>
          <pc:sldMk cId="0" sldId="269"/>
        </pc:sldMkLst>
      </pc:sldChg>
      <pc:sldChg chg="modSp mod modClrScheme chgLayout">
        <pc:chgData name="Shailendra Chauhan" userId="a7d3133f-e197-4b90-bf63-99a63a264234" providerId="ADAL" clId="{E63B7B70-C535-457D-A175-EF35A35EC1C4}" dt="2024-07-30T04:13:18.649" v="145" actId="700"/>
        <pc:sldMkLst>
          <pc:docMk/>
          <pc:sldMk cId="0" sldId="270"/>
        </pc:sldMkLst>
      </pc:sldChg>
      <pc:sldChg chg="modSp mod setBg modClrScheme chgLayout">
        <pc:chgData name="Shailendra Chauhan" userId="a7d3133f-e197-4b90-bf63-99a63a264234" providerId="ADAL" clId="{E63B7B70-C535-457D-A175-EF35A35EC1C4}" dt="2024-07-30T04:13:22.339" v="146" actId="700"/>
        <pc:sldMkLst>
          <pc:docMk/>
          <pc:sldMk cId="0" sldId="271"/>
        </pc:sldMkLst>
      </pc:sldChg>
      <pc:sldChg chg="modSp mod modClrScheme chgLayout">
        <pc:chgData name="Shailendra Chauhan" userId="a7d3133f-e197-4b90-bf63-99a63a264234" providerId="ADAL" clId="{E63B7B70-C535-457D-A175-EF35A35EC1C4}" dt="2024-07-30T04:13:30.775" v="148" actId="700"/>
        <pc:sldMkLst>
          <pc:docMk/>
          <pc:sldMk cId="0" sldId="272"/>
        </pc:sldMkLst>
      </pc:sldChg>
      <pc:sldChg chg="modSp mod modClrScheme chgLayout">
        <pc:chgData name="Shailendra Chauhan" userId="a7d3133f-e197-4b90-bf63-99a63a264234" providerId="ADAL" clId="{E63B7B70-C535-457D-A175-EF35A35EC1C4}" dt="2024-07-30T04:13:41.346" v="149" actId="700"/>
        <pc:sldMkLst>
          <pc:docMk/>
          <pc:sldMk cId="0" sldId="273"/>
        </pc:sldMkLst>
      </pc:sldChg>
      <pc:sldChg chg="modSp mod modClrScheme chgLayout">
        <pc:chgData name="Shailendra Chauhan" userId="a7d3133f-e197-4b90-bf63-99a63a264234" providerId="ADAL" clId="{E63B7B70-C535-457D-A175-EF35A35EC1C4}" dt="2024-07-30T04:13:53.811" v="150" actId="700"/>
        <pc:sldMkLst>
          <pc:docMk/>
          <pc:sldMk cId="0" sldId="274"/>
        </pc:sldMkLst>
      </pc:sldChg>
      <pc:sldChg chg="modSp mod modClrScheme chgLayout">
        <pc:chgData name="Shailendra Chauhan" userId="a7d3133f-e197-4b90-bf63-99a63a264234" providerId="ADAL" clId="{E63B7B70-C535-457D-A175-EF35A35EC1C4}" dt="2024-07-30T04:06:13.057" v="21" actId="1076"/>
        <pc:sldMkLst>
          <pc:docMk/>
          <pc:sldMk cId="551833333" sldId="2147469469"/>
        </pc:sldMkLst>
      </pc:sldChg>
      <pc:sldChg chg="addSp delSp modSp new mod modClrScheme modAnim chgLayout">
        <pc:chgData name="Shailendra Chauhan" userId="a7d3133f-e197-4b90-bf63-99a63a264234" providerId="ADAL" clId="{E63B7B70-C535-457D-A175-EF35A35EC1C4}" dt="2024-07-30T04:07:43.601" v="35" actId="1076"/>
        <pc:sldMkLst>
          <pc:docMk/>
          <pc:sldMk cId="2660392142" sldId="2147469470"/>
        </pc:sldMkLst>
      </pc:sldChg>
      <pc:sldChg chg="addSp delSp modSp new del mod modClrScheme chgLayout">
        <pc:chgData name="Shailendra Chauhan" userId="a7d3133f-e197-4b90-bf63-99a63a264234" providerId="ADAL" clId="{E63B7B70-C535-457D-A175-EF35A35EC1C4}" dt="2024-07-30T04:12:52.717" v="141" actId="2696"/>
        <pc:sldMkLst>
          <pc:docMk/>
          <pc:sldMk cId="752216608" sldId="2147469471"/>
        </pc:sldMkLst>
      </pc:sldChg>
      <pc:sldMasterChg chg="delSldLayout modSldLayout">
        <pc:chgData name="Shailendra Chauhan" userId="a7d3133f-e197-4b90-bf63-99a63a264234" providerId="ADAL" clId="{E63B7B70-C535-457D-A175-EF35A35EC1C4}" dt="2024-07-30T04:14:16.015" v="154" actId="2696"/>
        <pc:sldMasterMkLst>
          <pc:docMk/>
          <pc:sldMasterMk cId="4290547823" sldId="2147483669"/>
        </pc:sldMasterMkLst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1824894744" sldId="2147483679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1041497632" sldId="2147483680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430724010" sldId="2147483681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2734819929" sldId="2147483682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2732045160" sldId="2147483683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2323509634" sldId="2147483684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1902857043" sldId="2147483685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1924751133" sldId="2147483686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344615192" sldId="2147483687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1828162622" sldId="2147483688"/>
          </pc:sldLayoutMkLst>
        </pc:sldLayoutChg>
        <pc:sldLayoutChg chg="setBg">
          <pc:chgData name="Shailendra Chauhan" userId="a7d3133f-e197-4b90-bf63-99a63a264234" providerId="ADAL" clId="{E63B7B70-C535-457D-A175-EF35A35EC1C4}" dt="2024-07-30T04:06:24.917" v="24"/>
          <pc:sldLayoutMkLst>
            <pc:docMk/>
            <pc:sldMasterMk cId="4290547823" sldId="2147483669"/>
            <pc:sldLayoutMk cId="704950570" sldId="2147483690"/>
          </pc:sldLayoutMkLst>
        </pc:sldLayoutChg>
        <pc:sldLayoutChg chg="delSp del">
          <pc:chgData name="Shailendra Chauhan" userId="a7d3133f-e197-4b90-bf63-99a63a264234" providerId="ADAL" clId="{E63B7B70-C535-457D-A175-EF35A35EC1C4}" dt="2024-07-30T04:14:16.015" v="154" actId="2696"/>
          <pc:sldLayoutMkLst>
            <pc:docMk/>
            <pc:sldMasterMk cId="4290547823" sldId="2147483669"/>
            <pc:sldLayoutMk cId="2450446360" sldId="2147483695"/>
          </pc:sldLayoutMkLst>
        </pc:sldLayoutChg>
        <pc:sldLayoutChg chg="delSp del">
          <pc:chgData name="Shailendra Chauhan" userId="a7d3133f-e197-4b90-bf63-99a63a264234" providerId="ADAL" clId="{E63B7B70-C535-457D-A175-EF35A35EC1C4}" dt="2024-07-30T04:14:13.243" v="153" actId="2696"/>
          <pc:sldLayoutMkLst>
            <pc:docMk/>
            <pc:sldMasterMk cId="4290547823" sldId="2147483669"/>
            <pc:sldLayoutMk cId="4204976234" sldId="2147483696"/>
          </pc:sldLayoutMkLst>
        </pc:sldLayoutChg>
        <pc:sldLayoutChg chg="delSp del">
          <pc:chgData name="Shailendra Chauhan" userId="a7d3133f-e197-4b90-bf63-99a63a264234" providerId="ADAL" clId="{E63B7B70-C535-457D-A175-EF35A35EC1C4}" dt="2024-07-30T04:14:12.397" v="152" actId="2696"/>
          <pc:sldLayoutMkLst>
            <pc:docMk/>
            <pc:sldMasterMk cId="4290547823" sldId="2147483669"/>
            <pc:sldLayoutMk cId="1223351383" sldId="2147483697"/>
          </pc:sldLayoutMkLst>
        </pc:sldLayoutChg>
        <pc:sldLayoutChg chg="delSp del">
          <pc:chgData name="Shailendra Chauhan" userId="a7d3133f-e197-4b90-bf63-99a63a264234" providerId="ADAL" clId="{E63B7B70-C535-457D-A175-EF35A35EC1C4}" dt="2024-07-30T04:14:10.216" v="151" actId="2696"/>
          <pc:sldLayoutMkLst>
            <pc:docMk/>
            <pc:sldMasterMk cId="4290547823" sldId="2147483669"/>
            <pc:sldLayoutMk cId="3303746857" sldId="2147483698"/>
          </pc:sldLayoutMkLst>
        </pc:sldLayoutChg>
      </pc:sldMasterChg>
    </pc:docChg>
  </pc:docChgLst>
  <pc:docChgLst>
    <pc:chgData name="Shailendra Chauhan" userId="a7d3133f-e197-4b90-bf63-99a63a264234" providerId="ADAL" clId="{96D7072B-2C3B-4135-93EC-8B2DFA553F6F}"/>
    <pc:docChg chg="custSel addSld modSld">
      <pc:chgData name="Shailendra Chauhan" userId="a7d3133f-e197-4b90-bf63-99a63a264234" providerId="ADAL" clId="{96D7072B-2C3B-4135-93EC-8B2DFA553F6F}" dt="2024-06-01T05:30:16.539" v="24" actId="14100"/>
      <pc:docMkLst>
        <pc:docMk/>
      </pc:docMkLst>
      <pc:sldChg chg="modSp mod">
        <pc:chgData name="Shailendra Chauhan" userId="a7d3133f-e197-4b90-bf63-99a63a264234" providerId="ADAL" clId="{96D7072B-2C3B-4135-93EC-8B2DFA553F6F}" dt="2024-06-01T05:30:16.539" v="24" actId="14100"/>
        <pc:sldMkLst>
          <pc:docMk/>
          <pc:sldMk cId="0" sldId="262"/>
        </pc:sldMkLst>
      </pc:sldChg>
      <pc:sldChg chg="modSp mod">
        <pc:chgData name="Shailendra Chauhan" userId="a7d3133f-e197-4b90-bf63-99a63a264234" providerId="ADAL" clId="{96D7072B-2C3B-4135-93EC-8B2DFA553F6F}" dt="2024-06-01T03:31:36.797" v="2" actId="27636"/>
        <pc:sldMkLst>
          <pc:docMk/>
          <pc:sldMk cId="0" sldId="266"/>
        </pc:sldMkLst>
      </pc:sldChg>
      <pc:sldChg chg="modSp add mod">
        <pc:chgData name="Shailendra Chauhan" userId="a7d3133f-e197-4b90-bf63-99a63a264234" providerId="ADAL" clId="{96D7072B-2C3B-4135-93EC-8B2DFA553F6F}" dt="2024-06-01T03:32:16.855" v="22" actId="20577"/>
        <pc:sldMkLst>
          <pc:docMk/>
          <pc:sldMk cId="551833333" sldId="2147469469"/>
        </pc:sldMkLst>
      </pc:sldChg>
    </pc:docChg>
  </pc:docChgLst>
  <pc:docChgLst>
    <pc:chgData name="Shailendra Chauhan" userId="a7d3133f-e197-4b90-bf63-99a63a264234" providerId="ADAL" clId="{008CEC18-F6FF-42E3-ACA8-FB42010D39E1}"/>
    <pc:docChg chg="modSld">
      <pc:chgData name="Shailendra Chauhan" userId="a7d3133f-e197-4b90-bf63-99a63a264234" providerId="ADAL" clId="{008CEC18-F6FF-42E3-ACA8-FB42010D39E1}" dt="2024-10-29T09:12:22.240" v="0" actId="1076"/>
      <pc:docMkLst>
        <pc:docMk/>
      </pc:docMkLst>
      <pc:sldChg chg="modSp mod">
        <pc:chgData name="Shailendra Chauhan" userId="a7d3133f-e197-4b90-bf63-99a63a264234" providerId="ADAL" clId="{008CEC18-F6FF-42E3-ACA8-FB42010D39E1}" dt="2024-10-29T09:12:22.240" v="0" actId="1076"/>
        <pc:sldMkLst>
          <pc:docMk/>
          <pc:sldMk cId="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in/services/security-center/" TargetMode="External"/><Relationship Id="rId3" Type="http://schemas.openxmlformats.org/officeDocument/2006/relationships/hyperlink" Target="https://azure.microsoft.com/en-in/services/monitor/" TargetMode="External"/><Relationship Id="rId7" Type="http://schemas.openxmlformats.org/officeDocument/2006/relationships/hyperlink" Target="https://azure.microsoft.com/en-in/services/blueprints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microsoft.com/en-in/azure/chef/" TargetMode="External"/><Relationship Id="rId5" Type="http://schemas.openxmlformats.org/officeDocument/2006/relationships/hyperlink" Target="https://docs.microsoft.com/en-in/azure/ansible/" TargetMode="External"/><Relationship Id="rId4" Type="http://schemas.openxmlformats.org/officeDocument/2006/relationships/hyperlink" Target="https://azure.microsoft.com/en-in/services/automation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full stack monitoring, get actionable alerts and gain insights from logs and telemetry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Monitor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Manage your cloud environment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Automation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 tools such as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Ansible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Chef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Puppet.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provisioned infrastructure and applications in compliance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Blueprints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or Chef Automate. Used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Security Center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you’ll limit threat exposure as well as find and remediate vulnerabilities quickly.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mix the Microsoft and third party tools together to implement devops</a:t>
            </a:r>
            <a:endParaRPr/>
          </a:p>
        </p:txBody>
      </p:sp>
      <p:sp>
        <p:nvSpPr>
          <p:cNvPr id="232" name="Google Shape;2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 organizations want their data on their server so they can choose the Azure DevOps Server. </a:t>
            </a:r>
            <a:endParaRPr/>
          </a:p>
        </p:txBody>
      </p:sp>
      <p:sp>
        <p:nvSpPr>
          <p:cNvPr id="255" name="Google Shape;25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started for free for small teams, scales to support the largest enterprises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all the Azure DevOps services or choose just what you need to complement your existing workflows.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in class builds for open source. Free unlimited build minutes for public projects and up to 10 free concurrent jobs across Windows, Linux and macOS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 - 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Access License</a:t>
            </a:r>
            <a:endParaRPr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05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530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00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67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6968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36525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72386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83217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39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82489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9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72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Vertical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81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4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50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Heading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85704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511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4461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82816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73875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70495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52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41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23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2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4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What is DevOps?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DevOps Lifecycle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DevOps Advantages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DevOps Tools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Who DevOps Engineer?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Azure DevOps Offering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Getting Started with Azure DevOps</a:t>
            </a:r>
            <a:endParaRPr dirty="0"/>
          </a:p>
        </p:txBody>
      </p:sp>
      <p:sp>
        <p:nvSpPr>
          <p:cNvPr id="114" name="Google Shape;114;p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with Azure DevOps</a:t>
            </a:r>
          </a:p>
        </p:txBody>
      </p:sp>
      <p:sp>
        <p:nvSpPr>
          <p:cNvPr id="112" name="Google Shape;112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Agenda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0857B-40EA-4715-BBF1-8C4F43107AA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About Mentor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378A-E25E-436D-8989-8BCAE0A17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3" y="1268098"/>
            <a:ext cx="8610949" cy="4877624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Founder &amp; CEO of </a:t>
            </a:r>
            <a:r>
              <a:rPr lang="en-US" sz="24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ScholarHat</a:t>
            </a: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, a leading EdTech platform</a:t>
            </a:r>
          </a:p>
          <a:p>
            <a:pPr lvl="0"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A Speaker, Solution Architect and Mentor</a:t>
            </a:r>
          </a:p>
          <a:p>
            <a:pPr lvl="0"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9</a:t>
            </a:r>
            <a:r>
              <a:rPr lang="en-US" sz="2400" baseline="30000" dirty="0">
                <a:ea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 Times Microsoft MVP (2016-2024)</a:t>
            </a:r>
          </a:p>
          <a:p>
            <a:pPr lvl="0"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Corporate Trainer for top MNCs: IBM, Cognizant, Dell, &amp; more</a:t>
            </a:r>
          </a:p>
          <a:p>
            <a:pPr lvl="0"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Trained 1Lakh+ working professionals across the globe</a:t>
            </a:r>
          </a:p>
          <a:p>
            <a:pPr lvl="0"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Author of 30+ eBooks on Technical Interview Q&amp;A</a:t>
            </a:r>
          </a:p>
          <a:p>
            <a:pPr lvl="0">
              <a:buSzPts val="2400"/>
            </a:pP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Author of 1000+ Articles on </a:t>
            </a:r>
            <a:r>
              <a:rPr lang="en-US" sz="24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ScholarHat</a:t>
            </a:r>
            <a:r>
              <a:rPr lang="en-US" sz="2400" dirty="0">
                <a:ea typeface="Calibri Light" panose="020F0302020204030204" pitchFamily="34" charset="0"/>
                <a:cs typeface="Calibri Light" panose="020F0302020204030204" pitchFamily="34" charset="0"/>
              </a:rPr>
              <a:t> platform</a:t>
            </a:r>
          </a:p>
          <a:p>
            <a:pPr lvl="0">
              <a:buSzPts val="2400"/>
            </a:pPr>
            <a:r>
              <a:rPr lang="en-US" sz="2400" dirty="0"/>
              <a:t>Offering a world-class learning experience through             technology &amp; AI</a:t>
            </a:r>
            <a:endParaRPr lang="en-US" sz="24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9D8A2E3-C659-492A-A21C-4AF9FFDF5204}"/>
              </a:ext>
            </a:extLst>
          </p:cNvPr>
          <p:cNvGrpSpPr/>
          <p:nvPr/>
        </p:nvGrpSpPr>
        <p:grpSpPr>
          <a:xfrm>
            <a:off x="8612426" y="431324"/>
            <a:ext cx="3370023" cy="1357081"/>
            <a:chOff x="8558598" y="177777"/>
            <a:chExt cx="3392144" cy="14078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6761D1-8486-469D-99C8-46888252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8598" y="197224"/>
              <a:ext cx="828373" cy="13114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87206D-46E9-4162-85E7-07EBCB6D8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0196" y="177777"/>
              <a:ext cx="1407823" cy="1407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307936-EC80-435F-9608-015CFE788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55290" y="177777"/>
              <a:ext cx="1295452" cy="14078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2F04F5A-6D05-9A2B-74A9-959D9C6D8A5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" t="-2745" r="-3915" b="2745"/>
          <a:stretch/>
        </p:blipFill>
        <p:spPr>
          <a:xfrm>
            <a:off x="8051629" y="1734335"/>
            <a:ext cx="4497421" cy="51236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183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What is DevOps?</a:t>
            </a:r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DevOps is a set of practices that combines people, processes, and tools to provide continuous delivery of value to customers.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In other words, DevOps is a software development and delivery method which focuses on the automation of processes from coding and deployment, to maintenance and updates. </a:t>
            </a:r>
            <a:endParaRPr sz="2800" dirty="0"/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6450" y="3946900"/>
            <a:ext cx="4699001" cy="239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 traditional process, the development and operation were isolated activities.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Team members spend a lot of time in testing, deploying, and designing instead of building the project.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Manual code deployment leads to errors in production.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Development and operation teams have their own timelines. Usually separate timelines are not in sync which cause further delays in delivery.</a:t>
            </a:r>
            <a:endParaRPr dirty="0"/>
          </a:p>
        </p:txBody>
      </p:sp>
      <p:sp>
        <p:nvSpPr>
          <p:cNvPr id="128" name="Google Shape;128;p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Need of DevOps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Lifecycle</a:t>
            </a:r>
            <a:endParaRPr/>
          </a:p>
        </p:txBody>
      </p:sp>
      <p:grpSp>
        <p:nvGrpSpPr>
          <p:cNvPr id="135" name="Google Shape;135;p4"/>
          <p:cNvGrpSpPr/>
          <p:nvPr/>
        </p:nvGrpSpPr>
        <p:grpSpPr>
          <a:xfrm>
            <a:off x="2801123" y="1587724"/>
            <a:ext cx="4994960" cy="4632258"/>
            <a:chOff x="1058519" y="-5029"/>
            <a:chExt cx="4994960" cy="4632258"/>
          </a:xfrm>
        </p:grpSpPr>
        <p:sp>
          <p:nvSpPr>
            <p:cNvPr id="136" name="Google Shape;136;p4"/>
            <p:cNvSpPr/>
            <p:nvPr/>
          </p:nvSpPr>
          <p:spPr>
            <a:xfrm>
              <a:off x="1242150" y="-5029"/>
              <a:ext cx="4627698" cy="462769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4926" y="5412"/>
                  </a:moveTo>
                  <a:lnTo>
                    <a:pt x="74926" y="5412"/>
                  </a:lnTo>
                  <a:cubicBezTo>
                    <a:pt x="100736" y="12469"/>
                    <a:pt x="118077" y="36639"/>
                    <a:pt x="116493" y="63350"/>
                  </a:cubicBezTo>
                  <a:cubicBezTo>
                    <a:pt x="114909" y="90061"/>
                    <a:pt x="94833" y="112012"/>
                    <a:pt x="68370" y="115970"/>
                  </a:cubicBezTo>
                  <a:cubicBezTo>
                    <a:pt x="41906" y="119927"/>
                    <a:pt x="16287" y="104809"/>
                    <a:pt x="6959" y="79730"/>
                  </a:cubicBezTo>
                  <a:cubicBezTo>
                    <a:pt x="-2370" y="54651"/>
                    <a:pt x="7141" y="26466"/>
                    <a:pt x="29758" y="12166"/>
                  </a:cubicBezTo>
                  <a:lnTo>
                    <a:pt x="28196" y="9151"/>
                  </a:lnTo>
                  <a:lnTo>
                    <a:pt x="35426" y="12559"/>
                  </a:lnTo>
                  <a:lnTo>
                    <a:pt x="34242" y="20823"/>
                  </a:lnTo>
                  <a:lnTo>
                    <a:pt x="32681" y="17809"/>
                  </a:lnTo>
                  <a:lnTo>
                    <a:pt x="32681" y="17809"/>
                  </a:lnTo>
                  <a:cubicBezTo>
                    <a:pt x="12775" y="30699"/>
                    <a:pt x="4586" y="55747"/>
                    <a:pt x="13034" y="77906"/>
                  </a:cubicBezTo>
                  <a:cubicBezTo>
                    <a:pt x="21483" y="100065"/>
                    <a:pt x="44269" y="113304"/>
                    <a:pt x="67703" y="109669"/>
                  </a:cubicBezTo>
                  <a:cubicBezTo>
                    <a:pt x="91137" y="106035"/>
                    <a:pt x="108843" y="86516"/>
                    <a:pt x="110183" y="62839"/>
                  </a:cubicBezTo>
                  <a:cubicBezTo>
                    <a:pt x="111523" y="39163"/>
                    <a:pt x="96132" y="17771"/>
                    <a:pt x="73257" y="11517"/>
                  </a:cubicBezTo>
                  <a:close/>
                </a:path>
              </a:pathLst>
            </a:custGeom>
            <a:solidFill>
              <a:srgbClr val="F7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84362" y="868"/>
              <a:ext cx="1743273" cy="871636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2726912" y="43418"/>
              <a:ext cx="1658173" cy="786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Planning</a:t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4310206" y="939549"/>
              <a:ext cx="1743273" cy="871636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4352756" y="982099"/>
              <a:ext cx="1658173" cy="786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Development</a:t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4310206" y="2816912"/>
              <a:ext cx="1743273" cy="871636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4352756" y="2859462"/>
              <a:ext cx="1658173" cy="786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2684362" y="3755593"/>
              <a:ext cx="1743273" cy="871636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2726912" y="3798143"/>
              <a:ext cx="1658173" cy="786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Integration</a:t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1058519" y="2816912"/>
              <a:ext cx="1743273" cy="871636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1101069" y="2859462"/>
              <a:ext cx="1658173" cy="786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Release &amp; Deployment</a:t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1058519" y="939549"/>
              <a:ext cx="1743273" cy="871636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1101069" y="982099"/>
              <a:ext cx="1658173" cy="786536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Monitoring</a:t>
              </a:r>
              <a:endParaRPr/>
            </a:p>
          </p:txBody>
        </p:sp>
      </p:grpSp>
      <p:sp>
        <p:nvSpPr>
          <p:cNvPr id="149" name="Google Shape;149;p4"/>
          <p:cNvSpPr/>
          <p:nvPr/>
        </p:nvSpPr>
        <p:spPr>
          <a:xfrm>
            <a:off x="4501846" y="3535142"/>
            <a:ext cx="1594792" cy="74331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Continuous Delivery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0ED0DE-7D3E-CF57-5558-1B5E3AA1D33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How DevOps Works?</a:t>
            </a:r>
          </a:p>
        </p:txBody>
      </p:sp>
      <p:pic>
        <p:nvPicPr>
          <p:cNvPr id="6" name="Google Shape;156;p5">
            <a:extLst>
              <a:ext uri="{FF2B5EF4-FFF2-40B4-BE49-F238E27FC236}">
                <a16:creationId xmlns:a16="http://schemas.microsoft.com/office/drawing/2014/main" id="{CC8C8106-F359-9E4B-7F77-C2717F5B99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4319" y="1990824"/>
            <a:ext cx="9697896" cy="3061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039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Faster releases through CI/CD.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More engaged and collaborative Dev and Operation teams.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Faster operational support.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Less failures and continuous improvement.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Transparency between the Dev and Operation teams.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Constant monitoring and better adaption.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Increase efficiency.</a:t>
            </a:r>
            <a:endParaRPr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Advantages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>
            <a:spLocks noGrp="1"/>
          </p:cNvSpPr>
          <p:nvPr>
            <p:ph sz="half" idx="1"/>
          </p:nvPr>
        </p:nvSpPr>
        <p:spPr>
          <a:xfrm>
            <a:off x="493295" y="1268098"/>
            <a:ext cx="4134123" cy="487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Tools for Planning</a:t>
            </a:r>
            <a:endParaRPr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Azure Boards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Jira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Tools for Code Management</a:t>
            </a:r>
            <a:endParaRPr sz="2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Git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TFVC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Tools for Testing Automation</a:t>
            </a:r>
            <a:endParaRPr sz="2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Azure Test Plans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Selenium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</a:pP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JMeter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8" name="Google Shape;168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Tools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4867956" y="1268098"/>
            <a:ext cx="3084559" cy="4962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sz="2400" b="1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Tools for Build</a:t>
            </a:r>
            <a:endParaRPr sz="2400" b="1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Azure Pipelines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Ant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Maven</a:t>
            </a:r>
            <a:endParaRPr sz="2400" b="1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sz="2400" b="1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Tools for CI/CD</a:t>
            </a:r>
            <a:endParaRPr sz="2400" b="0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Azure Pipelines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Jenkins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TeamCity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8387335" y="1268098"/>
            <a:ext cx="3663988" cy="491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sz="2400" b="1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Tools for Configuration</a:t>
            </a:r>
            <a:endParaRPr sz="2400" b="0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ARM Templates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Terraform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Chef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Ansible</a:t>
            </a:r>
            <a:endParaRPr sz="2800" b="1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sz="2400" b="1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Tools for Monitor</a:t>
            </a:r>
            <a:endParaRPr sz="2400" b="0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Application Insight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Splunk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ea typeface="Calibri"/>
                <a:cs typeface="Calibri"/>
                <a:sym typeface="Calibri"/>
              </a:rPr>
              <a:t>Nagios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 system administrator who also knows how to write code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 developer who knows the basics of system administration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engineer who can be a full time system administrator and full-time developer for only the cost of one salary.</a:t>
            </a:r>
            <a:endParaRPr dirty="0"/>
          </a:p>
        </p:txBody>
      </p:sp>
      <p:sp>
        <p:nvSpPr>
          <p:cNvPr id="176" name="Google Shape;176;p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Who is DevOps Engineer?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Introduction to Azure DevOps</a:t>
            </a:r>
            <a:endParaRPr/>
          </a:p>
        </p:txBody>
      </p:sp>
      <p:sp>
        <p:nvSpPr>
          <p:cNvPr id="181" name="Google Shape;181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Formally known as VSTS (Visual Studio Team Services).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Provides full application lifecycle management from planning to coding, and from testing to build and deployment.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Offers CI/CD for every team, every app and every platform.</a:t>
            </a:r>
            <a:endParaRPr dirty="0"/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286" y="3835927"/>
            <a:ext cx="9252858" cy="186091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DevOps Offerings</a:t>
            </a:r>
            <a:endParaRPr/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3">
            <a:alphaModFix/>
          </a:blip>
          <a:srcRect l="3052" t="6393" r="80362"/>
          <a:stretch/>
        </p:blipFill>
        <p:spPr>
          <a:xfrm>
            <a:off x="497632" y="1630134"/>
            <a:ext cx="1918997" cy="3886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0"/>
          <p:cNvPicPr preferRelativeResize="0"/>
          <p:nvPr/>
        </p:nvPicPr>
        <p:blipFill rotWithShape="1">
          <a:blip r:embed="rId3">
            <a:alphaModFix/>
          </a:blip>
          <a:srcRect l="21106" t="6393" r="59701"/>
          <a:stretch/>
        </p:blipFill>
        <p:spPr>
          <a:xfrm>
            <a:off x="2586446" y="1630134"/>
            <a:ext cx="2220685" cy="3886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0"/>
          <p:cNvPicPr preferRelativeResize="0"/>
          <p:nvPr/>
        </p:nvPicPr>
        <p:blipFill rotWithShape="1">
          <a:blip r:embed="rId3">
            <a:alphaModFix/>
          </a:blip>
          <a:srcRect l="41766" t="6393" r="38362"/>
          <a:stretch/>
        </p:blipFill>
        <p:spPr>
          <a:xfrm>
            <a:off x="4976948" y="1630134"/>
            <a:ext cx="2299063" cy="3886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l="63106" t="6393" r="18660"/>
          <a:stretch/>
        </p:blipFill>
        <p:spPr>
          <a:xfrm>
            <a:off x="7445829" y="1630134"/>
            <a:ext cx="2109652" cy="3886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l="82807" t="6393" r="1470"/>
          <a:stretch/>
        </p:blipFill>
        <p:spPr>
          <a:xfrm>
            <a:off x="9725299" y="1630134"/>
            <a:ext cx="1819000" cy="388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None/>
            </a:pPr>
            <a:r>
              <a:rPr lang="en-US" sz="4400"/>
              <a:t>DevOps with Azure DevOps</a:t>
            </a:r>
            <a:endParaRPr sz="4400"/>
          </a:p>
        </p:txBody>
      </p:sp>
      <p:grpSp>
        <p:nvGrpSpPr>
          <p:cNvPr id="199" name="Google Shape;199;p11"/>
          <p:cNvGrpSpPr/>
          <p:nvPr/>
        </p:nvGrpSpPr>
        <p:grpSpPr>
          <a:xfrm>
            <a:off x="1088966" y="1486750"/>
            <a:ext cx="9629108" cy="4665856"/>
            <a:chOff x="2972750" y="1941665"/>
            <a:chExt cx="8894709" cy="4424135"/>
          </a:xfrm>
        </p:grpSpPr>
        <p:sp>
          <p:nvSpPr>
            <p:cNvPr id="200" name="Google Shape;200;p11"/>
            <p:cNvSpPr/>
            <p:nvPr/>
          </p:nvSpPr>
          <p:spPr>
            <a:xfrm>
              <a:off x="7112628" y="3707024"/>
              <a:ext cx="1076998" cy="1043367"/>
            </a:xfrm>
            <a:prstGeom prst="ellipse">
              <a:avLst/>
            </a:prstGeom>
            <a:solidFill>
              <a:srgbClr val="0078D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Continuous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Delivery</a:t>
              </a:r>
              <a:endParaRPr/>
            </a:p>
          </p:txBody>
        </p:sp>
        <p:cxnSp>
          <p:nvCxnSpPr>
            <p:cNvPr id="201" name="Google Shape;201;p11"/>
            <p:cNvCxnSpPr/>
            <p:nvPr/>
          </p:nvCxnSpPr>
          <p:spPr>
            <a:xfrm rot="5400000" flipH="1">
              <a:off x="6273038" y="1946827"/>
              <a:ext cx="685703" cy="685702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2" name="Google Shape;202;p11"/>
            <p:cNvSpPr txBox="1"/>
            <p:nvPr/>
          </p:nvSpPr>
          <p:spPr>
            <a:xfrm>
              <a:off x="3249414" y="1941665"/>
              <a:ext cx="1710413" cy="106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Agile Planning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Dashboards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Kanban Boards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Task boards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grpSp>
          <p:nvGrpSpPr>
            <p:cNvPr id="203" name="Google Shape;203;p11"/>
            <p:cNvGrpSpPr/>
            <p:nvPr/>
          </p:nvGrpSpPr>
          <p:grpSpPr>
            <a:xfrm flipH="1">
              <a:off x="5206389" y="5102036"/>
              <a:ext cx="1752352" cy="685703"/>
              <a:chOff x="7085012" y="1905000"/>
              <a:chExt cx="1752600" cy="685800"/>
            </a:xfrm>
          </p:grpSpPr>
          <p:cxnSp>
            <p:nvCxnSpPr>
              <p:cNvPr id="204" name="Google Shape;204;p11"/>
              <p:cNvCxnSpPr/>
              <p:nvPr/>
            </p:nvCxnSpPr>
            <p:spPr>
              <a:xfrm rot="-5400000">
                <a:off x="7085012" y="1905000"/>
                <a:ext cx="685800" cy="6858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5" name="Google Shape;205;p11"/>
              <p:cNvCxnSpPr/>
              <p:nvPr/>
            </p:nvCxnSpPr>
            <p:spPr>
              <a:xfrm>
                <a:off x="7770812" y="1905000"/>
                <a:ext cx="1066800" cy="1588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oval" w="med" len="med"/>
              </a:ln>
            </p:spPr>
          </p:cxnSp>
        </p:grpSp>
        <p:sp>
          <p:nvSpPr>
            <p:cNvPr id="206" name="Google Shape;206;p11"/>
            <p:cNvSpPr txBox="1"/>
            <p:nvPr/>
          </p:nvSpPr>
          <p:spPr>
            <a:xfrm>
              <a:off x="2972750" y="4539666"/>
              <a:ext cx="2167549" cy="1697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Build and Test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Git Source Control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Modern Code Workflow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Continuous Integration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Continuous Testing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Package Management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Open Source Compliance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grpSp>
          <p:nvGrpSpPr>
            <p:cNvPr id="207" name="Google Shape;207;p11"/>
            <p:cNvGrpSpPr/>
            <p:nvPr/>
          </p:nvGrpSpPr>
          <p:grpSpPr>
            <a:xfrm>
              <a:off x="5511148" y="2103046"/>
              <a:ext cx="2690996" cy="3149550"/>
              <a:chOff x="6667211" y="1138905"/>
              <a:chExt cx="2691378" cy="3149996"/>
            </a:xfrm>
          </p:grpSpPr>
          <p:sp>
            <p:nvSpPr>
              <p:cNvPr id="208" name="Google Shape;208;p11"/>
              <p:cNvSpPr/>
              <p:nvPr/>
            </p:nvSpPr>
            <p:spPr>
              <a:xfrm>
                <a:off x="6686824" y="1144940"/>
                <a:ext cx="2671765" cy="313491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2078" extrusionOk="0">
                    <a:moveTo>
                      <a:pt x="1021" y="0"/>
                    </a:moveTo>
                    <a:lnTo>
                      <a:pt x="1086" y="0"/>
                    </a:lnTo>
                    <a:lnTo>
                      <a:pt x="1151" y="6"/>
                    </a:lnTo>
                    <a:lnTo>
                      <a:pt x="1215" y="14"/>
                    </a:lnTo>
                    <a:lnTo>
                      <a:pt x="1279" y="27"/>
                    </a:lnTo>
                    <a:lnTo>
                      <a:pt x="1342" y="44"/>
                    </a:lnTo>
                    <a:lnTo>
                      <a:pt x="1404" y="66"/>
                    </a:lnTo>
                    <a:lnTo>
                      <a:pt x="1348" y="89"/>
                    </a:lnTo>
                    <a:lnTo>
                      <a:pt x="1292" y="116"/>
                    </a:lnTo>
                    <a:lnTo>
                      <a:pt x="1237" y="147"/>
                    </a:lnTo>
                    <a:lnTo>
                      <a:pt x="1184" y="180"/>
                    </a:lnTo>
                    <a:lnTo>
                      <a:pt x="1133" y="218"/>
                    </a:lnTo>
                    <a:lnTo>
                      <a:pt x="1083" y="258"/>
                    </a:lnTo>
                    <a:lnTo>
                      <a:pt x="1036" y="303"/>
                    </a:lnTo>
                    <a:lnTo>
                      <a:pt x="987" y="355"/>
                    </a:lnTo>
                    <a:lnTo>
                      <a:pt x="944" y="408"/>
                    </a:lnTo>
                    <a:lnTo>
                      <a:pt x="904" y="464"/>
                    </a:lnTo>
                    <a:lnTo>
                      <a:pt x="869" y="521"/>
                    </a:lnTo>
                    <a:lnTo>
                      <a:pt x="837" y="581"/>
                    </a:lnTo>
                    <a:lnTo>
                      <a:pt x="810" y="642"/>
                    </a:lnTo>
                    <a:lnTo>
                      <a:pt x="786" y="704"/>
                    </a:lnTo>
                    <a:lnTo>
                      <a:pt x="767" y="767"/>
                    </a:lnTo>
                    <a:lnTo>
                      <a:pt x="751" y="838"/>
                    </a:lnTo>
                    <a:lnTo>
                      <a:pt x="740" y="908"/>
                    </a:lnTo>
                    <a:lnTo>
                      <a:pt x="733" y="980"/>
                    </a:lnTo>
                    <a:lnTo>
                      <a:pt x="731" y="1052"/>
                    </a:lnTo>
                    <a:lnTo>
                      <a:pt x="735" y="1123"/>
                    </a:lnTo>
                    <a:lnTo>
                      <a:pt x="743" y="1195"/>
                    </a:lnTo>
                    <a:lnTo>
                      <a:pt x="757" y="1266"/>
                    </a:lnTo>
                    <a:lnTo>
                      <a:pt x="775" y="1336"/>
                    </a:lnTo>
                    <a:lnTo>
                      <a:pt x="798" y="1404"/>
                    </a:lnTo>
                    <a:lnTo>
                      <a:pt x="822" y="1462"/>
                    </a:lnTo>
                    <a:lnTo>
                      <a:pt x="849" y="1518"/>
                    </a:lnTo>
                    <a:lnTo>
                      <a:pt x="880" y="1573"/>
                    </a:lnTo>
                    <a:lnTo>
                      <a:pt x="914" y="1627"/>
                    </a:lnTo>
                    <a:lnTo>
                      <a:pt x="953" y="1679"/>
                    </a:lnTo>
                    <a:lnTo>
                      <a:pt x="994" y="1729"/>
                    </a:lnTo>
                    <a:lnTo>
                      <a:pt x="1013" y="1752"/>
                    </a:lnTo>
                    <a:lnTo>
                      <a:pt x="1035" y="1774"/>
                    </a:lnTo>
                    <a:lnTo>
                      <a:pt x="1057" y="1796"/>
                    </a:lnTo>
                    <a:lnTo>
                      <a:pt x="1080" y="1815"/>
                    </a:lnTo>
                    <a:lnTo>
                      <a:pt x="1120" y="1843"/>
                    </a:lnTo>
                    <a:lnTo>
                      <a:pt x="1161" y="1867"/>
                    </a:lnTo>
                    <a:lnTo>
                      <a:pt x="1204" y="1887"/>
                    </a:lnTo>
                    <a:lnTo>
                      <a:pt x="1248" y="1903"/>
                    </a:lnTo>
                    <a:lnTo>
                      <a:pt x="1293" y="1915"/>
                    </a:lnTo>
                    <a:lnTo>
                      <a:pt x="1339" y="1923"/>
                    </a:lnTo>
                    <a:lnTo>
                      <a:pt x="1385" y="1926"/>
                    </a:lnTo>
                    <a:lnTo>
                      <a:pt x="1432" y="1926"/>
                    </a:lnTo>
                    <a:lnTo>
                      <a:pt x="1477" y="1921"/>
                    </a:lnTo>
                    <a:lnTo>
                      <a:pt x="1524" y="1913"/>
                    </a:lnTo>
                    <a:lnTo>
                      <a:pt x="1568" y="1900"/>
                    </a:lnTo>
                    <a:lnTo>
                      <a:pt x="1612" y="1883"/>
                    </a:lnTo>
                    <a:lnTo>
                      <a:pt x="1655" y="1862"/>
                    </a:lnTo>
                    <a:lnTo>
                      <a:pt x="1696" y="1837"/>
                    </a:lnTo>
                    <a:lnTo>
                      <a:pt x="1734" y="1808"/>
                    </a:lnTo>
                    <a:lnTo>
                      <a:pt x="1771" y="1774"/>
                    </a:lnTo>
                    <a:lnTo>
                      <a:pt x="1724" y="1819"/>
                    </a:lnTo>
                    <a:lnTo>
                      <a:pt x="1675" y="1859"/>
                    </a:lnTo>
                    <a:lnTo>
                      <a:pt x="1624" y="1896"/>
                    </a:lnTo>
                    <a:lnTo>
                      <a:pt x="1571" y="1931"/>
                    </a:lnTo>
                    <a:lnTo>
                      <a:pt x="1517" y="1961"/>
                    </a:lnTo>
                    <a:lnTo>
                      <a:pt x="1461" y="1987"/>
                    </a:lnTo>
                    <a:lnTo>
                      <a:pt x="1404" y="2011"/>
                    </a:lnTo>
                    <a:lnTo>
                      <a:pt x="1336" y="2034"/>
                    </a:lnTo>
                    <a:lnTo>
                      <a:pt x="1266" y="2052"/>
                    </a:lnTo>
                    <a:lnTo>
                      <a:pt x="1195" y="2066"/>
                    </a:lnTo>
                    <a:lnTo>
                      <a:pt x="1124" y="2074"/>
                    </a:lnTo>
                    <a:lnTo>
                      <a:pt x="1052" y="2078"/>
                    </a:lnTo>
                    <a:lnTo>
                      <a:pt x="981" y="2076"/>
                    </a:lnTo>
                    <a:lnTo>
                      <a:pt x="909" y="2069"/>
                    </a:lnTo>
                    <a:lnTo>
                      <a:pt x="838" y="2058"/>
                    </a:lnTo>
                    <a:lnTo>
                      <a:pt x="767" y="2041"/>
                    </a:lnTo>
                    <a:lnTo>
                      <a:pt x="704" y="2023"/>
                    </a:lnTo>
                    <a:lnTo>
                      <a:pt x="642" y="1999"/>
                    </a:lnTo>
                    <a:lnTo>
                      <a:pt x="581" y="1972"/>
                    </a:lnTo>
                    <a:lnTo>
                      <a:pt x="522" y="1940"/>
                    </a:lnTo>
                    <a:lnTo>
                      <a:pt x="464" y="1905"/>
                    </a:lnTo>
                    <a:lnTo>
                      <a:pt x="409" y="1865"/>
                    </a:lnTo>
                    <a:lnTo>
                      <a:pt x="356" y="1821"/>
                    </a:lnTo>
                    <a:lnTo>
                      <a:pt x="304" y="1773"/>
                    </a:lnTo>
                    <a:lnTo>
                      <a:pt x="259" y="1726"/>
                    </a:lnTo>
                    <a:lnTo>
                      <a:pt x="218" y="1676"/>
                    </a:lnTo>
                    <a:lnTo>
                      <a:pt x="181" y="1625"/>
                    </a:lnTo>
                    <a:lnTo>
                      <a:pt x="147" y="1572"/>
                    </a:lnTo>
                    <a:lnTo>
                      <a:pt x="117" y="1517"/>
                    </a:lnTo>
                    <a:lnTo>
                      <a:pt x="89" y="1461"/>
                    </a:lnTo>
                    <a:lnTo>
                      <a:pt x="66" y="1404"/>
                    </a:lnTo>
                    <a:lnTo>
                      <a:pt x="45" y="1343"/>
                    </a:lnTo>
                    <a:lnTo>
                      <a:pt x="27" y="1279"/>
                    </a:lnTo>
                    <a:lnTo>
                      <a:pt x="15" y="1215"/>
                    </a:lnTo>
                    <a:lnTo>
                      <a:pt x="6" y="1151"/>
                    </a:lnTo>
                    <a:lnTo>
                      <a:pt x="1" y="1085"/>
                    </a:lnTo>
                    <a:lnTo>
                      <a:pt x="0" y="1021"/>
                    </a:lnTo>
                    <a:lnTo>
                      <a:pt x="3" y="956"/>
                    </a:lnTo>
                    <a:lnTo>
                      <a:pt x="10" y="891"/>
                    </a:lnTo>
                    <a:lnTo>
                      <a:pt x="21" y="827"/>
                    </a:lnTo>
                    <a:lnTo>
                      <a:pt x="37" y="763"/>
                    </a:lnTo>
                    <a:lnTo>
                      <a:pt x="56" y="700"/>
                    </a:lnTo>
                    <a:lnTo>
                      <a:pt x="79" y="639"/>
                    </a:lnTo>
                    <a:lnTo>
                      <a:pt x="106" y="579"/>
                    </a:lnTo>
                    <a:lnTo>
                      <a:pt x="138" y="520"/>
                    </a:lnTo>
                    <a:lnTo>
                      <a:pt x="174" y="463"/>
                    </a:lnTo>
                    <a:lnTo>
                      <a:pt x="213" y="407"/>
                    </a:lnTo>
                    <a:lnTo>
                      <a:pt x="257" y="354"/>
                    </a:lnTo>
                    <a:lnTo>
                      <a:pt x="304" y="303"/>
                    </a:lnTo>
                    <a:lnTo>
                      <a:pt x="355" y="256"/>
                    </a:lnTo>
                    <a:lnTo>
                      <a:pt x="408" y="212"/>
                    </a:lnTo>
                    <a:lnTo>
                      <a:pt x="463" y="172"/>
                    </a:lnTo>
                    <a:lnTo>
                      <a:pt x="521" y="137"/>
                    </a:lnTo>
                    <a:lnTo>
                      <a:pt x="579" y="105"/>
                    </a:lnTo>
                    <a:lnTo>
                      <a:pt x="639" y="79"/>
                    </a:lnTo>
                    <a:lnTo>
                      <a:pt x="701" y="55"/>
                    </a:lnTo>
                    <a:lnTo>
                      <a:pt x="764" y="36"/>
                    </a:lnTo>
                    <a:lnTo>
                      <a:pt x="827" y="20"/>
                    </a:lnTo>
                    <a:lnTo>
                      <a:pt x="891" y="10"/>
                    </a:lnTo>
                    <a:lnTo>
                      <a:pt x="956" y="2"/>
                    </a:lnTo>
                    <a:lnTo>
                      <a:pt x="1021" y="0"/>
                    </a:lnTo>
                    <a:close/>
                  </a:path>
                </a:pathLst>
              </a:custGeom>
              <a:solidFill>
                <a:srgbClr val="FFB9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>
                <a:off x="6667211" y="1138905"/>
                <a:ext cx="2626506" cy="314999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2088" extrusionOk="0">
                    <a:moveTo>
                      <a:pt x="1055" y="0"/>
                    </a:moveTo>
                    <a:lnTo>
                      <a:pt x="1118" y="3"/>
                    </a:lnTo>
                    <a:lnTo>
                      <a:pt x="1180" y="9"/>
                    </a:lnTo>
                    <a:lnTo>
                      <a:pt x="1241" y="18"/>
                    </a:lnTo>
                    <a:lnTo>
                      <a:pt x="1301" y="32"/>
                    </a:lnTo>
                    <a:lnTo>
                      <a:pt x="1360" y="49"/>
                    </a:lnTo>
                    <a:lnTo>
                      <a:pt x="1417" y="70"/>
                    </a:lnTo>
                    <a:lnTo>
                      <a:pt x="1360" y="51"/>
                    </a:lnTo>
                    <a:lnTo>
                      <a:pt x="1300" y="35"/>
                    </a:lnTo>
                    <a:lnTo>
                      <a:pt x="1240" y="23"/>
                    </a:lnTo>
                    <a:lnTo>
                      <a:pt x="1179" y="14"/>
                    </a:lnTo>
                    <a:lnTo>
                      <a:pt x="1117" y="10"/>
                    </a:lnTo>
                    <a:lnTo>
                      <a:pt x="1055" y="8"/>
                    </a:lnTo>
                    <a:lnTo>
                      <a:pt x="993" y="10"/>
                    </a:lnTo>
                    <a:lnTo>
                      <a:pt x="931" y="17"/>
                    </a:lnTo>
                    <a:lnTo>
                      <a:pt x="869" y="26"/>
                    </a:lnTo>
                    <a:lnTo>
                      <a:pt x="808" y="39"/>
                    </a:lnTo>
                    <a:lnTo>
                      <a:pt x="747" y="56"/>
                    </a:lnTo>
                    <a:lnTo>
                      <a:pt x="688" y="77"/>
                    </a:lnTo>
                    <a:lnTo>
                      <a:pt x="629" y="101"/>
                    </a:lnTo>
                    <a:lnTo>
                      <a:pt x="572" y="129"/>
                    </a:lnTo>
                    <a:lnTo>
                      <a:pt x="517" y="161"/>
                    </a:lnTo>
                    <a:lnTo>
                      <a:pt x="464" y="196"/>
                    </a:lnTo>
                    <a:lnTo>
                      <a:pt x="413" y="236"/>
                    </a:lnTo>
                    <a:lnTo>
                      <a:pt x="364" y="277"/>
                    </a:lnTo>
                    <a:lnTo>
                      <a:pt x="317" y="322"/>
                    </a:lnTo>
                    <a:lnTo>
                      <a:pt x="273" y="369"/>
                    </a:lnTo>
                    <a:lnTo>
                      <a:pt x="233" y="420"/>
                    </a:lnTo>
                    <a:lnTo>
                      <a:pt x="196" y="473"/>
                    </a:lnTo>
                    <a:lnTo>
                      <a:pt x="162" y="528"/>
                    </a:lnTo>
                    <a:lnTo>
                      <a:pt x="132" y="586"/>
                    </a:lnTo>
                    <a:lnTo>
                      <a:pt x="105" y="646"/>
                    </a:lnTo>
                    <a:lnTo>
                      <a:pt x="82" y="707"/>
                    </a:lnTo>
                    <a:lnTo>
                      <a:pt x="63" y="770"/>
                    </a:lnTo>
                    <a:lnTo>
                      <a:pt x="47" y="833"/>
                    </a:lnTo>
                    <a:lnTo>
                      <a:pt x="35" y="899"/>
                    </a:lnTo>
                    <a:lnTo>
                      <a:pt x="28" y="964"/>
                    </a:lnTo>
                    <a:lnTo>
                      <a:pt x="26" y="1030"/>
                    </a:lnTo>
                    <a:lnTo>
                      <a:pt x="27" y="1096"/>
                    </a:lnTo>
                    <a:lnTo>
                      <a:pt x="33" y="1163"/>
                    </a:lnTo>
                    <a:lnTo>
                      <a:pt x="43" y="1230"/>
                    </a:lnTo>
                    <a:lnTo>
                      <a:pt x="58" y="1299"/>
                    </a:lnTo>
                    <a:lnTo>
                      <a:pt x="77" y="1367"/>
                    </a:lnTo>
                    <a:lnTo>
                      <a:pt x="102" y="1433"/>
                    </a:lnTo>
                    <a:lnTo>
                      <a:pt x="132" y="1498"/>
                    </a:lnTo>
                    <a:lnTo>
                      <a:pt x="165" y="1560"/>
                    </a:lnTo>
                    <a:lnTo>
                      <a:pt x="202" y="1618"/>
                    </a:lnTo>
                    <a:lnTo>
                      <a:pt x="243" y="1675"/>
                    </a:lnTo>
                    <a:lnTo>
                      <a:pt x="288" y="1728"/>
                    </a:lnTo>
                    <a:lnTo>
                      <a:pt x="336" y="1779"/>
                    </a:lnTo>
                    <a:lnTo>
                      <a:pt x="387" y="1825"/>
                    </a:lnTo>
                    <a:lnTo>
                      <a:pt x="441" y="1869"/>
                    </a:lnTo>
                    <a:lnTo>
                      <a:pt x="498" y="1909"/>
                    </a:lnTo>
                    <a:lnTo>
                      <a:pt x="556" y="1944"/>
                    </a:lnTo>
                    <a:lnTo>
                      <a:pt x="617" y="1976"/>
                    </a:lnTo>
                    <a:lnTo>
                      <a:pt x="680" y="2002"/>
                    </a:lnTo>
                    <a:lnTo>
                      <a:pt x="744" y="2025"/>
                    </a:lnTo>
                    <a:lnTo>
                      <a:pt x="810" y="2044"/>
                    </a:lnTo>
                    <a:lnTo>
                      <a:pt x="877" y="2058"/>
                    </a:lnTo>
                    <a:lnTo>
                      <a:pt x="944" y="2068"/>
                    </a:lnTo>
                    <a:lnTo>
                      <a:pt x="1011" y="2073"/>
                    </a:lnTo>
                    <a:lnTo>
                      <a:pt x="1078" y="2074"/>
                    </a:lnTo>
                    <a:lnTo>
                      <a:pt x="1145" y="2070"/>
                    </a:lnTo>
                    <a:lnTo>
                      <a:pt x="1211" y="2062"/>
                    </a:lnTo>
                    <a:lnTo>
                      <a:pt x="1276" y="2051"/>
                    </a:lnTo>
                    <a:lnTo>
                      <a:pt x="1341" y="2034"/>
                    </a:lnTo>
                    <a:lnTo>
                      <a:pt x="1404" y="2015"/>
                    </a:lnTo>
                    <a:lnTo>
                      <a:pt x="1465" y="1991"/>
                    </a:lnTo>
                    <a:lnTo>
                      <a:pt x="1526" y="1964"/>
                    </a:lnTo>
                    <a:lnTo>
                      <a:pt x="1583" y="1933"/>
                    </a:lnTo>
                    <a:lnTo>
                      <a:pt x="1638" y="1898"/>
                    </a:lnTo>
                    <a:lnTo>
                      <a:pt x="1691" y="1860"/>
                    </a:lnTo>
                    <a:lnTo>
                      <a:pt x="1741" y="1819"/>
                    </a:lnTo>
                    <a:lnTo>
                      <a:pt x="1692" y="1862"/>
                    </a:lnTo>
                    <a:lnTo>
                      <a:pt x="1640" y="1901"/>
                    </a:lnTo>
                    <a:lnTo>
                      <a:pt x="1586" y="1936"/>
                    </a:lnTo>
                    <a:lnTo>
                      <a:pt x="1528" y="1969"/>
                    </a:lnTo>
                    <a:lnTo>
                      <a:pt x="1469" y="1998"/>
                    </a:lnTo>
                    <a:lnTo>
                      <a:pt x="1407" y="2023"/>
                    </a:lnTo>
                    <a:lnTo>
                      <a:pt x="1343" y="2044"/>
                    </a:lnTo>
                    <a:lnTo>
                      <a:pt x="1279" y="2061"/>
                    </a:lnTo>
                    <a:lnTo>
                      <a:pt x="1213" y="2075"/>
                    </a:lnTo>
                    <a:lnTo>
                      <a:pt x="1146" y="2083"/>
                    </a:lnTo>
                    <a:lnTo>
                      <a:pt x="1079" y="2088"/>
                    </a:lnTo>
                    <a:lnTo>
                      <a:pt x="1010" y="2088"/>
                    </a:lnTo>
                    <a:lnTo>
                      <a:pt x="942" y="2084"/>
                    </a:lnTo>
                    <a:lnTo>
                      <a:pt x="874" y="2075"/>
                    </a:lnTo>
                    <a:lnTo>
                      <a:pt x="806" y="2062"/>
                    </a:lnTo>
                    <a:lnTo>
                      <a:pt x="739" y="2043"/>
                    </a:lnTo>
                    <a:lnTo>
                      <a:pt x="677" y="2022"/>
                    </a:lnTo>
                    <a:lnTo>
                      <a:pt x="616" y="1997"/>
                    </a:lnTo>
                    <a:lnTo>
                      <a:pt x="557" y="1969"/>
                    </a:lnTo>
                    <a:lnTo>
                      <a:pt x="499" y="1935"/>
                    </a:lnTo>
                    <a:lnTo>
                      <a:pt x="444" y="1899"/>
                    </a:lnTo>
                    <a:lnTo>
                      <a:pt x="391" y="1859"/>
                    </a:lnTo>
                    <a:lnTo>
                      <a:pt x="340" y="1815"/>
                    </a:lnTo>
                    <a:lnTo>
                      <a:pt x="293" y="1769"/>
                    </a:lnTo>
                    <a:lnTo>
                      <a:pt x="248" y="1719"/>
                    </a:lnTo>
                    <a:lnTo>
                      <a:pt x="206" y="1666"/>
                    </a:lnTo>
                    <a:lnTo>
                      <a:pt x="168" y="1611"/>
                    </a:lnTo>
                    <a:lnTo>
                      <a:pt x="132" y="1554"/>
                    </a:lnTo>
                    <a:lnTo>
                      <a:pt x="101" y="1494"/>
                    </a:lnTo>
                    <a:lnTo>
                      <a:pt x="74" y="1431"/>
                    </a:lnTo>
                    <a:lnTo>
                      <a:pt x="51" y="1367"/>
                    </a:lnTo>
                    <a:lnTo>
                      <a:pt x="32" y="1301"/>
                    </a:lnTo>
                    <a:lnTo>
                      <a:pt x="18" y="1234"/>
                    </a:lnTo>
                    <a:lnTo>
                      <a:pt x="7" y="1166"/>
                    </a:lnTo>
                    <a:lnTo>
                      <a:pt x="2" y="1098"/>
                    </a:lnTo>
                    <a:lnTo>
                      <a:pt x="0" y="1030"/>
                    </a:lnTo>
                    <a:lnTo>
                      <a:pt x="3" y="962"/>
                    </a:lnTo>
                    <a:lnTo>
                      <a:pt x="11" y="895"/>
                    </a:lnTo>
                    <a:lnTo>
                      <a:pt x="22" y="828"/>
                    </a:lnTo>
                    <a:lnTo>
                      <a:pt x="39" y="763"/>
                    </a:lnTo>
                    <a:lnTo>
                      <a:pt x="59" y="699"/>
                    </a:lnTo>
                    <a:lnTo>
                      <a:pt x="83" y="636"/>
                    </a:lnTo>
                    <a:lnTo>
                      <a:pt x="111" y="575"/>
                    </a:lnTo>
                    <a:lnTo>
                      <a:pt x="143" y="517"/>
                    </a:lnTo>
                    <a:lnTo>
                      <a:pt x="177" y="460"/>
                    </a:lnTo>
                    <a:lnTo>
                      <a:pt x="216" y="406"/>
                    </a:lnTo>
                    <a:lnTo>
                      <a:pt x="258" y="355"/>
                    </a:lnTo>
                    <a:lnTo>
                      <a:pt x="303" y="306"/>
                    </a:lnTo>
                    <a:lnTo>
                      <a:pt x="351" y="262"/>
                    </a:lnTo>
                    <a:lnTo>
                      <a:pt x="401" y="220"/>
                    </a:lnTo>
                    <a:lnTo>
                      <a:pt x="454" y="181"/>
                    </a:lnTo>
                    <a:lnTo>
                      <a:pt x="509" y="145"/>
                    </a:lnTo>
                    <a:lnTo>
                      <a:pt x="565" y="115"/>
                    </a:lnTo>
                    <a:lnTo>
                      <a:pt x="623" y="87"/>
                    </a:lnTo>
                    <a:lnTo>
                      <a:pt x="682" y="63"/>
                    </a:lnTo>
                    <a:lnTo>
                      <a:pt x="743" y="43"/>
                    </a:lnTo>
                    <a:lnTo>
                      <a:pt x="804" y="27"/>
                    </a:lnTo>
                    <a:lnTo>
                      <a:pt x="867" y="15"/>
                    </a:lnTo>
                    <a:lnTo>
                      <a:pt x="930" y="6"/>
                    </a:lnTo>
                    <a:lnTo>
                      <a:pt x="993" y="1"/>
                    </a:lnTo>
                    <a:lnTo>
                      <a:pt x="10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1"/>
              <p:cNvSpPr txBox="1"/>
              <p:nvPr/>
            </p:nvSpPr>
            <p:spPr>
              <a:xfrm>
                <a:off x="6847320" y="2420008"/>
                <a:ext cx="818717" cy="5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99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Plan + Track</a:t>
                </a:r>
                <a:endParaRPr/>
              </a:p>
            </p:txBody>
          </p:sp>
        </p:grpSp>
        <p:grpSp>
          <p:nvGrpSpPr>
            <p:cNvPr id="211" name="Google Shape;211;p11"/>
            <p:cNvGrpSpPr/>
            <p:nvPr/>
          </p:nvGrpSpPr>
          <p:grpSpPr>
            <a:xfrm>
              <a:off x="6622842" y="2089471"/>
              <a:ext cx="3149550" cy="2627644"/>
              <a:chOff x="7779064" y="1125327"/>
              <a:chExt cx="3149996" cy="2628016"/>
            </a:xfrm>
          </p:grpSpPr>
          <p:sp>
            <p:nvSpPr>
              <p:cNvPr id="212" name="Google Shape;212;p11"/>
              <p:cNvSpPr/>
              <p:nvPr/>
            </p:nvSpPr>
            <p:spPr>
              <a:xfrm>
                <a:off x="7789623" y="1144940"/>
                <a:ext cx="3134910" cy="2608403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1729" extrusionOk="0">
                    <a:moveTo>
                      <a:pt x="1057" y="0"/>
                    </a:moveTo>
                    <a:lnTo>
                      <a:pt x="1122" y="2"/>
                    </a:lnTo>
                    <a:lnTo>
                      <a:pt x="1186" y="10"/>
                    </a:lnTo>
                    <a:lnTo>
                      <a:pt x="1251" y="20"/>
                    </a:lnTo>
                    <a:lnTo>
                      <a:pt x="1314" y="36"/>
                    </a:lnTo>
                    <a:lnTo>
                      <a:pt x="1377" y="55"/>
                    </a:lnTo>
                    <a:lnTo>
                      <a:pt x="1438" y="79"/>
                    </a:lnTo>
                    <a:lnTo>
                      <a:pt x="1498" y="105"/>
                    </a:lnTo>
                    <a:lnTo>
                      <a:pt x="1558" y="137"/>
                    </a:lnTo>
                    <a:lnTo>
                      <a:pt x="1614" y="172"/>
                    </a:lnTo>
                    <a:lnTo>
                      <a:pt x="1670" y="212"/>
                    </a:lnTo>
                    <a:lnTo>
                      <a:pt x="1724" y="256"/>
                    </a:lnTo>
                    <a:lnTo>
                      <a:pt x="1774" y="303"/>
                    </a:lnTo>
                    <a:lnTo>
                      <a:pt x="1821" y="354"/>
                    </a:lnTo>
                    <a:lnTo>
                      <a:pt x="1865" y="407"/>
                    </a:lnTo>
                    <a:lnTo>
                      <a:pt x="1905" y="463"/>
                    </a:lnTo>
                    <a:lnTo>
                      <a:pt x="1940" y="520"/>
                    </a:lnTo>
                    <a:lnTo>
                      <a:pt x="1972" y="579"/>
                    </a:lnTo>
                    <a:lnTo>
                      <a:pt x="1999" y="639"/>
                    </a:lnTo>
                    <a:lnTo>
                      <a:pt x="2022" y="700"/>
                    </a:lnTo>
                    <a:lnTo>
                      <a:pt x="2042" y="763"/>
                    </a:lnTo>
                    <a:lnTo>
                      <a:pt x="2057" y="827"/>
                    </a:lnTo>
                    <a:lnTo>
                      <a:pt x="2067" y="891"/>
                    </a:lnTo>
                    <a:lnTo>
                      <a:pt x="2075" y="956"/>
                    </a:lnTo>
                    <a:lnTo>
                      <a:pt x="2078" y="1021"/>
                    </a:lnTo>
                    <a:lnTo>
                      <a:pt x="2077" y="1085"/>
                    </a:lnTo>
                    <a:lnTo>
                      <a:pt x="2072" y="1151"/>
                    </a:lnTo>
                    <a:lnTo>
                      <a:pt x="2063" y="1215"/>
                    </a:lnTo>
                    <a:lnTo>
                      <a:pt x="2050" y="1279"/>
                    </a:lnTo>
                    <a:lnTo>
                      <a:pt x="2033" y="1343"/>
                    </a:lnTo>
                    <a:lnTo>
                      <a:pt x="2011" y="1404"/>
                    </a:lnTo>
                    <a:lnTo>
                      <a:pt x="1988" y="1347"/>
                    </a:lnTo>
                    <a:lnTo>
                      <a:pt x="1962" y="1291"/>
                    </a:lnTo>
                    <a:lnTo>
                      <a:pt x="1931" y="1237"/>
                    </a:lnTo>
                    <a:lnTo>
                      <a:pt x="1897" y="1183"/>
                    </a:lnTo>
                    <a:lnTo>
                      <a:pt x="1859" y="1133"/>
                    </a:lnTo>
                    <a:lnTo>
                      <a:pt x="1819" y="1083"/>
                    </a:lnTo>
                    <a:lnTo>
                      <a:pt x="1774" y="1036"/>
                    </a:lnTo>
                    <a:lnTo>
                      <a:pt x="1723" y="987"/>
                    </a:lnTo>
                    <a:lnTo>
                      <a:pt x="1669" y="944"/>
                    </a:lnTo>
                    <a:lnTo>
                      <a:pt x="1614" y="904"/>
                    </a:lnTo>
                    <a:lnTo>
                      <a:pt x="1556" y="869"/>
                    </a:lnTo>
                    <a:lnTo>
                      <a:pt x="1497" y="837"/>
                    </a:lnTo>
                    <a:lnTo>
                      <a:pt x="1436" y="809"/>
                    </a:lnTo>
                    <a:lnTo>
                      <a:pt x="1374" y="786"/>
                    </a:lnTo>
                    <a:lnTo>
                      <a:pt x="1310" y="767"/>
                    </a:lnTo>
                    <a:lnTo>
                      <a:pt x="1240" y="751"/>
                    </a:lnTo>
                    <a:lnTo>
                      <a:pt x="1169" y="740"/>
                    </a:lnTo>
                    <a:lnTo>
                      <a:pt x="1098" y="733"/>
                    </a:lnTo>
                    <a:lnTo>
                      <a:pt x="1026" y="731"/>
                    </a:lnTo>
                    <a:lnTo>
                      <a:pt x="954" y="735"/>
                    </a:lnTo>
                    <a:lnTo>
                      <a:pt x="883" y="743"/>
                    </a:lnTo>
                    <a:lnTo>
                      <a:pt x="812" y="756"/>
                    </a:lnTo>
                    <a:lnTo>
                      <a:pt x="742" y="774"/>
                    </a:lnTo>
                    <a:lnTo>
                      <a:pt x="673" y="797"/>
                    </a:lnTo>
                    <a:lnTo>
                      <a:pt x="617" y="821"/>
                    </a:lnTo>
                    <a:lnTo>
                      <a:pt x="561" y="848"/>
                    </a:lnTo>
                    <a:lnTo>
                      <a:pt x="506" y="878"/>
                    </a:lnTo>
                    <a:lnTo>
                      <a:pt x="453" y="913"/>
                    </a:lnTo>
                    <a:lnTo>
                      <a:pt x="402" y="950"/>
                    </a:lnTo>
                    <a:lnTo>
                      <a:pt x="352" y="991"/>
                    </a:lnTo>
                    <a:lnTo>
                      <a:pt x="305" y="1036"/>
                    </a:lnTo>
                    <a:lnTo>
                      <a:pt x="305" y="1036"/>
                    </a:lnTo>
                    <a:lnTo>
                      <a:pt x="304" y="1036"/>
                    </a:lnTo>
                    <a:lnTo>
                      <a:pt x="304" y="1037"/>
                    </a:lnTo>
                    <a:lnTo>
                      <a:pt x="270" y="1074"/>
                    </a:lnTo>
                    <a:lnTo>
                      <a:pt x="241" y="1113"/>
                    </a:lnTo>
                    <a:lnTo>
                      <a:pt x="216" y="1153"/>
                    </a:lnTo>
                    <a:lnTo>
                      <a:pt x="195" y="1196"/>
                    </a:lnTo>
                    <a:lnTo>
                      <a:pt x="178" y="1240"/>
                    </a:lnTo>
                    <a:lnTo>
                      <a:pt x="165" y="1285"/>
                    </a:lnTo>
                    <a:lnTo>
                      <a:pt x="157" y="1331"/>
                    </a:lnTo>
                    <a:lnTo>
                      <a:pt x="152" y="1377"/>
                    </a:lnTo>
                    <a:lnTo>
                      <a:pt x="152" y="1423"/>
                    </a:lnTo>
                    <a:lnTo>
                      <a:pt x="155" y="1470"/>
                    </a:lnTo>
                    <a:lnTo>
                      <a:pt x="163" y="1515"/>
                    </a:lnTo>
                    <a:lnTo>
                      <a:pt x="175" y="1561"/>
                    </a:lnTo>
                    <a:lnTo>
                      <a:pt x="191" y="1605"/>
                    </a:lnTo>
                    <a:lnTo>
                      <a:pt x="211" y="1648"/>
                    </a:lnTo>
                    <a:lnTo>
                      <a:pt x="235" y="1689"/>
                    </a:lnTo>
                    <a:lnTo>
                      <a:pt x="263" y="1729"/>
                    </a:lnTo>
                    <a:lnTo>
                      <a:pt x="222" y="1679"/>
                    </a:lnTo>
                    <a:lnTo>
                      <a:pt x="183" y="1627"/>
                    </a:lnTo>
                    <a:lnTo>
                      <a:pt x="149" y="1573"/>
                    </a:lnTo>
                    <a:lnTo>
                      <a:pt x="118" y="1518"/>
                    </a:lnTo>
                    <a:lnTo>
                      <a:pt x="91" y="1462"/>
                    </a:lnTo>
                    <a:lnTo>
                      <a:pt x="67" y="1404"/>
                    </a:lnTo>
                    <a:lnTo>
                      <a:pt x="44" y="1336"/>
                    </a:lnTo>
                    <a:lnTo>
                      <a:pt x="26" y="1266"/>
                    </a:lnTo>
                    <a:lnTo>
                      <a:pt x="12" y="1195"/>
                    </a:lnTo>
                    <a:lnTo>
                      <a:pt x="4" y="1123"/>
                    </a:lnTo>
                    <a:lnTo>
                      <a:pt x="0" y="1052"/>
                    </a:lnTo>
                    <a:lnTo>
                      <a:pt x="2" y="980"/>
                    </a:lnTo>
                    <a:lnTo>
                      <a:pt x="9" y="908"/>
                    </a:lnTo>
                    <a:lnTo>
                      <a:pt x="20" y="838"/>
                    </a:lnTo>
                    <a:lnTo>
                      <a:pt x="36" y="767"/>
                    </a:lnTo>
                    <a:lnTo>
                      <a:pt x="55" y="704"/>
                    </a:lnTo>
                    <a:lnTo>
                      <a:pt x="79" y="642"/>
                    </a:lnTo>
                    <a:lnTo>
                      <a:pt x="106" y="581"/>
                    </a:lnTo>
                    <a:lnTo>
                      <a:pt x="138" y="521"/>
                    </a:lnTo>
                    <a:lnTo>
                      <a:pt x="173" y="464"/>
                    </a:lnTo>
                    <a:lnTo>
                      <a:pt x="213" y="408"/>
                    </a:lnTo>
                    <a:lnTo>
                      <a:pt x="256" y="355"/>
                    </a:lnTo>
                    <a:lnTo>
                      <a:pt x="305" y="303"/>
                    </a:lnTo>
                    <a:lnTo>
                      <a:pt x="352" y="258"/>
                    </a:lnTo>
                    <a:lnTo>
                      <a:pt x="402" y="218"/>
                    </a:lnTo>
                    <a:lnTo>
                      <a:pt x="453" y="180"/>
                    </a:lnTo>
                    <a:lnTo>
                      <a:pt x="506" y="147"/>
                    </a:lnTo>
                    <a:lnTo>
                      <a:pt x="561" y="116"/>
                    </a:lnTo>
                    <a:lnTo>
                      <a:pt x="617" y="89"/>
                    </a:lnTo>
                    <a:lnTo>
                      <a:pt x="673" y="66"/>
                    </a:lnTo>
                    <a:lnTo>
                      <a:pt x="735" y="44"/>
                    </a:lnTo>
                    <a:lnTo>
                      <a:pt x="799" y="27"/>
                    </a:lnTo>
                    <a:lnTo>
                      <a:pt x="862" y="14"/>
                    </a:lnTo>
                    <a:lnTo>
                      <a:pt x="927" y="6"/>
                    </a:lnTo>
                    <a:lnTo>
                      <a:pt x="992" y="0"/>
                    </a:lnTo>
                    <a:lnTo>
                      <a:pt x="1057" y="0"/>
                    </a:lnTo>
                    <a:close/>
                  </a:path>
                </a:pathLst>
              </a:custGeom>
              <a:solidFill>
                <a:srgbClr val="0078D7">
                  <a:alpha val="6980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7779064" y="1125327"/>
                <a:ext cx="3149996" cy="2628014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742" extrusionOk="0">
                    <a:moveTo>
                      <a:pt x="1058" y="0"/>
                    </a:moveTo>
                    <a:lnTo>
                      <a:pt x="1126" y="3"/>
                    </a:lnTo>
                    <a:lnTo>
                      <a:pt x="1193" y="11"/>
                    </a:lnTo>
                    <a:lnTo>
                      <a:pt x="1260" y="22"/>
                    </a:lnTo>
                    <a:lnTo>
                      <a:pt x="1326" y="38"/>
                    </a:lnTo>
                    <a:lnTo>
                      <a:pt x="1389" y="58"/>
                    </a:lnTo>
                    <a:lnTo>
                      <a:pt x="1452" y="82"/>
                    </a:lnTo>
                    <a:lnTo>
                      <a:pt x="1513" y="111"/>
                    </a:lnTo>
                    <a:lnTo>
                      <a:pt x="1572" y="142"/>
                    </a:lnTo>
                    <a:lnTo>
                      <a:pt x="1628" y="177"/>
                    </a:lnTo>
                    <a:lnTo>
                      <a:pt x="1682" y="216"/>
                    </a:lnTo>
                    <a:lnTo>
                      <a:pt x="1733" y="257"/>
                    </a:lnTo>
                    <a:lnTo>
                      <a:pt x="1782" y="301"/>
                    </a:lnTo>
                    <a:lnTo>
                      <a:pt x="1827" y="350"/>
                    </a:lnTo>
                    <a:lnTo>
                      <a:pt x="1868" y="400"/>
                    </a:lnTo>
                    <a:lnTo>
                      <a:pt x="1908" y="453"/>
                    </a:lnTo>
                    <a:lnTo>
                      <a:pt x="1943" y="508"/>
                    </a:lnTo>
                    <a:lnTo>
                      <a:pt x="1974" y="564"/>
                    </a:lnTo>
                    <a:lnTo>
                      <a:pt x="2001" y="622"/>
                    </a:lnTo>
                    <a:lnTo>
                      <a:pt x="2025" y="681"/>
                    </a:lnTo>
                    <a:lnTo>
                      <a:pt x="2045" y="743"/>
                    </a:lnTo>
                    <a:lnTo>
                      <a:pt x="2061" y="804"/>
                    </a:lnTo>
                    <a:lnTo>
                      <a:pt x="2073" y="866"/>
                    </a:lnTo>
                    <a:lnTo>
                      <a:pt x="2082" y="929"/>
                    </a:lnTo>
                    <a:lnTo>
                      <a:pt x="2087" y="992"/>
                    </a:lnTo>
                    <a:lnTo>
                      <a:pt x="2088" y="1055"/>
                    </a:lnTo>
                    <a:lnTo>
                      <a:pt x="2085" y="1117"/>
                    </a:lnTo>
                    <a:lnTo>
                      <a:pt x="2079" y="1179"/>
                    </a:lnTo>
                    <a:lnTo>
                      <a:pt x="2070" y="1240"/>
                    </a:lnTo>
                    <a:lnTo>
                      <a:pt x="2056" y="1300"/>
                    </a:lnTo>
                    <a:lnTo>
                      <a:pt x="2039" y="1360"/>
                    </a:lnTo>
                    <a:lnTo>
                      <a:pt x="2018" y="1417"/>
                    </a:lnTo>
                    <a:lnTo>
                      <a:pt x="2037" y="1360"/>
                    </a:lnTo>
                    <a:lnTo>
                      <a:pt x="2054" y="1300"/>
                    </a:lnTo>
                    <a:lnTo>
                      <a:pt x="2066" y="1240"/>
                    </a:lnTo>
                    <a:lnTo>
                      <a:pt x="2074" y="1179"/>
                    </a:lnTo>
                    <a:lnTo>
                      <a:pt x="2079" y="1117"/>
                    </a:lnTo>
                    <a:lnTo>
                      <a:pt x="2080" y="1055"/>
                    </a:lnTo>
                    <a:lnTo>
                      <a:pt x="2078" y="993"/>
                    </a:lnTo>
                    <a:lnTo>
                      <a:pt x="2072" y="931"/>
                    </a:lnTo>
                    <a:lnTo>
                      <a:pt x="2062" y="869"/>
                    </a:lnTo>
                    <a:lnTo>
                      <a:pt x="2049" y="808"/>
                    </a:lnTo>
                    <a:lnTo>
                      <a:pt x="2032" y="747"/>
                    </a:lnTo>
                    <a:lnTo>
                      <a:pt x="2012" y="688"/>
                    </a:lnTo>
                    <a:lnTo>
                      <a:pt x="1987" y="629"/>
                    </a:lnTo>
                    <a:lnTo>
                      <a:pt x="1959" y="572"/>
                    </a:lnTo>
                    <a:lnTo>
                      <a:pt x="1927" y="517"/>
                    </a:lnTo>
                    <a:lnTo>
                      <a:pt x="1892" y="464"/>
                    </a:lnTo>
                    <a:lnTo>
                      <a:pt x="1853" y="412"/>
                    </a:lnTo>
                    <a:lnTo>
                      <a:pt x="1811" y="363"/>
                    </a:lnTo>
                    <a:lnTo>
                      <a:pt x="1767" y="316"/>
                    </a:lnTo>
                    <a:lnTo>
                      <a:pt x="1719" y="273"/>
                    </a:lnTo>
                    <a:lnTo>
                      <a:pt x="1669" y="233"/>
                    </a:lnTo>
                    <a:lnTo>
                      <a:pt x="1615" y="196"/>
                    </a:lnTo>
                    <a:lnTo>
                      <a:pt x="1560" y="161"/>
                    </a:lnTo>
                    <a:lnTo>
                      <a:pt x="1503" y="131"/>
                    </a:lnTo>
                    <a:lnTo>
                      <a:pt x="1443" y="105"/>
                    </a:lnTo>
                    <a:lnTo>
                      <a:pt x="1382" y="81"/>
                    </a:lnTo>
                    <a:lnTo>
                      <a:pt x="1319" y="62"/>
                    </a:lnTo>
                    <a:lnTo>
                      <a:pt x="1255" y="47"/>
                    </a:lnTo>
                    <a:lnTo>
                      <a:pt x="1190" y="35"/>
                    </a:lnTo>
                    <a:lnTo>
                      <a:pt x="1125" y="28"/>
                    </a:lnTo>
                    <a:lnTo>
                      <a:pt x="1058" y="26"/>
                    </a:lnTo>
                    <a:lnTo>
                      <a:pt x="992" y="26"/>
                    </a:lnTo>
                    <a:lnTo>
                      <a:pt x="925" y="32"/>
                    </a:lnTo>
                    <a:lnTo>
                      <a:pt x="859" y="43"/>
                    </a:lnTo>
                    <a:lnTo>
                      <a:pt x="789" y="57"/>
                    </a:lnTo>
                    <a:lnTo>
                      <a:pt x="722" y="77"/>
                    </a:lnTo>
                    <a:lnTo>
                      <a:pt x="655" y="102"/>
                    </a:lnTo>
                    <a:lnTo>
                      <a:pt x="591" y="130"/>
                    </a:lnTo>
                    <a:lnTo>
                      <a:pt x="529" y="164"/>
                    </a:lnTo>
                    <a:lnTo>
                      <a:pt x="471" y="202"/>
                    </a:lnTo>
                    <a:lnTo>
                      <a:pt x="414" y="243"/>
                    </a:lnTo>
                    <a:lnTo>
                      <a:pt x="361" y="288"/>
                    </a:lnTo>
                    <a:lnTo>
                      <a:pt x="310" y="336"/>
                    </a:lnTo>
                    <a:lnTo>
                      <a:pt x="263" y="387"/>
                    </a:lnTo>
                    <a:lnTo>
                      <a:pt x="220" y="441"/>
                    </a:lnTo>
                    <a:lnTo>
                      <a:pt x="180" y="498"/>
                    </a:lnTo>
                    <a:lnTo>
                      <a:pt x="145" y="556"/>
                    </a:lnTo>
                    <a:lnTo>
                      <a:pt x="113" y="617"/>
                    </a:lnTo>
                    <a:lnTo>
                      <a:pt x="86" y="680"/>
                    </a:lnTo>
                    <a:lnTo>
                      <a:pt x="64" y="744"/>
                    </a:lnTo>
                    <a:lnTo>
                      <a:pt x="45" y="810"/>
                    </a:lnTo>
                    <a:lnTo>
                      <a:pt x="31" y="876"/>
                    </a:lnTo>
                    <a:lnTo>
                      <a:pt x="21" y="943"/>
                    </a:lnTo>
                    <a:lnTo>
                      <a:pt x="16" y="1010"/>
                    </a:lnTo>
                    <a:lnTo>
                      <a:pt x="15" y="1077"/>
                    </a:lnTo>
                    <a:lnTo>
                      <a:pt x="19" y="1144"/>
                    </a:lnTo>
                    <a:lnTo>
                      <a:pt x="27" y="1210"/>
                    </a:lnTo>
                    <a:lnTo>
                      <a:pt x="38" y="1276"/>
                    </a:lnTo>
                    <a:lnTo>
                      <a:pt x="55" y="1341"/>
                    </a:lnTo>
                    <a:lnTo>
                      <a:pt x="74" y="1404"/>
                    </a:lnTo>
                    <a:lnTo>
                      <a:pt x="98" y="1466"/>
                    </a:lnTo>
                    <a:lnTo>
                      <a:pt x="125" y="1526"/>
                    </a:lnTo>
                    <a:lnTo>
                      <a:pt x="156" y="1583"/>
                    </a:lnTo>
                    <a:lnTo>
                      <a:pt x="191" y="1638"/>
                    </a:lnTo>
                    <a:lnTo>
                      <a:pt x="229" y="1692"/>
                    </a:lnTo>
                    <a:lnTo>
                      <a:pt x="270" y="1742"/>
                    </a:lnTo>
                    <a:lnTo>
                      <a:pt x="227" y="1693"/>
                    </a:lnTo>
                    <a:lnTo>
                      <a:pt x="188" y="1640"/>
                    </a:lnTo>
                    <a:lnTo>
                      <a:pt x="153" y="1586"/>
                    </a:lnTo>
                    <a:lnTo>
                      <a:pt x="120" y="1528"/>
                    </a:lnTo>
                    <a:lnTo>
                      <a:pt x="91" y="1468"/>
                    </a:lnTo>
                    <a:lnTo>
                      <a:pt x="66" y="1407"/>
                    </a:lnTo>
                    <a:lnTo>
                      <a:pt x="45" y="1343"/>
                    </a:lnTo>
                    <a:lnTo>
                      <a:pt x="28" y="1279"/>
                    </a:lnTo>
                    <a:lnTo>
                      <a:pt x="14" y="1213"/>
                    </a:lnTo>
                    <a:lnTo>
                      <a:pt x="6" y="1146"/>
                    </a:lnTo>
                    <a:lnTo>
                      <a:pt x="1" y="1078"/>
                    </a:lnTo>
                    <a:lnTo>
                      <a:pt x="0" y="1010"/>
                    </a:lnTo>
                    <a:lnTo>
                      <a:pt x="5" y="942"/>
                    </a:lnTo>
                    <a:lnTo>
                      <a:pt x="14" y="874"/>
                    </a:lnTo>
                    <a:lnTo>
                      <a:pt x="27" y="806"/>
                    </a:lnTo>
                    <a:lnTo>
                      <a:pt x="46" y="739"/>
                    </a:lnTo>
                    <a:lnTo>
                      <a:pt x="67" y="677"/>
                    </a:lnTo>
                    <a:lnTo>
                      <a:pt x="92" y="616"/>
                    </a:lnTo>
                    <a:lnTo>
                      <a:pt x="120" y="557"/>
                    </a:lnTo>
                    <a:lnTo>
                      <a:pt x="153" y="499"/>
                    </a:lnTo>
                    <a:lnTo>
                      <a:pt x="190" y="444"/>
                    </a:lnTo>
                    <a:lnTo>
                      <a:pt x="230" y="391"/>
                    </a:lnTo>
                    <a:lnTo>
                      <a:pt x="274" y="340"/>
                    </a:lnTo>
                    <a:lnTo>
                      <a:pt x="320" y="293"/>
                    </a:lnTo>
                    <a:lnTo>
                      <a:pt x="370" y="247"/>
                    </a:lnTo>
                    <a:lnTo>
                      <a:pt x="422" y="206"/>
                    </a:lnTo>
                    <a:lnTo>
                      <a:pt x="477" y="167"/>
                    </a:lnTo>
                    <a:lnTo>
                      <a:pt x="535" y="132"/>
                    </a:lnTo>
                    <a:lnTo>
                      <a:pt x="595" y="101"/>
                    </a:lnTo>
                    <a:lnTo>
                      <a:pt x="658" y="74"/>
                    </a:lnTo>
                    <a:lnTo>
                      <a:pt x="722" y="50"/>
                    </a:lnTo>
                    <a:lnTo>
                      <a:pt x="788" y="32"/>
                    </a:lnTo>
                    <a:lnTo>
                      <a:pt x="855" y="18"/>
                    </a:lnTo>
                    <a:lnTo>
                      <a:pt x="923" y="7"/>
                    </a:lnTo>
                    <a:lnTo>
                      <a:pt x="991" y="1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rgbClr val="7FAAD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1"/>
              <p:cNvSpPr txBox="1"/>
              <p:nvPr/>
            </p:nvSpPr>
            <p:spPr>
              <a:xfrm>
                <a:off x="8748520" y="1459819"/>
                <a:ext cx="1217116" cy="5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99" b="0" i="0" u="none" strike="noStrike" cap="none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Monitor + Learn</a:t>
                </a:r>
                <a:endParaRPr/>
              </a:p>
            </p:txBody>
          </p:sp>
        </p:grpSp>
        <p:sp>
          <p:nvSpPr>
            <p:cNvPr id="215" name="Google Shape;215;p11"/>
            <p:cNvSpPr/>
            <p:nvPr/>
          </p:nvSpPr>
          <p:spPr>
            <a:xfrm>
              <a:off x="7158325" y="3201165"/>
              <a:ext cx="2627642" cy="3149550"/>
            </a:xfrm>
            <a:custGeom>
              <a:avLst/>
              <a:gdLst/>
              <a:ahLst/>
              <a:cxnLst/>
              <a:rect l="l" t="t" r="r" b="b"/>
              <a:pathLst>
                <a:path w="1742" h="2088" extrusionOk="0">
                  <a:moveTo>
                    <a:pt x="663" y="0"/>
                  </a:moveTo>
                  <a:lnTo>
                    <a:pt x="731" y="0"/>
                  </a:lnTo>
                  <a:lnTo>
                    <a:pt x="800" y="4"/>
                  </a:lnTo>
                  <a:lnTo>
                    <a:pt x="868" y="12"/>
                  </a:lnTo>
                  <a:lnTo>
                    <a:pt x="935" y="26"/>
                  </a:lnTo>
                  <a:lnTo>
                    <a:pt x="1003" y="44"/>
                  </a:lnTo>
                  <a:lnTo>
                    <a:pt x="1064" y="65"/>
                  </a:lnTo>
                  <a:lnTo>
                    <a:pt x="1125" y="90"/>
                  </a:lnTo>
                  <a:lnTo>
                    <a:pt x="1185" y="118"/>
                  </a:lnTo>
                  <a:lnTo>
                    <a:pt x="1242" y="152"/>
                  </a:lnTo>
                  <a:lnTo>
                    <a:pt x="1297" y="188"/>
                  </a:lnTo>
                  <a:lnTo>
                    <a:pt x="1351" y="228"/>
                  </a:lnTo>
                  <a:lnTo>
                    <a:pt x="1401" y="272"/>
                  </a:lnTo>
                  <a:lnTo>
                    <a:pt x="1449" y="318"/>
                  </a:lnTo>
                  <a:lnTo>
                    <a:pt x="1494" y="368"/>
                  </a:lnTo>
                  <a:lnTo>
                    <a:pt x="1535" y="421"/>
                  </a:lnTo>
                  <a:lnTo>
                    <a:pt x="1574" y="476"/>
                  </a:lnTo>
                  <a:lnTo>
                    <a:pt x="1609" y="533"/>
                  </a:lnTo>
                  <a:lnTo>
                    <a:pt x="1640" y="594"/>
                  </a:lnTo>
                  <a:lnTo>
                    <a:pt x="1668" y="656"/>
                  </a:lnTo>
                  <a:lnTo>
                    <a:pt x="1691" y="720"/>
                  </a:lnTo>
                  <a:lnTo>
                    <a:pt x="1710" y="786"/>
                  </a:lnTo>
                  <a:lnTo>
                    <a:pt x="1724" y="853"/>
                  </a:lnTo>
                  <a:lnTo>
                    <a:pt x="1734" y="921"/>
                  </a:lnTo>
                  <a:lnTo>
                    <a:pt x="1740" y="989"/>
                  </a:lnTo>
                  <a:lnTo>
                    <a:pt x="1742" y="1057"/>
                  </a:lnTo>
                  <a:lnTo>
                    <a:pt x="1738" y="1125"/>
                  </a:lnTo>
                  <a:lnTo>
                    <a:pt x="1730" y="1192"/>
                  </a:lnTo>
                  <a:lnTo>
                    <a:pt x="1718" y="1259"/>
                  </a:lnTo>
                  <a:lnTo>
                    <a:pt x="1702" y="1324"/>
                  </a:lnTo>
                  <a:lnTo>
                    <a:pt x="1682" y="1388"/>
                  </a:lnTo>
                  <a:lnTo>
                    <a:pt x="1658" y="1451"/>
                  </a:lnTo>
                  <a:lnTo>
                    <a:pt x="1631" y="1512"/>
                  </a:lnTo>
                  <a:lnTo>
                    <a:pt x="1599" y="1570"/>
                  </a:lnTo>
                  <a:lnTo>
                    <a:pt x="1564" y="1627"/>
                  </a:lnTo>
                  <a:lnTo>
                    <a:pt x="1526" y="1681"/>
                  </a:lnTo>
                  <a:lnTo>
                    <a:pt x="1484" y="1732"/>
                  </a:lnTo>
                  <a:lnTo>
                    <a:pt x="1439" y="1781"/>
                  </a:lnTo>
                  <a:lnTo>
                    <a:pt x="1391" y="1826"/>
                  </a:lnTo>
                  <a:lnTo>
                    <a:pt x="1340" y="1867"/>
                  </a:lnTo>
                  <a:lnTo>
                    <a:pt x="1288" y="1906"/>
                  </a:lnTo>
                  <a:lnTo>
                    <a:pt x="1233" y="1942"/>
                  </a:lnTo>
                  <a:lnTo>
                    <a:pt x="1177" y="1973"/>
                  </a:lnTo>
                  <a:lnTo>
                    <a:pt x="1119" y="2001"/>
                  </a:lnTo>
                  <a:lnTo>
                    <a:pt x="1059" y="2024"/>
                  </a:lnTo>
                  <a:lnTo>
                    <a:pt x="998" y="2045"/>
                  </a:lnTo>
                  <a:lnTo>
                    <a:pt x="937" y="2060"/>
                  </a:lnTo>
                  <a:lnTo>
                    <a:pt x="874" y="2073"/>
                  </a:lnTo>
                  <a:lnTo>
                    <a:pt x="812" y="2082"/>
                  </a:lnTo>
                  <a:lnTo>
                    <a:pt x="749" y="2087"/>
                  </a:lnTo>
                  <a:lnTo>
                    <a:pt x="686" y="2088"/>
                  </a:lnTo>
                  <a:lnTo>
                    <a:pt x="623" y="2085"/>
                  </a:lnTo>
                  <a:lnTo>
                    <a:pt x="562" y="2079"/>
                  </a:lnTo>
                  <a:lnTo>
                    <a:pt x="501" y="2070"/>
                  </a:lnTo>
                  <a:lnTo>
                    <a:pt x="440" y="2056"/>
                  </a:lnTo>
                  <a:lnTo>
                    <a:pt x="382" y="2039"/>
                  </a:lnTo>
                  <a:lnTo>
                    <a:pt x="324" y="2018"/>
                  </a:lnTo>
                  <a:lnTo>
                    <a:pt x="382" y="2037"/>
                  </a:lnTo>
                  <a:lnTo>
                    <a:pt x="441" y="2053"/>
                  </a:lnTo>
                  <a:lnTo>
                    <a:pt x="501" y="2065"/>
                  </a:lnTo>
                  <a:lnTo>
                    <a:pt x="562" y="2073"/>
                  </a:lnTo>
                  <a:lnTo>
                    <a:pt x="624" y="2078"/>
                  </a:lnTo>
                  <a:lnTo>
                    <a:pt x="686" y="2079"/>
                  </a:lnTo>
                  <a:lnTo>
                    <a:pt x="749" y="2077"/>
                  </a:lnTo>
                  <a:lnTo>
                    <a:pt x="811" y="2071"/>
                  </a:lnTo>
                  <a:lnTo>
                    <a:pt x="873" y="2061"/>
                  </a:lnTo>
                  <a:lnTo>
                    <a:pt x="934" y="2048"/>
                  </a:lnTo>
                  <a:lnTo>
                    <a:pt x="995" y="2031"/>
                  </a:lnTo>
                  <a:lnTo>
                    <a:pt x="1054" y="2010"/>
                  </a:lnTo>
                  <a:lnTo>
                    <a:pt x="1113" y="1986"/>
                  </a:lnTo>
                  <a:lnTo>
                    <a:pt x="1169" y="1958"/>
                  </a:lnTo>
                  <a:lnTo>
                    <a:pt x="1224" y="1926"/>
                  </a:lnTo>
                  <a:lnTo>
                    <a:pt x="1278" y="1891"/>
                  </a:lnTo>
                  <a:lnTo>
                    <a:pt x="1328" y="1851"/>
                  </a:lnTo>
                  <a:lnTo>
                    <a:pt x="1378" y="1810"/>
                  </a:lnTo>
                  <a:lnTo>
                    <a:pt x="1425" y="1765"/>
                  </a:lnTo>
                  <a:lnTo>
                    <a:pt x="1468" y="1718"/>
                  </a:lnTo>
                  <a:lnTo>
                    <a:pt x="1509" y="1667"/>
                  </a:lnTo>
                  <a:lnTo>
                    <a:pt x="1546" y="1614"/>
                  </a:lnTo>
                  <a:lnTo>
                    <a:pt x="1579" y="1559"/>
                  </a:lnTo>
                  <a:lnTo>
                    <a:pt x="1610" y="1501"/>
                  </a:lnTo>
                  <a:lnTo>
                    <a:pt x="1637" y="1441"/>
                  </a:lnTo>
                  <a:lnTo>
                    <a:pt x="1660" y="1380"/>
                  </a:lnTo>
                  <a:lnTo>
                    <a:pt x="1679" y="1317"/>
                  </a:lnTo>
                  <a:lnTo>
                    <a:pt x="1694" y="1254"/>
                  </a:lnTo>
                  <a:lnTo>
                    <a:pt x="1706" y="1189"/>
                  </a:lnTo>
                  <a:lnTo>
                    <a:pt x="1713" y="1123"/>
                  </a:lnTo>
                  <a:lnTo>
                    <a:pt x="1716" y="1057"/>
                  </a:lnTo>
                  <a:lnTo>
                    <a:pt x="1714" y="991"/>
                  </a:lnTo>
                  <a:lnTo>
                    <a:pt x="1708" y="924"/>
                  </a:lnTo>
                  <a:lnTo>
                    <a:pt x="1698" y="858"/>
                  </a:lnTo>
                  <a:lnTo>
                    <a:pt x="1683" y="788"/>
                  </a:lnTo>
                  <a:lnTo>
                    <a:pt x="1663" y="720"/>
                  </a:lnTo>
                  <a:lnTo>
                    <a:pt x="1639" y="654"/>
                  </a:lnTo>
                  <a:lnTo>
                    <a:pt x="1610" y="590"/>
                  </a:lnTo>
                  <a:lnTo>
                    <a:pt x="1577" y="528"/>
                  </a:lnTo>
                  <a:lnTo>
                    <a:pt x="1540" y="469"/>
                  </a:lnTo>
                  <a:lnTo>
                    <a:pt x="1498" y="412"/>
                  </a:lnTo>
                  <a:lnTo>
                    <a:pt x="1454" y="359"/>
                  </a:lnTo>
                  <a:lnTo>
                    <a:pt x="1406" y="309"/>
                  </a:lnTo>
                  <a:lnTo>
                    <a:pt x="1354" y="262"/>
                  </a:lnTo>
                  <a:lnTo>
                    <a:pt x="1301" y="218"/>
                  </a:lnTo>
                  <a:lnTo>
                    <a:pt x="1244" y="178"/>
                  </a:lnTo>
                  <a:lnTo>
                    <a:pt x="1185" y="143"/>
                  </a:lnTo>
                  <a:lnTo>
                    <a:pt x="1124" y="111"/>
                  </a:lnTo>
                  <a:lnTo>
                    <a:pt x="1061" y="85"/>
                  </a:lnTo>
                  <a:lnTo>
                    <a:pt x="997" y="62"/>
                  </a:lnTo>
                  <a:lnTo>
                    <a:pt x="931" y="43"/>
                  </a:lnTo>
                  <a:lnTo>
                    <a:pt x="865" y="30"/>
                  </a:lnTo>
                  <a:lnTo>
                    <a:pt x="798" y="20"/>
                  </a:lnTo>
                  <a:lnTo>
                    <a:pt x="731" y="15"/>
                  </a:lnTo>
                  <a:lnTo>
                    <a:pt x="664" y="14"/>
                  </a:lnTo>
                  <a:lnTo>
                    <a:pt x="597" y="18"/>
                  </a:lnTo>
                  <a:lnTo>
                    <a:pt x="531" y="25"/>
                  </a:lnTo>
                  <a:lnTo>
                    <a:pt x="465" y="37"/>
                  </a:lnTo>
                  <a:lnTo>
                    <a:pt x="401" y="53"/>
                  </a:lnTo>
                  <a:lnTo>
                    <a:pt x="337" y="73"/>
                  </a:lnTo>
                  <a:lnTo>
                    <a:pt x="275" y="97"/>
                  </a:lnTo>
                  <a:lnTo>
                    <a:pt x="216" y="123"/>
                  </a:lnTo>
                  <a:lnTo>
                    <a:pt x="159" y="154"/>
                  </a:lnTo>
                  <a:lnTo>
                    <a:pt x="103" y="190"/>
                  </a:lnTo>
                  <a:lnTo>
                    <a:pt x="49" y="227"/>
                  </a:lnTo>
                  <a:lnTo>
                    <a:pt x="0" y="269"/>
                  </a:lnTo>
                  <a:lnTo>
                    <a:pt x="49" y="226"/>
                  </a:lnTo>
                  <a:lnTo>
                    <a:pt x="101" y="187"/>
                  </a:lnTo>
                  <a:lnTo>
                    <a:pt x="156" y="151"/>
                  </a:lnTo>
                  <a:lnTo>
                    <a:pt x="214" y="118"/>
                  </a:lnTo>
                  <a:lnTo>
                    <a:pt x="273" y="90"/>
                  </a:lnTo>
                  <a:lnTo>
                    <a:pt x="335" y="65"/>
                  </a:lnTo>
                  <a:lnTo>
                    <a:pt x="397" y="43"/>
                  </a:lnTo>
                  <a:lnTo>
                    <a:pt x="463" y="26"/>
                  </a:lnTo>
                  <a:lnTo>
                    <a:pt x="529" y="13"/>
                  </a:lnTo>
                  <a:lnTo>
                    <a:pt x="596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6" name="Google Shape;216;p11"/>
            <p:cNvGrpSpPr/>
            <p:nvPr/>
          </p:nvGrpSpPr>
          <p:grpSpPr>
            <a:xfrm>
              <a:off x="7093464" y="1954448"/>
              <a:ext cx="2902079" cy="4391741"/>
              <a:chOff x="7513159" y="1635152"/>
              <a:chExt cx="2845434" cy="4306019"/>
            </a:xfrm>
          </p:grpSpPr>
          <p:grpSp>
            <p:nvGrpSpPr>
              <p:cNvPr id="217" name="Google Shape;217;p11"/>
              <p:cNvGrpSpPr/>
              <p:nvPr/>
            </p:nvGrpSpPr>
            <p:grpSpPr>
              <a:xfrm>
                <a:off x="9195312" y="1635152"/>
                <a:ext cx="1151090" cy="271505"/>
                <a:chOff x="7085012" y="1905000"/>
                <a:chExt cx="1752600" cy="685800"/>
              </a:xfrm>
            </p:grpSpPr>
            <p:cxnSp>
              <p:nvCxnSpPr>
                <p:cNvPr id="218" name="Google Shape;218;p11"/>
                <p:cNvCxnSpPr/>
                <p:nvPr/>
              </p:nvCxnSpPr>
              <p:spPr>
                <a:xfrm rot="-5400000">
                  <a:off x="7085012" y="1905000"/>
                  <a:ext cx="685800" cy="6858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9" name="Google Shape;219;p11"/>
                <p:cNvCxnSpPr/>
                <p:nvPr/>
              </p:nvCxnSpPr>
              <p:spPr>
                <a:xfrm>
                  <a:off x="7770812" y="1905000"/>
                  <a:ext cx="1066800" cy="158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oval" w="med" len="med"/>
                </a:ln>
              </p:spPr>
            </p:cxnSp>
          </p:grpSp>
          <p:cxnSp>
            <p:nvCxnSpPr>
              <p:cNvPr id="220" name="Google Shape;220;p11"/>
              <p:cNvCxnSpPr/>
              <p:nvPr/>
            </p:nvCxnSpPr>
            <p:spPr>
              <a:xfrm>
                <a:off x="9312764" y="4783579"/>
                <a:ext cx="1045829" cy="1557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oval" w="med" len="med"/>
              </a:ln>
            </p:spPr>
          </p:cxnSp>
          <p:sp>
            <p:nvSpPr>
              <p:cNvPr id="221" name="Google Shape;221;p11"/>
              <p:cNvSpPr/>
              <p:nvPr/>
            </p:nvSpPr>
            <p:spPr>
              <a:xfrm>
                <a:off x="7513159" y="2867887"/>
                <a:ext cx="2622201" cy="3073284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2078" extrusionOk="0">
                    <a:moveTo>
                      <a:pt x="721" y="0"/>
                    </a:moveTo>
                    <a:lnTo>
                      <a:pt x="793" y="2"/>
                    </a:lnTo>
                    <a:lnTo>
                      <a:pt x="864" y="9"/>
                    </a:lnTo>
                    <a:lnTo>
                      <a:pt x="935" y="20"/>
                    </a:lnTo>
                    <a:lnTo>
                      <a:pt x="1005" y="36"/>
                    </a:lnTo>
                    <a:lnTo>
                      <a:pt x="1069" y="55"/>
                    </a:lnTo>
                    <a:lnTo>
                      <a:pt x="1131" y="78"/>
                    </a:lnTo>
                    <a:lnTo>
                      <a:pt x="1192" y="106"/>
                    </a:lnTo>
                    <a:lnTo>
                      <a:pt x="1251" y="138"/>
                    </a:lnTo>
                    <a:lnTo>
                      <a:pt x="1309" y="173"/>
                    </a:lnTo>
                    <a:lnTo>
                      <a:pt x="1364" y="213"/>
                    </a:lnTo>
                    <a:lnTo>
                      <a:pt x="1418" y="256"/>
                    </a:lnTo>
                    <a:lnTo>
                      <a:pt x="1469" y="305"/>
                    </a:lnTo>
                    <a:lnTo>
                      <a:pt x="1514" y="352"/>
                    </a:lnTo>
                    <a:lnTo>
                      <a:pt x="1554" y="402"/>
                    </a:lnTo>
                    <a:lnTo>
                      <a:pt x="1592" y="452"/>
                    </a:lnTo>
                    <a:lnTo>
                      <a:pt x="1626" y="506"/>
                    </a:lnTo>
                    <a:lnTo>
                      <a:pt x="1657" y="560"/>
                    </a:lnTo>
                    <a:lnTo>
                      <a:pt x="1683" y="616"/>
                    </a:lnTo>
                    <a:lnTo>
                      <a:pt x="1706" y="673"/>
                    </a:lnTo>
                    <a:lnTo>
                      <a:pt x="1728" y="735"/>
                    </a:lnTo>
                    <a:lnTo>
                      <a:pt x="1745" y="799"/>
                    </a:lnTo>
                    <a:lnTo>
                      <a:pt x="1758" y="863"/>
                    </a:lnTo>
                    <a:lnTo>
                      <a:pt x="1767" y="927"/>
                    </a:lnTo>
                    <a:lnTo>
                      <a:pt x="1772" y="992"/>
                    </a:lnTo>
                    <a:lnTo>
                      <a:pt x="1773" y="1057"/>
                    </a:lnTo>
                    <a:lnTo>
                      <a:pt x="1770" y="1122"/>
                    </a:lnTo>
                    <a:lnTo>
                      <a:pt x="1762" y="1187"/>
                    </a:lnTo>
                    <a:lnTo>
                      <a:pt x="1752" y="1251"/>
                    </a:lnTo>
                    <a:lnTo>
                      <a:pt x="1737" y="1314"/>
                    </a:lnTo>
                    <a:lnTo>
                      <a:pt x="1717" y="1377"/>
                    </a:lnTo>
                    <a:lnTo>
                      <a:pt x="1694" y="1439"/>
                    </a:lnTo>
                    <a:lnTo>
                      <a:pt x="1667" y="1499"/>
                    </a:lnTo>
                    <a:lnTo>
                      <a:pt x="1635" y="1557"/>
                    </a:lnTo>
                    <a:lnTo>
                      <a:pt x="1600" y="1615"/>
                    </a:lnTo>
                    <a:lnTo>
                      <a:pt x="1560" y="1670"/>
                    </a:lnTo>
                    <a:lnTo>
                      <a:pt x="1516" y="1723"/>
                    </a:lnTo>
                    <a:lnTo>
                      <a:pt x="1469" y="1774"/>
                    </a:lnTo>
                    <a:lnTo>
                      <a:pt x="1419" y="1821"/>
                    </a:lnTo>
                    <a:lnTo>
                      <a:pt x="1365" y="1865"/>
                    </a:lnTo>
                    <a:lnTo>
                      <a:pt x="1309" y="1905"/>
                    </a:lnTo>
                    <a:lnTo>
                      <a:pt x="1253" y="1940"/>
                    </a:lnTo>
                    <a:lnTo>
                      <a:pt x="1193" y="1972"/>
                    </a:lnTo>
                    <a:lnTo>
                      <a:pt x="1133" y="1999"/>
                    </a:lnTo>
                    <a:lnTo>
                      <a:pt x="1072" y="2022"/>
                    </a:lnTo>
                    <a:lnTo>
                      <a:pt x="1009" y="2041"/>
                    </a:lnTo>
                    <a:lnTo>
                      <a:pt x="946" y="2057"/>
                    </a:lnTo>
                    <a:lnTo>
                      <a:pt x="881" y="2068"/>
                    </a:lnTo>
                    <a:lnTo>
                      <a:pt x="817" y="2075"/>
                    </a:lnTo>
                    <a:lnTo>
                      <a:pt x="752" y="2078"/>
                    </a:lnTo>
                    <a:lnTo>
                      <a:pt x="687" y="2077"/>
                    </a:lnTo>
                    <a:lnTo>
                      <a:pt x="622" y="2072"/>
                    </a:lnTo>
                    <a:lnTo>
                      <a:pt x="557" y="2064"/>
                    </a:lnTo>
                    <a:lnTo>
                      <a:pt x="494" y="2051"/>
                    </a:lnTo>
                    <a:lnTo>
                      <a:pt x="430" y="2034"/>
                    </a:lnTo>
                    <a:lnTo>
                      <a:pt x="368" y="2012"/>
                    </a:lnTo>
                    <a:lnTo>
                      <a:pt x="426" y="1989"/>
                    </a:lnTo>
                    <a:lnTo>
                      <a:pt x="482" y="1961"/>
                    </a:lnTo>
                    <a:lnTo>
                      <a:pt x="536" y="1931"/>
                    </a:lnTo>
                    <a:lnTo>
                      <a:pt x="589" y="1897"/>
                    </a:lnTo>
                    <a:lnTo>
                      <a:pt x="640" y="1860"/>
                    </a:lnTo>
                    <a:lnTo>
                      <a:pt x="690" y="1819"/>
                    </a:lnTo>
                    <a:lnTo>
                      <a:pt x="737" y="1774"/>
                    </a:lnTo>
                    <a:lnTo>
                      <a:pt x="785" y="1722"/>
                    </a:lnTo>
                    <a:lnTo>
                      <a:pt x="829" y="1669"/>
                    </a:lnTo>
                    <a:lnTo>
                      <a:pt x="868" y="1614"/>
                    </a:lnTo>
                    <a:lnTo>
                      <a:pt x="904" y="1556"/>
                    </a:lnTo>
                    <a:lnTo>
                      <a:pt x="936" y="1497"/>
                    </a:lnTo>
                    <a:lnTo>
                      <a:pt x="963" y="1436"/>
                    </a:lnTo>
                    <a:lnTo>
                      <a:pt x="986" y="1374"/>
                    </a:lnTo>
                    <a:lnTo>
                      <a:pt x="1005" y="1310"/>
                    </a:lnTo>
                    <a:lnTo>
                      <a:pt x="1021" y="1240"/>
                    </a:lnTo>
                    <a:lnTo>
                      <a:pt x="1033" y="1169"/>
                    </a:lnTo>
                    <a:lnTo>
                      <a:pt x="1040" y="1097"/>
                    </a:lnTo>
                    <a:lnTo>
                      <a:pt x="1041" y="1026"/>
                    </a:lnTo>
                    <a:lnTo>
                      <a:pt x="1038" y="954"/>
                    </a:lnTo>
                    <a:lnTo>
                      <a:pt x="1029" y="882"/>
                    </a:lnTo>
                    <a:lnTo>
                      <a:pt x="1016" y="812"/>
                    </a:lnTo>
                    <a:lnTo>
                      <a:pt x="998" y="742"/>
                    </a:lnTo>
                    <a:lnTo>
                      <a:pt x="975" y="673"/>
                    </a:lnTo>
                    <a:lnTo>
                      <a:pt x="952" y="616"/>
                    </a:lnTo>
                    <a:lnTo>
                      <a:pt x="924" y="560"/>
                    </a:lnTo>
                    <a:lnTo>
                      <a:pt x="894" y="506"/>
                    </a:lnTo>
                    <a:lnTo>
                      <a:pt x="860" y="452"/>
                    </a:lnTo>
                    <a:lnTo>
                      <a:pt x="823" y="402"/>
                    </a:lnTo>
                    <a:lnTo>
                      <a:pt x="782" y="352"/>
                    </a:lnTo>
                    <a:lnTo>
                      <a:pt x="737" y="305"/>
                    </a:lnTo>
                    <a:lnTo>
                      <a:pt x="700" y="271"/>
                    </a:lnTo>
                    <a:lnTo>
                      <a:pt x="660" y="241"/>
                    </a:lnTo>
                    <a:lnTo>
                      <a:pt x="618" y="216"/>
                    </a:lnTo>
                    <a:lnTo>
                      <a:pt x="575" y="195"/>
                    </a:lnTo>
                    <a:lnTo>
                      <a:pt x="531" y="178"/>
                    </a:lnTo>
                    <a:lnTo>
                      <a:pt x="485" y="165"/>
                    </a:lnTo>
                    <a:lnTo>
                      <a:pt x="439" y="157"/>
                    </a:lnTo>
                    <a:lnTo>
                      <a:pt x="391" y="152"/>
                    </a:lnTo>
                    <a:lnTo>
                      <a:pt x="345" y="152"/>
                    </a:lnTo>
                    <a:lnTo>
                      <a:pt x="298" y="157"/>
                    </a:lnTo>
                    <a:lnTo>
                      <a:pt x="251" y="165"/>
                    </a:lnTo>
                    <a:lnTo>
                      <a:pt x="206" y="178"/>
                    </a:lnTo>
                    <a:lnTo>
                      <a:pt x="161" y="195"/>
                    </a:lnTo>
                    <a:lnTo>
                      <a:pt x="118" y="217"/>
                    </a:lnTo>
                    <a:lnTo>
                      <a:pt x="76" y="242"/>
                    </a:lnTo>
                    <a:lnTo>
                      <a:pt x="37" y="272"/>
                    </a:lnTo>
                    <a:lnTo>
                      <a:pt x="0" y="305"/>
                    </a:lnTo>
                    <a:lnTo>
                      <a:pt x="0" y="305"/>
                    </a:lnTo>
                    <a:lnTo>
                      <a:pt x="47" y="260"/>
                    </a:lnTo>
                    <a:lnTo>
                      <a:pt x="97" y="219"/>
                    </a:lnTo>
                    <a:lnTo>
                      <a:pt x="148" y="182"/>
                    </a:lnTo>
                    <a:lnTo>
                      <a:pt x="201" y="147"/>
                    </a:lnTo>
                    <a:lnTo>
                      <a:pt x="256" y="117"/>
                    </a:lnTo>
                    <a:lnTo>
                      <a:pt x="312" y="90"/>
                    </a:lnTo>
                    <a:lnTo>
                      <a:pt x="368" y="66"/>
                    </a:lnTo>
                    <a:lnTo>
                      <a:pt x="437" y="43"/>
                    </a:lnTo>
                    <a:lnTo>
                      <a:pt x="507" y="25"/>
                    </a:lnTo>
                    <a:lnTo>
                      <a:pt x="578" y="12"/>
                    </a:lnTo>
                    <a:lnTo>
                      <a:pt x="649" y="4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00BCF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" name="Google Shape;222;p11"/>
            <p:cNvSpPr txBox="1"/>
            <p:nvPr/>
          </p:nvSpPr>
          <p:spPr>
            <a:xfrm>
              <a:off x="8726618" y="4609704"/>
              <a:ext cx="933886" cy="345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Release</a:t>
              </a: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5505675" y="3738158"/>
              <a:ext cx="3149550" cy="2627642"/>
            </a:xfrm>
            <a:custGeom>
              <a:avLst/>
              <a:gdLst/>
              <a:ahLst/>
              <a:cxnLst/>
              <a:rect l="l" t="t" r="r" b="b"/>
              <a:pathLst>
                <a:path w="2088" h="1742" extrusionOk="0">
                  <a:moveTo>
                    <a:pt x="1818" y="0"/>
                  </a:moveTo>
                  <a:lnTo>
                    <a:pt x="1861" y="49"/>
                  </a:lnTo>
                  <a:lnTo>
                    <a:pt x="1901" y="102"/>
                  </a:lnTo>
                  <a:lnTo>
                    <a:pt x="1936" y="156"/>
                  </a:lnTo>
                  <a:lnTo>
                    <a:pt x="1969" y="214"/>
                  </a:lnTo>
                  <a:lnTo>
                    <a:pt x="1998" y="274"/>
                  </a:lnTo>
                  <a:lnTo>
                    <a:pt x="2023" y="335"/>
                  </a:lnTo>
                  <a:lnTo>
                    <a:pt x="2043" y="398"/>
                  </a:lnTo>
                  <a:lnTo>
                    <a:pt x="2061" y="463"/>
                  </a:lnTo>
                  <a:lnTo>
                    <a:pt x="2074" y="529"/>
                  </a:lnTo>
                  <a:lnTo>
                    <a:pt x="2083" y="596"/>
                  </a:lnTo>
                  <a:lnTo>
                    <a:pt x="2087" y="664"/>
                  </a:lnTo>
                  <a:lnTo>
                    <a:pt x="2088" y="732"/>
                  </a:lnTo>
                  <a:lnTo>
                    <a:pt x="2084" y="800"/>
                  </a:lnTo>
                  <a:lnTo>
                    <a:pt x="2074" y="868"/>
                  </a:lnTo>
                  <a:lnTo>
                    <a:pt x="2061" y="936"/>
                  </a:lnTo>
                  <a:lnTo>
                    <a:pt x="2043" y="1003"/>
                  </a:lnTo>
                  <a:lnTo>
                    <a:pt x="2022" y="1065"/>
                  </a:lnTo>
                  <a:lnTo>
                    <a:pt x="1997" y="1126"/>
                  </a:lnTo>
                  <a:lnTo>
                    <a:pt x="1969" y="1185"/>
                  </a:lnTo>
                  <a:lnTo>
                    <a:pt x="1935" y="1243"/>
                  </a:lnTo>
                  <a:lnTo>
                    <a:pt x="1899" y="1298"/>
                  </a:lnTo>
                  <a:lnTo>
                    <a:pt x="1859" y="1351"/>
                  </a:lnTo>
                  <a:lnTo>
                    <a:pt x="1816" y="1402"/>
                  </a:lnTo>
                  <a:lnTo>
                    <a:pt x="1768" y="1449"/>
                  </a:lnTo>
                  <a:lnTo>
                    <a:pt x="1719" y="1495"/>
                  </a:lnTo>
                  <a:lnTo>
                    <a:pt x="1666" y="1536"/>
                  </a:lnTo>
                  <a:lnTo>
                    <a:pt x="1611" y="1574"/>
                  </a:lnTo>
                  <a:lnTo>
                    <a:pt x="1554" y="1610"/>
                  </a:lnTo>
                  <a:lnTo>
                    <a:pt x="1493" y="1641"/>
                  </a:lnTo>
                  <a:lnTo>
                    <a:pt x="1431" y="1668"/>
                  </a:lnTo>
                  <a:lnTo>
                    <a:pt x="1367" y="1691"/>
                  </a:lnTo>
                  <a:lnTo>
                    <a:pt x="1302" y="1710"/>
                  </a:lnTo>
                  <a:lnTo>
                    <a:pt x="1234" y="1724"/>
                  </a:lnTo>
                  <a:lnTo>
                    <a:pt x="1166" y="1735"/>
                  </a:lnTo>
                  <a:lnTo>
                    <a:pt x="1098" y="1740"/>
                  </a:lnTo>
                  <a:lnTo>
                    <a:pt x="1030" y="1742"/>
                  </a:lnTo>
                  <a:lnTo>
                    <a:pt x="962" y="1739"/>
                  </a:lnTo>
                  <a:lnTo>
                    <a:pt x="895" y="1731"/>
                  </a:lnTo>
                  <a:lnTo>
                    <a:pt x="829" y="1720"/>
                  </a:lnTo>
                  <a:lnTo>
                    <a:pt x="763" y="1703"/>
                  </a:lnTo>
                  <a:lnTo>
                    <a:pt x="699" y="1683"/>
                  </a:lnTo>
                  <a:lnTo>
                    <a:pt x="636" y="1659"/>
                  </a:lnTo>
                  <a:lnTo>
                    <a:pt x="575" y="1631"/>
                  </a:lnTo>
                  <a:lnTo>
                    <a:pt x="517" y="1599"/>
                  </a:lnTo>
                  <a:lnTo>
                    <a:pt x="460" y="1565"/>
                  </a:lnTo>
                  <a:lnTo>
                    <a:pt x="407" y="1526"/>
                  </a:lnTo>
                  <a:lnTo>
                    <a:pt x="355" y="1484"/>
                  </a:lnTo>
                  <a:lnTo>
                    <a:pt x="307" y="1439"/>
                  </a:lnTo>
                  <a:lnTo>
                    <a:pt x="263" y="1391"/>
                  </a:lnTo>
                  <a:lnTo>
                    <a:pt x="221" y="1341"/>
                  </a:lnTo>
                  <a:lnTo>
                    <a:pt x="182" y="1288"/>
                  </a:lnTo>
                  <a:lnTo>
                    <a:pt x="147" y="1233"/>
                  </a:lnTo>
                  <a:lnTo>
                    <a:pt x="115" y="1177"/>
                  </a:lnTo>
                  <a:lnTo>
                    <a:pt x="87" y="1119"/>
                  </a:lnTo>
                  <a:lnTo>
                    <a:pt x="64" y="1059"/>
                  </a:lnTo>
                  <a:lnTo>
                    <a:pt x="43" y="998"/>
                  </a:lnTo>
                  <a:lnTo>
                    <a:pt x="28" y="937"/>
                  </a:lnTo>
                  <a:lnTo>
                    <a:pt x="15" y="875"/>
                  </a:lnTo>
                  <a:lnTo>
                    <a:pt x="6" y="812"/>
                  </a:lnTo>
                  <a:lnTo>
                    <a:pt x="1" y="749"/>
                  </a:lnTo>
                  <a:lnTo>
                    <a:pt x="0" y="686"/>
                  </a:lnTo>
                  <a:lnTo>
                    <a:pt x="3" y="624"/>
                  </a:lnTo>
                  <a:lnTo>
                    <a:pt x="9" y="562"/>
                  </a:lnTo>
                  <a:lnTo>
                    <a:pt x="19" y="501"/>
                  </a:lnTo>
                  <a:lnTo>
                    <a:pt x="32" y="440"/>
                  </a:lnTo>
                  <a:lnTo>
                    <a:pt x="49" y="382"/>
                  </a:lnTo>
                  <a:lnTo>
                    <a:pt x="70" y="324"/>
                  </a:lnTo>
                  <a:lnTo>
                    <a:pt x="49" y="386"/>
                  </a:lnTo>
                  <a:lnTo>
                    <a:pt x="33" y="449"/>
                  </a:lnTo>
                  <a:lnTo>
                    <a:pt x="21" y="514"/>
                  </a:lnTo>
                  <a:lnTo>
                    <a:pt x="13" y="578"/>
                  </a:lnTo>
                  <a:lnTo>
                    <a:pt x="9" y="644"/>
                  </a:lnTo>
                  <a:lnTo>
                    <a:pt x="9" y="710"/>
                  </a:lnTo>
                  <a:lnTo>
                    <a:pt x="13" y="776"/>
                  </a:lnTo>
                  <a:lnTo>
                    <a:pt x="21" y="842"/>
                  </a:lnTo>
                  <a:lnTo>
                    <a:pt x="33" y="907"/>
                  </a:lnTo>
                  <a:lnTo>
                    <a:pt x="50" y="972"/>
                  </a:lnTo>
                  <a:lnTo>
                    <a:pt x="71" y="1035"/>
                  </a:lnTo>
                  <a:lnTo>
                    <a:pt x="95" y="1098"/>
                  </a:lnTo>
                  <a:lnTo>
                    <a:pt x="124" y="1158"/>
                  </a:lnTo>
                  <a:lnTo>
                    <a:pt x="157" y="1218"/>
                  </a:lnTo>
                  <a:lnTo>
                    <a:pt x="195" y="1274"/>
                  </a:lnTo>
                  <a:lnTo>
                    <a:pt x="236" y="1329"/>
                  </a:lnTo>
                  <a:lnTo>
                    <a:pt x="277" y="1378"/>
                  </a:lnTo>
                  <a:lnTo>
                    <a:pt x="322" y="1425"/>
                  </a:lnTo>
                  <a:lnTo>
                    <a:pt x="369" y="1469"/>
                  </a:lnTo>
                  <a:lnTo>
                    <a:pt x="420" y="1509"/>
                  </a:lnTo>
                  <a:lnTo>
                    <a:pt x="473" y="1546"/>
                  </a:lnTo>
                  <a:lnTo>
                    <a:pt x="528" y="1580"/>
                  </a:lnTo>
                  <a:lnTo>
                    <a:pt x="587" y="1611"/>
                  </a:lnTo>
                  <a:lnTo>
                    <a:pt x="646" y="1637"/>
                  </a:lnTo>
                  <a:lnTo>
                    <a:pt x="707" y="1660"/>
                  </a:lnTo>
                  <a:lnTo>
                    <a:pt x="770" y="1679"/>
                  </a:lnTo>
                  <a:lnTo>
                    <a:pt x="834" y="1695"/>
                  </a:lnTo>
                  <a:lnTo>
                    <a:pt x="899" y="1707"/>
                  </a:lnTo>
                  <a:lnTo>
                    <a:pt x="965" y="1714"/>
                  </a:lnTo>
                  <a:lnTo>
                    <a:pt x="1031" y="1716"/>
                  </a:lnTo>
                  <a:lnTo>
                    <a:pt x="1097" y="1715"/>
                  </a:lnTo>
                  <a:lnTo>
                    <a:pt x="1163" y="1709"/>
                  </a:lnTo>
                  <a:lnTo>
                    <a:pt x="1229" y="1699"/>
                  </a:lnTo>
                  <a:lnTo>
                    <a:pt x="1299" y="1685"/>
                  </a:lnTo>
                  <a:lnTo>
                    <a:pt x="1367" y="1665"/>
                  </a:lnTo>
                  <a:lnTo>
                    <a:pt x="1433" y="1640"/>
                  </a:lnTo>
                  <a:lnTo>
                    <a:pt x="1498" y="1611"/>
                  </a:lnTo>
                  <a:lnTo>
                    <a:pt x="1560" y="1577"/>
                  </a:lnTo>
                  <a:lnTo>
                    <a:pt x="1618" y="1540"/>
                  </a:lnTo>
                  <a:lnTo>
                    <a:pt x="1675" y="1499"/>
                  </a:lnTo>
                  <a:lnTo>
                    <a:pt x="1728" y="1454"/>
                  </a:lnTo>
                  <a:lnTo>
                    <a:pt x="1779" y="1406"/>
                  </a:lnTo>
                  <a:lnTo>
                    <a:pt x="1825" y="1355"/>
                  </a:lnTo>
                  <a:lnTo>
                    <a:pt x="1869" y="1301"/>
                  </a:lnTo>
                  <a:lnTo>
                    <a:pt x="1908" y="1244"/>
                  </a:lnTo>
                  <a:lnTo>
                    <a:pt x="1944" y="1186"/>
                  </a:lnTo>
                  <a:lnTo>
                    <a:pt x="1976" y="1125"/>
                  </a:lnTo>
                  <a:lnTo>
                    <a:pt x="2002" y="1062"/>
                  </a:lnTo>
                  <a:lnTo>
                    <a:pt x="2024" y="998"/>
                  </a:lnTo>
                  <a:lnTo>
                    <a:pt x="2043" y="932"/>
                  </a:lnTo>
                  <a:lnTo>
                    <a:pt x="2058" y="865"/>
                  </a:lnTo>
                  <a:lnTo>
                    <a:pt x="2067" y="798"/>
                  </a:lnTo>
                  <a:lnTo>
                    <a:pt x="2073" y="731"/>
                  </a:lnTo>
                  <a:lnTo>
                    <a:pt x="2073" y="664"/>
                  </a:lnTo>
                  <a:lnTo>
                    <a:pt x="2070" y="597"/>
                  </a:lnTo>
                  <a:lnTo>
                    <a:pt x="2062" y="531"/>
                  </a:lnTo>
                  <a:lnTo>
                    <a:pt x="2050" y="465"/>
                  </a:lnTo>
                  <a:lnTo>
                    <a:pt x="2035" y="401"/>
                  </a:lnTo>
                  <a:lnTo>
                    <a:pt x="2015" y="338"/>
                  </a:lnTo>
                  <a:lnTo>
                    <a:pt x="1991" y="276"/>
                  </a:lnTo>
                  <a:lnTo>
                    <a:pt x="1963" y="216"/>
                  </a:lnTo>
                  <a:lnTo>
                    <a:pt x="1933" y="158"/>
                  </a:lnTo>
                  <a:lnTo>
                    <a:pt x="1898" y="103"/>
                  </a:lnTo>
                  <a:lnTo>
                    <a:pt x="1859" y="50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5511710" y="3671789"/>
              <a:ext cx="3132958" cy="2674402"/>
            </a:xfrm>
            <a:custGeom>
              <a:avLst/>
              <a:gdLst/>
              <a:ahLst/>
              <a:cxnLst/>
              <a:rect l="l" t="t" r="r" b="b"/>
              <a:pathLst>
                <a:path w="2077" h="1773" extrusionOk="0">
                  <a:moveTo>
                    <a:pt x="1773" y="0"/>
                  </a:moveTo>
                  <a:lnTo>
                    <a:pt x="1818" y="47"/>
                  </a:lnTo>
                  <a:lnTo>
                    <a:pt x="1859" y="97"/>
                  </a:lnTo>
                  <a:lnTo>
                    <a:pt x="1896" y="147"/>
                  </a:lnTo>
                  <a:lnTo>
                    <a:pt x="1930" y="201"/>
                  </a:lnTo>
                  <a:lnTo>
                    <a:pt x="1960" y="255"/>
                  </a:lnTo>
                  <a:lnTo>
                    <a:pt x="1988" y="311"/>
                  </a:lnTo>
                  <a:lnTo>
                    <a:pt x="2011" y="368"/>
                  </a:lnTo>
                  <a:lnTo>
                    <a:pt x="2034" y="437"/>
                  </a:lnTo>
                  <a:lnTo>
                    <a:pt x="2052" y="507"/>
                  </a:lnTo>
                  <a:lnTo>
                    <a:pt x="2065" y="577"/>
                  </a:lnTo>
                  <a:lnTo>
                    <a:pt x="2074" y="649"/>
                  </a:lnTo>
                  <a:lnTo>
                    <a:pt x="2077" y="721"/>
                  </a:lnTo>
                  <a:lnTo>
                    <a:pt x="2076" y="792"/>
                  </a:lnTo>
                  <a:lnTo>
                    <a:pt x="2069" y="864"/>
                  </a:lnTo>
                  <a:lnTo>
                    <a:pt x="2057" y="935"/>
                  </a:lnTo>
                  <a:lnTo>
                    <a:pt x="2041" y="1005"/>
                  </a:lnTo>
                  <a:lnTo>
                    <a:pt x="2022" y="1069"/>
                  </a:lnTo>
                  <a:lnTo>
                    <a:pt x="1999" y="1131"/>
                  </a:lnTo>
                  <a:lnTo>
                    <a:pt x="1972" y="1192"/>
                  </a:lnTo>
                  <a:lnTo>
                    <a:pt x="1940" y="1251"/>
                  </a:lnTo>
                  <a:lnTo>
                    <a:pt x="1904" y="1309"/>
                  </a:lnTo>
                  <a:lnTo>
                    <a:pt x="1865" y="1364"/>
                  </a:lnTo>
                  <a:lnTo>
                    <a:pt x="1821" y="1417"/>
                  </a:lnTo>
                  <a:lnTo>
                    <a:pt x="1773" y="1469"/>
                  </a:lnTo>
                  <a:lnTo>
                    <a:pt x="1726" y="1514"/>
                  </a:lnTo>
                  <a:lnTo>
                    <a:pt x="1676" y="1555"/>
                  </a:lnTo>
                  <a:lnTo>
                    <a:pt x="1625" y="1592"/>
                  </a:lnTo>
                  <a:lnTo>
                    <a:pt x="1572" y="1626"/>
                  </a:lnTo>
                  <a:lnTo>
                    <a:pt x="1518" y="1656"/>
                  </a:lnTo>
                  <a:lnTo>
                    <a:pt x="1462" y="1684"/>
                  </a:lnTo>
                  <a:lnTo>
                    <a:pt x="1404" y="1707"/>
                  </a:lnTo>
                  <a:lnTo>
                    <a:pt x="1342" y="1729"/>
                  </a:lnTo>
                  <a:lnTo>
                    <a:pt x="1279" y="1746"/>
                  </a:lnTo>
                  <a:lnTo>
                    <a:pt x="1215" y="1759"/>
                  </a:lnTo>
                  <a:lnTo>
                    <a:pt x="1151" y="1767"/>
                  </a:lnTo>
                  <a:lnTo>
                    <a:pt x="1086" y="1772"/>
                  </a:lnTo>
                  <a:lnTo>
                    <a:pt x="1021" y="1773"/>
                  </a:lnTo>
                  <a:lnTo>
                    <a:pt x="956" y="1770"/>
                  </a:lnTo>
                  <a:lnTo>
                    <a:pt x="891" y="1763"/>
                  </a:lnTo>
                  <a:lnTo>
                    <a:pt x="827" y="1752"/>
                  </a:lnTo>
                  <a:lnTo>
                    <a:pt x="764" y="1736"/>
                  </a:lnTo>
                  <a:lnTo>
                    <a:pt x="701" y="1717"/>
                  </a:lnTo>
                  <a:lnTo>
                    <a:pt x="639" y="1694"/>
                  </a:lnTo>
                  <a:lnTo>
                    <a:pt x="579" y="1667"/>
                  </a:lnTo>
                  <a:lnTo>
                    <a:pt x="521" y="1635"/>
                  </a:lnTo>
                  <a:lnTo>
                    <a:pt x="463" y="1600"/>
                  </a:lnTo>
                  <a:lnTo>
                    <a:pt x="408" y="1560"/>
                  </a:lnTo>
                  <a:lnTo>
                    <a:pt x="355" y="1516"/>
                  </a:lnTo>
                  <a:lnTo>
                    <a:pt x="304" y="1469"/>
                  </a:lnTo>
                  <a:lnTo>
                    <a:pt x="257" y="1418"/>
                  </a:lnTo>
                  <a:lnTo>
                    <a:pt x="213" y="1365"/>
                  </a:lnTo>
                  <a:lnTo>
                    <a:pt x="174" y="1310"/>
                  </a:lnTo>
                  <a:lnTo>
                    <a:pt x="138" y="1252"/>
                  </a:lnTo>
                  <a:lnTo>
                    <a:pt x="106" y="1194"/>
                  </a:lnTo>
                  <a:lnTo>
                    <a:pt x="79" y="1134"/>
                  </a:lnTo>
                  <a:lnTo>
                    <a:pt x="56" y="1072"/>
                  </a:lnTo>
                  <a:lnTo>
                    <a:pt x="37" y="1009"/>
                  </a:lnTo>
                  <a:lnTo>
                    <a:pt x="21" y="946"/>
                  </a:lnTo>
                  <a:lnTo>
                    <a:pt x="10" y="882"/>
                  </a:lnTo>
                  <a:lnTo>
                    <a:pt x="3" y="817"/>
                  </a:lnTo>
                  <a:lnTo>
                    <a:pt x="0" y="752"/>
                  </a:lnTo>
                  <a:lnTo>
                    <a:pt x="1" y="687"/>
                  </a:lnTo>
                  <a:lnTo>
                    <a:pt x="6" y="622"/>
                  </a:lnTo>
                  <a:lnTo>
                    <a:pt x="15" y="558"/>
                  </a:lnTo>
                  <a:lnTo>
                    <a:pt x="27" y="494"/>
                  </a:lnTo>
                  <a:lnTo>
                    <a:pt x="45" y="430"/>
                  </a:lnTo>
                  <a:lnTo>
                    <a:pt x="66" y="368"/>
                  </a:lnTo>
                  <a:lnTo>
                    <a:pt x="89" y="425"/>
                  </a:lnTo>
                  <a:lnTo>
                    <a:pt x="117" y="481"/>
                  </a:lnTo>
                  <a:lnTo>
                    <a:pt x="147" y="536"/>
                  </a:lnTo>
                  <a:lnTo>
                    <a:pt x="181" y="589"/>
                  </a:lnTo>
                  <a:lnTo>
                    <a:pt x="218" y="640"/>
                  </a:lnTo>
                  <a:lnTo>
                    <a:pt x="259" y="690"/>
                  </a:lnTo>
                  <a:lnTo>
                    <a:pt x="304" y="737"/>
                  </a:lnTo>
                  <a:lnTo>
                    <a:pt x="356" y="785"/>
                  </a:lnTo>
                  <a:lnTo>
                    <a:pt x="409" y="829"/>
                  </a:lnTo>
                  <a:lnTo>
                    <a:pt x="464" y="869"/>
                  </a:lnTo>
                  <a:lnTo>
                    <a:pt x="522" y="904"/>
                  </a:lnTo>
                  <a:lnTo>
                    <a:pt x="581" y="936"/>
                  </a:lnTo>
                  <a:lnTo>
                    <a:pt x="642" y="963"/>
                  </a:lnTo>
                  <a:lnTo>
                    <a:pt x="704" y="987"/>
                  </a:lnTo>
                  <a:lnTo>
                    <a:pt x="767" y="1005"/>
                  </a:lnTo>
                  <a:lnTo>
                    <a:pt x="838" y="1022"/>
                  </a:lnTo>
                  <a:lnTo>
                    <a:pt x="909" y="1033"/>
                  </a:lnTo>
                  <a:lnTo>
                    <a:pt x="981" y="1040"/>
                  </a:lnTo>
                  <a:lnTo>
                    <a:pt x="1052" y="1042"/>
                  </a:lnTo>
                  <a:lnTo>
                    <a:pt x="1124" y="1038"/>
                  </a:lnTo>
                  <a:lnTo>
                    <a:pt x="1195" y="1030"/>
                  </a:lnTo>
                  <a:lnTo>
                    <a:pt x="1266" y="1016"/>
                  </a:lnTo>
                  <a:lnTo>
                    <a:pt x="1336" y="998"/>
                  </a:lnTo>
                  <a:lnTo>
                    <a:pt x="1404" y="975"/>
                  </a:lnTo>
                  <a:lnTo>
                    <a:pt x="1461" y="951"/>
                  </a:lnTo>
                  <a:lnTo>
                    <a:pt x="1517" y="925"/>
                  </a:lnTo>
                  <a:lnTo>
                    <a:pt x="1571" y="895"/>
                  </a:lnTo>
                  <a:lnTo>
                    <a:pt x="1624" y="860"/>
                  </a:lnTo>
                  <a:lnTo>
                    <a:pt x="1675" y="823"/>
                  </a:lnTo>
                  <a:lnTo>
                    <a:pt x="1724" y="783"/>
                  </a:lnTo>
                  <a:lnTo>
                    <a:pt x="1771" y="738"/>
                  </a:lnTo>
                  <a:lnTo>
                    <a:pt x="1772" y="738"/>
                  </a:lnTo>
                  <a:lnTo>
                    <a:pt x="1772" y="737"/>
                  </a:lnTo>
                  <a:lnTo>
                    <a:pt x="1806" y="700"/>
                  </a:lnTo>
                  <a:lnTo>
                    <a:pt x="1836" y="661"/>
                  </a:lnTo>
                  <a:lnTo>
                    <a:pt x="1861" y="619"/>
                  </a:lnTo>
                  <a:lnTo>
                    <a:pt x="1882" y="576"/>
                  </a:lnTo>
                  <a:lnTo>
                    <a:pt x="1899" y="531"/>
                  </a:lnTo>
                  <a:lnTo>
                    <a:pt x="1912" y="485"/>
                  </a:lnTo>
                  <a:lnTo>
                    <a:pt x="1921" y="439"/>
                  </a:lnTo>
                  <a:lnTo>
                    <a:pt x="1925" y="392"/>
                  </a:lnTo>
                  <a:lnTo>
                    <a:pt x="1925" y="345"/>
                  </a:lnTo>
                  <a:lnTo>
                    <a:pt x="1921" y="298"/>
                  </a:lnTo>
                  <a:lnTo>
                    <a:pt x="1912" y="251"/>
                  </a:lnTo>
                  <a:lnTo>
                    <a:pt x="1899" y="206"/>
                  </a:lnTo>
                  <a:lnTo>
                    <a:pt x="1883" y="161"/>
                  </a:lnTo>
                  <a:lnTo>
                    <a:pt x="1861" y="118"/>
                  </a:lnTo>
                  <a:lnTo>
                    <a:pt x="1837" y="76"/>
                  </a:lnTo>
                  <a:lnTo>
                    <a:pt x="1806" y="37"/>
                  </a:lnTo>
                  <a:lnTo>
                    <a:pt x="1773" y="0"/>
                  </a:lnTo>
                  <a:close/>
                </a:path>
              </a:pathLst>
            </a:custGeom>
            <a:solidFill>
              <a:srgbClr val="D83B0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6468675" y="5471484"/>
              <a:ext cx="1219027" cy="596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Develop + Test</a:t>
              </a:r>
              <a:endParaRPr/>
            </a:p>
          </p:txBody>
        </p:sp>
        <p:sp>
          <p:nvSpPr>
            <p:cNvPr id="226" name="Google Shape;226;p11"/>
            <p:cNvSpPr txBox="1"/>
            <p:nvPr/>
          </p:nvSpPr>
          <p:spPr>
            <a:xfrm>
              <a:off x="10059636" y="4836122"/>
              <a:ext cx="1790701" cy="106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Delivery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Deployment of app and infrastructure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PaaS, IaaS and Containers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27" name="Google Shape;227;p11"/>
            <p:cNvSpPr txBox="1"/>
            <p:nvPr/>
          </p:nvSpPr>
          <p:spPr>
            <a:xfrm>
              <a:off x="10118182" y="2089471"/>
              <a:ext cx="1749277" cy="106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Monitoring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Telemetry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Diagnostics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9" b="0" i="0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Analysis</a:t>
              </a:r>
              <a:endParaRPr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pic>
          <p:nvPicPr>
            <p:cNvPr id="228" name="Google Shape;228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43148" y="3327601"/>
              <a:ext cx="1835430" cy="18379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>
            <a:spLocks noGrp="1"/>
          </p:cNvSpPr>
          <p:nvPr>
            <p:ph sz="half" idx="10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/>
            <a:r>
              <a:rPr lang="en-US" dirty="0"/>
              <a:t>Azure DevOps and Third Party Tools</a:t>
            </a: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 l="1117" r="588"/>
          <a:stretch/>
        </p:blipFill>
        <p:spPr>
          <a:xfrm>
            <a:off x="646508" y="1974005"/>
            <a:ext cx="10815630" cy="19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 l="1019" r="881" b="13350"/>
          <a:stretch/>
        </p:blipFill>
        <p:spPr>
          <a:xfrm>
            <a:off x="616288" y="4537174"/>
            <a:ext cx="10815630" cy="1096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DevOps Platform Supports</a:t>
            </a:r>
            <a:endParaRPr/>
          </a:p>
        </p:txBody>
      </p:sp>
      <p:grpSp>
        <p:nvGrpSpPr>
          <p:cNvPr id="243" name="Google Shape;243;p13"/>
          <p:cNvGrpSpPr/>
          <p:nvPr/>
        </p:nvGrpSpPr>
        <p:grpSpPr>
          <a:xfrm>
            <a:off x="1007909" y="2132711"/>
            <a:ext cx="8862638" cy="3158485"/>
            <a:chOff x="1007909" y="2132711"/>
            <a:chExt cx="8862638" cy="3158485"/>
          </a:xfrm>
        </p:grpSpPr>
        <p:pic>
          <p:nvPicPr>
            <p:cNvPr id="244" name="Google Shape;244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18282" y="2132711"/>
              <a:ext cx="1432890" cy="13136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3"/>
            <p:cNvPicPr preferRelativeResize="0"/>
            <p:nvPr/>
          </p:nvPicPr>
          <p:blipFill rotWithShape="1">
            <a:blip r:embed="rId4">
              <a:alphaModFix/>
            </a:blip>
            <a:srcRect l="15929" r="10478"/>
            <a:stretch/>
          </p:blipFill>
          <p:spPr>
            <a:xfrm>
              <a:off x="3429857" y="4138755"/>
              <a:ext cx="1485901" cy="1078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13" descr="A close up of a logo&#10;&#10;Description generated with very high confidence"/>
            <p:cNvPicPr preferRelativeResize="0"/>
            <p:nvPr/>
          </p:nvPicPr>
          <p:blipFill rotWithShape="1">
            <a:blip r:embed="rId5">
              <a:alphaModFix/>
            </a:blip>
            <a:srcRect l="20433" t="17191" r="19275"/>
            <a:stretch/>
          </p:blipFill>
          <p:spPr>
            <a:xfrm>
              <a:off x="5874829" y="4133027"/>
              <a:ext cx="1597084" cy="1158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3"/>
            <p:cNvPicPr preferRelativeResize="0"/>
            <p:nvPr/>
          </p:nvPicPr>
          <p:blipFill rotWithShape="1">
            <a:blip r:embed="rId6">
              <a:alphaModFix/>
            </a:blip>
            <a:srcRect l="20513" t="22574" r="20355" b="22187"/>
            <a:stretch/>
          </p:blipFill>
          <p:spPr>
            <a:xfrm>
              <a:off x="8529757" y="3976437"/>
              <a:ext cx="1340790" cy="1314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3" descr="A close up of a logo&#10;&#10;Description generated with very high confidence"/>
            <p:cNvPicPr preferRelativeResize="0"/>
            <p:nvPr/>
          </p:nvPicPr>
          <p:blipFill rotWithShape="1">
            <a:blip r:embed="rId7">
              <a:alphaModFix/>
            </a:blip>
            <a:srcRect l="27993" t="13565" r="25268" b="15052"/>
            <a:stretch/>
          </p:blipFill>
          <p:spPr>
            <a:xfrm>
              <a:off x="3512437" y="2314749"/>
              <a:ext cx="1106531" cy="1230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13" descr="A picture containing building, display&#10;&#10;Description generated with high confidenc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07909" y="2481944"/>
              <a:ext cx="889609" cy="895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13" descr="A close up of a sign&#10;&#10;Description generated with very high confidence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07909" y="4104074"/>
              <a:ext cx="1047595" cy="11127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3" descr="A picture containing yellow, indoor&#10;&#10;Description generated with high confidence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119997" y="2341466"/>
              <a:ext cx="855349" cy="11581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TFS is now Azure DevOps Server and Visual Studio Team Services is now Azure DevOps Services. </a:t>
            </a:r>
            <a:endParaRPr sz="2400"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Both provide the same essential services, but Azure DevOps Services offers a cloud platform whereas Azure DevOps Server is the on-premises server. </a:t>
            </a:r>
            <a:endParaRPr sz="2400"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Although both work similarly, Azure DevOps services provide benefits like simplified server management, access to the latest release immediately and remote site connectivity, etc.</a:t>
            </a:r>
            <a:endParaRPr sz="2400" dirty="0"/>
          </a:p>
        </p:txBody>
      </p:sp>
      <p:sp>
        <p:nvSpPr>
          <p:cNvPr id="258" name="Google Shape;258;p1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Azure DevOps Services vs. Azure DevOps Server</a:t>
            </a:r>
            <a:endParaRPr sz="4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DevOps Services Pricing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9120E-A98B-0DA4-F481-7F48D6B9E440}"/>
              </a:ext>
            </a:extLst>
          </p:cNvPr>
          <p:cNvGrpSpPr/>
          <p:nvPr/>
        </p:nvGrpSpPr>
        <p:grpSpPr>
          <a:xfrm>
            <a:off x="630775" y="1169362"/>
            <a:ext cx="10930449" cy="4913942"/>
            <a:chOff x="1613855" y="1161547"/>
            <a:chExt cx="10930449" cy="4913942"/>
          </a:xfrm>
        </p:grpSpPr>
        <p:sp>
          <p:nvSpPr>
            <p:cNvPr id="267" name="Google Shape;267;p15"/>
            <p:cNvSpPr/>
            <p:nvPr/>
          </p:nvSpPr>
          <p:spPr>
            <a:xfrm>
              <a:off x="3346292" y="5767753"/>
              <a:ext cx="6446385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 b="0" i="1" u="none" strike="noStrike" cap="none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Source: www.azure.microsoft.com/en-us/pricing/details/devops/azure-devops-services</a:t>
              </a:r>
              <a:endParaRPr lang="fr-FR" sz="1600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BCB22B-D826-ED19-4DEA-FB29758A1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4354"/>
            <a:stretch/>
          </p:blipFill>
          <p:spPr>
            <a:xfrm>
              <a:off x="1613855" y="1161547"/>
              <a:ext cx="10930449" cy="44030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DevOps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E75017-52EC-1930-5BBE-688F3FC76AF3}"/>
              </a:ext>
            </a:extLst>
          </p:cNvPr>
          <p:cNvGrpSpPr/>
          <p:nvPr/>
        </p:nvGrpSpPr>
        <p:grpSpPr>
          <a:xfrm>
            <a:off x="2230571" y="1261180"/>
            <a:ext cx="7089995" cy="4666616"/>
            <a:chOff x="2230571" y="1589426"/>
            <a:chExt cx="7089995" cy="4666616"/>
          </a:xfrm>
        </p:grpSpPr>
        <p:pic>
          <p:nvPicPr>
            <p:cNvPr id="273" name="Google Shape;273;p16" descr="GitHub structure mapped to Azure DevOp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30571" y="2060586"/>
              <a:ext cx="7089995" cy="4195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194EB4-8F81-BBC4-D380-432921F878AB}"/>
                </a:ext>
              </a:extLst>
            </p:cNvPr>
            <p:cNvSpPr txBox="1"/>
            <p:nvPr/>
          </p:nvSpPr>
          <p:spPr>
            <a:xfrm>
              <a:off x="4208585" y="1589426"/>
              <a:ext cx="29971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https://aex.dev.azure.com/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b="1" dirty="0"/>
              <a:t>Stakeholder</a:t>
            </a:r>
            <a:r>
              <a:rPr lang="en-US" sz="2400" dirty="0"/>
              <a:t>: Provides partial access and can be assigned to unlimited users for free. Assign to users who need access to a limited set of features.</a:t>
            </a:r>
            <a:endParaRPr sz="24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b="1" dirty="0"/>
              <a:t>Basic</a:t>
            </a:r>
            <a:r>
              <a:rPr lang="en-US" sz="2400" dirty="0"/>
              <a:t>: Provides access to most features. Assign to users with a Visual Studio subscription, an Azure DevOps Server CAL, and to users for whom you're paying for Basic access in an organization.</a:t>
            </a:r>
            <a:endParaRPr sz="24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b="1" dirty="0"/>
              <a:t>Visual Studio subscription</a:t>
            </a:r>
            <a:r>
              <a:rPr lang="en-US" sz="2400" dirty="0"/>
              <a:t>: Assign to users who already have a Visual Studio subscription. If you assign Basic or Stakeholder, they also receive their Visual Studio subscription benefits upon sign-in.</a:t>
            </a:r>
            <a:endParaRPr sz="2400" dirty="0"/>
          </a:p>
        </p:txBody>
      </p:sp>
      <p:sp>
        <p:nvSpPr>
          <p:cNvPr id="280" name="Google Shape;280;p1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User Access Level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Used to access important information related to Works Assigned, Build History, and Test Plans. </a:t>
            </a:r>
            <a:endParaRPr sz="24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Supports Customized widgets to provide deep inside of your project and progress workflow.</a:t>
            </a:r>
            <a:endParaRPr sz="24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Supports Charts, Widgets, reports, and Integration with Power BI.</a:t>
            </a:r>
            <a:endParaRPr sz="2400" dirty="0"/>
          </a:p>
        </p:txBody>
      </p:sp>
      <p:sp>
        <p:nvSpPr>
          <p:cNvPr id="286" name="Google Shape;286;p1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Dashboard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Wiki makes your documentation work easy.</a:t>
            </a:r>
            <a:endParaRPr sz="24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Team members collaborate and work together to create project documentation, user manuals, functional documents, technical documents etc. </a:t>
            </a:r>
            <a:endParaRPr sz="24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Used to explain project Vision, epics, specifications, release notes, coding standards and best practices or other content with team members and stakeholders to learn</a:t>
            </a:r>
            <a:endParaRPr sz="2400" dirty="0"/>
          </a:p>
        </p:txBody>
      </p:sp>
      <p:sp>
        <p:nvSpPr>
          <p:cNvPr id="292" name="Google Shape;292;p1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Azure Wiki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141</TotalTime>
  <Words>990</Words>
  <Application>Microsoft Office PowerPoint</Application>
  <PresentationFormat>Widescreen</PresentationFormat>
  <Paragraphs>142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Roboto Light</vt:lpstr>
      <vt:lpstr>Calibri Light</vt:lpstr>
      <vt:lpstr>Arial</vt:lpstr>
      <vt:lpstr>Quattrocento Sans</vt:lpstr>
      <vt:lpstr>Calibri</vt:lpstr>
      <vt:lpstr>Segoe UI</vt:lpstr>
      <vt:lpstr>Roboto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1</cp:revision>
  <dcterms:created xsi:type="dcterms:W3CDTF">2015-04-26T09:42:59Z</dcterms:created>
  <dcterms:modified xsi:type="dcterms:W3CDTF">2025-05-26T09:43:24Z</dcterms:modified>
</cp:coreProperties>
</file>