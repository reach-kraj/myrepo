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9" r:id="rId1"/>
  </p:sldMasterIdLst>
  <p:notesMasterIdLst>
    <p:notesMasterId r:id="rId63"/>
  </p:notesMasterIdLst>
  <p:handoutMasterIdLst>
    <p:handoutMasterId r:id="rId64"/>
  </p:handoutMasterIdLst>
  <p:sldIdLst>
    <p:sldId id="3819" r:id="rId2"/>
    <p:sldId id="3771" r:id="rId3"/>
    <p:sldId id="593" r:id="rId4"/>
    <p:sldId id="3770" r:id="rId5"/>
    <p:sldId id="588" r:id="rId6"/>
    <p:sldId id="3774" r:id="rId7"/>
    <p:sldId id="3793" r:id="rId8"/>
    <p:sldId id="3773" r:id="rId9"/>
    <p:sldId id="3775" r:id="rId10"/>
    <p:sldId id="3779" r:id="rId11"/>
    <p:sldId id="3785" r:id="rId12"/>
    <p:sldId id="510" r:id="rId13"/>
    <p:sldId id="511" r:id="rId14"/>
    <p:sldId id="512" r:id="rId15"/>
    <p:sldId id="3782" r:id="rId16"/>
    <p:sldId id="3780" r:id="rId17"/>
    <p:sldId id="3783" r:id="rId18"/>
    <p:sldId id="3788" r:id="rId19"/>
    <p:sldId id="3789" r:id="rId20"/>
    <p:sldId id="3790" r:id="rId21"/>
    <p:sldId id="3835" r:id="rId22"/>
    <p:sldId id="3791" r:id="rId23"/>
    <p:sldId id="3828" r:id="rId24"/>
    <p:sldId id="3786" r:id="rId25"/>
    <p:sldId id="3787" r:id="rId26"/>
    <p:sldId id="3792" r:id="rId27"/>
    <p:sldId id="3821" r:id="rId28"/>
    <p:sldId id="3777" r:id="rId29"/>
    <p:sldId id="3799" r:id="rId30"/>
    <p:sldId id="3826" r:id="rId31"/>
    <p:sldId id="3834" r:id="rId32"/>
    <p:sldId id="3805" r:id="rId33"/>
    <p:sldId id="3833" r:id="rId34"/>
    <p:sldId id="3776" r:id="rId35"/>
    <p:sldId id="3829" r:id="rId36"/>
    <p:sldId id="3830" r:id="rId37"/>
    <p:sldId id="3822" r:id="rId38"/>
    <p:sldId id="3778" r:id="rId39"/>
    <p:sldId id="3840" r:id="rId40"/>
    <p:sldId id="3814" r:id="rId41"/>
    <p:sldId id="3823" r:id="rId42"/>
    <p:sldId id="3816" r:id="rId43"/>
    <p:sldId id="3831" r:id="rId44"/>
    <p:sldId id="3832" r:id="rId45"/>
    <p:sldId id="3837" r:id="rId46"/>
    <p:sldId id="3838" r:id="rId47"/>
    <p:sldId id="3839" r:id="rId48"/>
    <p:sldId id="3825" r:id="rId49"/>
    <p:sldId id="3794" r:id="rId50"/>
    <p:sldId id="3795" r:id="rId51"/>
    <p:sldId id="3796" r:id="rId52"/>
    <p:sldId id="3797" r:id="rId53"/>
    <p:sldId id="3827" r:id="rId54"/>
    <p:sldId id="557" r:id="rId55"/>
    <p:sldId id="3808" r:id="rId56"/>
    <p:sldId id="3809" r:id="rId57"/>
    <p:sldId id="3807" r:id="rId58"/>
    <p:sldId id="3810" r:id="rId59"/>
    <p:sldId id="3811" r:id="rId60"/>
    <p:sldId id="3836" r:id="rId61"/>
    <p:sldId id="272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DC5F3F"/>
    <a:srgbClr val="009BD2"/>
    <a:srgbClr val="FF9900"/>
    <a:srgbClr val="FF3300"/>
    <a:srgbClr val="FF3399"/>
    <a:srgbClr val="146BD8"/>
    <a:srgbClr val="FFFFFF"/>
    <a:srgbClr val="DD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936EB-2F66-4207-B031-3D5A43B46685}" v="2" dt="2025-05-24T11:59:00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61" autoAdjust="0"/>
    <p:restoredTop sz="65764" autoAdjust="0"/>
  </p:normalViewPr>
  <p:slideViewPr>
    <p:cSldViewPr snapToGrid="0">
      <p:cViewPr varScale="1">
        <p:scale>
          <a:sx n="82" d="100"/>
          <a:sy n="82" d="100"/>
        </p:scale>
        <p:origin x="7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DEE936EB-2F66-4207-B031-3D5A43B46685}"/>
    <pc:docChg chg="undo redo custSel addSld modSld">
      <pc:chgData name="Shailendra Chauhan" userId="a7d3133f-e197-4b90-bf63-99a63a264234" providerId="ADAL" clId="{DEE936EB-2F66-4207-B031-3D5A43B46685}" dt="2025-05-25T11:15:02.237" v="156" actId="6549"/>
      <pc:docMkLst>
        <pc:docMk/>
      </pc:docMkLst>
      <pc:sldChg chg="modSp mod">
        <pc:chgData name="Shailendra Chauhan" userId="a7d3133f-e197-4b90-bf63-99a63a264234" providerId="ADAL" clId="{DEE936EB-2F66-4207-B031-3D5A43B46685}" dt="2025-05-12T12:14:56.620" v="35" actId="207"/>
        <pc:sldMkLst>
          <pc:docMk/>
          <pc:sldMk cId="4107211470" sldId="512"/>
        </pc:sldMkLst>
        <pc:spChg chg="mod">
          <ac:chgData name="Shailendra Chauhan" userId="a7d3133f-e197-4b90-bf63-99a63a264234" providerId="ADAL" clId="{DEE936EB-2F66-4207-B031-3D5A43B46685}" dt="2025-05-12T07:54:39.947" v="1" actId="207"/>
          <ac:spMkLst>
            <pc:docMk/>
            <pc:sldMk cId="4107211470" sldId="512"/>
            <ac:spMk id="7" creationId="{823E4FD2-BB9C-45C1-B4E6-8195E54D946A}"/>
          </ac:spMkLst>
        </pc:spChg>
        <pc:spChg chg="mod">
          <ac:chgData name="Shailendra Chauhan" userId="a7d3133f-e197-4b90-bf63-99a63a264234" providerId="ADAL" clId="{DEE936EB-2F66-4207-B031-3D5A43B46685}" dt="2025-05-12T07:54:46.058" v="2" actId="207"/>
          <ac:spMkLst>
            <pc:docMk/>
            <pc:sldMk cId="4107211470" sldId="512"/>
            <ac:spMk id="9" creationId="{F1CEE401-97B9-4904-99D9-F87FBFB36B1A}"/>
          </ac:spMkLst>
        </pc:spChg>
        <pc:spChg chg="mod">
          <ac:chgData name="Shailendra Chauhan" userId="a7d3133f-e197-4b90-bf63-99a63a264234" providerId="ADAL" clId="{DEE936EB-2F66-4207-B031-3D5A43B46685}" dt="2025-05-12T12:14:42.042" v="34" actId="14100"/>
          <ac:spMkLst>
            <pc:docMk/>
            <pc:sldMk cId="4107211470" sldId="512"/>
            <ac:spMk id="10" creationId="{2D45564A-B75F-4D52-A5A1-4A9382DF1779}"/>
          </ac:spMkLst>
        </pc:spChg>
        <pc:spChg chg="mod">
          <ac:chgData name="Shailendra Chauhan" userId="a7d3133f-e197-4b90-bf63-99a63a264234" providerId="ADAL" clId="{DEE936EB-2F66-4207-B031-3D5A43B46685}" dt="2025-05-12T12:14:56.620" v="35" actId="207"/>
          <ac:spMkLst>
            <pc:docMk/>
            <pc:sldMk cId="4107211470" sldId="512"/>
            <ac:spMk id="14" creationId="{D9186418-F65E-4DBA-B017-15DBA1F720FD}"/>
          </ac:spMkLst>
        </pc:spChg>
        <pc:spChg chg="mod">
          <ac:chgData name="Shailendra Chauhan" userId="a7d3133f-e197-4b90-bf63-99a63a264234" providerId="ADAL" clId="{DEE936EB-2F66-4207-B031-3D5A43B46685}" dt="2025-05-12T07:54:58.561" v="4" actId="207"/>
          <ac:spMkLst>
            <pc:docMk/>
            <pc:sldMk cId="4107211470" sldId="512"/>
            <ac:spMk id="15" creationId="{10A335D4-0047-4367-B71A-EC2104364A1E}"/>
          </ac:spMkLst>
        </pc:spChg>
        <pc:spChg chg="mod">
          <ac:chgData name="Shailendra Chauhan" userId="a7d3133f-e197-4b90-bf63-99a63a264234" providerId="ADAL" clId="{DEE936EB-2F66-4207-B031-3D5A43B46685}" dt="2025-05-12T07:54:35.037" v="0" actId="207"/>
          <ac:spMkLst>
            <pc:docMk/>
            <pc:sldMk cId="4107211470" sldId="512"/>
            <ac:spMk id="21" creationId="{DFDB44BF-6F66-4D54-B5E6-BFA10F192EEB}"/>
          </ac:spMkLst>
        </pc:spChg>
        <pc:grpChg chg="mod">
          <ac:chgData name="Shailendra Chauhan" userId="a7d3133f-e197-4b90-bf63-99a63a264234" providerId="ADAL" clId="{DEE936EB-2F66-4207-B031-3D5A43B46685}" dt="2025-05-12T07:55:07.524" v="21" actId="1036"/>
          <ac:grpSpMkLst>
            <pc:docMk/>
            <pc:sldMk cId="4107211470" sldId="512"/>
            <ac:grpSpMk id="11" creationId="{77552C33-45B6-455A-ABFE-45EDCEFC6475}"/>
          </ac:grpSpMkLst>
        </pc:grpChg>
        <pc:grpChg chg="mod">
          <ac:chgData name="Shailendra Chauhan" userId="a7d3133f-e197-4b90-bf63-99a63a264234" providerId="ADAL" clId="{DEE936EB-2F66-4207-B031-3D5A43B46685}" dt="2025-05-12T07:55:07.524" v="21" actId="1036"/>
          <ac:grpSpMkLst>
            <pc:docMk/>
            <pc:sldMk cId="4107211470" sldId="512"/>
            <ac:grpSpMk id="12" creationId="{3D189ECA-A5DD-4F3D-9454-B501876F7907}"/>
          </ac:grpSpMkLst>
        </pc:grpChg>
        <pc:grpChg chg="mod">
          <ac:chgData name="Shailendra Chauhan" userId="a7d3133f-e197-4b90-bf63-99a63a264234" providerId="ADAL" clId="{DEE936EB-2F66-4207-B031-3D5A43B46685}" dt="2025-05-12T07:55:07.524" v="21" actId="1036"/>
          <ac:grpSpMkLst>
            <pc:docMk/>
            <pc:sldMk cId="4107211470" sldId="512"/>
            <ac:grpSpMk id="13" creationId="{0C18F034-B04A-402A-A2BA-D60CF46FBFA2}"/>
          </ac:grpSpMkLst>
        </pc:grpChg>
        <pc:grpChg chg="mod">
          <ac:chgData name="Shailendra Chauhan" userId="a7d3133f-e197-4b90-bf63-99a63a264234" providerId="ADAL" clId="{DEE936EB-2F66-4207-B031-3D5A43B46685}" dt="2025-05-12T07:55:07.524" v="21" actId="1036"/>
          <ac:grpSpMkLst>
            <pc:docMk/>
            <pc:sldMk cId="4107211470" sldId="512"/>
            <ac:grpSpMk id="19" creationId="{D8BBB267-8120-47A4-A99C-1BD84B95F8E0}"/>
          </ac:grpSpMkLst>
        </pc:grpChg>
        <pc:grpChg chg="mod">
          <ac:chgData name="Shailendra Chauhan" userId="a7d3133f-e197-4b90-bf63-99a63a264234" providerId="ADAL" clId="{DEE936EB-2F66-4207-B031-3D5A43B46685}" dt="2025-05-12T07:55:19.938" v="30" actId="1036"/>
          <ac:grpSpMkLst>
            <pc:docMk/>
            <pc:sldMk cId="4107211470" sldId="512"/>
            <ac:grpSpMk id="22" creationId="{3E860FA7-0BEE-417D-BC0F-92FF3519A54E}"/>
          </ac:grpSpMkLst>
        </pc:grpChg>
      </pc:sldChg>
      <pc:sldChg chg="modSp mod">
        <pc:chgData name="Shailendra Chauhan" userId="a7d3133f-e197-4b90-bf63-99a63a264234" providerId="ADAL" clId="{DEE936EB-2F66-4207-B031-3D5A43B46685}" dt="2025-05-12T12:09:58.786" v="33" actId="14100"/>
        <pc:sldMkLst>
          <pc:docMk/>
          <pc:sldMk cId="899750030" sldId="588"/>
        </pc:sldMkLst>
        <pc:grpChg chg="mod">
          <ac:chgData name="Shailendra Chauhan" userId="a7d3133f-e197-4b90-bf63-99a63a264234" providerId="ADAL" clId="{DEE936EB-2F66-4207-B031-3D5A43B46685}" dt="2025-05-12T12:09:58.786" v="33" actId="14100"/>
          <ac:grpSpMkLst>
            <pc:docMk/>
            <pc:sldMk cId="899750030" sldId="588"/>
            <ac:grpSpMk id="18" creationId="{184DC180-E306-42B2-AF5B-90BA3A7145A8}"/>
          </ac:grpSpMkLst>
        </pc:grpChg>
      </pc:sldChg>
      <pc:sldChg chg="modSp mod">
        <pc:chgData name="Shailendra Chauhan" userId="a7d3133f-e197-4b90-bf63-99a63a264234" providerId="ADAL" clId="{DEE936EB-2F66-4207-B031-3D5A43B46685}" dt="2025-05-24T11:51:25.879" v="152" actId="20577"/>
        <pc:sldMkLst>
          <pc:docMk/>
          <pc:sldMk cId="2634421237" sldId="3778"/>
        </pc:sldMkLst>
        <pc:spChg chg="mod">
          <ac:chgData name="Shailendra Chauhan" userId="a7d3133f-e197-4b90-bf63-99a63a264234" providerId="ADAL" clId="{DEE936EB-2F66-4207-B031-3D5A43B46685}" dt="2025-05-24T11:51:25.879" v="152" actId="20577"/>
          <ac:spMkLst>
            <pc:docMk/>
            <pc:sldMk cId="2634421237" sldId="3778"/>
            <ac:spMk id="2" creationId="{D1C8ABCC-3F7A-4016-9C71-7FF063D4BED6}"/>
          </ac:spMkLst>
        </pc:spChg>
      </pc:sldChg>
      <pc:sldChg chg="modSp mod">
        <pc:chgData name="Shailendra Chauhan" userId="a7d3133f-e197-4b90-bf63-99a63a264234" providerId="ADAL" clId="{DEE936EB-2F66-4207-B031-3D5A43B46685}" dt="2025-05-25T11:15:02.237" v="156" actId="6549"/>
        <pc:sldMkLst>
          <pc:docMk/>
          <pc:sldMk cId="2230372990" sldId="3799"/>
        </pc:sldMkLst>
        <pc:spChg chg="mod">
          <ac:chgData name="Shailendra Chauhan" userId="a7d3133f-e197-4b90-bf63-99a63a264234" providerId="ADAL" clId="{DEE936EB-2F66-4207-B031-3D5A43B46685}" dt="2025-05-25T11:15:02.237" v="156" actId="6549"/>
          <ac:spMkLst>
            <pc:docMk/>
            <pc:sldMk cId="2230372990" sldId="3799"/>
            <ac:spMk id="3" creationId="{616ADD5F-AA81-49FB-B65C-3BB471D932E5}"/>
          </ac:spMkLst>
        </pc:spChg>
      </pc:sldChg>
      <pc:sldChg chg="modSp mod">
        <pc:chgData name="Shailendra Chauhan" userId="a7d3133f-e197-4b90-bf63-99a63a264234" providerId="ADAL" clId="{DEE936EB-2F66-4207-B031-3D5A43B46685}" dt="2025-05-24T11:58:58.523" v="153" actId="20578"/>
        <pc:sldMkLst>
          <pc:docMk/>
          <pc:sldMk cId="3240099448" sldId="3830"/>
        </pc:sldMkLst>
        <pc:spChg chg="mod">
          <ac:chgData name="Shailendra Chauhan" userId="a7d3133f-e197-4b90-bf63-99a63a264234" providerId="ADAL" clId="{DEE936EB-2F66-4207-B031-3D5A43B46685}" dt="2025-05-24T11:58:58.523" v="153" actId="20578"/>
          <ac:spMkLst>
            <pc:docMk/>
            <pc:sldMk cId="3240099448" sldId="3830"/>
            <ac:spMk id="3" creationId="{616ADD5F-AA81-49FB-B65C-3BB471D932E5}"/>
          </ac:spMkLst>
        </pc:spChg>
      </pc:sldChg>
      <pc:sldChg chg="modSp add mod">
        <pc:chgData name="Shailendra Chauhan" userId="a7d3133f-e197-4b90-bf63-99a63a264234" providerId="ADAL" clId="{DEE936EB-2F66-4207-B031-3D5A43B46685}" dt="2025-05-24T11:26:51.046" v="110" actId="20577"/>
        <pc:sldMkLst>
          <pc:docMk/>
          <pc:sldMk cId="2124188786" sldId="3840"/>
        </pc:sldMkLst>
        <pc:spChg chg="mod">
          <ac:chgData name="Shailendra Chauhan" userId="a7d3133f-e197-4b90-bf63-99a63a264234" providerId="ADAL" clId="{DEE936EB-2F66-4207-B031-3D5A43B46685}" dt="2025-05-24T11:26:51.046" v="110" actId="20577"/>
          <ac:spMkLst>
            <pc:docMk/>
            <pc:sldMk cId="2124188786" sldId="3840"/>
            <ac:spMk id="2" creationId="{62A19922-1111-22F3-F8E5-7F3E834D9032}"/>
          </ac:spMkLst>
        </pc:spChg>
      </pc:sldChg>
    </pc:docChg>
  </pc:docChgLst>
  <pc:docChgLst>
    <pc:chgData name="Shailendra Chauhan" userId="a7d3133f-e197-4b90-bf63-99a63a264234" providerId="ADAL" clId="{DC55D0E3-71D6-4985-9758-29B5631FCAC7}"/>
    <pc:docChg chg="modSld">
      <pc:chgData name="Shailendra Chauhan" userId="a7d3133f-e197-4b90-bf63-99a63a264234" providerId="ADAL" clId="{DC55D0E3-71D6-4985-9758-29B5631FCAC7}" dt="2025-04-04T11:41:15.268" v="14" actId="1035"/>
      <pc:docMkLst>
        <pc:docMk/>
      </pc:docMkLst>
      <pc:sldChg chg="modSp mod">
        <pc:chgData name="Shailendra Chauhan" userId="a7d3133f-e197-4b90-bf63-99a63a264234" providerId="ADAL" clId="{DC55D0E3-71D6-4985-9758-29B5631FCAC7}" dt="2025-04-04T11:40:56.838" v="1" actId="1076"/>
        <pc:sldMkLst>
          <pc:docMk/>
          <pc:sldMk cId="2977301892" sldId="3780"/>
        </pc:sldMkLst>
        <pc:spChg chg="mod">
          <ac:chgData name="Shailendra Chauhan" userId="a7d3133f-e197-4b90-bf63-99a63a264234" providerId="ADAL" clId="{DC55D0E3-71D6-4985-9758-29B5631FCAC7}" dt="2025-04-04T11:40:56.838" v="1" actId="1076"/>
          <ac:spMkLst>
            <pc:docMk/>
            <pc:sldMk cId="2977301892" sldId="3780"/>
            <ac:spMk id="5" creationId="{5EA20EA3-9D46-41E3-83F8-881F64611501}"/>
          </ac:spMkLst>
        </pc:spChg>
      </pc:sldChg>
      <pc:sldChg chg="modSp mod">
        <pc:chgData name="Shailendra Chauhan" userId="a7d3133f-e197-4b90-bf63-99a63a264234" providerId="ADAL" clId="{DC55D0E3-71D6-4985-9758-29B5631FCAC7}" dt="2025-04-04T11:40:59.454" v="2" actId="1076"/>
        <pc:sldMkLst>
          <pc:docMk/>
          <pc:sldMk cId="1923659038" sldId="3782"/>
        </pc:sldMkLst>
        <pc:spChg chg="mod">
          <ac:chgData name="Shailendra Chauhan" userId="a7d3133f-e197-4b90-bf63-99a63a264234" providerId="ADAL" clId="{DC55D0E3-71D6-4985-9758-29B5631FCAC7}" dt="2025-04-04T11:40:59.454" v="2" actId="1076"/>
          <ac:spMkLst>
            <pc:docMk/>
            <pc:sldMk cId="1923659038" sldId="3782"/>
            <ac:spMk id="4" creationId="{9EAE680F-E5D6-45EA-AC4A-EAA8B4CEF654}"/>
          </ac:spMkLst>
        </pc:spChg>
      </pc:sldChg>
      <pc:sldChg chg="modSp mod">
        <pc:chgData name="Shailendra Chauhan" userId="a7d3133f-e197-4b90-bf63-99a63a264234" providerId="ADAL" clId="{DC55D0E3-71D6-4985-9758-29B5631FCAC7}" dt="2025-04-04T11:40:48.598" v="0" actId="1076"/>
        <pc:sldMkLst>
          <pc:docMk/>
          <pc:sldMk cId="1395356757" sldId="3787"/>
        </pc:sldMkLst>
        <pc:spChg chg="mod">
          <ac:chgData name="Shailendra Chauhan" userId="a7d3133f-e197-4b90-bf63-99a63a264234" providerId="ADAL" clId="{DC55D0E3-71D6-4985-9758-29B5631FCAC7}" dt="2025-04-04T11:40:48.598" v="0" actId="1076"/>
          <ac:spMkLst>
            <pc:docMk/>
            <pc:sldMk cId="1395356757" sldId="3787"/>
            <ac:spMk id="2" creationId="{BDFB91FE-46B5-4D65-8EC9-3D0639BBA4EB}"/>
          </ac:spMkLst>
        </pc:spChg>
      </pc:sldChg>
      <pc:sldChg chg="modSp mod">
        <pc:chgData name="Shailendra Chauhan" userId="a7d3133f-e197-4b90-bf63-99a63a264234" providerId="ADAL" clId="{DC55D0E3-71D6-4985-9758-29B5631FCAC7}" dt="2025-04-04T11:41:15.268" v="14" actId="1035"/>
        <pc:sldMkLst>
          <pc:docMk/>
          <pc:sldMk cId="3542298511" sldId="3792"/>
        </pc:sldMkLst>
        <pc:graphicFrameChg chg="mod">
          <ac:chgData name="Shailendra Chauhan" userId="a7d3133f-e197-4b90-bf63-99a63a264234" providerId="ADAL" clId="{DC55D0E3-71D6-4985-9758-29B5631FCAC7}" dt="2025-04-04T11:41:15.268" v="14" actId="1035"/>
          <ac:graphicFrameMkLst>
            <pc:docMk/>
            <pc:sldMk cId="3542298511" sldId="3792"/>
            <ac:graphicFrameMk id="8" creationId="{FFEF11A5-D096-414D-96AD-7E7305E4404A}"/>
          </ac:graphicFrameMkLst>
        </pc:graphicFrameChg>
        <pc:graphicFrameChg chg="mod">
          <ac:chgData name="Shailendra Chauhan" userId="a7d3133f-e197-4b90-bf63-99a63a264234" providerId="ADAL" clId="{DC55D0E3-71D6-4985-9758-29B5631FCAC7}" dt="2025-04-04T11:41:15.268" v="14" actId="1035"/>
          <ac:graphicFrameMkLst>
            <pc:docMk/>
            <pc:sldMk cId="3542298511" sldId="3792"/>
            <ac:graphicFrameMk id="21" creationId="{CB3EBD4B-2348-4B99-B06F-1BB5694718FA}"/>
          </ac:graphicFrameMkLst>
        </pc:graphicFrameChg>
        <pc:graphicFrameChg chg="mod">
          <ac:chgData name="Shailendra Chauhan" userId="a7d3133f-e197-4b90-bf63-99a63a264234" providerId="ADAL" clId="{DC55D0E3-71D6-4985-9758-29B5631FCAC7}" dt="2025-04-04T11:41:15.268" v="14" actId="1035"/>
          <ac:graphicFrameMkLst>
            <pc:docMk/>
            <pc:sldMk cId="3542298511" sldId="3792"/>
            <ac:graphicFrameMk id="22" creationId="{E402FF4D-307C-4A28-91A4-88D06CD56A10}"/>
          </ac:graphicFrameMkLst>
        </pc:graphicFrameChg>
      </pc:sldChg>
    </pc:docChg>
  </pc:docChgLst>
  <pc:docChgLst>
    <pc:chgData name="Shailendra Chauhan" userId="a7d3133f-e197-4b90-bf63-99a63a264234" providerId="ADAL" clId="{F873060C-26DC-440C-A478-B9243DC4BE3E}"/>
    <pc:docChg chg="undo redo custSel addSld delSld modSld">
      <pc:chgData name="Shailendra Chauhan" userId="a7d3133f-e197-4b90-bf63-99a63a264234" providerId="ADAL" clId="{F873060C-26DC-440C-A478-B9243DC4BE3E}" dt="2024-06-30T08:56:20.975" v="1000" actId="20577"/>
      <pc:docMkLst>
        <pc:docMk/>
      </pc:docMkLst>
      <pc:sldChg chg="add setBg">
        <pc:chgData name="Shailendra Chauhan" userId="a7d3133f-e197-4b90-bf63-99a63a264234" providerId="ADAL" clId="{F873060C-26DC-440C-A478-B9243DC4BE3E}" dt="2024-06-23T05:17:53.315" v="305"/>
        <pc:sldMkLst>
          <pc:docMk/>
          <pc:sldMk cId="0" sldId="272"/>
        </pc:sldMkLst>
      </pc:sldChg>
      <pc:sldChg chg="del">
        <pc:chgData name="Shailendra Chauhan" userId="a7d3133f-e197-4b90-bf63-99a63a264234" providerId="ADAL" clId="{F873060C-26DC-440C-A478-B9243DC4BE3E}" dt="2024-06-23T07:23:19.910" v="807" actId="2696"/>
        <pc:sldMkLst>
          <pc:docMk/>
          <pc:sldMk cId="709116589" sldId="510"/>
        </pc:sldMkLst>
      </pc:sldChg>
      <pc:sldChg chg="add">
        <pc:chgData name="Shailendra Chauhan" userId="a7d3133f-e197-4b90-bf63-99a63a264234" providerId="ADAL" clId="{F873060C-26DC-440C-A478-B9243DC4BE3E}" dt="2024-06-23T07:23:33.969" v="808"/>
        <pc:sldMkLst>
          <pc:docMk/>
          <pc:sldMk cId="1392977675" sldId="510"/>
        </pc:sldMkLst>
      </pc:sldChg>
      <pc:sldChg chg="del">
        <pc:chgData name="Shailendra Chauhan" userId="a7d3133f-e197-4b90-bf63-99a63a264234" providerId="ADAL" clId="{F873060C-26DC-440C-A478-B9243DC4BE3E}" dt="2024-06-23T07:23:19.910" v="807" actId="2696"/>
        <pc:sldMkLst>
          <pc:docMk/>
          <pc:sldMk cId="595449188" sldId="511"/>
        </pc:sldMkLst>
      </pc:sldChg>
      <pc:sldChg chg="add">
        <pc:chgData name="Shailendra Chauhan" userId="a7d3133f-e197-4b90-bf63-99a63a264234" providerId="ADAL" clId="{F873060C-26DC-440C-A478-B9243DC4BE3E}" dt="2024-06-23T07:23:33.969" v="808"/>
        <pc:sldMkLst>
          <pc:docMk/>
          <pc:sldMk cId="4225698511" sldId="511"/>
        </pc:sldMkLst>
      </pc:sldChg>
      <pc:sldChg chg="del">
        <pc:chgData name="Shailendra Chauhan" userId="a7d3133f-e197-4b90-bf63-99a63a264234" providerId="ADAL" clId="{F873060C-26DC-440C-A478-B9243DC4BE3E}" dt="2024-06-23T07:23:19.910" v="807" actId="2696"/>
        <pc:sldMkLst>
          <pc:docMk/>
          <pc:sldMk cId="3297039976" sldId="512"/>
        </pc:sldMkLst>
      </pc:sldChg>
      <pc:sldChg chg="add">
        <pc:chgData name="Shailendra Chauhan" userId="a7d3133f-e197-4b90-bf63-99a63a264234" providerId="ADAL" clId="{F873060C-26DC-440C-A478-B9243DC4BE3E}" dt="2024-06-23T07:23:33.969" v="808"/>
        <pc:sldMkLst>
          <pc:docMk/>
          <pc:sldMk cId="4107211470" sldId="512"/>
        </pc:sldMkLst>
      </pc:sldChg>
      <pc:sldChg chg="modSp">
        <pc:chgData name="Shailendra Chauhan" userId="a7d3133f-e197-4b90-bf63-99a63a264234" providerId="ADAL" clId="{F873060C-26DC-440C-A478-B9243DC4BE3E}" dt="2024-06-23T07:20:57.396" v="783" actId="404"/>
        <pc:sldMkLst>
          <pc:docMk/>
          <pc:sldMk cId="1533238454" sldId="3771"/>
        </pc:sldMkLst>
      </pc:sldChg>
      <pc:sldChg chg="addSp modSp add mod setBg">
        <pc:chgData name="Shailendra Chauhan" userId="a7d3133f-e197-4b90-bf63-99a63a264234" providerId="ADAL" clId="{F873060C-26DC-440C-A478-B9243DC4BE3E}" dt="2024-06-23T07:16:35.408" v="752" actId="1076"/>
        <pc:sldMkLst>
          <pc:docMk/>
          <pc:sldMk cId="2089421008" sldId="3776"/>
        </pc:sldMkLst>
      </pc:sldChg>
      <pc:sldChg chg="del">
        <pc:chgData name="Shailendra Chauhan" userId="a7d3133f-e197-4b90-bf63-99a63a264234" providerId="ADAL" clId="{F873060C-26DC-440C-A478-B9243DC4BE3E}" dt="2024-06-23T07:11:55.199" v="654" actId="2696"/>
        <pc:sldMkLst>
          <pc:docMk/>
          <pc:sldMk cId="2582012446" sldId="3776"/>
        </pc:sldMkLst>
      </pc:sldChg>
      <pc:sldChg chg="modSp mod">
        <pc:chgData name="Shailendra Chauhan" userId="a7d3133f-e197-4b90-bf63-99a63a264234" providerId="ADAL" clId="{F873060C-26DC-440C-A478-B9243DC4BE3E}" dt="2024-06-23T05:36:27.514" v="329" actId="403"/>
        <pc:sldMkLst>
          <pc:docMk/>
          <pc:sldMk cId="16885830" sldId="3777"/>
        </pc:sldMkLst>
      </pc:sldChg>
      <pc:sldChg chg="modSp mod">
        <pc:chgData name="Shailendra Chauhan" userId="a7d3133f-e197-4b90-bf63-99a63a264234" providerId="ADAL" clId="{F873060C-26DC-440C-A478-B9243DC4BE3E}" dt="2024-06-23T04:59:06.665" v="286" actId="20577"/>
        <pc:sldMkLst>
          <pc:docMk/>
          <pc:sldMk cId="2634421237" sldId="3778"/>
        </pc:sldMkLst>
      </pc:sldChg>
      <pc:sldChg chg="modSp mod">
        <pc:chgData name="Shailendra Chauhan" userId="a7d3133f-e197-4b90-bf63-99a63a264234" providerId="ADAL" clId="{F873060C-26DC-440C-A478-B9243DC4BE3E}" dt="2024-06-09T06:15:53.525" v="18" actId="1076"/>
        <pc:sldMkLst>
          <pc:docMk/>
          <pc:sldMk cId="2977301892" sldId="3780"/>
        </pc:sldMkLst>
      </pc:sldChg>
      <pc:sldChg chg="modSp mod">
        <pc:chgData name="Shailendra Chauhan" userId="a7d3133f-e197-4b90-bf63-99a63a264234" providerId="ADAL" clId="{F873060C-26DC-440C-A478-B9243DC4BE3E}" dt="2024-06-09T06:15:35.059" v="15" actId="404"/>
        <pc:sldMkLst>
          <pc:docMk/>
          <pc:sldMk cId="1923659038" sldId="3782"/>
        </pc:sldMkLst>
      </pc:sldChg>
      <pc:sldChg chg="addSp delSp modSp mod addAnim delAnim modAnim">
        <pc:chgData name="Shailendra Chauhan" userId="a7d3133f-e197-4b90-bf63-99a63a264234" providerId="ADAL" clId="{F873060C-26DC-440C-A478-B9243DC4BE3E}" dt="2024-06-09T06:14:39.794" v="12" actId="14100"/>
        <pc:sldMkLst>
          <pc:docMk/>
          <pc:sldMk cId="4073312230" sldId="3785"/>
        </pc:sldMkLst>
      </pc:sldChg>
      <pc:sldChg chg="modSp mod">
        <pc:chgData name="Shailendra Chauhan" userId="a7d3133f-e197-4b90-bf63-99a63a264234" providerId="ADAL" clId="{F873060C-26DC-440C-A478-B9243DC4BE3E}" dt="2024-06-09T06:17:33.089" v="20" actId="27636"/>
        <pc:sldMkLst>
          <pc:docMk/>
          <pc:sldMk cId="3256580545" sldId="3789"/>
        </pc:sldMkLst>
      </pc:sldChg>
      <pc:sldChg chg="add del">
        <pc:chgData name="Shailendra Chauhan" userId="a7d3133f-e197-4b90-bf63-99a63a264234" providerId="ADAL" clId="{F873060C-26DC-440C-A478-B9243DC4BE3E}" dt="2024-06-23T07:22:24.498" v="785" actId="2696"/>
        <pc:sldMkLst>
          <pc:docMk/>
          <pc:sldMk cId="3473270154" sldId="3791"/>
        </pc:sldMkLst>
      </pc:sldChg>
      <pc:sldChg chg="modSp mod">
        <pc:chgData name="Shailendra Chauhan" userId="a7d3133f-e197-4b90-bf63-99a63a264234" providerId="ADAL" clId="{F873060C-26DC-440C-A478-B9243DC4BE3E}" dt="2024-06-23T07:18:56.188" v="769" actId="20577"/>
        <pc:sldMkLst>
          <pc:docMk/>
          <pc:sldMk cId="119546374" sldId="3794"/>
        </pc:sldMkLst>
      </pc:sldChg>
      <pc:sldChg chg="modSp mod">
        <pc:chgData name="Shailendra Chauhan" userId="a7d3133f-e197-4b90-bf63-99a63a264234" providerId="ADAL" clId="{F873060C-26DC-440C-A478-B9243DC4BE3E}" dt="2024-06-23T07:19:00.914" v="773" actId="20577"/>
        <pc:sldMkLst>
          <pc:docMk/>
          <pc:sldMk cId="369078349" sldId="3795"/>
        </pc:sldMkLst>
      </pc:sldChg>
      <pc:sldChg chg="modSp mod">
        <pc:chgData name="Shailendra Chauhan" userId="a7d3133f-e197-4b90-bf63-99a63a264234" providerId="ADAL" clId="{F873060C-26DC-440C-A478-B9243DC4BE3E}" dt="2024-06-23T07:19:05.231" v="779" actId="20577"/>
        <pc:sldMkLst>
          <pc:docMk/>
          <pc:sldMk cId="2866203432" sldId="3796"/>
        </pc:sldMkLst>
      </pc:sldChg>
      <pc:sldChg chg="addSp modSp mod">
        <pc:chgData name="Shailendra Chauhan" userId="a7d3133f-e197-4b90-bf63-99a63a264234" providerId="ADAL" clId="{F873060C-26DC-440C-A478-B9243DC4BE3E}" dt="2024-06-16T05:22:18.022" v="164" actId="14100"/>
        <pc:sldMkLst>
          <pc:docMk/>
          <pc:sldMk cId="421901433" sldId="3797"/>
        </pc:sldMkLst>
      </pc:sldChg>
      <pc:sldChg chg="add del">
        <pc:chgData name="Shailendra Chauhan" userId="a7d3133f-e197-4b90-bf63-99a63a264234" providerId="ADAL" clId="{F873060C-26DC-440C-A478-B9243DC4BE3E}" dt="2024-06-23T07:11:29.129" v="651" actId="2696"/>
        <pc:sldMkLst>
          <pc:docMk/>
          <pc:sldMk cId="478777168" sldId="3798"/>
        </pc:sldMkLst>
      </pc:sldChg>
      <pc:sldChg chg="del">
        <pc:chgData name="Shailendra Chauhan" userId="a7d3133f-e197-4b90-bf63-99a63a264234" providerId="ADAL" clId="{F873060C-26DC-440C-A478-B9243DC4BE3E}" dt="2024-06-23T07:05:01.601" v="627" actId="2696"/>
        <pc:sldMkLst>
          <pc:docMk/>
          <pc:sldMk cId="3993066424" sldId="3798"/>
        </pc:sldMkLst>
      </pc:sldChg>
      <pc:sldChg chg="modSp mod">
        <pc:chgData name="Shailendra Chauhan" userId="a7d3133f-e197-4b90-bf63-99a63a264234" providerId="ADAL" clId="{F873060C-26DC-440C-A478-B9243DC4BE3E}" dt="2024-06-23T07:20:08.995" v="780" actId="207"/>
        <pc:sldMkLst>
          <pc:docMk/>
          <pc:sldMk cId="2230372990" sldId="3799"/>
        </pc:sldMkLst>
      </pc:sldChg>
      <pc:sldChg chg="modSp del mod">
        <pc:chgData name="Shailendra Chauhan" userId="a7d3133f-e197-4b90-bf63-99a63a264234" providerId="ADAL" clId="{F873060C-26DC-440C-A478-B9243DC4BE3E}" dt="2024-06-23T07:18:37.225" v="765" actId="2696"/>
        <pc:sldMkLst>
          <pc:docMk/>
          <pc:sldMk cId="181665731" sldId="3804"/>
        </pc:sldMkLst>
      </pc:sldChg>
      <pc:sldChg chg="modSp del mod">
        <pc:chgData name="Shailendra Chauhan" userId="a7d3133f-e197-4b90-bf63-99a63a264234" providerId="ADAL" clId="{F873060C-26DC-440C-A478-B9243DC4BE3E}" dt="2024-06-23T07:02:55.372" v="594" actId="2696"/>
        <pc:sldMkLst>
          <pc:docMk/>
          <pc:sldMk cId="1034290720" sldId="3805"/>
        </pc:sldMkLst>
      </pc:sldChg>
      <pc:sldChg chg="add">
        <pc:chgData name="Shailendra Chauhan" userId="a7d3133f-e197-4b90-bf63-99a63a264234" providerId="ADAL" clId="{F873060C-26DC-440C-A478-B9243DC4BE3E}" dt="2024-06-23T07:03:08.246" v="595"/>
        <pc:sldMkLst>
          <pc:docMk/>
          <pc:sldMk cId="2848523122" sldId="3805"/>
        </pc:sldMkLst>
      </pc:sldChg>
      <pc:sldChg chg="addSp modSp mod">
        <pc:chgData name="Shailendra Chauhan" userId="a7d3133f-e197-4b90-bf63-99a63a264234" providerId="ADAL" clId="{F873060C-26DC-440C-A478-B9243DC4BE3E}" dt="2024-06-16T05:21:44.230" v="158" actId="1076"/>
        <pc:sldMkLst>
          <pc:docMk/>
          <pc:sldMk cId="1768319875" sldId="3811"/>
        </pc:sldMkLst>
      </pc:sldChg>
      <pc:sldChg chg="modSp mod">
        <pc:chgData name="Shailendra Chauhan" userId="a7d3133f-e197-4b90-bf63-99a63a264234" providerId="ADAL" clId="{F873060C-26DC-440C-A478-B9243DC4BE3E}" dt="2024-06-23T05:04:55.954" v="304" actId="313"/>
        <pc:sldMkLst>
          <pc:docMk/>
          <pc:sldMk cId="4279715709" sldId="3814"/>
        </pc:sldMkLst>
      </pc:sldChg>
      <pc:sldChg chg="addSp modSp mod">
        <pc:chgData name="Shailendra Chauhan" userId="a7d3133f-e197-4b90-bf63-99a63a264234" providerId="ADAL" clId="{F873060C-26DC-440C-A478-B9243DC4BE3E}" dt="2024-06-23T07:20:41.976" v="782" actId="207"/>
        <pc:sldMkLst>
          <pc:docMk/>
          <pc:sldMk cId="1796986488" sldId="3816"/>
        </pc:sldMkLst>
      </pc:sldChg>
      <pc:sldChg chg="modSp del mod">
        <pc:chgData name="Shailendra Chauhan" userId="a7d3133f-e197-4b90-bf63-99a63a264234" providerId="ADAL" clId="{F873060C-26DC-440C-A478-B9243DC4BE3E}" dt="2024-06-23T07:04:51.162" v="626" actId="2696"/>
        <pc:sldMkLst>
          <pc:docMk/>
          <pc:sldMk cId="2756934511" sldId="3817"/>
        </pc:sldMkLst>
      </pc:sldChg>
      <pc:sldChg chg="del">
        <pc:chgData name="Shailendra Chauhan" userId="a7d3133f-e197-4b90-bf63-99a63a264234" providerId="ADAL" clId="{F873060C-26DC-440C-A478-B9243DC4BE3E}" dt="2024-06-23T07:23:03.287" v="806" actId="2696"/>
        <pc:sldMkLst>
          <pc:docMk/>
          <pc:sldMk cId="1639373401" sldId="3820"/>
        </pc:sldMkLst>
      </pc:sldChg>
      <pc:sldChg chg="modSp mod">
        <pc:chgData name="Shailendra Chauhan" userId="a7d3133f-e197-4b90-bf63-99a63a264234" providerId="ADAL" clId="{F873060C-26DC-440C-A478-B9243DC4BE3E}" dt="2024-06-23T05:38:10.243" v="348" actId="20577"/>
        <pc:sldMkLst>
          <pc:docMk/>
          <pc:sldMk cId="1561366631" sldId="3822"/>
        </pc:sldMkLst>
      </pc:sldChg>
      <pc:sldChg chg="del">
        <pc:chgData name="Shailendra Chauhan" userId="a7d3133f-e197-4b90-bf63-99a63a264234" providerId="ADAL" clId="{F873060C-26DC-440C-A478-B9243DC4BE3E}" dt="2024-06-23T07:05:01.601" v="627" actId="2696"/>
        <pc:sldMkLst>
          <pc:docMk/>
          <pc:sldMk cId="1344251471" sldId="3824"/>
        </pc:sldMkLst>
      </pc:sldChg>
      <pc:sldChg chg="modSp add del mod">
        <pc:chgData name="Shailendra Chauhan" userId="a7d3133f-e197-4b90-bf63-99a63a264234" providerId="ADAL" clId="{F873060C-26DC-440C-A478-B9243DC4BE3E}" dt="2024-06-23T07:11:29.129" v="651" actId="2696"/>
        <pc:sldMkLst>
          <pc:docMk/>
          <pc:sldMk cId="3922884235" sldId="3824"/>
        </pc:sldMkLst>
      </pc:sldChg>
      <pc:sldChg chg="modSp mod">
        <pc:chgData name="Shailendra Chauhan" userId="a7d3133f-e197-4b90-bf63-99a63a264234" providerId="ADAL" clId="{F873060C-26DC-440C-A478-B9243DC4BE3E}" dt="2024-06-23T07:24:48.388" v="833" actId="20577"/>
        <pc:sldMkLst>
          <pc:docMk/>
          <pc:sldMk cId="3704744561" sldId="3825"/>
        </pc:sldMkLst>
      </pc:sldChg>
      <pc:sldChg chg="del">
        <pc:chgData name="Shailendra Chauhan" userId="a7d3133f-e197-4b90-bf63-99a63a264234" providerId="ADAL" clId="{F873060C-26DC-440C-A478-B9243DC4BE3E}" dt="2024-06-23T07:02:55.372" v="594" actId="2696"/>
        <pc:sldMkLst>
          <pc:docMk/>
          <pc:sldMk cId="2284161199" sldId="3826"/>
        </pc:sldMkLst>
      </pc:sldChg>
      <pc:sldChg chg="add">
        <pc:chgData name="Shailendra Chauhan" userId="a7d3133f-e197-4b90-bf63-99a63a264234" providerId="ADAL" clId="{F873060C-26DC-440C-A478-B9243DC4BE3E}" dt="2024-06-23T07:03:08.246" v="595"/>
        <pc:sldMkLst>
          <pc:docMk/>
          <pc:sldMk cId="3799604710" sldId="3826"/>
        </pc:sldMkLst>
      </pc:sldChg>
      <pc:sldChg chg="modSp mod">
        <pc:chgData name="Shailendra Chauhan" userId="a7d3133f-e197-4b90-bf63-99a63a264234" providerId="ADAL" clId="{F873060C-26DC-440C-A478-B9243DC4BE3E}" dt="2024-06-23T07:28:28.018" v="865"/>
        <pc:sldMkLst>
          <pc:docMk/>
          <pc:sldMk cId="758721545" sldId="3827"/>
        </pc:sldMkLst>
      </pc:sldChg>
      <pc:sldChg chg="addSp delSp modSp new add del mod">
        <pc:chgData name="Shailendra Chauhan" userId="a7d3133f-e197-4b90-bf63-99a63a264234" providerId="ADAL" clId="{F873060C-26DC-440C-A478-B9243DC4BE3E}" dt="2024-06-23T07:22:24.498" v="785" actId="2696"/>
        <pc:sldMkLst>
          <pc:docMk/>
          <pc:sldMk cId="1975695898" sldId="3828"/>
        </pc:sldMkLst>
      </pc:sldChg>
      <pc:sldChg chg="modSp add mod">
        <pc:chgData name="Shailendra Chauhan" userId="a7d3133f-e197-4b90-bf63-99a63a264234" providerId="ADAL" clId="{F873060C-26DC-440C-A478-B9243DC4BE3E}" dt="2024-06-23T05:38:24.342" v="361" actId="20577"/>
        <pc:sldMkLst>
          <pc:docMk/>
          <pc:sldMk cId="3332261207" sldId="3829"/>
        </pc:sldMkLst>
      </pc:sldChg>
      <pc:sldChg chg="addSp modSp add mod replId">
        <pc:chgData name="Shailendra Chauhan" userId="a7d3133f-e197-4b90-bf63-99a63a264234" providerId="ADAL" clId="{F873060C-26DC-440C-A478-B9243DC4BE3E}" dt="2024-06-23T06:58:08.232" v="538" actId="20577"/>
        <pc:sldMkLst>
          <pc:docMk/>
          <pc:sldMk cId="3240099448" sldId="3830"/>
        </pc:sldMkLst>
      </pc:sldChg>
      <pc:sldChg chg="add">
        <pc:chgData name="Shailendra Chauhan" userId="a7d3133f-e197-4b90-bf63-99a63a264234" providerId="ADAL" clId="{F873060C-26DC-440C-A478-B9243DC4BE3E}" dt="2024-06-23T07:11:44.849" v="653"/>
        <pc:sldMkLst>
          <pc:docMk/>
          <pc:sldMk cId="497624613" sldId="3831"/>
        </pc:sldMkLst>
      </pc:sldChg>
      <pc:sldChg chg="add del replId">
        <pc:chgData name="Shailendra Chauhan" userId="a7d3133f-e197-4b90-bf63-99a63a264234" providerId="ADAL" clId="{F873060C-26DC-440C-A478-B9243DC4BE3E}" dt="2024-06-23T05:38:40.040" v="378" actId="2696"/>
        <pc:sldMkLst>
          <pc:docMk/>
          <pc:sldMk cId="3178152154" sldId="3831"/>
        </pc:sldMkLst>
      </pc:sldChg>
      <pc:sldChg chg="add del">
        <pc:chgData name="Shailendra Chauhan" userId="a7d3133f-e197-4b90-bf63-99a63a264234" providerId="ADAL" clId="{F873060C-26DC-440C-A478-B9243DC4BE3E}" dt="2024-06-23T07:11:32.785" v="652" actId="2696"/>
        <pc:sldMkLst>
          <pc:docMk/>
          <pc:sldMk cId="3872975413" sldId="3831"/>
        </pc:sldMkLst>
      </pc:sldChg>
      <pc:sldChg chg="add del replId">
        <pc:chgData name="Shailendra Chauhan" userId="a7d3133f-e197-4b90-bf63-99a63a264234" providerId="ADAL" clId="{F873060C-26DC-440C-A478-B9243DC4BE3E}" dt="2024-06-23T07:11:32.785" v="652" actId="2696"/>
        <pc:sldMkLst>
          <pc:docMk/>
          <pc:sldMk cId="482533207" sldId="3832"/>
        </pc:sldMkLst>
      </pc:sldChg>
      <pc:sldChg chg="modSp add mod">
        <pc:chgData name="Shailendra Chauhan" userId="a7d3133f-e197-4b90-bf63-99a63a264234" providerId="ADAL" clId="{F873060C-26DC-440C-A478-B9243DC4BE3E}" dt="2024-06-23T07:28:05.760" v="857" actId="313"/>
        <pc:sldMkLst>
          <pc:docMk/>
          <pc:sldMk cId="4282995497" sldId="3832"/>
        </pc:sldMkLst>
      </pc:sldChg>
      <pc:sldChg chg="addSp delSp modSp new mod modClrScheme chgLayout">
        <pc:chgData name="Shailendra Chauhan" userId="a7d3133f-e197-4b90-bf63-99a63a264234" providerId="ADAL" clId="{F873060C-26DC-440C-A478-B9243DC4BE3E}" dt="2024-06-23T07:12:52.996" v="704"/>
        <pc:sldMkLst>
          <pc:docMk/>
          <pc:sldMk cId="1012250108" sldId="3833"/>
        </pc:sldMkLst>
      </pc:sldChg>
      <pc:sldChg chg="add">
        <pc:chgData name="Shailendra Chauhan" userId="a7d3133f-e197-4b90-bf63-99a63a264234" providerId="ADAL" clId="{F873060C-26DC-440C-A478-B9243DC4BE3E}" dt="2024-06-23T07:17:28.618" v="763"/>
        <pc:sldMkLst>
          <pc:docMk/>
          <pc:sldMk cId="2496027192" sldId="3834"/>
        </pc:sldMkLst>
      </pc:sldChg>
      <pc:sldChg chg="addSp delSp modSp new mod modClrScheme chgLayout">
        <pc:chgData name="Shailendra Chauhan" userId="a7d3133f-e197-4b90-bf63-99a63a264234" providerId="ADAL" clId="{F873060C-26DC-440C-A478-B9243DC4BE3E}" dt="2024-06-23T07:22:45.725" v="805" actId="20577"/>
        <pc:sldMkLst>
          <pc:docMk/>
          <pc:sldMk cId="2539708293" sldId="3835"/>
        </pc:sldMkLst>
      </pc:sldChg>
      <pc:sldChg chg="addSp delSp modSp new mod modClrScheme chgLayout">
        <pc:chgData name="Shailendra Chauhan" userId="a7d3133f-e197-4b90-bf63-99a63a264234" providerId="ADAL" clId="{F873060C-26DC-440C-A478-B9243DC4BE3E}" dt="2024-06-23T07:25:37.954" v="854" actId="20577"/>
        <pc:sldMkLst>
          <pc:docMk/>
          <pc:sldMk cId="935682264" sldId="3836"/>
        </pc:sldMkLst>
      </pc:sldChg>
      <pc:sldChg chg="new del">
        <pc:chgData name="Shailendra Chauhan" userId="a7d3133f-e197-4b90-bf63-99a63a264234" providerId="ADAL" clId="{F873060C-26DC-440C-A478-B9243DC4BE3E}" dt="2024-06-23T07:23:57.330" v="810" actId="2696"/>
        <pc:sldMkLst>
          <pc:docMk/>
          <pc:sldMk cId="2639414658" sldId="3836"/>
        </pc:sldMkLst>
      </pc:sldChg>
      <pc:sldChg chg="modSp add mod">
        <pc:chgData name="Shailendra Chauhan" userId="a7d3133f-e197-4b90-bf63-99a63a264234" providerId="ADAL" clId="{F873060C-26DC-440C-A478-B9243DC4BE3E}" dt="2024-06-30T08:56:20.975" v="1000" actId="20577"/>
        <pc:sldMkLst>
          <pc:docMk/>
          <pc:sldMk cId="2065926823" sldId="3837"/>
        </pc:sldMkLst>
      </pc:sldChg>
      <pc:sldChg chg="new del">
        <pc:chgData name="Shailendra Chauhan" userId="a7d3133f-e197-4b90-bf63-99a63a264234" providerId="ADAL" clId="{F873060C-26DC-440C-A478-B9243DC4BE3E}" dt="2024-06-30T08:23:26.564" v="867" actId="680"/>
        <pc:sldMkLst>
          <pc:docMk/>
          <pc:sldMk cId="2201158322" sldId="3837"/>
        </pc:sldMkLst>
      </pc:sldChg>
      <pc:sldChg chg="addSp modSp add mod replId">
        <pc:chgData name="Shailendra Chauhan" userId="a7d3133f-e197-4b90-bf63-99a63a264234" providerId="ADAL" clId="{F873060C-26DC-440C-A478-B9243DC4BE3E}" dt="2024-06-30T08:55:54.016" v="966" actId="14100"/>
        <pc:sldMkLst>
          <pc:docMk/>
          <pc:sldMk cId="1092345669" sldId="3838"/>
        </pc:sldMkLst>
      </pc:sldChg>
      <pc:sldChg chg="delSp modSp add mod">
        <pc:chgData name="Shailendra Chauhan" userId="a7d3133f-e197-4b90-bf63-99a63a264234" providerId="ADAL" clId="{F873060C-26DC-440C-A478-B9243DC4BE3E}" dt="2024-06-30T08:54:04.592" v="926" actId="20577"/>
        <pc:sldMkLst>
          <pc:docMk/>
          <pc:sldMk cId="32301260" sldId="3839"/>
        </pc:sldMkLst>
      </pc:sldChg>
    </pc:docChg>
  </pc:docChgLst>
  <pc:docChgLst>
    <pc:chgData name="Shailendra Chauhan" userId="a7d3133f-e197-4b90-bf63-99a63a264234" providerId="ADAL" clId="{1386FA7F-9F45-46B4-9A5D-F013A5B54059}"/>
    <pc:docChg chg="undo custSel modSld modMainMaster">
      <pc:chgData name="Shailendra Chauhan" userId="a7d3133f-e197-4b90-bf63-99a63a264234" providerId="ADAL" clId="{1386FA7F-9F45-46B4-9A5D-F013A5B54059}" dt="2024-08-01T04:08:22.887" v="151" actId="2696"/>
      <pc:docMkLst>
        <pc:docMk/>
      </pc:docMkLst>
      <pc:sldChg chg="modSp mod modClrScheme chgLayout">
        <pc:chgData name="Shailendra Chauhan" userId="a7d3133f-e197-4b90-bf63-99a63a264234" providerId="ADAL" clId="{1386FA7F-9F45-46B4-9A5D-F013A5B54059}" dt="2024-07-30T04:34:00.949" v="85" actId="14100"/>
        <pc:sldMkLst>
          <pc:docMk/>
          <pc:sldMk cId="0" sldId="272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06.536" v="30" actId="700"/>
        <pc:sldMkLst>
          <pc:docMk/>
          <pc:sldMk cId="1392977675" sldId="510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4225698511" sldId="511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4107211470" sldId="512"/>
        </pc:sldMkLst>
      </pc:sldChg>
      <pc:sldChg chg="modSp mod">
        <pc:chgData name="Shailendra Chauhan" userId="a7d3133f-e197-4b90-bf63-99a63a264234" providerId="ADAL" clId="{1386FA7F-9F45-46B4-9A5D-F013A5B54059}" dt="2024-07-30T04:33:18.107" v="73" actId="207"/>
        <pc:sldMkLst>
          <pc:docMk/>
          <pc:sldMk cId="0" sldId="557"/>
        </pc:sldMkLst>
      </pc:sldChg>
      <pc:sldChg chg="modSp mod">
        <pc:chgData name="Shailendra Chauhan" userId="a7d3133f-e197-4b90-bf63-99a63a264234" providerId="ADAL" clId="{1386FA7F-9F45-46B4-9A5D-F013A5B54059}" dt="2024-07-30T04:29:08.211" v="19" actId="207"/>
        <pc:sldMkLst>
          <pc:docMk/>
          <pc:sldMk cId="899750030" sldId="588"/>
        </pc:sldMkLst>
      </pc:sldChg>
      <pc:sldChg chg="modSp mod">
        <pc:chgData name="Shailendra Chauhan" userId="a7d3133f-e197-4b90-bf63-99a63a264234" providerId="ADAL" clId="{1386FA7F-9F45-46B4-9A5D-F013A5B54059}" dt="2024-07-30T04:28:17.276" v="6" actId="207"/>
        <pc:sldMkLst>
          <pc:docMk/>
          <pc:sldMk cId="3683440572" sldId="593"/>
        </pc:sldMkLst>
      </pc:sldChg>
      <pc:sldChg chg="modSp mod">
        <pc:chgData name="Shailendra Chauhan" userId="a7d3133f-e197-4b90-bf63-99a63a264234" providerId="ADAL" clId="{1386FA7F-9F45-46B4-9A5D-F013A5B54059}" dt="2024-07-30T04:28:34.427" v="10" actId="207"/>
        <pc:sldMkLst>
          <pc:docMk/>
          <pc:sldMk cId="995110426" sldId="3770"/>
        </pc:sldMkLst>
      </pc:sldChg>
      <pc:sldChg chg="addSp delSp modSp mod modClrScheme chgLayout">
        <pc:chgData name="Shailendra Chauhan" userId="a7d3133f-e197-4b90-bf63-99a63a264234" providerId="ADAL" clId="{1386FA7F-9F45-46B4-9A5D-F013A5B54059}" dt="2024-08-01T04:06:26.422" v="141" actId="700"/>
        <pc:sldMkLst>
          <pc:docMk/>
          <pc:sldMk cId="1533238454" sldId="3771"/>
        </pc:sldMkLst>
      </pc:sldChg>
      <pc:sldChg chg="modSp mod modClrScheme chgLayout">
        <pc:chgData name="Shailendra Chauhan" userId="a7d3133f-e197-4b90-bf63-99a63a264234" providerId="ADAL" clId="{1386FA7F-9F45-46B4-9A5D-F013A5B54059}" dt="2024-07-30T04:29:24.303" v="21" actId="700"/>
        <pc:sldMkLst>
          <pc:docMk/>
          <pc:sldMk cId="2273173621" sldId="3773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1877240114" sldId="3774"/>
        </pc:sldMkLst>
      </pc:sldChg>
      <pc:sldChg chg="modSp mod modClrScheme chgLayout">
        <pc:chgData name="Shailendra Chauhan" userId="a7d3133f-e197-4b90-bf63-99a63a264234" providerId="ADAL" clId="{1386FA7F-9F45-46B4-9A5D-F013A5B54059}" dt="2024-08-01T04:07:01.601" v="143" actId="1076"/>
        <pc:sldMkLst>
          <pc:docMk/>
          <pc:sldMk cId="1128347297" sldId="3775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2089421008" sldId="3776"/>
        </pc:sldMkLst>
      </pc:sldChg>
      <pc:sldChg chg="modSp mod modClrScheme chgLayout">
        <pc:chgData name="Shailendra Chauhan" userId="a7d3133f-e197-4b90-bf63-99a63a264234" providerId="ADAL" clId="{1386FA7F-9F45-46B4-9A5D-F013A5B54059}" dt="2024-07-30T04:29:50.255" v="28" actId="1076"/>
        <pc:sldMkLst>
          <pc:docMk/>
          <pc:sldMk cId="2745562265" sldId="3779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16.015" v="32" actId="700"/>
        <pc:sldMkLst>
          <pc:docMk/>
          <pc:sldMk cId="2977301892" sldId="3780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12.141" v="31" actId="700"/>
        <pc:sldMkLst>
          <pc:docMk/>
          <pc:sldMk cId="1923659038" sldId="3782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22.773" v="36" actId="27636"/>
        <pc:sldMkLst>
          <pc:docMk/>
          <pc:sldMk cId="2434491673" sldId="3783"/>
        </pc:sldMkLst>
      </pc:sldChg>
      <pc:sldChg chg="modSp mod">
        <pc:chgData name="Shailendra Chauhan" userId="a7d3133f-e197-4b90-bf63-99a63a264234" providerId="ADAL" clId="{1386FA7F-9F45-46B4-9A5D-F013A5B54059}" dt="2024-07-30T04:29:55.704" v="29" actId="1076"/>
        <pc:sldMkLst>
          <pc:docMk/>
          <pc:sldMk cId="4073312230" sldId="3785"/>
        </pc:sldMkLst>
      </pc:sldChg>
      <pc:sldChg chg="modSp mod modClrScheme chgLayout">
        <pc:chgData name="Shailendra Chauhan" userId="a7d3133f-e197-4b90-bf63-99a63a264234" providerId="ADAL" clId="{1386FA7F-9F45-46B4-9A5D-F013A5B54059}" dt="2024-07-30T04:31:14.952" v="47" actId="207"/>
        <pc:sldMkLst>
          <pc:docMk/>
          <pc:sldMk cId="4097234973" sldId="3786"/>
        </pc:sldMkLst>
      </pc:sldChg>
      <pc:sldChg chg="modSp mod modClrScheme chgLayout">
        <pc:chgData name="Shailendra Chauhan" userId="a7d3133f-e197-4b90-bf63-99a63a264234" providerId="ADAL" clId="{1386FA7F-9F45-46B4-9A5D-F013A5B54059}" dt="2024-07-30T04:31:19.083" v="48" actId="700"/>
        <pc:sldMkLst>
          <pc:docMk/>
          <pc:sldMk cId="1395356757" sldId="3787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31.012" v="40" actId="27636"/>
        <pc:sldMkLst>
          <pc:docMk/>
          <pc:sldMk cId="2631668984" sldId="3788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40.261" v="42" actId="14100"/>
        <pc:sldMkLst>
          <pc:docMk/>
          <pc:sldMk cId="3256580545" sldId="3789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45.586" v="43" actId="700"/>
        <pc:sldMkLst>
          <pc:docMk/>
          <pc:sldMk cId="343132002" sldId="3790"/>
        </pc:sldMkLst>
      </pc:sldChg>
      <pc:sldChg chg="modSp">
        <pc:chgData name="Shailendra Chauhan" userId="a7d3133f-e197-4b90-bf63-99a63a264234" providerId="ADAL" clId="{1386FA7F-9F45-46B4-9A5D-F013A5B54059}" dt="2024-07-30T04:30:59.951" v="45" actId="20577"/>
        <pc:sldMkLst>
          <pc:docMk/>
          <pc:sldMk cId="3473270154" sldId="3791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3542298511" sldId="3792"/>
        </pc:sldMkLst>
      </pc:sldChg>
      <pc:sldChg chg="modSp mod modClrScheme chgLayout">
        <pc:chgData name="Shailendra Chauhan" userId="a7d3133f-e197-4b90-bf63-99a63a264234" providerId="ADAL" clId="{1386FA7F-9F45-46B4-9A5D-F013A5B54059}" dt="2024-07-30T04:29:19.472" v="20" actId="700"/>
        <pc:sldMkLst>
          <pc:docMk/>
          <pc:sldMk cId="4070004203" sldId="3793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57.669" v="71" actId="700"/>
        <pc:sldMkLst>
          <pc:docMk/>
          <pc:sldMk cId="119546374" sldId="3794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369078349" sldId="3795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2866203432" sldId="3796"/>
        </pc:sldMkLst>
      </pc:sldChg>
      <pc:sldChg chg="modSp mod modClrScheme chgLayout">
        <pc:chgData name="Shailendra Chauhan" userId="a7d3133f-e197-4b90-bf63-99a63a264234" providerId="ADAL" clId="{1386FA7F-9F45-46B4-9A5D-F013A5B54059}" dt="2024-07-30T04:36:03.445" v="139" actId="1076"/>
        <pc:sldMkLst>
          <pc:docMk/>
          <pc:sldMk cId="421901433" sldId="3797"/>
        </pc:sldMkLst>
      </pc:sldChg>
      <pc:sldChg chg="addSp delSp modSp mod modClrScheme chgLayout">
        <pc:chgData name="Shailendra Chauhan" userId="a7d3133f-e197-4b90-bf63-99a63a264234" providerId="ADAL" clId="{1386FA7F-9F45-46B4-9A5D-F013A5B54059}" dt="2024-08-01T04:07:40.577" v="145" actId="478"/>
        <pc:sldMkLst>
          <pc:docMk/>
          <pc:sldMk cId="2848523122" sldId="3805"/>
        </pc:sldMkLst>
      </pc:sldChg>
      <pc:sldChg chg="modSp mod setBg modClrScheme chgLayout">
        <pc:chgData name="Shailendra Chauhan" userId="a7d3133f-e197-4b90-bf63-99a63a264234" providerId="ADAL" clId="{1386FA7F-9F45-46B4-9A5D-F013A5B54059}" dt="2024-07-30T04:35:33.113" v="106" actId="1038"/>
        <pc:sldMkLst>
          <pc:docMk/>
          <pc:sldMk cId="1208478813" sldId="3807"/>
        </pc:sldMkLst>
      </pc:sldChg>
      <pc:sldChg chg="modSp mod">
        <pc:chgData name="Shailendra Chauhan" userId="a7d3133f-e197-4b90-bf63-99a63a264234" providerId="ADAL" clId="{1386FA7F-9F45-46B4-9A5D-F013A5B54059}" dt="2024-07-30T04:35:49.161" v="136" actId="1035"/>
        <pc:sldMkLst>
          <pc:docMk/>
          <pc:sldMk cId="3525530915" sldId="3808"/>
        </pc:sldMkLst>
      </pc:sldChg>
      <pc:sldChg chg="modSp mod">
        <pc:chgData name="Shailendra Chauhan" userId="a7d3133f-e197-4b90-bf63-99a63a264234" providerId="ADAL" clId="{1386FA7F-9F45-46B4-9A5D-F013A5B54059}" dt="2024-07-30T04:35:44.409" v="120" actId="1035"/>
        <pc:sldMkLst>
          <pc:docMk/>
          <pc:sldMk cId="3240153271" sldId="3809"/>
        </pc:sldMkLst>
      </pc:sldChg>
      <pc:sldChg chg="modSp mod modClrScheme chgLayout">
        <pc:chgData name="Shailendra Chauhan" userId="a7d3133f-e197-4b90-bf63-99a63a264234" providerId="ADAL" clId="{1386FA7F-9F45-46B4-9A5D-F013A5B54059}" dt="2024-07-30T04:34:40.845" v="91" actId="14100"/>
        <pc:sldMkLst>
          <pc:docMk/>
          <pc:sldMk cId="565890373" sldId="3810"/>
        </pc:sldMkLst>
      </pc:sldChg>
      <pc:sldChg chg="modSp mod modClrScheme chgLayout">
        <pc:chgData name="Shailendra Chauhan" userId="a7d3133f-e197-4b90-bf63-99a63a264234" providerId="ADAL" clId="{1386FA7F-9F45-46B4-9A5D-F013A5B54059}" dt="2024-07-30T04:33:27.359" v="75" actId="1076"/>
        <pc:sldMkLst>
          <pc:docMk/>
          <pc:sldMk cId="1768319875" sldId="3811"/>
        </pc:sldMkLst>
      </pc:sldChg>
      <pc:sldChg chg="modSp mod chgLayout">
        <pc:chgData name="Shailendra Chauhan" userId="a7d3133f-e197-4b90-bf63-99a63a264234" providerId="ADAL" clId="{1386FA7F-9F45-46B4-9A5D-F013A5B54059}" dt="2024-08-01T04:06:34.047" v="142" actId="700"/>
        <pc:sldMkLst>
          <pc:docMk/>
          <pc:sldMk cId="3224804372" sldId="3819"/>
        </pc:sldMkLst>
      </pc:sldChg>
      <pc:sldChg chg="modSp mod modClrScheme chgLayout">
        <pc:chgData name="Shailendra Chauhan" userId="a7d3133f-e197-4b90-bf63-99a63a264234" providerId="ADAL" clId="{1386FA7F-9F45-46B4-9A5D-F013A5B54059}" dt="2024-07-30T04:31:29.417" v="52" actId="20577"/>
        <pc:sldMkLst>
          <pc:docMk/>
          <pc:sldMk cId="137956582" sldId="3821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28.996" v="64" actId="700"/>
        <pc:sldMkLst>
          <pc:docMk/>
          <pc:sldMk cId="1561366631" sldId="3822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32.806" v="65" actId="700"/>
        <pc:sldMkLst>
          <pc:docMk/>
          <pc:sldMk cId="3055548354" sldId="3823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44.725" v="68" actId="700"/>
        <pc:sldMkLst>
          <pc:docMk/>
          <pc:sldMk cId="3704744561" sldId="3825"/>
        </pc:sldMkLst>
      </pc:sldChg>
      <pc:sldChg chg="modSp mod modClrScheme chgLayout">
        <pc:chgData name="Shailendra Chauhan" userId="a7d3133f-e197-4b90-bf63-99a63a264234" providerId="ADAL" clId="{1386FA7F-9F45-46B4-9A5D-F013A5B54059}" dt="2024-07-30T04:31:52.964" v="56" actId="20577"/>
        <pc:sldMkLst>
          <pc:docMk/>
          <pc:sldMk cId="3799604710" sldId="3826"/>
        </pc:sldMkLst>
      </pc:sldChg>
      <pc:sldChg chg="modSp mod modClrScheme chgLayout">
        <pc:chgData name="Shailendra Chauhan" userId="a7d3133f-e197-4b90-bf63-99a63a264234" providerId="ADAL" clId="{1386FA7F-9F45-46B4-9A5D-F013A5B54059}" dt="2024-07-30T04:33:06.608" v="72" actId="700"/>
        <pc:sldMkLst>
          <pc:docMk/>
          <pc:sldMk cId="758721545" sldId="3827"/>
        </pc:sldMkLst>
      </pc:sldChg>
      <pc:sldChg chg="modSp">
        <pc:chgData name="Shailendra Chauhan" userId="a7d3133f-e197-4b90-bf63-99a63a264234" providerId="ADAL" clId="{1386FA7F-9F45-46B4-9A5D-F013A5B54059}" dt="2024-07-30T04:27:54.538" v="0"/>
        <pc:sldMkLst>
          <pc:docMk/>
          <pc:sldMk cId="1975695898" sldId="3828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25.432" v="63" actId="700"/>
        <pc:sldMkLst>
          <pc:docMk/>
          <pc:sldMk cId="3332261207" sldId="3829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36.684" v="66" actId="700"/>
        <pc:sldMkLst>
          <pc:docMk/>
          <pc:sldMk cId="497624613" sldId="3831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18.364" v="62" actId="700"/>
        <pc:sldMkLst>
          <pc:docMk/>
          <pc:sldMk cId="1012250108" sldId="3833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12.477" v="61" actId="1076"/>
        <pc:sldMkLst>
          <pc:docMk/>
          <pc:sldMk cId="2496027192" sldId="3834"/>
        </pc:sldMkLst>
      </pc:sldChg>
      <pc:sldChg chg="modSp mod modClrScheme chgLayout">
        <pc:chgData name="Shailendra Chauhan" userId="a7d3133f-e197-4b90-bf63-99a63a264234" providerId="ADAL" clId="{1386FA7F-9F45-46B4-9A5D-F013A5B54059}" dt="2024-07-30T04:30:50.294" v="44" actId="700"/>
        <pc:sldMkLst>
          <pc:docMk/>
          <pc:sldMk cId="2539708293" sldId="3835"/>
        </pc:sldMkLst>
      </pc:sldChg>
      <pc:sldChg chg="modSp mod modClrScheme chgLayout">
        <pc:chgData name="Shailendra Chauhan" userId="a7d3133f-e197-4b90-bf63-99a63a264234" providerId="ADAL" clId="{1386FA7F-9F45-46B4-9A5D-F013A5B54059}" dt="2024-07-30T04:33:32.297" v="76" actId="700"/>
        <pc:sldMkLst>
          <pc:docMk/>
          <pc:sldMk cId="935682264" sldId="3836"/>
        </pc:sldMkLst>
      </pc:sldChg>
      <pc:sldChg chg="modSp mod modClrScheme chgLayout">
        <pc:chgData name="Shailendra Chauhan" userId="a7d3133f-e197-4b90-bf63-99a63a264234" providerId="ADAL" clId="{1386FA7F-9F45-46B4-9A5D-F013A5B54059}" dt="2024-07-30T04:32:40.397" v="67" actId="700"/>
        <pc:sldMkLst>
          <pc:docMk/>
          <pc:sldMk cId="2065926823" sldId="3837"/>
        </pc:sldMkLst>
      </pc:sldChg>
      <pc:sldChg chg="modSp mod">
        <pc:chgData name="Shailendra Chauhan" userId="a7d3133f-e197-4b90-bf63-99a63a264234" providerId="ADAL" clId="{1386FA7F-9F45-46B4-9A5D-F013A5B54059}" dt="2024-08-01T04:08:12.754" v="150" actId="20577"/>
        <pc:sldMkLst>
          <pc:docMk/>
          <pc:sldMk cId="32301260" sldId="3839"/>
        </pc:sldMkLst>
      </pc:sldChg>
      <pc:sldMasterChg chg="delSldLayout modSldLayout">
        <pc:chgData name="Shailendra Chauhan" userId="a7d3133f-e197-4b90-bf63-99a63a264234" providerId="ADAL" clId="{1386FA7F-9F45-46B4-9A5D-F013A5B54059}" dt="2024-08-01T04:08:22.887" v="151" actId="2696"/>
        <pc:sldMasterMkLst>
          <pc:docMk/>
          <pc:sldMasterMk cId="3643393380" sldId="2147483699"/>
        </pc:sldMasterMkLst>
        <pc:sldLayoutChg chg="del">
          <pc:chgData name="Shailendra Chauhan" userId="a7d3133f-e197-4b90-bf63-99a63a264234" providerId="ADAL" clId="{1386FA7F-9F45-46B4-9A5D-F013A5B54059}" dt="2024-07-30T04:34:18.970" v="86" actId="2696"/>
          <pc:sldLayoutMkLst>
            <pc:docMk/>
            <pc:sldMasterMk cId="3643393380" sldId="2147483699"/>
            <pc:sldLayoutMk cId="0" sldId="2147483659"/>
          </pc:sldLayoutMkLst>
        </pc:sldLayoutChg>
        <pc:sldLayoutChg chg="delSp del">
          <pc:chgData name="Shailendra Chauhan" userId="a7d3133f-e197-4b90-bf63-99a63a264234" providerId="ADAL" clId="{1386FA7F-9F45-46B4-9A5D-F013A5B54059}" dt="2024-08-01T04:08:22.887" v="151" actId="2696"/>
          <pc:sldLayoutMkLst>
            <pc:docMk/>
            <pc:sldMasterMk cId="3643393380" sldId="2147483699"/>
            <pc:sldLayoutMk cId="1115950812" sldId="2147483725"/>
          </pc:sldLayoutMkLst>
        </pc:sldLayoutChg>
        <pc:sldLayoutChg chg="delSp del">
          <pc:chgData name="Shailendra Chauhan" userId="a7d3133f-e197-4b90-bf63-99a63a264234" providerId="ADAL" clId="{1386FA7F-9F45-46B4-9A5D-F013A5B54059}" dt="2024-07-30T04:34:21.218" v="88" actId="2696"/>
          <pc:sldLayoutMkLst>
            <pc:docMk/>
            <pc:sldMasterMk cId="3643393380" sldId="2147483699"/>
            <pc:sldLayoutMk cId="1735183740" sldId="2147483726"/>
          </pc:sldLayoutMkLst>
        </pc:sldLayoutChg>
        <pc:sldLayoutChg chg="delSp del">
          <pc:chgData name="Shailendra Chauhan" userId="a7d3133f-e197-4b90-bf63-99a63a264234" providerId="ADAL" clId="{1386FA7F-9F45-46B4-9A5D-F013A5B54059}" dt="2024-07-30T04:34:20.085" v="87" actId="2696"/>
          <pc:sldLayoutMkLst>
            <pc:docMk/>
            <pc:sldMasterMk cId="3643393380" sldId="2147483699"/>
            <pc:sldLayoutMk cId="2188683251" sldId="2147483727"/>
          </pc:sldLayoutMkLst>
        </pc:sldLayoutChg>
      </pc:sldMasterChg>
    </pc:docChg>
  </pc:docChgLst>
  <pc:docChgLst>
    <pc:chgData name="Shailendra Chauhan" userId="a7d3133f-e197-4b90-bf63-99a63a264234" providerId="ADAL" clId="{8685F6BD-8ACF-4040-9D0D-6F7F92F6B83B}"/>
    <pc:docChg chg="modSld">
      <pc:chgData name="Shailendra Chauhan" userId="a7d3133f-e197-4b90-bf63-99a63a264234" providerId="ADAL" clId="{8685F6BD-8ACF-4040-9D0D-6F7F92F6B83B}" dt="2024-10-29T09:23:22.295" v="4" actId="20577"/>
      <pc:docMkLst>
        <pc:docMk/>
      </pc:docMkLst>
      <pc:sldChg chg="modSp mod">
        <pc:chgData name="Shailendra Chauhan" userId="a7d3133f-e197-4b90-bf63-99a63a264234" providerId="ADAL" clId="{8685F6BD-8ACF-4040-9D0D-6F7F92F6B83B}" dt="2024-10-29T09:23:22.295" v="4" actId="20577"/>
        <pc:sldMkLst>
          <pc:docMk/>
          <pc:sldMk cId="3683440572" sldId="59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205040-C2A1-466A-A225-FFB349D0522D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8103ECD1-F7CD-4A9C-80DF-44ED22C94204}">
      <dgm:prSet phldrT="[Text]"/>
      <dgm:spPr/>
      <dgm:t>
        <a:bodyPr/>
        <a:lstStyle/>
        <a:p>
          <a:r>
            <a:rPr lang="en-US" dirty="0"/>
            <a:t>Developer</a:t>
          </a:r>
        </a:p>
      </dgm:t>
    </dgm:pt>
    <dgm:pt modelId="{6BA84503-0340-4DCB-A3E5-326CC3014406}" type="parTrans" cxnId="{B854720D-669B-4834-B83E-A831C98764C5}">
      <dgm:prSet/>
      <dgm:spPr/>
      <dgm:t>
        <a:bodyPr/>
        <a:lstStyle/>
        <a:p>
          <a:endParaRPr lang="en-US"/>
        </a:p>
      </dgm:t>
    </dgm:pt>
    <dgm:pt modelId="{0A794027-0DE8-4197-9198-E31E86C4A640}" type="sibTrans" cxnId="{B854720D-669B-4834-B83E-A831C98764C5}">
      <dgm:prSet/>
      <dgm:spPr/>
      <dgm:t>
        <a:bodyPr/>
        <a:lstStyle/>
        <a:p>
          <a:endParaRPr lang="en-US"/>
        </a:p>
      </dgm:t>
    </dgm:pt>
    <dgm:pt modelId="{6EFBC995-3328-42F1-BC75-59A4BF636663}">
      <dgm:prSet phldrT="[Text]"/>
      <dgm:spPr/>
      <dgm:t>
        <a:bodyPr/>
        <a:lstStyle/>
        <a:p>
          <a:r>
            <a:rPr lang="en-US" dirty="0"/>
            <a:t>Version Control Repository</a:t>
          </a:r>
        </a:p>
      </dgm:t>
    </dgm:pt>
    <dgm:pt modelId="{F43CECA7-8E24-41A9-A765-B38EBB807249}" type="parTrans" cxnId="{78C7FCFE-A69D-4E56-9CB8-2899243B392D}">
      <dgm:prSet/>
      <dgm:spPr/>
      <dgm:t>
        <a:bodyPr/>
        <a:lstStyle/>
        <a:p>
          <a:endParaRPr lang="en-US"/>
        </a:p>
      </dgm:t>
    </dgm:pt>
    <dgm:pt modelId="{A156E581-276D-4C88-8D5E-A3D5D506615A}" type="sibTrans" cxnId="{78C7FCFE-A69D-4E56-9CB8-2899243B392D}">
      <dgm:prSet/>
      <dgm:spPr>
        <a:solidFill>
          <a:srgbClr val="FF9900"/>
        </a:solidFill>
      </dgm:spPr>
      <dgm:t>
        <a:bodyPr/>
        <a:lstStyle/>
        <a:p>
          <a:endParaRPr lang="en-US"/>
        </a:p>
      </dgm:t>
    </dgm:pt>
    <dgm:pt modelId="{72B65D63-669C-4B02-BEDA-2309A6613540}">
      <dgm:prSet phldrT="[Text]"/>
      <dgm:spPr>
        <a:solidFill>
          <a:srgbClr val="FF9900"/>
        </a:solidFill>
      </dgm:spPr>
      <dgm:t>
        <a:bodyPr/>
        <a:lstStyle/>
        <a:p>
          <a:r>
            <a:rPr lang="en-US" dirty="0"/>
            <a:t>CI Server</a:t>
          </a:r>
        </a:p>
        <a:p>
          <a:r>
            <a:rPr lang="en-US" dirty="0"/>
            <a:t>(Build, Test)</a:t>
          </a:r>
        </a:p>
      </dgm:t>
    </dgm:pt>
    <dgm:pt modelId="{CE288FB7-55B9-4552-9FB3-D8EDC48F4C67}" type="parTrans" cxnId="{2D634C43-F7FD-43BF-B98D-9C02E421A5FB}">
      <dgm:prSet/>
      <dgm:spPr/>
      <dgm:t>
        <a:bodyPr/>
        <a:lstStyle/>
        <a:p>
          <a:endParaRPr lang="en-US"/>
        </a:p>
      </dgm:t>
    </dgm:pt>
    <dgm:pt modelId="{8B81886C-E3B4-4AB6-9FDB-95512EE7A628}" type="sibTrans" cxnId="{2D634C43-F7FD-43BF-B98D-9C02E421A5FB}">
      <dgm:prSet/>
      <dgm:spPr/>
      <dgm:t>
        <a:bodyPr/>
        <a:lstStyle/>
        <a:p>
          <a:endParaRPr lang="en-US"/>
        </a:p>
      </dgm:t>
    </dgm:pt>
    <dgm:pt modelId="{8E3979F3-956B-46FA-953C-E68A2C5BE593}" type="pres">
      <dgm:prSet presAssocID="{B9205040-C2A1-466A-A225-FFB349D0522D}" presName="Name0" presStyleCnt="0">
        <dgm:presLayoutVars>
          <dgm:dir/>
          <dgm:resizeHandles val="exact"/>
        </dgm:presLayoutVars>
      </dgm:prSet>
      <dgm:spPr/>
    </dgm:pt>
    <dgm:pt modelId="{60C4FF4F-7632-4FC7-BE67-25B15B62DA21}" type="pres">
      <dgm:prSet presAssocID="{8103ECD1-F7CD-4A9C-80DF-44ED22C94204}" presName="node" presStyleLbl="node1" presStyleIdx="0" presStyleCnt="3" custScaleY="69455">
        <dgm:presLayoutVars>
          <dgm:bulletEnabled val="1"/>
        </dgm:presLayoutVars>
      </dgm:prSet>
      <dgm:spPr/>
    </dgm:pt>
    <dgm:pt modelId="{E402221B-91FD-4CAD-9D69-EF266632FCB2}" type="pres">
      <dgm:prSet presAssocID="{0A794027-0DE8-4197-9198-E31E86C4A640}" presName="sibTrans" presStyleLbl="sibTrans2D1" presStyleIdx="0" presStyleCnt="2" custScaleX="163350" custScaleY="77777"/>
      <dgm:spPr/>
    </dgm:pt>
    <dgm:pt modelId="{0BB7AB13-C690-4071-847B-E9B416ACEE0D}" type="pres">
      <dgm:prSet presAssocID="{0A794027-0DE8-4197-9198-E31E86C4A640}" presName="connectorText" presStyleLbl="sibTrans2D1" presStyleIdx="0" presStyleCnt="2"/>
      <dgm:spPr/>
    </dgm:pt>
    <dgm:pt modelId="{7F31A061-DA50-48B1-85B1-BFA6EE89AB61}" type="pres">
      <dgm:prSet presAssocID="{6EFBC995-3328-42F1-BC75-59A4BF636663}" presName="node" presStyleLbl="node1" presStyleIdx="1" presStyleCnt="3" custScaleY="69455">
        <dgm:presLayoutVars>
          <dgm:bulletEnabled val="1"/>
        </dgm:presLayoutVars>
      </dgm:prSet>
      <dgm:spPr/>
    </dgm:pt>
    <dgm:pt modelId="{6D140350-E486-4613-886D-3BB94E295C9D}" type="pres">
      <dgm:prSet presAssocID="{A156E581-276D-4C88-8D5E-A3D5D506615A}" presName="sibTrans" presStyleLbl="sibTrans2D1" presStyleIdx="1" presStyleCnt="2" custAng="10800000" custScaleX="147834" custScaleY="77777"/>
      <dgm:spPr/>
    </dgm:pt>
    <dgm:pt modelId="{6E70086F-812F-4235-95B3-6192B2930BE5}" type="pres">
      <dgm:prSet presAssocID="{A156E581-276D-4C88-8D5E-A3D5D506615A}" presName="connectorText" presStyleLbl="sibTrans2D1" presStyleIdx="1" presStyleCnt="2"/>
      <dgm:spPr/>
    </dgm:pt>
    <dgm:pt modelId="{9DAC9497-1041-4112-8C6C-271B03D6AA27}" type="pres">
      <dgm:prSet presAssocID="{72B65D63-669C-4B02-BEDA-2309A6613540}" presName="node" presStyleLbl="node1" presStyleIdx="2" presStyleCnt="3" custScaleY="69455">
        <dgm:presLayoutVars>
          <dgm:bulletEnabled val="1"/>
        </dgm:presLayoutVars>
      </dgm:prSet>
      <dgm:spPr/>
    </dgm:pt>
  </dgm:ptLst>
  <dgm:cxnLst>
    <dgm:cxn modelId="{B854720D-669B-4834-B83E-A831C98764C5}" srcId="{B9205040-C2A1-466A-A225-FFB349D0522D}" destId="{8103ECD1-F7CD-4A9C-80DF-44ED22C94204}" srcOrd="0" destOrd="0" parTransId="{6BA84503-0340-4DCB-A3E5-326CC3014406}" sibTransId="{0A794027-0DE8-4197-9198-E31E86C4A640}"/>
    <dgm:cxn modelId="{283F851D-0266-4B8C-AD71-86FE15E390A9}" type="presOf" srcId="{8103ECD1-F7CD-4A9C-80DF-44ED22C94204}" destId="{60C4FF4F-7632-4FC7-BE67-25B15B62DA21}" srcOrd="0" destOrd="0" presId="urn:microsoft.com/office/officeart/2005/8/layout/process1"/>
    <dgm:cxn modelId="{217E9D2C-0CF9-48DD-9F0A-4492CCA33601}" type="presOf" srcId="{A156E581-276D-4C88-8D5E-A3D5D506615A}" destId="{6D140350-E486-4613-886D-3BB94E295C9D}" srcOrd="0" destOrd="0" presId="urn:microsoft.com/office/officeart/2005/8/layout/process1"/>
    <dgm:cxn modelId="{0FF45F41-349D-4843-88BA-04FB7446B93F}" type="presOf" srcId="{A156E581-276D-4C88-8D5E-A3D5D506615A}" destId="{6E70086F-812F-4235-95B3-6192B2930BE5}" srcOrd="1" destOrd="0" presId="urn:microsoft.com/office/officeart/2005/8/layout/process1"/>
    <dgm:cxn modelId="{2D634C43-F7FD-43BF-B98D-9C02E421A5FB}" srcId="{B9205040-C2A1-466A-A225-FFB349D0522D}" destId="{72B65D63-669C-4B02-BEDA-2309A6613540}" srcOrd="2" destOrd="0" parTransId="{CE288FB7-55B9-4552-9FB3-D8EDC48F4C67}" sibTransId="{8B81886C-E3B4-4AB6-9FDB-95512EE7A628}"/>
    <dgm:cxn modelId="{D48D888F-EBA4-4858-84FA-3B771A816A44}" type="presOf" srcId="{72B65D63-669C-4B02-BEDA-2309A6613540}" destId="{9DAC9497-1041-4112-8C6C-271B03D6AA27}" srcOrd="0" destOrd="0" presId="urn:microsoft.com/office/officeart/2005/8/layout/process1"/>
    <dgm:cxn modelId="{C11965A0-FD7D-4004-83C9-F5CF83A66188}" type="presOf" srcId="{0A794027-0DE8-4197-9198-E31E86C4A640}" destId="{0BB7AB13-C690-4071-847B-E9B416ACEE0D}" srcOrd="1" destOrd="0" presId="urn:microsoft.com/office/officeart/2005/8/layout/process1"/>
    <dgm:cxn modelId="{18421FB9-F5B7-4672-8AEA-32B3B99C985E}" type="presOf" srcId="{6EFBC995-3328-42F1-BC75-59A4BF636663}" destId="{7F31A061-DA50-48B1-85B1-BFA6EE89AB61}" srcOrd="0" destOrd="0" presId="urn:microsoft.com/office/officeart/2005/8/layout/process1"/>
    <dgm:cxn modelId="{ADBDE5E8-36A2-47FB-B068-861C555BDB8A}" type="presOf" srcId="{B9205040-C2A1-466A-A225-FFB349D0522D}" destId="{8E3979F3-956B-46FA-953C-E68A2C5BE593}" srcOrd="0" destOrd="0" presId="urn:microsoft.com/office/officeart/2005/8/layout/process1"/>
    <dgm:cxn modelId="{8A334DED-1C6D-4B76-9201-C8ADFF693DE7}" type="presOf" srcId="{0A794027-0DE8-4197-9198-E31E86C4A640}" destId="{E402221B-91FD-4CAD-9D69-EF266632FCB2}" srcOrd="0" destOrd="0" presId="urn:microsoft.com/office/officeart/2005/8/layout/process1"/>
    <dgm:cxn modelId="{78C7FCFE-A69D-4E56-9CB8-2899243B392D}" srcId="{B9205040-C2A1-466A-A225-FFB349D0522D}" destId="{6EFBC995-3328-42F1-BC75-59A4BF636663}" srcOrd="1" destOrd="0" parTransId="{F43CECA7-8E24-41A9-A765-B38EBB807249}" sibTransId="{A156E581-276D-4C88-8D5E-A3D5D506615A}"/>
    <dgm:cxn modelId="{7F6FA0CE-F05A-4706-A8C4-AD77D5A1ECA6}" type="presParOf" srcId="{8E3979F3-956B-46FA-953C-E68A2C5BE593}" destId="{60C4FF4F-7632-4FC7-BE67-25B15B62DA21}" srcOrd="0" destOrd="0" presId="urn:microsoft.com/office/officeart/2005/8/layout/process1"/>
    <dgm:cxn modelId="{9BB4089F-5927-44C0-A393-40E4DFF318B5}" type="presParOf" srcId="{8E3979F3-956B-46FA-953C-E68A2C5BE593}" destId="{E402221B-91FD-4CAD-9D69-EF266632FCB2}" srcOrd="1" destOrd="0" presId="urn:microsoft.com/office/officeart/2005/8/layout/process1"/>
    <dgm:cxn modelId="{A3FD166F-F133-4DAE-A35E-2572D46C263F}" type="presParOf" srcId="{E402221B-91FD-4CAD-9D69-EF266632FCB2}" destId="{0BB7AB13-C690-4071-847B-E9B416ACEE0D}" srcOrd="0" destOrd="0" presId="urn:microsoft.com/office/officeart/2005/8/layout/process1"/>
    <dgm:cxn modelId="{2E8D35F0-9BC2-4BFE-8E92-47DB4EA94BB9}" type="presParOf" srcId="{8E3979F3-956B-46FA-953C-E68A2C5BE593}" destId="{7F31A061-DA50-48B1-85B1-BFA6EE89AB61}" srcOrd="2" destOrd="0" presId="urn:microsoft.com/office/officeart/2005/8/layout/process1"/>
    <dgm:cxn modelId="{5A489595-2100-45A4-B61C-92251E5DBD14}" type="presParOf" srcId="{8E3979F3-956B-46FA-953C-E68A2C5BE593}" destId="{6D140350-E486-4613-886D-3BB94E295C9D}" srcOrd="3" destOrd="0" presId="urn:microsoft.com/office/officeart/2005/8/layout/process1"/>
    <dgm:cxn modelId="{07E05C98-6A5A-471E-9DEC-581A018B3C12}" type="presParOf" srcId="{6D140350-E486-4613-886D-3BB94E295C9D}" destId="{6E70086F-812F-4235-95B3-6192B2930BE5}" srcOrd="0" destOrd="0" presId="urn:microsoft.com/office/officeart/2005/8/layout/process1"/>
    <dgm:cxn modelId="{FB060727-4ACC-47F2-B77D-7F365B41E726}" type="presParOf" srcId="{8E3979F3-956B-46FA-953C-E68A2C5BE593}" destId="{9DAC9497-1041-4112-8C6C-271B03D6AA2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205040-C2A1-466A-A225-FFB349D0522D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8103ECD1-F7CD-4A9C-80DF-44ED22C94204}">
      <dgm:prSet phldrT="[Text]"/>
      <dgm:spPr/>
      <dgm:t>
        <a:bodyPr/>
        <a:lstStyle/>
        <a:p>
          <a:r>
            <a:rPr lang="en-US" dirty="0"/>
            <a:t>Developer1</a:t>
          </a:r>
        </a:p>
      </dgm:t>
    </dgm:pt>
    <dgm:pt modelId="{6BA84503-0340-4DCB-A3E5-326CC3014406}" type="parTrans" cxnId="{B854720D-669B-4834-B83E-A831C98764C5}">
      <dgm:prSet/>
      <dgm:spPr/>
      <dgm:t>
        <a:bodyPr/>
        <a:lstStyle/>
        <a:p>
          <a:endParaRPr lang="en-US"/>
        </a:p>
      </dgm:t>
    </dgm:pt>
    <dgm:pt modelId="{0A794027-0DE8-4197-9198-E31E86C4A640}" type="sibTrans" cxnId="{B854720D-669B-4834-B83E-A831C98764C5}">
      <dgm:prSet/>
      <dgm:spPr/>
      <dgm:t>
        <a:bodyPr/>
        <a:lstStyle/>
        <a:p>
          <a:endParaRPr lang="en-US"/>
        </a:p>
      </dgm:t>
    </dgm:pt>
    <dgm:pt modelId="{6EFBC995-3328-42F1-BC75-59A4BF636663}">
      <dgm:prSet phldrT="[Text]"/>
      <dgm:spPr/>
      <dgm:t>
        <a:bodyPr/>
        <a:lstStyle/>
        <a:p>
          <a:r>
            <a:rPr lang="en-US" dirty="0"/>
            <a:t>Version Control Repository</a:t>
          </a:r>
        </a:p>
      </dgm:t>
    </dgm:pt>
    <dgm:pt modelId="{F43CECA7-8E24-41A9-A765-B38EBB807249}" type="parTrans" cxnId="{78C7FCFE-A69D-4E56-9CB8-2899243B392D}">
      <dgm:prSet/>
      <dgm:spPr/>
      <dgm:t>
        <a:bodyPr/>
        <a:lstStyle/>
        <a:p>
          <a:endParaRPr lang="en-US"/>
        </a:p>
      </dgm:t>
    </dgm:pt>
    <dgm:pt modelId="{A156E581-276D-4C88-8D5E-A3D5D506615A}" type="sibTrans" cxnId="{78C7FCFE-A69D-4E56-9CB8-2899243B392D}">
      <dgm:prSet/>
      <dgm:spPr>
        <a:solidFill>
          <a:srgbClr val="FF9900"/>
        </a:solidFill>
      </dgm:spPr>
      <dgm:t>
        <a:bodyPr/>
        <a:lstStyle/>
        <a:p>
          <a:endParaRPr lang="en-US"/>
        </a:p>
      </dgm:t>
    </dgm:pt>
    <dgm:pt modelId="{72B65D63-669C-4B02-BEDA-2309A6613540}">
      <dgm:prSet phldrT="[Text]"/>
      <dgm:spPr>
        <a:solidFill>
          <a:srgbClr val="FF9900"/>
        </a:solidFill>
      </dgm:spPr>
      <dgm:t>
        <a:bodyPr/>
        <a:lstStyle/>
        <a:p>
          <a:r>
            <a:rPr lang="en-US" dirty="0"/>
            <a:t>CI Server</a:t>
          </a:r>
        </a:p>
        <a:p>
          <a:r>
            <a:rPr lang="en-US" dirty="0"/>
            <a:t>(Build, Test)</a:t>
          </a:r>
        </a:p>
      </dgm:t>
    </dgm:pt>
    <dgm:pt modelId="{CE288FB7-55B9-4552-9FB3-D8EDC48F4C67}" type="parTrans" cxnId="{2D634C43-F7FD-43BF-B98D-9C02E421A5FB}">
      <dgm:prSet/>
      <dgm:spPr/>
      <dgm:t>
        <a:bodyPr/>
        <a:lstStyle/>
        <a:p>
          <a:endParaRPr lang="en-US"/>
        </a:p>
      </dgm:t>
    </dgm:pt>
    <dgm:pt modelId="{8B81886C-E3B4-4AB6-9FDB-95512EE7A628}" type="sibTrans" cxnId="{2D634C43-F7FD-43BF-B98D-9C02E421A5FB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CDEB87C7-E7AA-465E-A644-30EA1A625A85}">
      <dgm:prSet phldrT="[Text]"/>
      <dgm:spPr/>
      <dgm:t>
        <a:bodyPr/>
        <a:lstStyle/>
        <a:p>
          <a:r>
            <a:rPr lang="en-US" dirty="0"/>
            <a:t>Devloper2</a:t>
          </a:r>
        </a:p>
      </dgm:t>
    </dgm:pt>
    <dgm:pt modelId="{9911ED0D-6CE8-4E7E-B62E-B1B1B026D485}" type="parTrans" cxnId="{E1219FF3-C7A4-47AE-8CAC-02C8A8A40961}">
      <dgm:prSet/>
      <dgm:spPr/>
      <dgm:t>
        <a:bodyPr/>
        <a:lstStyle/>
        <a:p>
          <a:endParaRPr lang="en-US"/>
        </a:p>
      </dgm:t>
    </dgm:pt>
    <dgm:pt modelId="{0D409AAF-D49A-4A1D-8874-65B750B5C8B0}" type="sibTrans" cxnId="{E1219FF3-C7A4-47AE-8CAC-02C8A8A40961}">
      <dgm:prSet/>
      <dgm:spPr/>
      <dgm:t>
        <a:bodyPr/>
        <a:lstStyle/>
        <a:p>
          <a:endParaRPr lang="en-US"/>
        </a:p>
      </dgm:t>
    </dgm:pt>
    <dgm:pt modelId="{A0C54337-08D9-4A44-9789-1B17436B5D09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Dev/Prod Environment</a:t>
          </a:r>
        </a:p>
      </dgm:t>
    </dgm:pt>
    <dgm:pt modelId="{8DA70AFC-6379-4797-BB1C-54C992497FB8}" type="parTrans" cxnId="{3F1CD3A7-A20A-4FE5-BC9F-57791E7DB944}">
      <dgm:prSet/>
      <dgm:spPr/>
      <dgm:t>
        <a:bodyPr/>
        <a:lstStyle/>
        <a:p>
          <a:endParaRPr lang="en-US"/>
        </a:p>
      </dgm:t>
    </dgm:pt>
    <dgm:pt modelId="{23D76404-35B3-415F-A677-FE16F005FD91}" type="sibTrans" cxnId="{3F1CD3A7-A20A-4FE5-BC9F-57791E7DB944}">
      <dgm:prSet/>
      <dgm:spPr/>
      <dgm:t>
        <a:bodyPr/>
        <a:lstStyle/>
        <a:p>
          <a:endParaRPr lang="en-US"/>
        </a:p>
      </dgm:t>
    </dgm:pt>
    <dgm:pt modelId="{8E3979F3-956B-46FA-953C-E68A2C5BE593}" type="pres">
      <dgm:prSet presAssocID="{B9205040-C2A1-466A-A225-FFB349D0522D}" presName="Name0" presStyleCnt="0">
        <dgm:presLayoutVars>
          <dgm:dir/>
          <dgm:resizeHandles val="exact"/>
        </dgm:presLayoutVars>
      </dgm:prSet>
      <dgm:spPr/>
    </dgm:pt>
    <dgm:pt modelId="{60C4FF4F-7632-4FC7-BE67-25B15B62DA21}" type="pres">
      <dgm:prSet presAssocID="{8103ECD1-F7CD-4A9C-80DF-44ED22C94204}" presName="node" presStyleLbl="node1" presStyleIdx="0" presStyleCnt="5" custLinFactNeighborX="-2763" custLinFactNeighborY="-59325">
        <dgm:presLayoutVars>
          <dgm:bulletEnabled val="1"/>
        </dgm:presLayoutVars>
      </dgm:prSet>
      <dgm:spPr/>
    </dgm:pt>
    <dgm:pt modelId="{E402221B-91FD-4CAD-9D69-EF266632FCB2}" type="pres">
      <dgm:prSet presAssocID="{0A794027-0DE8-4197-9198-E31E86C4A640}" presName="sibTrans" presStyleLbl="sibTrans2D1" presStyleIdx="0" presStyleCnt="4" custAng="17642926" custScaleX="286121" custLinFactX="273421" custLinFactNeighborX="300000" custLinFactNeighborY="-94437"/>
      <dgm:spPr/>
    </dgm:pt>
    <dgm:pt modelId="{0BB7AB13-C690-4071-847B-E9B416ACEE0D}" type="pres">
      <dgm:prSet presAssocID="{0A794027-0DE8-4197-9198-E31E86C4A640}" presName="connectorText" presStyleLbl="sibTrans2D1" presStyleIdx="0" presStyleCnt="4"/>
      <dgm:spPr/>
    </dgm:pt>
    <dgm:pt modelId="{6860F4EC-D1F2-4AC1-99CB-9DDE80C627C5}" type="pres">
      <dgm:prSet presAssocID="{CDEB87C7-E7AA-465E-A644-30EA1A625A85}" presName="node" presStyleLbl="node1" presStyleIdx="1" presStyleCnt="5" custLinFactX="-100000" custLinFactNeighborX="-103128" custLinFactNeighborY="89821">
        <dgm:presLayoutVars>
          <dgm:bulletEnabled val="1"/>
        </dgm:presLayoutVars>
      </dgm:prSet>
      <dgm:spPr/>
    </dgm:pt>
    <dgm:pt modelId="{C8378959-28D4-4A3A-A8D6-6DEFB89605C8}" type="pres">
      <dgm:prSet presAssocID="{0D409AAF-D49A-4A1D-8874-65B750B5C8B0}" presName="sibTrans" presStyleLbl="sibTrans2D1" presStyleIdx="1" presStyleCnt="4" custScaleX="78868" custLinFactNeighborX="-13946" custLinFactNeighborY="45696"/>
      <dgm:spPr/>
    </dgm:pt>
    <dgm:pt modelId="{071C6EDD-FEE2-4ADE-AF16-5D1E9C98953A}" type="pres">
      <dgm:prSet presAssocID="{0D409AAF-D49A-4A1D-8874-65B750B5C8B0}" presName="connectorText" presStyleLbl="sibTrans2D1" presStyleIdx="1" presStyleCnt="4"/>
      <dgm:spPr/>
    </dgm:pt>
    <dgm:pt modelId="{7F31A061-DA50-48B1-85B1-BFA6EE89AB61}" type="pres">
      <dgm:prSet presAssocID="{6EFBC995-3328-42F1-BC75-59A4BF636663}" presName="node" presStyleLbl="node1" presStyleIdx="2" presStyleCnt="5" custLinFactX="-44994" custLinFactNeighborX="-100000" custLinFactNeighborY="7818">
        <dgm:presLayoutVars>
          <dgm:bulletEnabled val="1"/>
        </dgm:presLayoutVars>
      </dgm:prSet>
      <dgm:spPr/>
    </dgm:pt>
    <dgm:pt modelId="{6D140350-E486-4613-886D-3BB94E295C9D}" type="pres">
      <dgm:prSet presAssocID="{A156E581-276D-4C88-8D5E-A3D5D506615A}" presName="sibTrans" presStyleLbl="sibTrans2D1" presStyleIdx="2" presStyleCnt="4" custAng="10800000" custScaleX="129621" custLinFactNeighborX="6684" custLinFactNeighborY="7421"/>
      <dgm:spPr/>
    </dgm:pt>
    <dgm:pt modelId="{6E70086F-812F-4235-95B3-6192B2930BE5}" type="pres">
      <dgm:prSet presAssocID="{A156E581-276D-4C88-8D5E-A3D5D506615A}" presName="connectorText" presStyleLbl="sibTrans2D1" presStyleIdx="2" presStyleCnt="4"/>
      <dgm:spPr/>
    </dgm:pt>
    <dgm:pt modelId="{9DAC9497-1041-4112-8C6C-271B03D6AA27}" type="pres">
      <dgm:prSet presAssocID="{72B65D63-669C-4B02-BEDA-2309A6613540}" presName="node" presStyleLbl="node1" presStyleIdx="3" presStyleCnt="5" custLinFactX="-8967" custLinFactNeighborX="-100000" custLinFactNeighborY="7810">
        <dgm:presLayoutVars>
          <dgm:bulletEnabled val="1"/>
        </dgm:presLayoutVars>
      </dgm:prSet>
      <dgm:spPr/>
    </dgm:pt>
    <dgm:pt modelId="{409354EB-5EA7-4FA2-8A4C-AE8CACC19427}" type="pres">
      <dgm:prSet presAssocID="{8B81886C-E3B4-4AB6-9FDB-95512EE7A628}" presName="sibTrans" presStyleLbl="sibTrans2D1" presStyleIdx="3" presStyleCnt="4" custAng="85748"/>
      <dgm:spPr/>
    </dgm:pt>
    <dgm:pt modelId="{2DD6DA6C-B255-4552-844C-2C4778CA616A}" type="pres">
      <dgm:prSet presAssocID="{8B81886C-E3B4-4AB6-9FDB-95512EE7A628}" presName="connectorText" presStyleLbl="sibTrans2D1" presStyleIdx="3" presStyleCnt="4"/>
      <dgm:spPr/>
    </dgm:pt>
    <dgm:pt modelId="{A2BFACCD-91E0-4AFF-8F38-B26222EE9234}" type="pres">
      <dgm:prSet presAssocID="{A0C54337-08D9-4A44-9789-1B17436B5D09}" presName="node" presStyleLbl="node1" presStyleIdx="4" presStyleCnt="5">
        <dgm:presLayoutVars>
          <dgm:bulletEnabled val="1"/>
        </dgm:presLayoutVars>
      </dgm:prSet>
      <dgm:spPr/>
    </dgm:pt>
  </dgm:ptLst>
  <dgm:cxnLst>
    <dgm:cxn modelId="{B854720D-669B-4834-B83E-A831C98764C5}" srcId="{B9205040-C2A1-466A-A225-FFB349D0522D}" destId="{8103ECD1-F7CD-4A9C-80DF-44ED22C94204}" srcOrd="0" destOrd="0" parTransId="{6BA84503-0340-4DCB-A3E5-326CC3014406}" sibTransId="{0A794027-0DE8-4197-9198-E31E86C4A640}"/>
    <dgm:cxn modelId="{283F851D-0266-4B8C-AD71-86FE15E390A9}" type="presOf" srcId="{8103ECD1-F7CD-4A9C-80DF-44ED22C94204}" destId="{60C4FF4F-7632-4FC7-BE67-25B15B62DA21}" srcOrd="0" destOrd="0" presId="urn:microsoft.com/office/officeart/2005/8/layout/process1"/>
    <dgm:cxn modelId="{217E9D2C-0CF9-48DD-9F0A-4492CCA33601}" type="presOf" srcId="{A156E581-276D-4C88-8D5E-A3D5D506615A}" destId="{6D140350-E486-4613-886D-3BB94E295C9D}" srcOrd="0" destOrd="0" presId="urn:microsoft.com/office/officeart/2005/8/layout/process1"/>
    <dgm:cxn modelId="{62B12D40-1E1D-49EF-B964-899C7845CDE6}" type="presOf" srcId="{0D409AAF-D49A-4A1D-8874-65B750B5C8B0}" destId="{C8378959-28D4-4A3A-A8D6-6DEFB89605C8}" srcOrd="0" destOrd="0" presId="urn:microsoft.com/office/officeart/2005/8/layout/process1"/>
    <dgm:cxn modelId="{0FF45F41-349D-4843-88BA-04FB7446B93F}" type="presOf" srcId="{A156E581-276D-4C88-8D5E-A3D5D506615A}" destId="{6E70086F-812F-4235-95B3-6192B2930BE5}" srcOrd="1" destOrd="0" presId="urn:microsoft.com/office/officeart/2005/8/layout/process1"/>
    <dgm:cxn modelId="{2D634C43-F7FD-43BF-B98D-9C02E421A5FB}" srcId="{B9205040-C2A1-466A-A225-FFB349D0522D}" destId="{72B65D63-669C-4B02-BEDA-2309A6613540}" srcOrd="3" destOrd="0" parTransId="{CE288FB7-55B9-4552-9FB3-D8EDC48F4C67}" sibTransId="{8B81886C-E3B4-4AB6-9FDB-95512EE7A628}"/>
    <dgm:cxn modelId="{E3C9766D-7BDB-4D48-9543-3CBBE28FB851}" type="presOf" srcId="{0D409AAF-D49A-4A1D-8874-65B750B5C8B0}" destId="{071C6EDD-FEE2-4ADE-AF16-5D1E9C98953A}" srcOrd="1" destOrd="0" presId="urn:microsoft.com/office/officeart/2005/8/layout/process1"/>
    <dgm:cxn modelId="{D48D888F-EBA4-4858-84FA-3B771A816A44}" type="presOf" srcId="{72B65D63-669C-4B02-BEDA-2309A6613540}" destId="{9DAC9497-1041-4112-8C6C-271B03D6AA27}" srcOrd="0" destOrd="0" presId="urn:microsoft.com/office/officeart/2005/8/layout/process1"/>
    <dgm:cxn modelId="{6C2D1B9A-8A90-4B6C-AD41-FC63F17D57A8}" type="presOf" srcId="{8B81886C-E3B4-4AB6-9FDB-95512EE7A628}" destId="{2DD6DA6C-B255-4552-844C-2C4778CA616A}" srcOrd="1" destOrd="0" presId="urn:microsoft.com/office/officeart/2005/8/layout/process1"/>
    <dgm:cxn modelId="{C11965A0-FD7D-4004-83C9-F5CF83A66188}" type="presOf" srcId="{0A794027-0DE8-4197-9198-E31E86C4A640}" destId="{0BB7AB13-C690-4071-847B-E9B416ACEE0D}" srcOrd="1" destOrd="0" presId="urn:microsoft.com/office/officeart/2005/8/layout/process1"/>
    <dgm:cxn modelId="{3F1CD3A7-A20A-4FE5-BC9F-57791E7DB944}" srcId="{B9205040-C2A1-466A-A225-FFB349D0522D}" destId="{A0C54337-08D9-4A44-9789-1B17436B5D09}" srcOrd="4" destOrd="0" parTransId="{8DA70AFC-6379-4797-BB1C-54C992497FB8}" sibTransId="{23D76404-35B3-415F-A677-FE16F005FD91}"/>
    <dgm:cxn modelId="{18421FB9-F5B7-4672-8AEA-32B3B99C985E}" type="presOf" srcId="{6EFBC995-3328-42F1-BC75-59A4BF636663}" destId="{7F31A061-DA50-48B1-85B1-BFA6EE89AB61}" srcOrd="0" destOrd="0" presId="urn:microsoft.com/office/officeart/2005/8/layout/process1"/>
    <dgm:cxn modelId="{D1E728DF-F4A2-460A-AE6A-FA652ED0E04B}" type="presOf" srcId="{8B81886C-E3B4-4AB6-9FDB-95512EE7A628}" destId="{409354EB-5EA7-4FA2-8A4C-AE8CACC19427}" srcOrd="0" destOrd="0" presId="urn:microsoft.com/office/officeart/2005/8/layout/process1"/>
    <dgm:cxn modelId="{6CD64DE5-CD53-4A7D-8D44-15E32E3CBF93}" type="presOf" srcId="{A0C54337-08D9-4A44-9789-1B17436B5D09}" destId="{A2BFACCD-91E0-4AFF-8F38-B26222EE9234}" srcOrd="0" destOrd="0" presId="urn:microsoft.com/office/officeart/2005/8/layout/process1"/>
    <dgm:cxn modelId="{ADBDE5E8-36A2-47FB-B068-861C555BDB8A}" type="presOf" srcId="{B9205040-C2A1-466A-A225-FFB349D0522D}" destId="{8E3979F3-956B-46FA-953C-E68A2C5BE593}" srcOrd="0" destOrd="0" presId="urn:microsoft.com/office/officeart/2005/8/layout/process1"/>
    <dgm:cxn modelId="{8A334DED-1C6D-4B76-9201-C8ADFF693DE7}" type="presOf" srcId="{0A794027-0DE8-4197-9198-E31E86C4A640}" destId="{E402221B-91FD-4CAD-9D69-EF266632FCB2}" srcOrd="0" destOrd="0" presId="urn:microsoft.com/office/officeart/2005/8/layout/process1"/>
    <dgm:cxn modelId="{C64B8CEF-3CF2-4626-A550-3DF94BA335DA}" type="presOf" srcId="{CDEB87C7-E7AA-465E-A644-30EA1A625A85}" destId="{6860F4EC-D1F2-4AC1-99CB-9DDE80C627C5}" srcOrd="0" destOrd="0" presId="urn:microsoft.com/office/officeart/2005/8/layout/process1"/>
    <dgm:cxn modelId="{E1219FF3-C7A4-47AE-8CAC-02C8A8A40961}" srcId="{B9205040-C2A1-466A-A225-FFB349D0522D}" destId="{CDEB87C7-E7AA-465E-A644-30EA1A625A85}" srcOrd="1" destOrd="0" parTransId="{9911ED0D-6CE8-4E7E-B62E-B1B1B026D485}" sibTransId="{0D409AAF-D49A-4A1D-8874-65B750B5C8B0}"/>
    <dgm:cxn modelId="{78C7FCFE-A69D-4E56-9CB8-2899243B392D}" srcId="{B9205040-C2A1-466A-A225-FFB349D0522D}" destId="{6EFBC995-3328-42F1-BC75-59A4BF636663}" srcOrd="2" destOrd="0" parTransId="{F43CECA7-8E24-41A9-A765-B38EBB807249}" sibTransId="{A156E581-276D-4C88-8D5E-A3D5D506615A}"/>
    <dgm:cxn modelId="{7F6FA0CE-F05A-4706-A8C4-AD77D5A1ECA6}" type="presParOf" srcId="{8E3979F3-956B-46FA-953C-E68A2C5BE593}" destId="{60C4FF4F-7632-4FC7-BE67-25B15B62DA21}" srcOrd="0" destOrd="0" presId="urn:microsoft.com/office/officeart/2005/8/layout/process1"/>
    <dgm:cxn modelId="{9BB4089F-5927-44C0-A393-40E4DFF318B5}" type="presParOf" srcId="{8E3979F3-956B-46FA-953C-E68A2C5BE593}" destId="{E402221B-91FD-4CAD-9D69-EF266632FCB2}" srcOrd="1" destOrd="0" presId="urn:microsoft.com/office/officeart/2005/8/layout/process1"/>
    <dgm:cxn modelId="{A3FD166F-F133-4DAE-A35E-2572D46C263F}" type="presParOf" srcId="{E402221B-91FD-4CAD-9D69-EF266632FCB2}" destId="{0BB7AB13-C690-4071-847B-E9B416ACEE0D}" srcOrd="0" destOrd="0" presId="urn:microsoft.com/office/officeart/2005/8/layout/process1"/>
    <dgm:cxn modelId="{E268C6A4-CC4B-4055-85C4-63B4788D22B6}" type="presParOf" srcId="{8E3979F3-956B-46FA-953C-E68A2C5BE593}" destId="{6860F4EC-D1F2-4AC1-99CB-9DDE80C627C5}" srcOrd="2" destOrd="0" presId="urn:microsoft.com/office/officeart/2005/8/layout/process1"/>
    <dgm:cxn modelId="{7EE21137-FC1B-498A-9D35-D0B5D50DBB14}" type="presParOf" srcId="{8E3979F3-956B-46FA-953C-E68A2C5BE593}" destId="{C8378959-28D4-4A3A-A8D6-6DEFB89605C8}" srcOrd="3" destOrd="0" presId="urn:microsoft.com/office/officeart/2005/8/layout/process1"/>
    <dgm:cxn modelId="{C4C297C8-557B-4264-9DC7-D0626C38D0D4}" type="presParOf" srcId="{C8378959-28D4-4A3A-A8D6-6DEFB89605C8}" destId="{071C6EDD-FEE2-4ADE-AF16-5D1E9C98953A}" srcOrd="0" destOrd="0" presId="urn:microsoft.com/office/officeart/2005/8/layout/process1"/>
    <dgm:cxn modelId="{2E8D35F0-9BC2-4BFE-8E92-47DB4EA94BB9}" type="presParOf" srcId="{8E3979F3-956B-46FA-953C-E68A2C5BE593}" destId="{7F31A061-DA50-48B1-85B1-BFA6EE89AB61}" srcOrd="4" destOrd="0" presId="urn:microsoft.com/office/officeart/2005/8/layout/process1"/>
    <dgm:cxn modelId="{5A489595-2100-45A4-B61C-92251E5DBD14}" type="presParOf" srcId="{8E3979F3-956B-46FA-953C-E68A2C5BE593}" destId="{6D140350-E486-4613-886D-3BB94E295C9D}" srcOrd="5" destOrd="0" presId="urn:microsoft.com/office/officeart/2005/8/layout/process1"/>
    <dgm:cxn modelId="{07E05C98-6A5A-471E-9DEC-581A018B3C12}" type="presParOf" srcId="{6D140350-E486-4613-886D-3BB94E295C9D}" destId="{6E70086F-812F-4235-95B3-6192B2930BE5}" srcOrd="0" destOrd="0" presId="urn:microsoft.com/office/officeart/2005/8/layout/process1"/>
    <dgm:cxn modelId="{FB060727-4ACC-47F2-B77D-7F365B41E726}" type="presParOf" srcId="{8E3979F3-956B-46FA-953C-E68A2C5BE593}" destId="{9DAC9497-1041-4112-8C6C-271B03D6AA27}" srcOrd="6" destOrd="0" presId="urn:microsoft.com/office/officeart/2005/8/layout/process1"/>
    <dgm:cxn modelId="{21C44CED-8D3D-4F78-9EDE-A0C642EDE224}" type="presParOf" srcId="{8E3979F3-956B-46FA-953C-E68A2C5BE593}" destId="{409354EB-5EA7-4FA2-8A4C-AE8CACC19427}" srcOrd="7" destOrd="0" presId="urn:microsoft.com/office/officeart/2005/8/layout/process1"/>
    <dgm:cxn modelId="{8F9874CB-8E4E-47EC-9DF5-DF6BC7B74D46}" type="presParOf" srcId="{409354EB-5EA7-4FA2-8A4C-AE8CACC19427}" destId="{2DD6DA6C-B255-4552-844C-2C4778CA616A}" srcOrd="0" destOrd="0" presId="urn:microsoft.com/office/officeart/2005/8/layout/process1"/>
    <dgm:cxn modelId="{7583D11C-9A84-4C3F-985C-2A2B6166CB15}" type="presParOf" srcId="{8E3979F3-956B-46FA-953C-E68A2C5BE593}" destId="{A2BFACCD-91E0-4AFF-8F38-B26222EE923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46D044-27A0-4632-8D4B-E35B6FDBD3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FA6F442E-5568-4ABE-9325-8FEF38A86614}">
      <dgm:prSet phldrT="[Text]"/>
      <dgm:spPr/>
      <dgm:t>
        <a:bodyPr/>
        <a:lstStyle/>
        <a:p>
          <a:r>
            <a:rPr lang="en-US" dirty="0"/>
            <a:t>Source</a:t>
          </a:r>
        </a:p>
      </dgm:t>
    </dgm:pt>
    <dgm:pt modelId="{AAF792F7-EBFA-45ED-8C0F-B04BB1A554CF}" type="parTrans" cxnId="{6E34ACA4-3825-4889-9295-94B481C7E4D6}">
      <dgm:prSet/>
      <dgm:spPr/>
      <dgm:t>
        <a:bodyPr/>
        <a:lstStyle/>
        <a:p>
          <a:endParaRPr lang="en-US"/>
        </a:p>
      </dgm:t>
    </dgm:pt>
    <dgm:pt modelId="{F954E00A-951C-4376-970C-ECB317DA9A61}" type="sibTrans" cxnId="{6E34ACA4-3825-4889-9295-94B481C7E4D6}">
      <dgm:prSet/>
      <dgm:spPr/>
      <dgm:t>
        <a:bodyPr/>
        <a:lstStyle/>
        <a:p>
          <a:endParaRPr lang="en-US"/>
        </a:p>
      </dgm:t>
    </dgm:pt>
    <dgm:pt modelId="{81DB3D50-E28C-457D-A76C-2F5CB3E2B6A0}">
      <dgm:prSet phldrT="[Text]"/>
      <dgm:spPr/>
      <dgm:t>
        <a:bodyPr/>
        <a:lstStyle/>
        <a:p>
          <a:r>
            <a:rPr lang="en-US" dirty="0"/>
            <a:t>Build</a:t>
          </a:r>
        </a:p>
      </dgm:t>
    </dgm:pt>
    <dgm:pt modelId="{D73F47B0-F638-46A9-81F7-2F2FB80DA3CB}" type="parTrans" cxnId="{39C97BBF-F975-457C-86AD-0536E7CB6A07}">
      <dgm:prSet/>
      <dgm:spPr/>
      <dgm:t>
        <a:bodyPr/>
        <a:lstStyle/>
        <a:p>
          <a:endParaRPr lang="en-US"/>
        </a:p>
      </dgm:t>
    </dgm:pt>
    <dgm:pt modelId="{728FD6DF-F1BA-4CF2-BD09-D8E16519245E}" type="sibTrans" cxnId="{39C97BBF-F975-457C-86AD-0536E7CB6A07}">
      <dgm:prSet/>
      <dgm:spPr/>
      <dgm:t>
        <a:bodyPr/>
        <a:lstStyle/>
        <a:p>
          <a:endParaRPr lang="en-US"/>
        </a:p>
      </dgm:t>
    </dgm:pt>
    <dgm:pt modelId="{FB86B83E-EBD7-485E-A614-C722A62B1EA6}">
      <dgm:prSet phldrT="[Text]"/>
      <dgm:spPr>
        <a:solidFill>
          <a:srgbClr val="FF9900"/>
        </a:solidFill>
      </dgm:spPr>
      <dgm:t>
        <a:bodyPr/>
        <a:lstStyle/>
        <a:p>
          <a:r>
            <a:rPr lang="en-US" dirty="0"/>
            <a:t>Staging</a:t>
          </a:r>
        </a:p>
      </dgm:t>
    </dgm:pt>
    <dgm:pt modelId="{91EDB27B-4F44-4A07-BD85-25691B5C15C5}" type="parTrans" cxnId="{5D3524D0-9E37-476A-860B-113585D670A8}">
      <dgm:prSet/>
      <dgm:spPr/>
      <dgm:t>
        <a:bodyPr/>
        <a:lstStyle/>
        <a:p>
          <a:endParaRPr lang="en-US"/>
        </a:p>
      </dgm:t>
    </dgm:pt>
    <dgm:pt modelId="{1EC00EED-E71D-4250-B9CB-CC658DEAE724}" type="sibTrans" cxnId="{5D3524D0-9E37-476A-860B-113585D670A8}">
      <dgm:prSet/>
      <dgm:spPr>
        <a:solidFill>
          <a:srgbClr val="FF3300"/>
        </a:solidFill>
      </dgm:spPr>
      <dgm:t>
        <a:bodyPr/>
        <a:lstStyle/>
        <a:p>
          <a:endParaRPr lang="en-US"/>
        </a:p>
      </dgm:t>
    </dgm:pt>
    <dgm:pt modelId="{2EB212F0-D741-4624-AF37-65429823758A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Production</a:t>
          </a:r>
        </a:p>
      </dgm:t>
    </dgm:pt>
    <dgm:pt modelId="{9B332CB0-B8A6-4665-86F2-4C443E24EDB3}" type="parTrans" cxnId="{EF30E5A0-B55F-4A63-8056-DEFB3F3A6B42}">
      <dgm:prSet/>
      <dgm:spPr/>
      <dgm:t>
        <a:bodyPr/>
        <a:lstStyle/>
        <a:p>
          <a:endParaRPr lang="en-US"/>
        </a:p>
      </dgm:t>
    </dgm:pt>
    <dgm:pt modelId="{A7DBD6BD-798A-4B22-8713-0422141E4659}" type="sibTrans" cxnId="{EF30E5A0-B55F-4A63-8056-DEFB3F3A6B42}">
      <dgm:prSet/>
      <dgm:spPr/>
      <dgm:t>
        <a:bodyPr/>
        <a:lstStyle/>
        <a:p>
          <a:endParaRPr lang="en-US"/>
        </a:p>
      </dgm:t>
    </dgm:pt>
    <dgm:pt modelId="{6CC7BF31-EF48-4540-948E-95B5E2BE3D84}" type="pres">
      <dgm:prSet presAssocID="{6946D044-27A0-4632-8D4B-E35B6FDBD354}" presName="Name0" presStyleCnt="0">
        <dgm:presLayoutVars>
          <dgm:dir/>
          <dgm:resizeHandles val="exact"/>
        </dgm:presLayoutVars>
      </dgm:prSet>
      <dgm:spPr/>
    </dgm:pt>
    <dgm:pt modelId="{0E9B4764-5A1E-413A-85D0-902590DAD424}" type="pres">
      <dgm:prSet presAssocID="{FA6F442E-5568-4ABE-9325-8FEF38A86614}" presName="node" presStyleLbl="node1" presStyleIdx="0" presStyleCnt="4">
        <dgm:presLayoutVars>
          <dgm:bulletEnabled val="1"/>
        </dgm:presLayoutVars>
      </dgm:prSet>
      <dgm:spPr/>
    </dgm:pt>
    <dgm:pt modelId="{DB095A65-8AC6-4C2D-BC2C-62FB627912A4}" type="pres">
      <dgm:prSet presAssocID="{F954E00A-951C-4376-970C-ECB317DA9A61}" presName="sibTrans" presStyleLbl="sibTrans2D1" presStyleIdx="0" presStyleCnt="3"/>
      <dgm:spPr/>
    </dgm:pt>
    <dgm:pt modelId="{AE58F732-44CB-4B74-8DA9-AA60D18CC80C}" type="pres">
      <dgm:prSet presAssocID="{F954E00A-951C-4376-970C-ECB317DA9A61}" presName="connectorText" presStyleLbl="sibTrans2D1" presStyleIdx="0" presStyleCnt="3"/>
      <dgm:spPr/>
    </dgm:pt>
    <dgm:pt modelId="{F32B7058-8AFE-425C-A4BD-9329907A0CB0}" type="pres">
      <dgm:prSet presAssocID="{81DB3D50-E28C-457D-A76C-2F5CB3E2B6A0}" presName="node" presStyleLbl="node1" presStyleIdx="1" presStyleCnt="4">
        <dgm:presLayoutVars>
          <dgm:bulletEnabled val="1"/>
        </dgm:presLayoutVars>
      </dgm:prSet>
      <dgm:spPr/>
    </dgm:pt>
    <dgm:pt modelId="{6A7E4F0F-0AEB-40F0-BE77-7C53AF35991A}" type="pres">
      <dgm:prSet presAssocID="{728FD6DF-F1BA-4CF2-BD09-D8E16519245E}" presName="sibTrans" presStyleLbl="sibTrans2D1" presStyleIdx="1" presStyleCnt="3"/>
      <dgm:spPr/>
    </dgm:pt>
    <dgm:pt modelId="{7D69FB46-DD13-4889-A397-2B852506756B}" type="pres">
      <dgm:prSet presAssocID="{728FD6DF-F1BA-4CF2-BD09-D8E16519245E}" presName="connectorText" presStyleLbl="sibTrans2D1" presStyleIdx="1" presStyleCnt="3"/>
      <dgm:spPr/>
    </dgm:pt>
    <dgm:pt modelId="{D8ECBF29-EB03-4139-83F9-5ED873124708}" type="pres">
      <dgm:prSet presAssocID="{FB86B83E-EBD7-485E-A614-C722A62B1EA6}" presName="node" presStyleLbl="node1" presStyleIdx="2" presStyleCnt="4">
        <dgm:presLayoutVars>
          <dgm:bulletEnabled val="1"/>
        </dgm:presLayoutVars>
      </dgm:prSet>
      <dgm:spPr/>
    </dgm:pt>
    <dgm:pt modelId="{58F0EEFB-4B61-4C25-A93A-B60F5BBB82A6}" type="pres">
      <dgm:prSet presAssocID="{1EC00EED-E71D-4250-B9CB-CC658DEAE724}" presName="sibTrans" presStyleLbl="sibTrans2D1" presStyleIdx="2" presStyleCnt="3"/>
      <dgm:spPr/>
    </dgm:pt>
    <dgm:pt modelId="{F841F5F6-A6FC-4AA2-B26E-55ECA9407BDE}" type="pres">
      <dgm:prSet presAssocID="{1EC00EED-E71D-4250-B9CB-CC658DEAE724}" presName="connectorText" presStyleLbl="sibTrans2D1" presStyleIdx="2" presStyleCnt="3"/>
      <dgm:spPr/>
    </dgm:pt>
    <dgm:pt modelId="{44EEC28D-6ABF-4D8F-A84C-FADFDB85792D}" type="pres">
      <dgm:prSet presAssocID="{2EB212F0-D741-4624-AF37-65429823758A}" presName="node" presStyleLbl="node1" presStyleIdx="3" presStyleCnt="4" custLinFactNeighborX="1386" custLinFactNeighborY="-1411">
        <dgm:presLayoutVars>
          <dgm:bulletEnabled val="1"/>
        </dgm:presLayoutVars>
      </dgm:prSet>
      <dgm:spPr/>
    </dgm:pt>
  </dgm:ptLst>
  <dgm:cxnLst>
    <dgm:cxn modelId="{FE9A232F-3905-4445-B354-9CF555554DD1}" type="presOf" srcId="{FA6F442E-5568-4ABE-9325-8FEF38A86614}" destId="{0E9B4764-5A1E-413A-85D0-902590DAD424}" srcOrd="0" destOrd="0" presId="urn:microsoft.com/office/officeart/2005/8/layout/process1"/>
    <dgm:cxn modelId="{075E2D49-9D55-4EEB-BEF0-6DC990F8C048}" type="presOf" srcId="{F954E00A-951C-4376-970C-ECB317DA9A61}" destId="{DB095A65-8AC6-4C2D-BC2C-62FB627912A4}" srcOrd="0" destOrd="0" presId="urn:microsoft.com/office/officeart/2005/8/layout/process1"/>
    <dgm:cxn modelId="{BEB51F73-F237-4C14-9F46-CD4DFB24BA76}" type="presOf" srcId="{1EC00EED-E71D-4250-B9CB-CC658DEAE724}" destId="{F841F5F6-A6FC-4AA2-B26E-55ECA9407BDE}" srcOrd="1" destOrd="0" presId="urn:microsoft.com/office/officeart/2005/8/layout/process1"/>
    <dgm:cxn modelId="{8FF9B58B-9C25-4F76-AC30-C74937FE43EA}" type="presOf" srcId="{6946D044-27A0-4632-8D4B-E35B6FDBD354}" destId="{6CC7BF31-EF48-4540-948E-95B5E2BE3D84}" srcOrd="0" destOrd="0" presId="urn:microsoft.com/office/officeart/2005/8/layout/process1"/>
    <dgm:cxn modelId="{EF30E5A0-B55F-4A63-8056-DEFB3F3A6B42}" srcId="{6946D044-27A0-4632-8D4B-E35B6FDBD354}" destId="{2EB212F0-D741-4624-AF37-65429823758A}" srcOrd="3" destOrd="0" parTransId="{9B332CB0-B8A6-4665-86F2-4C443E24EDB3}" sibTransId="{A7DBD6BD-798A-4B22-8713-0422141E4659}"/>
    <dgm:cxn modelId="{6E34ACA4-3825-4889-9295-94B481C7E4D6}" srcId="{6946D044-27A0-4632-8D4B-E35B6FDBD354}" destId="{FA6F442E-5568-4ABE-9325-8FEF38A86614}" srcOrd="0" destOrd="0" parTransId="{AAF792F7-EBFA-45ED-8C0F-B04BB1A554CF}" sibTransId="{F954E00A-951C-4376-970C-ECB317DA9A61}"/>
    <dgm:cxn modelId="{BFAE83AF-B4F2-4D96-9F71-3743B25F1E45}" type="presOf" srcId="{728FD6DF-F1BA-4CF2-BD09-D8E16519245E}" destId="{6A7E4F0F-0AEB-40F0-BE77-7C53AF35991A}" srcOrd="0" destOrd="0" presId="urn:microsoft.com/office/officeart/2005/8/layout/process1"/>
    <dgm:cxn modelId="{39C97BBF-F975-457C-86AD-0536E7CB6A07}" srcId="{6946D044-27A0-4632-8D4B-E35B6FDBD354}" destId="{81DB3D50-E28C-457D-A76C-2F5CB3E2B6A0}" srcOrd="1" destOrd="0" parTransId="{D73F47B0-F638-46A9-81F7-2F2FB80DA3CB}" sibTransId="{728FD6DF-F1BA-4CF2-BD09-D8E16519245E}"/>
    <dgm:cxn modelId="{1F7FE3C4-6AAC-4408-B909-7338B52D2F0D}" type="presOf" srcId="{FB86B83E-EBD7-485E-A614-C722A62B1EA6}" destId="{D8ECBF29-EB03-4139-83F9-5ED873124708}" srcOrd="0" destOrd="0" presId="urn:microsoft.com/office/officeart/2005/8/layout/process1"/>
    <dgm:cxn modelId="{66DAC4CB-0367-4941-9261-F14D74CD2FB9}" type="presOf" srcId="{F954E00A-951C-4376-970C-ECB317DA9A61}" destId="{AE58F732-44CB-4B74-8DA9-AA60D18CC80C}" srcOrd="1" destOrd="0" presId="urn:microsoft.com/office/officeart/2005/8/layout/process1"/>
    <dgm:cxn modelId="{5D3524D0-9E37-476A-860B-113585D670A8}" srcId="{6946D044-27A0-4632-8D4B-E35B6FDBD354}" destId="{FB86B83E-EBD7-485E-A614-C722A62B1EA6}" srcOrd="2" destOrd="0" parTransId="{91EDB27B-4F44-4A07-BD85-25691B5C15C5}" sibTransId="{1EC00EED-E71D-4250-B9CB-CC658DEAE724}"/>
    <dgm:cxn modelId="{F7ABC3D5-F6A5-4D36-8E5E-420FBE1BAE45}" type="presOf" srcId="{1EC00EED-E71D-4250-B9CB-CC658DEAE724}" destId="{58F0EEFB-4B61-4C25-A93A-B60F5BBB82A6}" srcOrd="0" destOrd="0" presId="urn:microsoft.com/office/officeart/2005/8/layout/process1"/>
    <dgm:cxn modelId="{05A177D7-8182-4C0D-BFF1-9C8D4D2476CF}" type="presOf" srcId="{2EB212F0-D741-4624-AF37-65429823758A}" destId="{44EEC28D-6ABF-4D8F-A84C-FADFDB85792D}" srcOrd="0" destOrd="0" presId="urn:microsoft.com/office/officeart/2005/8/layout/process1"/>
    <dgm:cxn modelId="{C521FBE7-3717-4B35-8E54-4BBFFE21B2A7}" type="presOf" srcId="{81DB3D50-E28C-457D-A76C-2F5CB3E2B6A0}" destId="{F32B7058-8AFE-425C-A4BD-9329907A0CB0}" srcOrd="0" destOrd="0" presId="urn:microsoft.com/office/officeart/2005/8/layout/process1"/>
    <dgm:cxn modelId="{2B34E7E8-1B2D-4491-B982-68D16EEE7952}" type="presOf" srcId="{728FD6DF-F1BA-4CF2-BD09-D8E16519245E}" destId="{7D69FB46-DD13-4889-A397-2B852506756B}" srcOrd="1" destOrd="0" presId="urn:microsoft.com/office/officeart/2005/8/layout/process1"/>
    <dgm:cxn modelId="{F0BAA1DF-99C9-4F7D-8D29-D013C00930B2}" type="presParOf" srcId="{6CC7BF31-EF48-4540-948E-95B5E2BE3D84}" destId="{0E9B4764-5A1E-413A-85D0-902590DAD424}" srcOrd="0" destOrd="0" presId="urn:microsoft.com/office/officeart/2005/8/layout/process1"/>
    <dgm:cxn modelId="{23A0D86D-FA10-4B5E-8720-9DEB24F94949}" type="presParOf" srcId="{6CC7BF31-EF48-4540-948E-95B5E2BE3D84}" destId="{DB095A65-8AC6-4C2D-BC2C-62FB627912A4}" srcOrd="1" destOrd="0" presId="urn:microsoft.com/office/officeart/2005/8/layout/process1"/>
    <dgm:cxn modelId="{E8F7BB44-2B16-4C6E-A3BE-47EC27DE6764}" type="presParOf" srcId="{DB095A65-8AC6-4C2D-BC2C-62FB627912A4}" destId="{AE58F732-44CB-4B74-8DA9-AA60D18CC80C}" srcOrd="0" destOrd="0" presId="urn:microsoft.com/office/officeart/2005/8/layout/process1"/>
    <dgm:cxn modelId="{807D5A21-C45B-4F79-BB51-3B4E14673A01}" type="presParOf" srcId="{6CC7BF31-EF48-4540-948E-95B5E2BE3D84}" destId="{F32B7058-8AFE-425C-A4BD-9329907A0CB0}" srcOrd="2" destOrd="0" presId="urn:microsoft.com/office/officeart/2005/8/layout/process1"/>
    <dgm:cxn modelId="{63B65421-7630-4179-8E67-BFB5AE49E6E8}" type="presParOf" srcId="{6CC7BF31-EF48-4540-948E-95B5E2BE3D84}" destId="{6A7E4F0F-0AEB-40F0-BE77-7C53AF35991A}" srcOrd="3" destOrd="0" presId="urn:microsoft.com/office/officeart/2005/8/layout/process1"/>
    <dgm:cxn modelId="{AD4391BE-85CF-409F-B2AC-7574A4415E71}" type="presParOf" srcId="{6A7E4F0F-0AEB-40F0-BE77-7C53AF35991A}" destId="{7D69FB46-DD13-4889-A397-2B852506756B}" srcOrd="0" destOrd="0" presId="urn:microsoft.com/office/officeart/2005/8/layout/process1"/>
    <dgm:cxn modelId="{D7840E68-C57D-40D9-99BD-2B89BE64B96E}" type="presParOf" srcId="{6CC7BF31-EF48-4540-948E-95B5E2BE3D84}" destId="{D8ECBF29-EB03-4139-83F9-5ED873124708}" srcOrd="4" destOrd="0" presId="urn:microsoft.com/office/officeart/2005/8/layout/process1"/>
    <dgm:cxn modelId="{AEBC652A-1F2A-4952-90F8-FD041C85C50E}" type="presParOf" srcId="{6CC7BF31-EF48-4540-948E-95B5E2BE3D84}" destId="{58F0EEFB-4B61-4C25-A93A-B60F5BBB82A6}" srcOrd="5" destOrd="0" presId="urn:microsoft.com/office/officeart/2005/8/layout/process1"/>
    <dgm:cxn modelId="{F22025FA-845E-4B5A-9218-3C4C7748F108}" type="presParOf" srcId="{58F0EEFB-4B61-4C25-A93A-B60F5BBB82A6}" destId="{F841F5F6-A6FC-4AA2-B26E-55ECA9407BDE}" srcOrd="0" destOrd="0" presId="urn:microsoft.com/office/officeart/2005/8/layout/process1"/>
    <dgm:cxn modelId="{96367260-003F-4BA3-AEF2-A4AA4ED7BCC6}" type="presParOf" srcId="{6CC7BF31-EF48-4540-948E-95B5E2BE3D84}" destId="{44EEC28D-6ABF-4D8F-A84C-FADFDB85792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46D044-27A0-4632-8D4B-E35B6FDBD3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FA6F442E-5568-4ABE-9325-8FEF38A86614}">
      <dgm:prSet phldrT="[Text]"/>
      <dgm:spPr/>
      <dgm:t>
        <a:bodyPr/>
        <a:lstStyle/>
        <a:p>
          <a:r>
            <a:rPr lang="en-US" dirty="0"/>
            <a:t>Source</a:t>
          </a:r>
        </a:p>
      </dgm:t>
    </dgm:pt>
    <dgm:pt modelId="{AAF792F7-EBFA-45ED-8C0F-B04BB1A554CF}" type="parTrans" cxnId="{6E34ACA4-3825-4889-9295-94B481C7E4D6}">
      <dgm:prSet/>
      <dgm:spPr/>
      <dgm:t>
        <a:bodyPr/>
        <a:lstStyle/>
        <a:p>
          <a:endParaRPr lang="en-US"/>
        </a:p>
      </dgm:t>
    </dgm:pt>
    <dgm:pt modelId="{F954E00A-951C-4376-970C-ECB317DA9A61}" type="sibTrans" cxnId="{6E34ACA4-3825-4889-9295-94B481C7E4D6}">
      <dgm:prSet/>
      <dgm:spPr/>
      <dgm:t>
        <a:bodyPr/>
        <a:lstStyle/>
        <a:p>
          <a:endParaRPr lang="en-US"/>
        </a:p>
      </dgm:t>
    </dgm:pt>
    <dgm:pt modelId="{81DB3D50-E28C-457D-A76C-2F5CB3E2B6A0}">
      <dgm:prSet phldrT="[Text]"/>
      <dgm:spPr/>
      <dgm:t>
        <a:bodyPr/>
        <a:lstStyle/>
        <a:p>
          <a:r>
            <a:rPr lang="en-US" dirty="0"/>
            <a:t>Build</a:t>
          </a:r>
        </a:p>
      </dgm:t>
    </dgm:pt>
    <dgm:pt modelId="{D73F47B0-F638-46A9-81F7-2F2FB80DA3CB}" type="parTrans" cxnId="{39C97BBF-F975-457C-86AD-0536E7CB6A07}">
      <dgm:prSet/>
      <dgm:spPr/>
      <dgm:t>
        <a:bodyPr/>
        <a:lstStyle/>
        <a:p>
          <a:endParaRPr lang="en-US"/>
        </a:p>
      </dgm:t>
    </dgm:pt>
    <dgm:pt modelId="{728FD6DF-F1BA-4CF2-BD09-D8E16519245E}" type="sibTrans" cxnId="{39C97BBF-F975-457C-86AD-0536E7CB6A07}">
      <dgm:prSet/>
      <dgm:spPr/>
      <dgm:t>
        <a:bodyPr/>
        <a:lstStyle/>
        <a:p>
          <a:endParaRPr lang="en-US"/>
        </a:p>
      </dgm:t>
    </dgm:pt>
    <dgm:pt modelId="{FB86B83E-EBD7-485E-A614-C722A62B1EA6}">
      <dgm:prSet phldrT="[Text]"/>
      <dgm:spPr>
        <a:solidFill>
          <a:srgbClr val="FF9900"/>
        </a:solidFill>
      </dgm:spPr>
      <dgm:t>
        <a:bodyPr/>
        <a:lstStyle/>
        <a:p>
          <a:r>
            <a:rPr lang="en-US"/>
            <a:t>Staging</a:t>
          </a:r>
          <a:endParaRPr lang="en-US" dirty="0"/>
        </a:p>
      </dgm:t>
    </dgm:pt>
    <dgm:pt modelId="{91EDB27B-4F44-4A07-BD85-25691B5C15C5}" type="parTrans" cxnId="{5D3524D0-9E37-476A-860B-113585D670A8}">
      <dgm:prSet/>
      <dgm:spPr/>
      <dgm:t>
        <a:bodyPr/>
        <a:lstStyle/>
        <a:p>
          <a:endParaRPr lang="en-US"/>
        </a:p>
      </dgm:t>
    </dgm:pt>
    <dgm:pt modelId="{1EC00EED-E71D-4250-B9CB-CC658DEAE724}" type="sibTrans" cxnId="{5D3524D0-9E37-476A-860B-113585D670A8}">
      <dgm:prSet/>
      <dgm:spPr>
        <a:solidFill>
          <a:srgbClr val="FF9900"/>
        </a:solidFill>
      </dgm:spPr>
      <dgm:t>
        <a:bodyPr/>
        <a:lstStyle/>
        <a:p>
          <a:endParaRPr lang="en-US"/>
        </a:p>
      </dgm:t>
    </dgm:pt>
    <dgm:pt modelId="{2EB212F0-D741-4624-AF37-65429823758A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Production</a:t>
          </a:r>
        </a:p>
      </dgm:t>
    </dgm:pt>
    <dgm:pt modelId="{9B332CB0-B8A6-4665-86F2-4C443E24EDB3}" type="parTrans" cxnId="{EF30E5A0-B55F-4A63-8056-DEFB3F3A6B42}">
      <dgm:prSet/>
      <dgm:spPr/>
      <dgm:t>
        <a:bodyPr/>
        <a:lstStyle/>
        <a:p>
          <a:endParaRPr lang="en-US"/>
        </a:p>
      </dgm:t>
    </dgm:pt>
    <dgm:pt modelId="{A7DBD6BD-798A-4B22-8713-0422141E4659}" type="sibTrans" cxnId="{EF30E5A0-B55F-4A63-8056-DEFB3F3A6B42}">
      <dgm:prSet/>
      <dgm:spPr/>
      <dgm:t>
        <a:bodyPr/>
        <a:lstStyle/>
        <a:p>
          <a:endParaRPr lang="en-US"/>
        </a:p>
      </dgm:t>
    </dgm:pt>
    <dgm:pt modelId="{6CC7BF31-EF48-4540-948E-95B5E2BE3D84}" type="pres">
      <dgm:prSet presAssocID="{6946D044-27A0-4632-8D4B-E35B6FDBD354}" presName="Name0" presStyleCnt="0">
        <dgm:presLayoutVars>
          <dgm:dir/>
          <dgm:resizeHandles val="exact"/>
        </dgm:presLayoutVars>
      </dgm:prSet>
      <dgm:spPr/>
    </dgm:pt>
    <dgm:pt modelId="{0E9B4764-5A1E-413A-85D0-902590DAD424}" type="pres">
      <dgm:prSet presAssocID="{FA6F442E-5568-4ABE-9325-8FEF38A86614}" presName="node" presStyleLbl="node1" presStyleIdx="0" presStyleCnt="4">
        <dgm:presLayoutVars>
          <dgm:bulletEnabled val="1"/>
        </dgm:presLayoutVars>
      </dgm:prSet>
      <dgm:spPr/>
    </dgm:pt>
    <dgm:pt modelId="{DB095A65-8AC6-4C2D-BC2C-62FB627912A4}" type="pres">
      <dgm:prSet presAssocID="{F954E00A-951C-4376-970C-ECB317DA9A61}" presName="sibTrans" presStyleLbl="sibTrans2D1" presStyleIdx="0" presStyleCnt="3"/>
      <dgm:spPr/>
    </dgm:pt>
    <dgm:pt modelId="{AE58F732-44CB-4B74-8DA9-AA60D18CC80C}" type="pres">
      <dgm:prSet presAssocID="{F954E00A-951C-4376-970C-ECB317DA9A61}" presName="connectorText" presStyleLbl="sibTrans2D1" presStyleIdx="0" presStyleCnt="3"/>
      <dgm:spPr/>
    </dgm:pt>
    <dgm:pt modelId="{F32B7058-8AFE-425C-A4BD-9329907A0CB0}" type="pres">
      <dgm:prSet presAssocID="{81DB3D50-E28C-457D-A76C-2F5CB3E2B6A0}" presName="node" presStyleLbl="node1" presStyleIdx="1" presStyleCnt="4">
        <dgm:presLayoutVars>
          <dgm:bulletEnabled val="1"/>
        </dgm:presLayoutVars>
      </dgm:prSet>
      <dgm:spPr/>
    </dgm:pt>
    <dgm:pt modelId="{6A7E4F0F-0AEB-40F0-BE77-7C53AF35991A}" type="pres">
      <dgm:prSet presAssocID="{728FD6DF-F1BA-4CF2-BD09-D8E16519245E}" presName="sibTrans" presStyleLbl="sibTrans2D1" presStyleIdx="1" presStyleCnt="3"/>
      <dgm:spPr/>
    </dgm:pt>
    <dgm:pt modelId="{7D69FB46-DD13-4889-A397-2B852506756B}" type="pres">
      <dgm:prSet presAssocID="{728FD6DF-F1BA-4CF2-BD09-D8E16519245E}" presName="connectorText" presStyleLbl="sibTrans2D1" presStyleIdx="1" presStyleCnt="3"/>
      <dgm:spPr/>
    </dgm:pt>
    <dgm:pt modelId="{D8ECBF29-EB03-4139-83F9-5ED873124708}" type="pres">
      <dgm:prSet presAssocID="{FB86B83E-EBD7-485E-A614-C722A62B1EA6}" presName="node" presStyleLbl="node1" presStyleIdx="2" presStyleCnt="4">
        <dgm:presLayoutVars>
          <dgm:bulletEnabled val="1"/>
        </dgm:presLayoutVars>
      </dgm:prSet>
      <dgm:spPr/>
    </dgm:pt>
    <dgm:pt modelId="{58F0EEFB-4B61-4C25-A93A-B60F5BBB82A6}" type="pres">
      <dgm:prSet presAssocID="{1EC00EED-E71D-4250-B9CB-CC658DEAE724}" presName="sibTrans" presStyleLbl="sibTrans2D1" presStyleIdx="2" presStyleCnt="3"/>
      <dgm:spPr/>
    </dgm:pt>
    <dgm:pt modelId="{F841F5F6-A6FC-4AA2-B26E-55ECA9407BDE}" type="pres">
      <dgm:prSet presAssocID="{1EC00EED-E71D-4250-B9CB-CC658DEAE724}" presName="connectorText" presStyleLbl="sibTrans2D1" presStyleIdx="2" presStyleCnt="3"/>
      <dgm:spPr/>
    </dgm:pt>
    <dgm:pt modelId="{44EEC28D-6ABF-4D8F-A84C-FADFDB85792D}" type="pres">
      <dgm:prSet presAssocID="{2EB212F0-D741-4624-AF37-65429823758A}" presName="node" presStyleLbl="node1" presStyleIdx="3" presStyleCnt="4">
        <dgm:presLayoutVars>
          <dgm:bulletEnabled val="1"/>
        </dgm:presLayoutVars>
      </dgm:prSet>
      <dgm:spPr/>
    </dgm:pt>
  </dgm:ptLst>
  <dgm:cxnLst>
    <dgm:cxn modelId="{FE9A232F-3905-4445-B354-9CF555554DD1}" type="presOf" srcId="{FA6F442E-5568-4ABE-9325-8FEF38A86614}" destId="{0E9B4764-5A1E-413A-85D0-902590DAD424}" srcOrd="0" destOrd="0" presId="urn:microsoft.com/office/officeart/2005/8/layout/process1"/>
    <dgm:cxn modelId="{075E2D49-9D55-4EEB-BEF0-6DC990F8C048}" type="presOf" srcId="{F954E00A-951C-4376-970C-ECB317DA9A61}" destId="{DB095A65-8AC6-4C2D-BC2C-62FB627912A4}" srcOrd="0" destOrd="0" presId="urn:microsoft.com/office/officeart/2005/8/layout/process1"/>
    <dgm:cxn modelId="{BEB51F73-F237-4C14-9F46-CD4DFB24BA76}" type="presOf" srcId="{1EC00EED-E71D-4250-B9CB-CC658DEAE724}" destId="{F841F5F6-A6FC-4AA2-B26E-55ECA9407BDE}" srcOrd="1" destOrd="0" presId="urn:microsoft.com/office/officeart/2005/8/layout/process1"/>
    <dgm:cxn modelId="{8FF9B58B-9C25-4F76-AC30-C74937FE43EA}" type="presOf" srcId="{6946D044-27A0-4632-8D4B-E35B6FDBD354}" destId="{6CC7BF31-EF48-4540-948E-95B5E2BE3D84}" srcOrd="0" destOrd="0" presId="urn:microsoft.com/office/officeart/2005/8/layout/process1"/>
    <dgm:cxn modelId="{EF30E5A0-B55F-4A63-8056-DEFB3F3A6B42}" srcId="{6946D044-27A0-4632-8D4B-E35B6FDBD354}" destId="{2EB212F0-D741-4624-AF37-65429823758A}" srcOrd="3" destOrd="0" parTransId="{9B332CB0-B8A6-4665-86F2-4C443E24EDB3}" sibTransId="{A7DBD6BD-798A-4B22-8713-0422141E4659}"/>
    <dgm:cxn modelId="{6E34ACA4-3825-4889-9295-94B481C7E4D6}" srcId="{6946D044-27A0-4632-8D4B-E35B6FDBD354}" destId="{FA6F442E-5568-4ABE-9325-8FEF38A86614}" srcOrd="0" destOrd="0" parTransId="{AAF792F7-EBFA-45ED-8C0F-B04BB1A554CF}" sibTransId="{F954E00A-951C-4376-970C-ECB317DA9A61}"/>
    <dgm:cxn modelId="{BFAE83AF-B4F2-4D96-9F71-3743B25F1E45}" type="presOf" srcId="{728FD6DF-F1BA-4CF2-BD09-D8E16519245E}" destId="{6A7E4F0F-0AEB-40F0-BE77-7C53AF35991A}" srcOrd="0" destOrd="0" presId="urn:microsoft.com/office/officeart/2005/8/layout/process1"/>
    <dgm:cxn modelId="{39C97BBF-F975-457C-86AD-0536E7CB6A07}" srcId="{6946D044-27A0-4632-8D4B-E35B6FDBD354}" destId="{81DB3D50-E28C-457D-A76C-2F5CB3E2B6A0}" srcOrd="1" destOrd="0" parTransId="{D73F47B0-F638-46A9-81F7-2F2FB80DA3CB}" sibTransId="{728FD6DF-F1BA-4CF2-BD09-D8E16519245E}"/>
    <dgm:cxn modelId="{1F7FE3C4-6AAC-4408-B909-7338B52D2F0D}" type="presOf" srcId="{FB86B83E-EBD7-485E-A614-C722A62B1EA6}" destId="{D8ECBF29-EB03-4139-83F9-5ED873124708}" srcOrd="0" destOrd="0" presId="urn:microsoft.com/office/officeart/2005/8/layout/process1"/>
    <dgm:cxn modelId="{66DAC4CB-0367-4941-9261-F14D74CD2FB9}" type="presOf" srcId="{F954E00A-951C-4376-970C-ECB317DA9A61}" destId="{AE58F732-44CB-4B74-8DA9-AA60D18CC80C}" srcOrd="1" destOrd="0" presId="urn:microsoft.com/office/officeart/2005/8/layout/process1"/>
    <dgm:cxn modelId="{5D3524D0-9E37-476A-860B-113585D670A8}" srcId="{6946D044-27A0-4632-8D4B-E35B6FDBD354}" destId="{FB86B83E-EBD7-485E-A614-C722A62B1EA6}" srcOrd="2" destOrd="0" parTransId="{91EDB27B-4F44-4A07-BD85-25691B5C15C5}" sibTransId="{1EC00EED-E71D-4250-B9CB-CC658DEAE724}"/>
    <dgm:cxn modelId="{F7ABC3D5-F6A5-4D36-8E5E-420FBE1BAE45}" type="presOf" srcId="{1EC00EED-E71D-4250-B9CB-CC658DEAE724}" destId="{58F0EEFB-4B61-4C25-A93A-B60F5BBB82A6}" srcOrd="0" destOrd="0" presId="urn:microsoft.com/office/officeart/2005/8/layout/process1"/>
    <dgm:cxn modelId="{05A177D7-8182-4C0D-BFF1-9C8D4D2476CF}" type="presOf" srcId="{2EB212F0-D741-4624-AF37-65429823758A}" destId="{44EEC28D-6ABF-4D8F-A84C-FADFDB85792D}" srcOrd="0" destOrd="0" presId="urn:microsoft.com/office/officeart/2005/8/layout/process1"/>
    <dgm:cxn modelId="{C521FBE7-3717-4B35-8E54-4BBFFE21B2A7}" type="presOf" srcId="{81DB3D50-E28C-457D-A76C-2F5CB3E2B6A0}" destId="{F32B7058-8AFE-425C-A4BD-9329907A0CB0}" srcOrd="0" destOrd="0" presId="urn:microsoft.com/office/officeart/2005/8/layout/process1"/>
    <dgm:cxn modelId="{2B34E7E8-1B2D-4491-B982-68D16EEE7952}" type="presOf" srcId="{728FD6DF-F1BA-4CF2-BD09-D8E16519245E}" destId="{7D69FB46-DD13-4889-A397-2B852506756B}" srcOrd="1" destOrd="0" presId="urn:microsoft.com/office/officeart/2005/8/layout/process1"/>
    <dgm:cxn modelId="{F0BAA1DF-99C9-4F7D-8D29-D013C00930B2}" type="presParOf" srcId="{6CC7BF31-EF48-4540-948E-95B5E2BE3D84}" destId="{0E9B4764-5A1E-413A-85D0-902590DAD424}" srcOrd="0" destOrd="0" presId="urn:microsoft.com/office/officeart/2005/8/layout/process1"/>
    <dgm:cxn modelId="{23A0D86D-FA10-4B5E-8720-9DEB24F94949}" type="presParOf" srcId="{6CC7BF31-EF48-4540-948E-95B5E2BE3D84}" destId="{DB095A65-8AC6-4C2D-BC2C-62FB627912A4}" srcOrd="1" destOrd="0" presId="urn:microsoft.com/office/officeart/2005/8/layout/process1"/>
    <dgm:cxn modelId="{E8F7BB44-2B16-4C6E-A3BE-47EC27DE6764}" type="presParOf" srcId="{DB095A65-8AC6-4C2D-BC2C-62FB627912A4}" destId="{AE58F732-44CB-4B74-8DA9-AA60D18CC80C}" srcOrd="0" destOrd="0" presId="urn:microsoft.com/office/officeart/2005/8/layout/process1"/>
    <dgm:cxn modelId="{807D5A21-C45B-4F79-BB51-3B4E14673A01}" type="presParOf" srcId="{6CC7BF31-EF48-4540-948E-95B5E2BE3D84}" destId="{F32B7058-8AFE-425C-A4BD-9329907A0CB0}" srcOrd="2" destOrd="0" presId="urn:microsoft.com/office/officeart/2005/8/layout/process1"/>
    <dgm:cxn modelId="{63B65421-7630-4179-8E67-BFB5AE49E6E8}" type="presParOf" srcId="{6CC7BF31-EF48-4540-948E-95B5E2BE3D84}" destId="{6A7E4F0F-0AEB-40F0-BE77-7C53AF35991A}" srcOrd="3" destOrd="0" presId="urn:microsoft.com/office/officeart/2005/8/layout/process1"/>
    <dgm:cxn modelId="{AD4391BE-85CF-409F-B2AC-7574A4415E71}" type="presParOf" srcId="{6A7E4F0F-0AEB-40F0-BE77-7C53AF35991A}" destId="{7D69FB46-DD13-4889-A397-2B852506756B}" srcOrd="0" destOrd="0" presId="urn:microsoft.com/office/officeart/2005/8/layout/process1"/>
    <dgm:cxn modelId="{D7840E68-C57D-40D9-99BD-2B89BE64B96E}" type="presParOf" srcId="{6CC7BF31-EF48-4540-948E-95B5E2BE3D84}" destId="{D8ECBF29-EB03-4139-83F9-5ED873124708}" srcOrd="4" destOrd="0" presId="urn:microsoft.com/office/officeart/2005/8/layout/process1"/>
    <dgm:cxn modelId="{AEBC652A-1F2A-4952-90F8-FD041C85C50E}" type="presParOf" srcId="{6CC7BF31-EF48-4540-948E-95B5E2BE3D84}" destId="{58F0EEFB-4B61-4C25-A93A-B60F5BBB82A6}" srcOrd="5" destOrd="0" presId="urn:microsoft.com/office/officeart/2005/8/layout/process1"/>
    <dgm:cxn modelId="{F22025FA-845E-4B5A-9218-3C4C7748F108}" type="presParOf" srcId="{58F0EEFB-4B61-4C25-A93A-B60F5BBB82A6}" destId="{F841F5F6-A6FC-4AA2-B26E-55ECA9407BDE}" srcOrd="0" destOrd="0" presId="urn:microsoft.com/office/officeart/2005/8/layout/process1"/>
    <dgm:cxn modelId="{96367260-003F-4BA3-AEF2-A4AA4ED7BCC6}" type="presParOf" srcId="{6CC7BF31-EF48-4540-948E-95B5E2BE3D84}" destId="{44EEC28D-6ABF-4D8F-A84C-FADFDB85792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2DC567-4B00-4991-BE66-9332152967A4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35825B3D-694A-4172-937D-17D81334A116}">
      <dgm:prSet phldrT="[Text]"/>
      <dgm:spPr/>
      <dgm:t>
        <a:bodyPr/>
        <a:lstStyle/>
        <a:p>
          <a:r>
            <a:rPr lang="en-IN" dirty="0"/>
            <a:t>Connect</a:t>
          </a:r>
        </a:p>
      </dgm:t>
    </dgm:pt>
    <dgm:pt modelId="{DF90B78A-FD87-43DC-B804-34A65A1371DC}" type="parTrans" cxnId="{89412F70-81DE-4AA9-8A60-325D6D0530FC}">
      <dgm:prSet/>
      <dgm:spPr/>
      <dgm:t>
        <a:bodyPr/>
        <a:lstStyle/>
        <a:p>
          <a:endParaRPr lang="en-IN"/>
        </a:p>
      </dgm:t>
    </dgm:pt>
    <dgm:pt modelId="{E02273D1-E635-4955-8A2B-4C7C31943280}" type="sibTrans" cxnId="{89412F70-81DE-4AA9-8A60-325D6D0530FC}">
      <dgm:prSet/>
      <dgm:spPr/>
      <dgm:t>
        <a:bodyPr/>
        <a:lstStyle/>
        <a:p>
          <a:endParaRPr lang="en-IN"/>
        </a:p>
      </dgm:t>
    </dgm:pt>
    <dgm:pt modelId="{50DD962B-9E26-43F0-BE96-37FCE9B886A4}">
      <dgm:prSet phldrT="[Text]"/>
      <dgm:spPr/>
      <dgm:t>
        <a:bodyPr/>
        <a:lstStyle/>
        <a:p>
          <a:r>
            <a:rPr lang="en-IN" dirty="0"/>
            <a:t>Select</a:t>
          </a:r>
        </a:p>
      </dgm:t>
    </dgm:pt>
    <dgm:pt modelId="{47D05CF3-0C3B-4EC1-B5D2-E3CB68A3950D}" type="parTrans" cxnId="{E5927321-77C7-4AA9-A643-7AE71CFF3EEC}">
      <dgm:prSet/>
      <dgm:spPr/>
      <dgm:t>
        <a:bodyPr/>
        <a:lstStyle/>
        <a:p>
          <a:endParaRPr lang="en-IN"/>
        </a:p>
      </dgm:t>
    </dgm:pt>
    <dgm:pt modelId="{D84BA686-54E6-4668-A798-56B607708DE9}" type="sibTrans" cxnId="{E5927321-77C7-4AA9-A643-7AE71CFF3EEC}">
      <dgm:prSet/>
      <dgm:spPr/>
      <dgm:t>
        <a:bodyPr/>
        <a:lstStyle/>
        <a:p>
          <a:endParaRPr lang="en-IN"/>
        </a:p>
      </dgm:t>
    </dgm:pt>
    <dgm:pt modelId="{D5C0B6C8-5D9A-40DF-B723-9757848E650E}">
      <dgm:prSet phldrT="[Text]"/>
      <dgm:spPr/>
      <dgm:t>
        <a:bodyPr/>
        <a:lstStyle/>
        <a:p>
          <a:r>
            <a:rPr lang="en-IN" dirty="0"/>
            <a:t>Configure</a:t>
          </a:r>
        </a:p>
      </dgm:t>
    </dgm:pt>
    <dgm:pt modelId="{C7DBEB42-69BB-41E2-8C57-009FB3751398}" type="parTrans" cxnId="{984FED74-CAAD-4E18-845A-013F2F3AEC37}">
      <dgm:prSet/>
      <dgm:spPr/>
      <dgm:t>
        <a:bodyPr/>
        <a:lstStyle/>
        <a:p>
          <a:endParaRPr lang="en-IN"/>
        </a:p>
      </dgm:t>
    </dgm:pt>
    <dgm:pt modelId="{6723D636-42AC-4F47-9ED5-D8494BA89559}" type="sibTrans" cxnId="{984FED74-CAAD-4E18-845A-013F2F3AEC37}">
      <dgm:prSet/>
      <dgm:spPr/>
      <dgm:t>
        <a:bodyPr/>
        <a:lstStyle/>
        <a:p>
          <a:endParaRPr lang="en-IN"/>
        </a:p>
      </dgm:t>
    </dgm:pt>
    <dgm:pt modelId="{CF9E3E53-0057-4CD7-A2F2-6B1917BED4F6}">
      <dgm:prSet phldrT="[Text]"/>
      <dgm:spPr/>
      <dgm:t>
        <a:bodyPr/>
        <a:lstStyle/>
        <a:p>
          <a:r>
            <a:rPr lang="en-IN" dirty="0"/>
            <a:t>Review</a:t>
          </a:r>
        </a:p>
      </dgm:t>
    </dgm:pt>
    <dgm:pt modelId="{C556A3ED-C592-4585-BFE5-5BA5A25D931E}" type="parTrans" cxnId="{5DFF29DC-1658-47AC-A33B-CF92657F8B9B}">
      <dgm:prSet/>
      <dgm:spPr/>
      <dgm:t>
        <a:bodyPr/>
        <a:lstStyle/>
        <a:p>
          <a:endParaRPr lang="en-IN"/>
        </a:p>
      </dgm:t>
    </dgm:pt>
    <dgm:pt modelId="{F2842FE5-091A-45A4-8B1D-FCFE31DF2D3D}" type="sibTrans" cxnId="{5DFF29DC-1658-47AC-A33B-CF92657F8B9B}">
      <dgm:prSet/>
      <dgm:spPr/>
      <dgm:t>
        <a:bodyPr/>
        <a:lstStyle/>
        <a:p>
          <a:endParaRPr lang="en-IN"/>
        </a:p>
      </dgm:t>
    </dgm:pt>
    <dgm:pt modelId="{8A44329A-8F41-40E4-AEEF-ED1B81A8E1AE}" type="pres">
      <dgm:prSet presAssocID="{D42DC567-4B00-4991-BE66-9332152967A4}" presName="Name0" presStyleCnt="0">
        <dgm:presLayoutVars>
          <dgm:dir/>
          <dgm:resizeHandles val="exact"/>
        </dgm:presLayoutVars>
      </dgm:prSet>
      <dgm:spPr/>
    </dgm:pt>
    <dgm:pt modelId="{8E1EC69C-BDC3-4FB7-9FD1-07234C2E56AC}" type="pres">
      <dgm:prSet presAssocID="{35825B3D-694A-4172-937D-17D81334A116}" presName="node" presStyleLbl="node1" presStyleIdx="0" presStyleCnt="4">
        <dgm:presLayoutVars>
          <dgm:bulletEnabled val="1"/>
        </dgm:presLayoutVars>
      </dgm:prSet>
      <dgm:spPr/>
    </dgm:pt>
    <dgm:pt modelId="{0990C842-595B-442B-98E9-50707CF70C4A}" type="pres">
      <dgm:prSet presAssocID="{E02273D1-E635-4955-8A2B-4C7C31943280}" presName="sibTrans" presStyleLbl="sibTrans2D1" presStyleIdx="0" presStyleCnt="3"/>
      <dgm:spPr/>
    </dgm:pt>
    <dgm:pt modelId="{AD0ADA6E-136D-4E11-A340-83E117751BEB}" type="pres">
      <dgm:prSet presAssocID="{E02273D1-E635-4955-8A2B-4C7C31943280}" presName="connectorText" presStyleLbl="sibTrans2D1" presStyleIdx="0" presStyleCnt="3"/>
      <dgm:spPr/>
    </dgm:pt>
    <dgm:pt modelId="{2BD034E0-A4EC-47C7-B131-2F96D941A74D}" type="pres">
      <dgm:prSet presAssocID="{50DD962B-9E26-43F0-BE96-37FCE9B886A4}" presName="node" presStyleLbl="node1" presStyleIdx="1" presStyleCnt="4">
        <dgm:presLayoutVars>
          <dgm:bulletEnabled val="1"/>
        </dgm:presLayoutVars>
      </dgm:prSet>
      <dgm:spPr/>
    </dgm:pt>
    <dgm:pt modelId="{FC77DB18-3D95-4555-9F9F-AD826CF3D527}" type="pres">
      <dgm:prSet presAssocID="{D84BA686-54E6-4668-A798-56B607708DE9}" presName="sibTrans" presStyleLbl="sibTrans2D1" presStyleIdx="1" presStyleCnt="3"/>
      <dgm:spPr/>
    </dgm:pt>
    <dgm:pt modelId="{7C49F17F-F6CD-4366-84F0-CEFA4E9B5B34}" type="pres">
      <dgm:prSet presAssocID="{D84BA686-54E6-4668-A798-56B607708DE9}" presName="connectorText" presStyleLbl="sibTrans2D1" presStyleIdx="1" presStyleCnt="3"/>
      <dgm:spPr/>
    </dgm:pt>
    <dgm:pt modelId="{DC1768C2-A61D-429A-8E4A-781149807212}" type="pres">
      <dgm:prSet presAssocID="{D5C0B6C8-5D9A-40DF-B723-9757848E650E}" presName="node" presStyleLbl="node1" presStyleIdx="2" presStyleCnt="4">
        <dgm:presLayoutVars>
          <dgm:bulletEnabled val="1"/>
        </dgm:presLayoutVars>
      </dgm:prSet>
      <dgm:spPr/>
    </dgm:pt>
    <dgm:pt modelId="{42FF6B44-B913-4D31-AD70-8FBAA9723FFF}" type="pres">
      <dgm:prSet presAssocID="{6723D636-42AC-4F47-9ED5-D8494BA89559}" presName="sibTrans" presStyleLbl="sibTrans2D1" presStyleIdx="2" presStyleCnt="3"/>
      <dgm:spPr/>
    </dgm:pt>
    <dgm:pt modelId="{74966C8F-CBDE-4AC0-8602-03CFDAAA1CC1}" type="pres">
      <dgm:prSet presAssocID="{6723D636-42AC-4F47-9ED5-D8494BA89559}" presName="connectorText" presStyleLbl="sibTrans2D1" presStyleIdx="2" presStyleCnt="3"/>
      <dgm:spPr/>
    </dgm:pt>
    <dgm:pt modelId="{DE7E1F46-B5B0-4045-A77C-9957B3F45F52}" type="pres">
      <dgm:prSet presAssocID="{CF9E3E53-0057-4CD7-A2F2-6B1917BED4F6}" presName="node" presStyleLbl="node1" presStyleIdx="3" presStyleCnt="4">
        <dgm:presLayoutVars>
          <dgm:bulletEnabled val="1"/>
        </dgm:presLayoutVars>
      </dgm:prSet>
      <dgm:spPr/>
    </dgm:pt>
  </dgm:ptLst>
  <dgm:cxnLst>
    <dgm:cxn modelId="{D65BEF1F-6D43-49E0-8C40-94856CE7155E}" type="presOf" srcId="{D5C0B6C8-5D9A-40DF-B723-9757848E650E}" destId="{DC1768C2-A61D-429A-8E4A-781149807212}" srcOrd="0" destOrd="0" presId="urn:microsoft.com/office/officeart/2005/8/layout/process1"/>
    <dgm:cxn modelId="{E5927321-77C7-4AA9-A643-7AE71CFF3EEC}" srcId="{D42DC567-4B00-4991-BE66-9332152967A4}" destId="{50DD962B-9E26-43F0-BE96-37FCE9B886A4}" srcOrd="1" destOrd="0" parTransId="{47D05CF3-0C3B-4EC1-B5D2-E3CB68A3950D}" sibTransId="{D84BA686-54E6-4668-A798-56B607708DE9}"/>
    <dgm:cxn modelId="{19BA283B-9082-4423-B7BF-D5BC16E11409}" type="presOf" srcId="{E02273D1-E635-4955-8A2B-4C7C31943280}" destId="{0990C842-595B-442B-98E9-50707CF70C4A}" srcOrd="0" destOrd="0" presId="urn:microsoft.com/office/officeart/2005/8/layout/process1"/>
    <dgm:cxn modelId="{A331D767-C096-4A65-9C82-04CA5D444797}" type="presOf" srcId="{E02273D1-E635-4955-8A2B-4C7C31943280}" destId="{AD0ADA6E-136D-4E11-A340-83E117751BEB}" srcOrd="1" destOrd="0" presId="urn:microsoft.com/office/officeart/2005/8/layout/process1"/>
    <dgm:cxn modelId="{F44B016E-7A93-4996-ACF1-05E51789D92C}" type="presOf" srcId="{6723D636-42AC-4F47-9ED5-D8494BA89559}" destId="{74966C8F-CBDE-4AC0-8602-03CFDAAA1CC1}" srcOrd="1" destOrd="0" presId="urn:microsoft.com/office/officeart/2005/8/layout/process1"/>
    <dgm:cxn modelId="{89412F70-81DE-4AA9-8A60-325D6D0530FC}" srcId="{D42DC567-4B00-4991-BE66-9332152967A4}" destId="{35825B3D-694A-4172-937D-17D81334A116}" srcOrd="0" destOrd="0" parTransId="{DF90B78A-FD87-43DC-B804-34A65A1371DC}" sibTransId="{E02273D1-E635-4955-8A2B-4C7C31943280}"/>
    <dgm:cxn modelId="{984FED74-CAAD-4E18-845A-013F2F3AEC37}" srcId="{D42DC567-4B00-4991-BE66-9332152967A4}" destId="{D5C0B6C8-5D9A-40DF-B723-9757848E650E}" srcOrd="2" destOrd="0" parTransId="{C7DBEB42-69BB-41E2-8C57-009FB3751398}" sibTransId="{6723D636-42AC-4F47-9ED5-D8494BA89559}"/>
    <dgm:cxn modelId="{AC0EA98B-F899-45D5-9C8D-D50C7192A31F}" type="presOf" srcId="{D84BA686-54E6-4668-A798-56B607708DE9}" destId="{7C49F17F-F6CD-4366-84F0-CEFA4E9B5B34}" srcOrd="1" destOrd="0" presId="urn:microsoft.com/office/officeart/2005/8/layout/process1"/>
    <dgm:cxn modelId="{32E2E696-6A68-4A12-97A2-6E68AA1B62B2}" type="presOf" srcId="{D84BA686-54E6-4668-A798-56B607708DE9}" destId="{FC77DB18-3D95-4555-9F9F-AD826CF3D527}" srcOrd="0" destOrd="0" presId="urn:microsoft.com/office/officeart/2005/8/layout/process1"/>
    <dgm:cxn modelId="{29D96A9A-E862-465C-A8E3-CEEADECE166D}" type="presOf" srcId="{6723D636-42AC-4F47-9ED5-D8494BA89559}" destId="{42FF6B44-B913-4D31-AD70-8FBAA9723FFF}" srcOrd="0" destOrd="0" presId="urn:microsoft.com/office/officeart/2005/8/layout/process1"/>
    <dgm:cxn modelId="{BA90A0BA-EAC6-4197-9E16-5A3FB66C8D03}" type="presOf" srcId="{50DD962B-9E26-43F0-BE96-37FCE9B886A4}" destId="{2BD034E0-A4EC-47C7-B131-2F96D941A74D}" srcOrd="0" destOrd="0" presId="urn:microsoft.com/office/officeart/2005/8/layout/process1"/>
    <dgm:cxn modelId="{5DFF29DC-1658-47AC-A33B-CF92657F8B9B}" srcId="{D42DC567-4B00-4991-BE66-9332152967A4}" destId="{CF9E3E53-0057-4CD7-A2F2-6B1917BED4F6}" srcOrd="3" destOrd="0" parTransId="{C556A3ED-C592-4585-BFE5-5BA5A25D931E}" sibTransId="{F2842FE5-091A-45A4-8B1D-FCFE31DF2D3D}"/>
    <dgm:cxn modelId="{53AEE2DF-CAA2-4753-A014-FAFC478F62AB}" type="presOf" srcId="{D42DC567-4B00-4991-BE66-9332152967A4}" destId="{8A44329A-8F41-40E4-AEEF-ED1B81A8E1AE}" srcOrd="0" destOrd="0" presId="urn:microsoft.com/office/officeart/2005/8/layout/process1"/>
    <dgm:cxn modelId="{38E23EEC-C287-4F6A-8F48-D21B265FFCAF}" type="presOf" srcId="{CF9E3E53-0057-4CD7-A2F2-6B1917BED4F6}" destId="{DE7E1F46-B5B0-4045-A77C-9957B3F45F52}" srcOrd="0" destOrd="0" presId="urn:microsoft.com/office/officeart/2005/8/layout/process1"/>
    <dgm:cxn modelId="{393F83F2-1E0A-4711-AA1A-3A7EFE1393A2}" type="presOf" srcId="{35825B3D-694A-4172-937D-17D81334A116}" destId="{8E1EC69C-BDC3-4FB7-9FD1-07234C2E56AC}" srcOrd="0" destOrd="0" presId="urn:microsoft.com/office/officeart/2005/8/layout/process1"/>
    <dgm:cxn modelId="{FCEDA62D-F843-43C3-880E-9014567A2A65}" type="presParOf" srcId="{8A44329A-8F41-40E4-AEEF-ED1B81A8E1AE}" destId="{8E1EC69C-BDC3-4FB7-9FD1-07234C2E56AC}" srcOrd="0" destOrd="0" presId="urn:microsoft.com/office/officeart/2005/8/layout/process1"/>
    <dgm:cxn modelId="{4C4CD6A5-557E-48C0-BBA0-181491548715}" type="presParOf" srcId="{8A44329A-8F41-40E4-AEEF-ED1B81A8E1AE}" destId="{0990C842-595B-442B-98E9-50707CF70C4A}" srcOrd="1" destOrd="0" presId="urn:microsoft.com/office/officeart/2005/8/layout/process1"/>
    <dgm:cxn modelId="{FCA56D5F-BA30-4841-B67B-63DFF53145BC}" type="presParOf" srcId="{0990C842-595B-442B-98E9-50707CF70C4A}" destId="{AD0ADA6E-136D-4E11-A340-83E117751BEB}" srcOrd="0" destOrd="0" presId="urn:microsoft.com/office/officeart/2005/8/layout/process1"/>
    <dgm:cxn modelId="{1C39469E-F315-45E5-83D4-50CA501FAA95}" type="presParOf" srcId="{8A44329A-8F41-40E4-AEEF-ED1B81A8E1AE}" destId="{2BD034E0-A4EC-47C7-B131-2F96D941A74D}" srcOrd="2" destOrd="0" presId="urn:microsoft.com/office/officeart/2005/8/layout/process1"/>
    <dgm:cxn modelId="{3C05D784-01B6-4629-8483-B52D818A3349}" type="presParOf" srcId="{8A44329A-8F41-40E4-AEEF-ED1B81A8E1AE}" destId="{FC77DB18-3D95-4555-9F9F-AD826CF3D527}" srcOrd="3" destOrd="0" presId="urn:microsoft.com/office/officeart/2005/8/layout/process1"/>
    <dgm:cxn modelId="{8A408635-D83B-4EFE-9255-6EFF279D692E}" type="presParOf" srcId="{FC77DB18-3D95-4555-9F9F-AD826CF3D527}" destId="{7C49F17F-F6CD-4366-84F0-CEFA4E9B5B34}" srcOrd="0" destOrd="0" presId="urn:microsoft.com/office/officeart/2005/8/layout/process1"/>
    <dgm:cxn modelId="{CFE2B012-3F7B-4B45-8CD9-5B6105F5ECA4}" type="presParOf" srcId="{8A44329A-8F41-40E4-AEEF-ED1B81A8E1AE}" destId="{DC1768C2-A61D-429A-8E4A-781149807212}" srcOrd="4" destOrd="0" presId="urn:microsoft.com/office/officeart/2005/8/layout/process1"/>
    <dgm:cxn modelId="{4696EACB-098A-4179-8F12-99561DE2404E}" type="presParOf" srcId="{8A44329A-8F41-40E4-AEEF-ED1B81A8E1AE}" destId="{42FF6B44-B913-4D31-AD70-8FBAA9723FFF}" srcOrd="5" destOrd="0" presId="urn:microsoft.com/office/officeart/2005/8/layout/process1"/>
    <dgm:cxn modelId="{00D4F815-C0E2-44FF-9A7F-DD436204DB0F}" type="presParOf" srcId="{42FF6B44-B913-4D31-AD70-8FBAA9723FFF}" destId="{74966C8F-CBDE-4AC0-8602-03CFDAAA1CC1}" srcOrd="0" destOrd="0" presId="urn:microsoft.com/office/officeart/2005/8/layout/process1"/>
    <dgm:cxn modelId="{E2226F90-F328-4A69-B250-4D4CEBBE9657}" type="presParOf" srcId="{8A44329A-8F41-40E4-AEEF-ED1B81A8E1AE}" destId="{DE7E1F46-B5B0-4045-A77C-9957B3F45F5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2DC567-4B00-4991-BE66-9332152967A4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35825B3D-694A-4172-937D-17D81334A116}">
      <dgm:prSet phldrT="[Text]"/>
      <dgm:spPr/>
      <dgm:t>
        <a:bodyPr/>
        <a:lstStyle/>
        <a:p>
          <a:r>
            <a:rPr lang="en-IN" dirty="0"/>
            <a:t>Create Pool</a:t>
          </a:r>
        </a:p>
      </dgm:t>
    </dgm:pt>
    <dgm:pt modelId="{DF90B78A-FD87-43DC-B804-34A65A1371DC}" type="parTrans" cxnId="{89412F70-81DE-4AA9-8A60-325D6D0530FC}">
      <dgm:prSet/>
      <dgm:spPr/>
      <dgm:t>
        <a:bodyPr/>
        <a:lstStyle/>
        <a:p>
          <a:endParaRPr lang="en-IN"/>
        </a:p>
      </dgm:t>
    </dgm:pt>
    <dgm:pt modelId="{E02273D1-E635-4955-8A2B-4C7C31943280}" type="sibTrans" cxnId="{89412F70-81DE-4AA9-8A60-325D6D0530FC}">
      <dgm:prSet/>
      <dgm:spPr/>
      <dgm:t>
        <a:bodyPr/>
        <a:lstStyle/>
        <a:p>
          <a:endParaRPr lang="en-IN"/>
        </a:p>
      </dgm:t>
    </dgm:pt>
    <dgm:pt modelId="{50DD962B-9E26-43F0-BE96-37FCE9B886A4}">
      <dgm:prSet phldrT="[Text]"/>
      <dgm:spPr/>
      <dgm:t>
        <a:bodyPr/>
        <a:lstStyle/>
        <a:p>
          <a:r>
            <a:rPr lang="en-IN" dirty="0"/>
            <a:t>Click New Agent (Download Agent)</a:t>
          </a:r>
        </a:p>
      </dgm:t>
    </dgm:pt>
    <dgm:pt modelId="{47D05CF3-0C3B-4EC1-B5D2-E3CB68A3950D}" type="parTrans" cxnId="{E5927321-77C7-4AA9-A643-7AE71CFF3EEC}">
      <dgm:prSet/>
      <dgm:spPr/>
      <dgm:t>
        <a:bodyPr/>
        <a:lstStyle/>
        <a:p>
          <a:endParaRPr lang="en-IN"/>
        </a:p>
      </dgm:t>
    </dgm:pt>
    <dgm:pt modelId="{D84BA686-54E6-4668-A798-56B607708DE9}" type="sibTrans" cxnId="{E5927321-77C7-4AA9-A643-7AE71CFF3EEC}">
      <dgm:prSet/>
      <dgm:spPr/>
      <dgm:t>
        <a:bodyPr/>
        <a:lstStyle/>
        <a:p>
          <a:endParaRPr lang="en-IN"/>
        </a:p>
      </dgm:t>
    </dgm:pt>
    <dgm:pt modelId="{D5C0B6C8-5D9A-40DF-B723-9757848E650E}">
      <dgm:prSet phldrT="[Text]"/>
      <dgm:spPr/>
      <dgm:t>
        <a:bodyPr/>
        <a:lstStyle/>
        <a:p>
          <a:r>
            <a:rPr lang="en-IN" dirty="0"/>
            <a:t>Create Personal Token</a:t>
          </a:r>
        </a:p>
      </dgm:t>
    </dgm:pt>
    <dgm:pt modelId="{C7DBEB42-69BB-41E2-8C57-009FB3751398}" type="parTrans" cxnId="{984FED74-CAAD-4E18-845A-013F2F3AEC37}">
      <dgm:prSet/>
      <dgm:spPr/>
      <dgm:t>
        <a:bodyPr/>
        <a:lstStyle/>
        <a:p>
          <a:endParaRPr lang="en-IN"/>
        </a:p>
      </dgm:t>
    </dgm:pt>
    <dgm:pt modelId="{6723D636-42AC-4F47-9ED5-D8494BA89559}" type="sibTrans" cxnId="{984FED74-CAAD-4E18-845A-013F2F3AEC37}">
      <dgm:prSet/>
      <dgm:spPr/>
      <dgm:t>
        <a:bodyPr/>
        <a:lstStyle/>
        <a:p>
          <a:endParaRPr lang="en-IN"/>
        </a:p>
      </dgm:t>
    </dgm:pt>
    <dgm:pt modelId="{CF9E3E53-0057-4CD7-A2F2-6B1917BED4F6}">
      <dgm:prSet phldrT="[Text]"/>
      <dgm:spPr/>
      <dgm:t>
        <a:bodyPr/>
        <a:lstStyle/>
        <a:p>
          <a:r>
            <a:rPr lang="en-IN" dirty="0"/>
            <a:t>Configure Downloaded Agent</a:t>
          </a:r>
        </a:p>
      </dgm:t>
    </dgm:pt>
    <dgm:pt modelId="{C556A3ED-C592-4585-BFE5-5BA5A25D931E}" type="parTrans" cxnId="{5DFF29DC-1658-47AC-A33B-CF92657F8B9B}">
      <dgm:prSet/>
      <dgm:spPr/>
      <dgm:t>
        <a:bodyPr/>
        <a:lstStyle/>
        <a:p>
          <a:endParaRPr lang="en-IN"/>
        </a:p>
      </dgm:t>
    </dgm:pt>
    <dgm:pt modelId="{F2842FE5-091A-45A4-8B1D-FCFE31DF2D3D}" type="sibTrans" cxnId="{5DFF29DC-1658-47AC-A33B-CF92657F8B9B}">
      <dgm:prSet/>
      <dgm:spPr/>
      <dgm:t>
        <a:bodyPr/>
        <a:lstStyle/>
        <a:p>
          <a:endParaRPr lang="en-IN"/>
        </a:p>
      </dgm:t>
    </dgm:pt>
    <dgm:pt modelId="{8A44329A-8F41-40E4-AEEF-ED1B81A8E1AE}" type="pres">
      <dgm:prSet presAssocID="{D42DC567-4B00-4991-BE66-9332152967A4}" presName="Name0" presStyleCnt="0">
        <dgm:presLayoutVars>
          <dgm:dir/>
          <dgm:resizeHandles val="exact"/>
        </dgm:presLayoutVars>
      </dgm:prSet>
      <dgm:spPr/>
    </dgm:pt>
    <dgm:pt modelId="{8E1EC69C-BDC3-4FB7-9FD1-07234C2E56AC}" type="pres">
      <dgm:prSet presAssocID="{35825B3D-694A-4172-937D-17D81334A116}" presName="node" presStyleLbl="node1" presStyleIdx="0" presStyleCnt="4">
        <dgm:presLayoutVars>
          <dgm:bulletEnabled val="1"/>
        </dgm:presLayoutVars>
      </dgm:prSet>
      <dgm:spPr/>
    </dgm:pt>
    <dgm:pt modelId="{0990C842-595B-442B-98E9-50707CF70C4A}" type="pres">
      <dgm:prSet presAssocID="{E02273D1-E635-4955-8A2B-4C7C31943280}" presName="sibTrans" presStyleLbl="sibTrans2D1" presStyleIdx="0" presStyleCnt="3"/>
      <dgm:spPr/>
    </dgm:pt>
    <dgm:pt modelId="{AD0ADA6E-136D-4E11-A340-83E117751BEB}" type="pres">
      <dgm:prSet presAssocID="{E02273D1-E635-4955-8A2B-4C7C31943280}" presName="connectorText" presStyleLbl="sibTrans2D1" presStyleIdx="0" presStyleCnt="3"/>
      <dgm:spPr/>
    </dgm:pt>
    <dgm:pt modelId="{2BD034E0-A4EC-47C7-B131-2F96D941A74D}" type="pres">
      <dgm:prSet presAssocID="{50DD962B-9E26-43F0-BE96-37FCE9B886A4}" presName="node" presStyleLbl="node1" presStyleIdx="1" presStyleCnt="4">
        <dgm:presLayoutVars>
          <dgm:bulletEnabled val="1"/>
        </dgm:presLayoutVars>
      </dgm:prSet>
      <dgm:spPr/>
    </dgm:pt>
    <dgm:pt modelId="{FC77DB18-3D95-4555-9F9F-AD826CF3D527}" type="pres">
      <dgm:prSet presAssocID="{D84BA686-54E6-4668-A798-56B607708DE9}" presName="sibTrans" presStyleLbl="sibTrans2D1" presStyleIdx="1" presStyleCnt="3"/>
      <dgm:spPr/>
    </dgm:pt>
    <dgm:pt modelId="{7C49F17F-F6CD-4366-84F0-CEFA4E9B5B34}" type="pres">
      <dgm:prSet presAssocID="{D84BA686-54E6-4668-A798-56B607708DE9}" presName="connectorText" presStyleLbl="sibTrans2D1" presStyleIdx="1" presStyleCnt="3"/>
      <dgm:spPr/>
    </dgm:pt>
    <dgm:pt modelId="{DC1768C2-A61D-429A-8E4A-781149807212}" type="pres">
      <dgm:prSet presAssocID="{D5C0B6C8-5D9A-40DF-B723-9757848E650E}" presName="node" presStyleLbl="node1" presStyleIdx="2" presStyleCnt="4">
        <dgm:presLayoutVars>
          <dgm:bulletEnabled val="1"/>
        </dgm:presLayoutVars>
      </dgm:prSet>
      <dgm:spPr/>
    </dgm:pt>
    <dgm:pt modelId="{42FF6B44-B913-4D31-AD70-8FBAA9723FFF}" type="pres">
      <dgm:prSet presAssocID="{6723D636-42AC-4F47-9ED5-D8494BA89559}" presName="sibTrans" presStyleLbl="sibTrans2D1" presStyleIdx="2" presStyleCnt="3"/>
      <dgm:spPr/>
    </dgm:pt>
    <dgm:pt modelId="{74966C8F-CBDE-4AC0-8602-03CFDAAA1CC1}" type="pres">
      <dgm:prSet presAssocID="{6723D636-42AC-4F47-9ED5-D8494BA89559}" presName="connectorText" presStyleLbl="sibTrans2D1" presStyleIdx="2" presStyleCnt="3"/>
      <dgm:spPr/>
    </dgm:pt>
    <dgm:pt modelId="{DE7E1F46-B5B0-4045-A77C-9957B3F45F52}" type="pres">
      <dgm:prSet presAssocID="{CF9E3E53-0057-4CD7-A2F2-6B1917BED4F6}" presName="node" presStyleLbl="node1" presStyleIdx="3" presStyleCnt="4">
        <dgm:presLayoutVars>
          <dgm:bulletEnabled val="1"/>
        </dgm:presLayoutVars>
      </dgm:prSet>
      <dgm:spPr/>
    </dgm:pt>
  </dgm:ptLst>
  <dgm:cxnLst>
    <dgm:cxn modelId="{D65BEF1F-6D43-49E0-8C40-94856CE7155E}" type="presOf" srcId="{D5C0B6C8-5D9A-40DF-B723-9757848E650E}" destId="{DC1768C2-A61D-429A-8E4A-781149807212}" srcOrd="0" destOrd="0" presId="urn:microsoft.com/office/officeart/2005/8/layout/process1"/>
    <dgm:cxn modelId="{E5927321-77C7-4AA9-A643-7AE71CFF3EEC}" srcId="{D42DC567-4B00-4991-BE66-9332152967A4}" destId="{50DD962B-9E26-43F0-BE96-37FCE9B886A4}" srcOrd="1" destOrd="0" parTransId="{47D05CF3-0C3B-4EC1-B5D2-E3CB68A3950D}" sibTransId="{D84BA686-54E6-4668-A798-56B607708DE9}"/>
    <dgm:cxn modelId="{19BA283B-9082-4423-B7BF-D5BC16E11409}" type="presOf" srcId="{E02273D1-E635-4955-8A2B-4C7C31943280}" destId="{0990C842-595B-442B-98E9-50707CF70C4A}" srcOrd="0" destOrd="0" presId="urn:microsoft.com/office/officeart/2005/8/layout/process1"/>
    <dgm:cxn modelId="{A331D767-C096-4A65-9C82-04CA5D444797}" type="presOf" srcId="{E02273D1-E635-4955-8A2B-4C7C31943280}" destId="{AD0ADA6E-136D-4E11-A340-83E117751BEB}" srcOrd="1" destOrd="0" presId="urn:microsoft.com/office/officeart/2005/8/layout/process1"/>
    <dgm:cxn modelId="{F44B016E-7A93-4996-ACF1-05E51789D92C}" type="presOf" srcId="{6723D636-42AC-4F47-9ED5-D8494BA89559}" destId="{74966C8F-CBDE-4AC0-8602-03CFDAAA1CC1}" srcOrd="1" destOrd="0" presId="urn:microsoft.com/office/officeart/2005/8/layout/process1"/>
    <dgm:cxn modelId="{89412F70-81DE-4AA9-8A60-325D6D0530FC}" srcId="{D42DC567-4B00-4991-BE66-9332152967A4}" destId="{35825B3D-694A-4172-937D-17D81334A116}" srcOrd="0" destOrd="0" parTransId="{DF90B78A-FD87-43DC-B804-34A65A1371DC}" sibTransId="{E02273D1-E635-4955-8A2B-4C7C31943280}"/>
    <dgm:cxn modelId="{984FED74-CAAD-4E18-845A-013F2F3AEC37}" srcId="{D42DC567-4B00-4991-BE66-9332152967A4}" destId="{D5C0B6C8-5D9A-40DF-B723-9757848E650E}" srcOrd="2" destOrd="0" parTransId="{C7DBEB42-69BB-41E2-8C57-009FB3751398}" sibTransId="{6723D636-42AC-4F47-9ED5-D8494BA89559}"/>
    <dgm:cxn modelId="{AC0EA98B-F899-45D5-9C8D-D50C7192A31F}" type="presOf" srcId="{D84BA686-54E6-4668-A798-56B607708DE9}" destId="{7C49F17F-F6CD-4366-84F0-CEFA4E9B5B34}" srcOrd="1" destOrd="0" presId="urn:microsoft.com/office/officeart/2005/8/layout/process1"/>
    <dgm:cxn modelId="{32E2E696-6A68-4A12-97A2-6E68AA1B62B2}" type="presOf" srcId="{D84BA686-54E6-4668-A798-56B607708DE9}" destId="{FC77DB18-3D95-4555-9F9F-AD826CF3D527}" srcOrd="0" destOrd="0" presId="urn:microsoft.com/office/officeart/2005/8/layout/process1"/>
    <dgm:cxn modelId="{29D96A9A-E862-465C-A8E3-CEEADECE166D}" type="presOf" srcId="{6723D636-42AC-4F47-9ED5-D8494BA89559}" destId="{42FF6B44-B913-4D31-AD70-8FBAA9723FFF}" srcOrd="0" destOrd="0" presId="urn:microsoft.com/office/officeart/2005/8/layout/process1"/>
    <dgm:cxn modelId="{BA90A0BA-EAC6-4197-9E16-5A3FB66C8D03}" type="presOf" srcId="{50DD962B-9E26-43F0-BE96-37FCE9B886A4}" destId="{2BD034E0-A4EC-47C7-B131-2F96D941A74D}" srcOrd="0" destOrd="0" presId="urn:microsoft.com/office/officeart/2005/8/layout/process1"/>
    <dgm:cxn modelId="{5DFF29DC-1658-47AC-A33B-CF92657F8B9B}" srcId="{D42DC567-4B00-4991-BE66-9332152967A4}" destId="{CF9E3E53-0057-4CD7-A2F2-6B1917BED4F6}" srcOrd="3" destOrd="0" parTransId="{C556A3ED-C592-4585-BFE5-5BA5A25D931E}" sibTransId="{F2842FE5-091A-45A4-8B1D-FCFE31DF2D3D}"/>
    <dgm:cxn modelId="{53AEE2DF-CAA2-4753-A014-FAFC478F62AB}" type="presOf" srcId="{D42DC567-4B00-4991-BE66-9332152967A4}" destId="{8A44329A-8F41-40E4-AEEF-ED1B81A8E1AE}" srcOrd="0" destOrd="0" presId="urn:microsoft.com/office/officeart/2005/8/layout/process1"/>
    <dgm:cxn modelId="{38E23EEC-C287-4F6A-8F48-D21B265FFCAF}" type="presOf" srcId="{CF9E3E53-0057-4CD7-A2F2-6B1917BED4F6}" destId="{DE7E1F46-B5B0-4045-A77C-9957B3F45F52}" srcOrd="0" destOrd="0" presId="urn:microsoft.com/office/officeart/2005/8/layout/process1"/>
    <dgm:cxn modelId="{393F83F2-1E0A-4711-AA1A-3A7EFE1393A2}" type="presOf" srcId="{35825B3D-694A-4172-937D-17D81334A116}" destId="{8E1EC69C-BDC3-4FB7-9FD1-07234C2E56AC}" srcOrd="0" destOrd="0" presId="urn:microsoft.com/office/officeart/2005/8/layout/process1"/>
    <dgm:cxn modelId="{FCEDA62D-F843-43C3-880E-9014567A2A65}" type="presParOf" srcId="{8A44329A-8F41-40E4-AEEF-ED1B81A8E1AE}" destId="{8E1EC69C-BDC3-4FB7-9FD1-07234C2E56AC}" srcOrd="0" destOrd="0" presId="urn:microsoft.com/office/officeart/2005/8/layout/process1"/>
    <dgm:cxn modelId="{4C4CD6A5-557E-48C0-BBA0-181491548715}" type="presParOf" srcId="{8A44329A-8F41-40E4-AEEF-ED1B81A8E1AE}" destId="{0990C842-595B-442B-98E9-50707CF70C4A}" srcOrd="1" destOrd="0" presId="urn:microsoft.com/office/officeart/2005/8/layout/process1"/>
    <dgm:cxn modelId="{FCA56D5F-BA30-4841-B67B-63DFF53145BC}" type="presParOf" srcId="{0990C842-595B-442B-98E9-50707CF70C4A}" destId="{AD0ADA6E-136D-4E11-A340-83E117751BEB}" srcOrd="0" destOrd="0" presId="urn:microsoft.com/office/officeart/2005/8/layout/process1"/>
    <dgm:cxn modelId="{1C39469E-F315-45E5-83D4-50CA501FAA95}" type="presParOf" srcId="{8A44329A-8F41-40E4-AEEF-ED1B81A8E1AE}" destId="{2BD034E0-A4EC-47C7-B131-2F96D941A74D}" srcOrd="2" destOrd="0" presId="urn:microsoft.com/office/officeart/2005/8/layout/process1"/>
    <dgm:cxn modelId="{3C05D784-01B6-4629-8483-B52D818A3349}" type="presParOf" srcId="{8A44329A-8F41-40E4-AEEF-ED1B81A8E1AE}" destId="{FC77DB18-3D95-4555-9F9F-AD826CF3D527}" srcOrd="3" destOrd="0" presId="urn:microsoft.com/office/officeart/2005/8/layout/process1"/>
    <dgm:cxn modelId="{8A408635-D83B-4EFE-9255-6EFF279D692E}" type="presParOf" srcId="{FC77DB18-3D95-4555-9F9F-AD826CF3D527}" destId="{7C49F17F-F6CD-4366-84F0-CEFA4E9B5B34}" srcOrd="0" destOrd="0" presId="urn:microsoft.com/office/officeart/2005/8/layout/process1"/>
    <dgm:cxn modelId="{CFE2B012-3F7B-4B45-8CD9-5B6105F5ECA4}" type="presParOf" srcId="{8A44329A-8F41-40E4-AEEF-ED1B81A8E1AE}" destId="{DC1768C2-A61D-429A-8E4A-781149807212}" srcOrd="4" destOrd="0" presId="urn:microsoft.com/office/officeart/2005/8/layout/process1"/>
    <dgm:cxn modelId="{4696EACB-098A-4179-8F12-99561DE2404E}" type="presParOf" srcId="{8A44329A-8F41-40E4-AEEF-ED1B81A8E1AE}" destId="{42FF6B44-B913-4D31-AD70-8FBAA9723FFF}" srcOrd="5" destOrd="0" presId="urn:microsoft.com/office/officeart/2005/8/layout/process1"/>
    <dgm:cxn modelId="{00D4F815-C0E2-44FF-9A7F-DD436204DB0F}" type="presParOf" srcId="{42FF6B44-B913-4D31-AD70-8FBAA9723FFF}" destId="{74966C8F-CBDE-4AC0-8602-03CFDAAA1CC1}" srcOrd="0" destOrd="0" presId="urn:microsoft.com/office/officeart/2005/8/layout/process1"/>
    <dgm:cxn modelId="{E2226F90-F328-4A69-B250-4D4CEBBE9657}" type="presParOf" srcId="{8A44329A-8F41-40E4-AEEF-ED1B81A8E1AE}" destId="{DE7E1F46-B5B0-4045-A77C-9957B3F45F5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46D044-27A0-4632-8D4B-E35B6FDBD3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FA6F442E-5568-4ABE-9325-8FEF38A86614}">
      <dgm:prSet phldrT="[Text]"/>
      <dgm:spPr/>
      <dgm:t>
        <a:bodyPr/>
        <a:lstStyle/>
        <a:p>
          <a:r>
            <a:rPr lang="en-US" dirty="0"/>
            <a:t>CI Build</a:t>
          </a:r>
        </a:p>
      </dgm:t>
    </dgm:pt>
    <dgm:pt modelId="{AAF792F7-EBFA-45ED-8C0F-B04BB1A554CF}" type="parTrans" cxnId="{6E34ACA4-3825-4889-9295-94B481C7E4D6}">
      <dgm:prSet/>
      <dgm:spPr/>
      <dgm:t>
        <a:bodyPr/>
        <a:lstStyle/>
        <a:p>
          <a:endParaRPr lang="en-US"/>
        </a:p>
      </dgm:t>
    </dgm:pt>
    <dgm:pt modelId="{F954E00A-951C-4376-970C-ECB317DA9A61}" type="sibTrans" cxnId="{6E34ACA4-3825-4889-9295-94B481C7E4D6}">
      <dgm:prSet/>
      <dgm:spPr/>
      <dgm:t>
        <a:bodyPr/>
        <a:lstStyle/>
        <a:p>
          <a:endParaRPr lang="en-US"/>
        </a:p>
      </dgm:t>
    </dgm:pt>
    <dgm:pt modelId="{81DB3D50-E28C-457D-A76C-2F5CB3E2B6A0}">
      <dgm:prSet phldrT="[Text]"/>
      <dgm:spPr/>
      <dgm:t>
        <a:bodyPr/>
        <a:lstStyle/>
        <a:p>
          <a:r>
            <a:rPr lang="en-US" dirty="0"/>
            <a:t>Continuous Integration</a:t>
          </a:r>
        </a:p>
      </dgm:t>
    </dgm:pt>
    <dgm:pt modelId="{D73F47B0-F638-46A9-81F7-2F2FB80DA3CB}" type="parTrans" cxnId="{39C97BBF-F975-457C-86AD-0536E7CB6A07}">
      <dgm:prSet/>
      <dgm:spPr/>
      <dgm:t>
        <a:bodyPr/>
        <a:lstStyle/>
        <a:p>
          <a:endParaRPr lang="en-US"/>
        </a:p>
      </dgm:t>
    </dgm:pt>
    <dgm:pt modelId="{728FD6DF-F1BA-4CF2-BD09-D8E16519245E}" type="sibTrans" cxnId="{39C97BBF-F975-457C-86AD-0536E7CB6A07}">
      <dgm:prSet/>
      <dgm:spPr/>
      <dgm:t>
        <a:bodyPr/>
        <a:lstStyle/>
        <a:p>
          <a:endParaRPr lang="en-US"/>
        </a:p>
      </dgm:t>
    </dgm:pt>
    <dgm:pt modelId="{FB86B83E-EBD7-485E-A614-C722A62B1EA6}">
      <dgm:prSet phldrT="[Text]" custT="1"/>
      <dgm:spPr>
        <a:solidFill>
          <a:srgbClr val="FF9900"/>
        </a:solidFill>
      </dgm:spPr>
      <dgm:t>
        <a:bodyPr/>
        <a:lstStyle/>
        <a:p>
          <a:r>
            <a:rPr lang="en-US" sz="2000" dirty="0"/>
            <a:t>Compile/Test</a:t>
          </a:r>
        </a:p>
      </dgm:t>
    </dgm:pt>
    <dgm:pt modelId="{91EDB27B-4F44-4A07-BD85-25691B5C15C5}" type="parTrans" cxnId="{5D3524D0-9E37-476A-860B-113585D670A8}">
      <dgm:prSet/>
      <dgm:spPr/>
      <dgm:t>
        <a:bodyPr/>
        <a:lstStyle/>
        <a:p>
          <a:endParaRPr lang="en-US"/>
        </a:p>
      </dgm:t>
    </dgm:pt>
    <dgm:pt modelId="{1EC00EED-E71D-4250-B9CB-CC658DEAE724}" type="sibTrans" cxnId="{5D3524D0-9E37-476A-860B-113585D670A8}">
      <dgm:prSet/>
      <dgm:spPr>
        <a:solidFill>
          <a:srgbClr val="FF3300"/>
        </a:solidFill>
      </dgm:spPr>
      <dgm:t>
        <a:bodyPr/>
        <a:lstStyle/>
        <a:p>
          <a:endParaRPr lang="en-US"/>
        </a:p>
      </dgm:t>
    </dgm:pt>
    <dgm:pt modelId="{6CC7BF31-EF48-4540-948E-95B5E2BE3D84}" type="pres">
      <dgm:prSet presAssocID="{6946D044-27A0-4632-8D4B-E35B6FDBD354}" presName="Name0" presStyleCnt="0">
        <dgm:presLayoutVars>
          <dgm:dir/>
          <dgm:resizeHandles val="exact"/>
        </dgm:presLayoutVars>
      </dgm:prSet>
      <dgm:spPr/>
    </dgm:pt>
    <dgm:pt modelId="{0E9B4764-5A1E-413A-85D0-902590DAD424}" type="pres">
      <dgm:prSet presAssocID="{FA6F442E-5568-4ABE-9325-8FEF38A86614}" presName="node" presStyleLbl="node1" presStyleIdx="0" presStyleCnt="3" custScaleY="58032">
        <dgm:presLayoutVars>
          <dgm:bulletEnabled val="1"/>
        </dgm:presLayoutVars>
      </dgm:prSet>
      <dgm:spPr/>
    </dgm:pt>
    <dgm:pt modelId="{DB095A65-8AC6-4C2D-BC2C-62FB627912A4}" type="pres">
      <dgm:prSet presAssocID="{F954E00A-951C-4376-970C-ECB317DA9A61}" presName="sibTrans" presStyleLbl="sibTrans2D1" presStyleIdx="0" presStyleCnt="2"/>
      <dgm:spPr/>
    </dgm:pt>
    <dgm:pt modelId="{AE58F732-44CB-4B74-8DA9-AA60D18CC80C}" type="pres">
      <dgm:prSet presAssocID="{F954E00A-951C-4376-970C-ECB317DA9A61}" presName="connectorText" presStyleLbl="sibTrans2D1" presStyleIdx="0" presStyleCnt="2"/>
      <dgm:spPr/>
    </dgm:pt>
    <dgm:pt modelId="{F32B7058-8AFE-425C-A4BD-9329907A0CB0}" type="pres">
      <dgm:prSet presAssocID="{81DB3D50-E28C-457D-A76C-2F5CB3E2B6A0}" presName="node" presStyleLbl="node1" presStyleIdx="1" presStyleCnt="3" custScaleY="58032">
        <dgm:presLayoutVars>
          <dgm:bulletEnabled val="1"/>
        </dgm:presLayoutVars>
      </dgm:prSet>
      <dgm:spPr/>
    </dgm:pt>
    <dgm:pt modelId="{6A7E4F0F-0AEB-40F0-BE77-7C53AF35991A}" type="pres">
      <dgm:prSet presAssocID="{728FD6DF-F1BA-4CF2-BD09-D8E16519245E}" presName="sibTrans" presStyleLbl="sibTrans2D1" presStyleIdx="1" presStyleCnt="2"/>
      <dgm:spPr/>
    </dgm:pt>
    <dgm:pt modelId="{7D69FB46-DD13-4889-A397-2B852506756B}" type="pres">
      <dgm:prSet presAssocID="{728FD6DF-F1BA-4CF2-BD09-D8E16519245E}" presName="connectorText" presStyleLbl="sibTrans2D1" presStyleIdx="1" presStyleCnt="2"/>
      <dgm:spPr/>
    </dgm:pt>
    <dgm:pt modelId="{D8ECBF29-EB03-4139-83F9-5ED873124708}" type="pres">
      <dgm:prSet presAssocID="{FB86B83E-EBD7-485E-A614-C722A62B1EA6}" presName="node" presStyleLbl="node1" presStyleIdx="2" presStyleCnt="3" custScaleY="58032">
        <dgm:presLayoutVars>
          <dgm:bulletEnabled val="1"/>
        </dgm:presLayoutVars>
      </dgm:prSet>
      <dgm:spPr/>
    </dgm:pt>
  </dgm:ptLst>
  <dgm:cxnLst>
    <dgm:cxn modelId="{FE9A232F-3905-4445-B354-9CF555554DD1}" type="presOf" srcId="{FA6F442E-5568-4ABE-9325-8FEF38A86614}" destId="{0E9B4764-5A1E-413A-85D0-902590DAD424}" srcOrd="0" destOrd="0" presId="urn:microsoft.com/office/officeart/2005/8/layout/process1"/>
    <dgm:cxn modelId="{075E2D49-9D55-4EEB-BEF0-6DC990F8C048}" type="presOf" srcId="{F954E00A-951C-4376-970C-ECB317DA9A61}" destId="{DB095A65-8AC6-4C2D-BC2C-62FB627912A4}" srcOrd="0" destOrd="0" presId="urn:microsoft.com/office/officeart/2005/8/layout/process1"/>
    <dgm:cxn modelId="{8FF9B58B-9C25-4F76-AC30-C74937FE43EA}" type="presOf" srcId="{6946D044-27A0-4632-8D4B-E35B6FDBD354}" destId="{6CC7BF31-EF48-4540-948E-95B5E2BE3D84}" srcOrd="0" destOrd="0" presId="urn:microsoft.com/office/officeart/2005/8/layout/process1"/>
    <dgm:cxn modelId="{6E34ACA4-3825-4889-9295-94B481C7E4D6}" srcId="{6946D044-27A0-4632-8D4B-E35B6FDBD354}" destId="{FA6F442E-5568-4ABE-9325-8FEF38A86614}" srcOrd="0" destOrd="0" parTransId="{AAF792F7-EBFA-45ED-8C0F-B04BB1A554CF}" sibTransId="{F954E00A-951C-4376-970C-ECB317DA9A61}"/>
    <dgm:cxn modelId="{BFAE83AF-B4F2-4D96-9F71-3743B25F1E45}" type="presOf" srcId="{728FD6DF-F1BA-4CF2-BD09-D8E16519245E}" destId="{6A7E4F0F-0AEB-40F0-BE77-7C53AF35991A}" srcOrd="0" destOrd="0" presId="urn:microsoft.com/office/officeart/2005/8/layout/process1"/>
    <dgm:cxn modelId="{39C97BBF-F975-457C-86AD-0536E7CB6A07}" srcId="{6946D044-27A0-4632-8D4B-E35B6FDBD354}" destId="{81DB3D50-E28C-457D-A76C-2F5CB3E2B6A0}" srcOrd="1" destOrd="0" parTransId="{D73F47B0-F638-46A9-81F7-2F2FB80DA3CB}" sibTransId="{728FD6DF-F1BA-4CF2-BD09-D8E16519245E}"/>
    <dgm:cxn modelId="{1F7FE3C4-6AAC-4408-B909-7338B52D2F0D}" type="presOf" srcId="{FB86B83E-EBD7-485E-A614-C722A62B1EA6}" destId="{D8ECBF29-EB03-4139-83F9-5ED873124708}" srcOrd="0" destOrd="0" presId="urn:microsoft.com/office/officeart/2005/8/layout/process1"/>
    <dgm:cxn modelId="{66DAC4CB-0367-4941-9261-F14D74CD2FB9}" type="presOf" srcId="{F954E00A-951C-4376-970C-ECB317DA9A61}" destId="{AE58F732-44CB-4B74-8DA9-AA60D18CC80C}" srcOrd="1" destOrd="0" presId="urn:microsoft.com/office/officeart/2005/8/layout/process1"/>
    <dgm:cxn modelId="{5D3524D0-9E37-476A-860B-113585D670A8}" srcId="{6946D044-27A0-4632-8D4B-E35B6FDBD354}" destId="{FB86B83E-EBD7-485E-A614-C722A62B1EA6}" srcOrd="2" destOrd="0" parTransId="{91EDB27B-4F44-4A07-BD85-25691B5C15C5}" sibTransId="{1EC00EED-E71D-4250-B9CB-CC658DEAE724}"/>
    <dgm:cxn modelId="{C521FBE7-3717-4B35-8E54-4BBFFE21B2A7}" type="presOf" srcId="{81DB3D50-E28C-457D-A76C-2F5CB3E2B6A0}" destId="{F32B7058-8AFE-425C-A4BD-9329907A0CB0}" srcOrd="0" destOrd="0" presId="urn:microsoft.com/office/officeart/2005/8/layout/process1"/>
    <dgm:cxn modelId="{2B34E7E8-1B2D-4491-B982-68D16EEE7952}" type="presOf" srcId="{728FD6DF-F1BA-4CF2-BD09-D8E16519245E}" destId="{7D69FB46-DD13-4889-A397-2B852506756B}" srcOrd="1" destOrd="0" presId="urn:microsoft.com/office/officeart/2005/8/layout/process1"/>
    <dgm:cxn modelId="{F0BAA1DF-99C9-4F7D-8D29-D013C00930B2}" type="presParOf" srcId="{6CC7BF31-EF48-4540-948E-95B5E2BE3D84}" destId="{0E9B4764-5A1E-413A-85D0-902590DAD424}" srcOrd="0" destOrd="0" presId="urn:microsoft.com/office/officeart/2005/8/layout/process1"/>
    <dgm:cxn modelId="{23A0D86D-FA10-4B5E-8720-9DEB24F94949}" type="presParOf" srcId="{6CC7BF31-EF48-4540-948E-95B5E2BE3D84}" destId="{DB095A65-8AC6-4C2D-BC2C-62FB627912A4}" srcOrd="1" destOrd="0" presId="urn:microsoft.com/office/officeart/2005/8/layout/process1"/>
    <dgm:cxn modelId="{E8F7BB44-2B16-4C6E-A3BE-47EC27DE6764}" type="presParOf" srcId="{DB095A65-8AC6-4C2D-BC2C-62FB627912A4}" destId="{AE58F732-44CB-4B74-8DA9-AA60D18CC80C}" srcOrd="0" destOrd="0" presId="urn:microsoft.com/office/officeart/2005/8/layout/process1"/>
    <dgm:cxn modelId="{807D5A21-C45B-4F79-BB51-3B4E14673A01}" type="presParOf" srcId="{6CC7BF31-EF48-4540-948E-95B5E2BE3D84}" destId="{F32B7058-8AFE-425C-A4BD-9329907A0CB0}" srcOrd="2" destOrd="0" presId="urn:microsoft.com/office/officeart/2005/8/layout/process1"/>
    <dgm:cxn modelId="{63B65421-7630-4179-8E67-BFB5AE49E6E8}" type="presParOf" srcId="{6CC7BF31-EF48-4540-948E-95B5E2BE3D84}" destId="{6A7E4F0F-0AEB-40F0-BE77-7C53AF35991A}" srcOrd="3" destOrd="0" presId="urn:microsoft.com/office/officeart/2005/8/layout/process1"/>
    <dgm:cxn modelId="{AD4391BE-85CF-409F-B2AC-7574A4415E71}" type="presParOf" srcId="{6A7E4F0F-0AEB-40F0-BE77-7C53AF35991A}" destId="{7D69FB46-DD13-4889-A397-2B852506756B}" srcOrd="0" destOrd="0" presId="urn:microsoft.com/office/officeart/2005/8/layout/process1"/>
    <dgm:cxn modelId="{D7840E68-C57D-40D9-99BD-2B89BE64B96E}" type="presParOf" srcId="{6CC7BF31-EF48-4540-948E-95B5E2BE3D84}" destId="{D8ECBF29-EB03-4139-83F9-5ED87312470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46D044-27A0-4632-8D4B-E35B6FDBD3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FA6F442E-5568-4ABE-9325-8FEF38A86614}">
      <dgm:prSet phldrT="[Text]" custT="1"/>
      <dgm:spPr/>
      <dgm:t>
        <a:bodyPr/>
        <a:lstStyle/>
        <a:p>
          <a:r>
            <a:rPr lang="en-US" sz="2200" dirty="0"/>
            <a:t>Nightly Build</a:t>
          </a:r>
        </a:p>
      </dgm:t>
    </dgm:pt>
    <dgm:pt modelId="{AAF792F7-EBFA-45ED-8C0F-B04BB1A554CF}" type="parTrans" cxnId="{6E34ACA4-3825-4889-9295-94B481C7E4D6}">
      <dgm:prSet/>
      <dgm:spPr/>
      <dgm:t>
        <a:bodyPr/>
        <a:lstStyle/>
        <a:p>
          <a:endParaRPr lang="en-US"/>
        </a:p>
      </dgm:t>
    </dgm:pt>
    <dgm:pt modelId="{F954E00A-951C-4376-970C-ECB317DA9A61}" type="sibTrans" cxnId="{6E34ACA4-3825-4889-9295-94B481C7E4D6}">
      <dgm:prSet/>
      <dgm:spPr/>
      <dgm:t>
        <a:bodyPr/>
        <a:lstStyle/>
        <a:p>
          <a:endParaRPr lang="en-US"/>
        </a:p>
      </dgm:t>
    </dgm:pt>
    <dgm:pt modelId="{81DB3D50-E28C-457D-A76C-2F5CB3E2B6A0}">
      <dgm:prSet phldrT="[Text]" custT="1"/>
      <dgm:spPr/>
      <dgm:t>
        <a:bodyPr/>
        <a:lstStyle/>
        <a:p>
          <a:r>
            <a:rPr lang="en-US" sz="2200" dirty="0"/>
            <a:t>Schedule</a:t>
          </a:r>
        </a:p>
      </dgm:t>
    </dgm:pt>
    <dgm:pt modelId="{D73F47B0-F638-46A9-81F7-2F2FB80DA3CB}" type="parTrans" cxnId="{39C97BBF-F975-457C-86AD-0536E7CB6A07}">
      <dgm:prSet/>
      <dgm:spPr/>
      <dgm:t>
        <a:bodyPr/>
        <a:lstStyle/>
        <a:p>
          <a:endParaRPr lang="en-US"/>
        </a:p>
      </dgm:t>
    </dgm:pt>
    <dgm:pt modelId="{728FD6DF-F1BA-4CF2-BD09-D8E16519245E}" type="sibTrans" cxnId="{39C97BBF-F975-457C-86AD-0536E7CB6A07}">
      <dgm:prSet/>
      <dgm:spPr/>
      <dgm:t>
        <a:bodyPr/>
        <a:lstStyle/>
        <a:p>
          <a:endParaRPr lang="en-US"/>
        </a:p>
      </dgm:t>
    </dgm:pt>
    <dgm:pt modelId="{FB86B83E-EBD7-485E-A614-C722A62B1EA6}">
      <dgm:prSet phldrT="[Text]" custT="1"/>
      <dgm:spPr>
        <a:solidFill>
          <a:srgbClr val="FF9900"/>
        </a:solidFill>
      </dgm:spPr>
      <dgm:t>
        <a:bodyPr/>
        <a:lstStyle/>
        <a:p>
          <a:r>
            <a:rPr lang="en-US" sz="2000" dirty="0"/>
            <a:t>Compile/Integration Testing/Code Analysis</a:t>
          </a:r>
        </a:p>
      </dgm:t>
    </dgm:pt>
    <dgm:pt modelId="{91EDB27B-4F44-4A07-BD85-25691B5C15C5}" type="parTrans" cxnId="{5D3524D0-9E37-476A-860B-113585D670A8}">
      <dgm:prSet/>
      <dgm:spPr/>
      <dgm:t>
        <a:bodyPr/>
        <a:lstStyle/>
        <a:p>
          <a:endParaRPr lang="en-US"/>
        </a:p>
      </dgm:t>
    </dgm:pt>
    <dgm:pt modelId="{1EC00EED-E71D-4250-B9CB-CC658DEAE724}" type="sibTrans" cxnId="{5D3524D0-9E37-476A-860B-113585D670A8}">
      <dgm:prSet/>
      <dgm:spPr>
        <a:solidFill>
          <a:srgbClr val="FF3300"/>
        </a:solidFill>
      </dgm:spPr>
      <dgm:t>
        <a:bodyPr/>
        <a:lstStyle/>
        <a:p>
          <a:endParaRPr lang="en-US"/>
        </a:p>
      </dgm:t>
    </dgm:pt>
    <dgm:pt modelId="{6CC7BF31-EF48-4540-948E-95B5E2BE3D84}" type="pres">
      <dgm:prSet presAssocID="{6946D044-27A0-4632-8D4B-E35B6FDBD354}" presName="Name0" presStyleCnt="0">
        <dgm:presLayoutVars>
          <dgm:dir/>
          <dgm:resizeHandles val="exact"/>
        </dgm:presLayoutVars>
      </dgm:prSet>
      <dgm:spPr/>
    </dgm:pt>
    <dgm:pt modelId="{0E9B4764-5A1E-413A-85D0-902590DAD424}" type="pres">
      <dgm:prSet presAssocID="{FA6F442E-5568-4ABE-9325-8FEF38A86614}" presName="node" presStyleLbl="node1" presStyleIdx="0" presStyleCnt="3" custScaleY="58032">
        <dgm:presLayoutVars>
          <dgm:bulletEnabled val="1"/>
        </dgm:presLayoutVars>
      </dgm:prSet>
      <dgm:spPr/>
    </dgm:pt>
    <dgm:pt modelId="{DB095A65-8AC6-4C2D-BC2C-62FB627912A4}" type="pres">
      <dgm:prSet presAssocID="{F954E00A-951C-4376-970C-ECB317DA9A61}" presName="sibTrans" presStyleLbl="sibTrans2D1" presStyleIdx="0" presStyleCnt="2"/>
      <dgm:spPr/>
    </dgm:pt>
    <dgm:pt modelId="{AE58F732-44CB-4B74-8DA9-AA60D18CC80C}" type="pres">
      <dgm:prSet presAssocID="{F954E00A-951C-4376-970C-ECB317DA9A61}" presName="connectorText" presStyleLbl="sibTrans2D1" presStyleIdx="0" presStyleCnt="2"/>
      <dgm:spPr/>
    </dgm:pt>
    <dgm:pt modelId="{F32B7058-8AFE-425C-A4BD-9329907A0CB0}" type="pres">
      <dgm:prSet presAssocID="{81DB3D50-E28C-457D-A76C-2F5CB3E2B6A0}" presName="node" presStyleLbl="node1" presStyleIdx="1" presStyleCnt="3" custScaleY="58032">
        <dgm:presLayoutVars>
          <dgm:bulletEnabled val="1"/>
        </dgm:presLayoutVars>
      </dgm:prSet>
      <dgm:spPr/>
    </dgm:pt>
    <dgm:pt modelId="{6A7E4F0F-0AEB-40F0-BE77-7C53AF35991A}" type="pres">
      <dgm:prSet presAssocID="{728FD6DF-F1BA-4CF2-BD09-D8E16519245E}" presName="sibTrans" presStyleLbl="sibTrans2D1" presStyleIdx="1" presStyleCnt="2"/>
      <dgm:spPr/>
    </dgm:pt>
    <dgm:pt modelId="{7D69FB46-DD13-4889-A397-2B852506756B}" type="pres">
      <dgm:prSet presAssocID="{728FD6DF-F1BA-4CF2-BD09-D8E16519245E}" presName="connectorText" presStyleLbl="sibTrans2D1" presStyleIdx="1" presStyleCnt="2"/>
      <dgm:spPr/>
    </dgm:pt>
    <dgm:pt modelId="{D8ECBF29-EB03-4139-83F9-5ED873124708}" type="pres">
      <dgm:prSet presAssocID="{FB86B83E-EBD7-485E-A614-C722A62B1EA6}" presName="node" presStyleLbl="node1" presStyleIdx="2" presStyleCnt="3" custScaleY="58032">
        <dgm:presLayoutVars>
          <dgm:bulletEnabled val="1"/>
        </dgm:presLayoutVars>
      </dgm:prSet>
      <dgm:spPr/>
    </dgm:pt>
  </dgm:ptLst>
  <dgm:cxnLst>
    <dgm:cxn modelId="{FE9A232F-3905-4445-B354-9CF555554DD1}" type="presOf" srcId="{FA6F442E-5568-4ABE-9325-8FEF38A86614}" destId="{0E9B4764-5A1E-413A-85D0-902590DAD424}" srcOrd="0" destOrd="0" presId="urn:microsoft.com/office/officeart/2005/8/layout/process1"/>
    <dgm:cxn modelId="{075E2D49-9D55-4EEB-BEF0-6DC990F8C048}" type="presOf" srcId="{F954E00A-951C-4376-970C-ECB317DA9A61}" destId="{DB095A65-8AC6-4C2D-BC2C-62FB627912A4}" srcOrd="0" destOrd="0" presId="urn:microsoft.com/office/officeart/2005/8/layout/process1"/>
    <dgm:cxn modelId="{8FF9B58B-9C25-4F76-AC30-C74937FE43EA}" type="presOf" srcId="{6946D044-27A0-4632-8D4B-E35B6FDBD354}" destId="{6CC7BF31-EF48-4540-948E-95B5E2BE3D84}" srcOrd="0" destOrd="0" presId="urn:microsoft.com/office/officeart/2005/8/layout/process1"/>
    <dgm:cxn modelId="{6E34ACA4-3825-4889-9295-94B481C7E4D6}" srcId="{6946D044-27A0-4632-8D4B-E35B6FDBD354}" destId="{FA6F442E-5568-4ABE-9325-8FEF38A86614}" srcOrd="0" destOrd="0" parTransId="{AAF792F7-EBFA-45ED-8C0F-B04BB1A554CF}" sibTransId="{F954E00A-951C-4376-970C-ECB317DA9A61}"/>
    <dgm:cxn modelId="{BFAE83AF-B4F2-4D96-9F71-3743B25F1E45}" type="presOf" srcId="{728FD6DF-F1BA-4CF2-BD09-D8E16519245E}" destId="{6A7E4F0F-0AEB-40F0-BE77-7C53AF35991A}" srcOrd="0" destOrd="0" presId="urn:microsoft.com/office/officeart/2005/8/layout/process1"/>
    <dgm:cxn modelId="{39C97BBF-F975-457C-86AD-0536E7CB6A07}" srcId="{6946D044-27A0-4632-8D4B-E35B6FDBD354}" destId="{81DB3D50-E28C-457D-A76C-2F5CB3E2B6A0}" srcOrd="1" destOrd="0" parTransId="{D73F47B0-F638-46A9-81F7-2F2FB80DA3CB}" sibTransId="{728FD6DF-F1BA-4CF2-BD09-D8E16519245E}"/>
    <dgm:cxn modelId="{1F7FE3C4-6AAC-4408-B909-7338B52D2F0D}" type="presOf" srcId="{FB86B83E-EBD7-485E-A614-C722A62B1EA6}" destId="{D8ECBF29-EB03-4139-83F9-5ED873124708}" srcOrd="0" destOrd="0" presId="urn:microsoft.com/office/officeart/2005/8/layout/process1"/>
    <dgm:cxn modelId="{66DAC4CB-0367-4941-9261-F14D74CD2FB9}" type="presOf" srcId="{F954E00A-951C-4376-970C-ECB317DA9A61}" destId="{AE58F732-44CB-4B74-8DA9-AA60D18CC80C}" srcOrd="1" destOrd="0" presId="urn:microsoft.com/office/officeart/2005/8/layout/process1"/>
    <dgm:cxn modelId="{5D3524D0-9E37-476A-860B-113585D670A8}" srcId="{6946D044-27A0-4632-8D4B-E35B6FDBD354}" destId="{FB86B83E-EBD7-485E-A614-C722A62B1EA6}" srcOrd="2" destOrd="0" parTransId="{91EDB27B-4F44-4A07-BD85-25691B5C15C5}" sibTransId="{1EC00EED-E71D-4250-B9CB-CC658DEAE724}"/>
    <dgm:cxn modelId="{C521FBE7-3717-4B35-8E54-4BBFFE21B2A7}" type="presOf" srcId="{81DB3D50-E28C-457D-A76C-2F5CB3E2B6A0}" destId="{F32B7058-8AFE-425C-A4BD-9329907A0CB0}" srcOrd="0" destOrd="0" presId="urn:microsoft.com/office/officeart/2005/8/layout/process1"/>
    <dgm:cxn modelId="{2B34E7E8-1B2D-4491-B982-68D16EEE7952}" type="presOf" srcId="{728FD6DF-F1BA-4CF2-BD09-D8E16519245E}" destId="{7D69FB46-DD13-4889-A397-2B852506756B}" srcOrd="1" destOrd="0" presId="urn:microsoft.com/office/officeart/2005/8/layout/process1"/>
    <dgm:cxn modelId="{F0BAA1DF-99C9-4F7D-8D29-D013C00930B2}" type="presParOf" srcId="{6CC7BF31-EF48-4540-948E-95B5E2BE3D84}" destId="{0E9B4764-5A1E-413A-85D0-902590DAD424}" srcOrd="0" destOrd="0" presId="urn:microsoft.com/office/officeart/2005/8/layout/process1"/>
    <dgm:cxn modelId="{23A0D86D-FA10-4B5E-8720-9DEB24F94949}" type="presParOf" srcId="{6CC7BF31-EF48-4540-948E-95B5E2BE3D84}" destId="{DB095A65-8AC6-4C2D-BC2C-62FB627912A4}" srcOrd="1" destOrd="0" presId="urn:microsoft.com/office/officeart/2005/8/layout/process1"/>
    <dgm:cxn modelId="{E8F7BB44-2B16-4C6E-A3BE-47EC27DE6764}" type="presParOf" srcId="{DB095A65-8AC6-4C2D-BC2C-62FB627912A4}" destId="{AE58F732-44CB-4B74-8DA9-AA60D18CC80C}" srcOrd="0" destOrd="0" presId="urn:microsoft.com/office/officeart/2005/8/layout/process1"/>
    <dgm:cxn modelId="{807D5A21-C45B-4F79-BB51-3B4E14673A01}" type="presParOf" srcId="{6CC7BF31-EF48-4540-948E-95B5E2BE3D84}" destId="{F32B7058-8AFE-425C-A4BD-9329907A0CB0}" srcOrd="2" destOrd="0" presId="urn:microsoft.com/office/officeart/2005/8/layout/process1"/>
    <dgm:cxn modelId="{63B65421-7630-4179-8E67-BFB5AE49E6E8}" type="presParOf" srcId="{6CC7BF31-EF48-4540-948E-95B5E2BE3D84}" destId="{6A7E4F0F-0AEB-40F0-BE77-7C53AF35991A}" srcOrd="3" destOrd="0" presId="urn:microsoft.com/office/officeart/2005/8/layout/process1"/>
    <dgm:cxn modelId="{AD4391BE-85CF-409F-B2AC-7574A4415E71}" type="presParOf" srcId="{6A7E4F0F-0AEB-40F0-BE77-7C53AF35991A}" destId="{7D69FB46-DD13-4889-A397-2B852506756B}" srcOrd="0" destOrd="0" presId="urn:microsoft.com/office/officeart/2005/8/layout/process1"/>
    <dgm:cxn modelId="{D7840E68-C57D-40D9-99BD-2B89BE64B96E}" type="presParOf" srcId="{6CC7BF31-EF48-4540-948E-95B5E2BE3D84}" destId="{D8ECBF29-EB03-4139-83F9-5ED87312470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946D044-27A0-4632-8D4B-E35B6FDBD3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FA6F442E-5568-4ABE-9325-8FEF38A86614}">
      <dgm:prSet phldrT="[Text]" custT="1"/>
      <dgm:spPr/>
      <dgm:t>
        <a:bodyPr/>
        <a:lstStyle/>
        <a:p>
          <a:r>
            <a:rPr lang="en-US" sz="2200" dirty="0"/>
            <a:t>Release Build</a:t>
          </a:r>
        </a:p>
      </dgm:t>
    </dgm:pt>
    <dgm:pt modelId="{AAF792F7-EBFA-45ED-8C0F-B04BB1A554CF}" type="parTrans" cxnId="{6E34ACA4-3825-4889-9295-94B481C7E4D6}">
      <dgm:prSet/>
      <dgm:spPr/>
      <dgm:t>
        <a:bodyPr/>
        <a:lstStyle/>
        <a:p>
          <a:endParaRPr lang="en-US"/>
        </a:p>
      </dgm:t>
    </dgm:pt>
    <dgm:pt modelId="{F954E00A-951C-4376-970C-ECB317DA9A61}" type="sibTrans" cxnId="{6E34ACA4-3825-4889-9295-94B481C7E4D6}">
      <dgm:prSet/>
      <dgm:spPr/>
      <dgm:t>
        <a:bodyPr/>
        <a:lstStyle/>
        <a:p>
          <a:endParaRPr lang="en-US"/>
        </a:p>
      </dgm:t>
    </dgm:pt>
    <dgm:pt modelId="{81DB3D50-E28C-457D-A76C-2F5CB3E2B6A0}">
      <dgm:prSet phldrT="[Text]" custT="1"/>
      <dgm:spPr/>
      <dgm:t>
        <a:bodyPr/>
        <a:lstStyle/>
        <a:p>
          <a:r>
            <a:rPr lang="en-US" sz="2200" dirty="0"/>
            <a:t>Manual</a:t>
          </a:r>
        </a:p>
      </dgm:t>
    </dgm:pt>
    <dgm:pt modelId="{D73F47B0-F638-46A9-81F7-2F2FB80DA3CB}" type="parTrans" cxnId="{39C97BBF-F975-457C-86AD-0536E7CB6A07}">
      <dgm:prSet/>
      <dgm:spPr/>
      <dgm:t>
        <a:bodyPr/>
        <a:lstStyle/>
        <a:p>
          <a:endParaRPr lang="en-US"/>
        </a:p>
      </dgm:t>
    </dgm:pt>
    <dgm:pt modelId="{728FD6DF-F1BA-4CF2-BD09-D8E16519245E}" type="sibTrans" cxnId="{39C97BBF-F975-457C-86AD-0536E7CB6A07}">
      <dgm:prSet/>
      <dgm:spPr/>
      <dgm:t>
        <a:bodyPr/>
        <a:lstStyle/>
        <a:p>
          <a:endParaRPr lang="en-US"/>
        </a:p>
      </dgm:t>
    </dgm:pt>
    <dgm:pt modelId="{FB86B83E-EBD7-485E-A614-C722A62B1EA6}">
      <dgm:prSet phldrT="[Text]" custT="1"/>
      <dgm:spPr>
        <a:solidFill>
          <a:srgbClr val="FF9900"/>
        </a:solidFill>
      </dgm:spPr>
      <dgm:t>
        <a:bodyPr/>
        <a:lstStyle/>
        <a:p>
          <a:r>
            <a:rPr lang="en-US" sz="2000" dirty="0"/>
            <a:t>Compile/Test/ Regression/Archive</a:t>
          </a:r>
        </a:p>
      </dgm:t>
    </dgm:pt>
    <dgm:pt modelId="{91EDB27B-4F44-4A07-BD85-25691B5C15C5}" type="parTrans" cxnId="{5D3524D0-9E37-476A-860B-113585D670A8}">
      <dgm:prSet/>
      <dgm:spPr/>
      <dgm:t>
        <a:bodyPr/>
        <a:lstStyle/>
        <a:p>
          <a:endParaRPr lang="en-US"/>
        </a:p>
      </dgm:t>
    </dgm:pt>
    <dgm:pt modelId="{1EC00EED-E71D-4250-B9CB-CC658DEAE724}" type="sibTrans" cxnId="{5D3524D0-9E37-476A-860B-113585D670A8}">
      <dgm:prSet/>
      <dgm:spPr>
        <a:solidFill>
          <a:srgbClr val="FF3300"/>
        </a:solidFill>
      </dgm:spPr>
      <dgm:t>
        <a:bodyPr/>
        <a:lstStyle/>
        <a:p>
          <a:endParaRPr lang="en-US"/>
        </a:p>
      </dgm:t>
    </dgm:pt>
    <dgm:pt modelId="{6CC7BF31-EF48-4540-948E-95B5E2BE3D84}" type="pres">
      <dgm:prSet presAssocID="{6946D044-27A0-4632-8D4B-E35B6FDBD354}" presName="Name0" presStyleCnt="0">
        <dgm:presLayoutVars>
          <dgm:dir/>
          <dgm:resizeHandles val="exact"/>
        </dgm:presLayoutVars>
      </dgm:prSet>
      <dgm:spPr/>
    </dgm:pt>
    <dgm:pt modelId="{0E9B4764-5A1E-413A-85D0-902590DAD424}" type="pres">
      <dgm:prSet presAssocID="{FA6F442E-5568-4ABE-9325-8FEF38A86614}" presName="node" presStyleLbl="node1" presStyleIdx="0" presStyleCnt="3" custScaleY="58032">
        <dgm:presLayoutVars>
          <dgm:bulletEnabled val="1"/>
        </dgm:presLayoutVars>
      </dgm:prSet>
      <dgm:spPr/>
    </dgm:pt>
    <dgm:pt modelId="{DB095A65-8AC6-4C2D-BC2C-62FB627912A4}" type="pres">
      <dgm:prSet presAssocID="{F954E00A-951C-4376-970C-ECB317DA9A61}" presName="sibTrans" presStyleLbl="sibTrans2D1" presStyleIdx="0" presStyleCnt="2"/>
      <dgm:spPr/>
    </dgm:pt>
    <dgm:pt modelId="{AE58F732-44CB-4B74-8DA9-AA60D18CC80C}" type="pres">
      <dgm:prSet presAssocID="{F954E00A-951C-4376-970C-ECB317DA9A61}" presName="connectorText" presStyleLbl="sibTrans2D1" presStyleIdx="0" presStyleCnt="2"/>
      <dgm:spPr/>
    </dgm:pt>
    <dgm:pt modelId="{F32B7058-8AFE-425C-A4BD-9329907A0CB0}" type="pres">
      <dgm:prSet presAssocID="{81DB3D50-E28C-457D-A76C-2F5CB3E2B6A0}" presName="node" presStyleLbl="node1" presStyleIdx="1" presStyleCnt="3" custScaleY="58032">
        <dgm:presLayoutVars>
          <dgm:bulletEnabled val="1"/>
        </dgm:presLayoutVars>
      </dgm:prSet>
      <dgm:spPr/>
    </dgm:pt>
    <dgm:pt modelId="{6A7E4F0F-0AEB-40F0-BE77-7C53AF35991A}" type="pres">
      <dgm:prSet presAssocID="{728FD6DF-F1BA-4CF2-BD09-D8E16519245E}" presName="sibTrans" presStyleLbl="sibTrans2D1" presStyleIdx="1" presStyleCnt="2"/>
      <dgm:spPr/>
    </dgm:pt>
    <dgm:pt modelId="{7D69FB46-DD13-4889-A397-2B852506756B}" type="pres">
      <dgm:prSet presAssocID="{728FD6DF-F1BA-4CF2-BD09-D8E16519245E}" presName="connectorText" presStyleLbl="sibTrans2D1" presStyleIdx="1" presStyleCnt="2"/>
      <dgm:spPr/>
    </dgm:pt>
    <dgm:pt modelId="{D8ECBF29-EB03-4139-83F9-5ED873124708}" type="pres">
      <dgm:prSet presAssocID="{FB86B83E-EBD7-485E-A614-C722A62B1EA6}" presName="node" presStyleLbl="node1" presStyleIdx="2" presStyleCnt="3" custScaleY="58032">
        <dgm:presLayoutVars>
          <dgm:bulletEnabled val="1"/>
        </dgm:presLayoutVars>
      </dgm:prSet>
      <dgm:spPr/>
    </dgm:pt>
  </dgm:ptLst>
  <dgm:cxnLst>
    <dgm:cxn modelId="{FE9A232F-3905-4445-B354-9CF555554DD1}" type="presOf" srcId="{FA6F442E-5568-4ABE-9325-8FEF38A86614}" destId="{0E9B4764-5A1E-413A-85D0-902590DAD424}" srcOrd="0" destOrd="0" presId="urn:microsoft.com/office/officeart/2005/8/layout/process1"/>
    <dgm:cxn modelId="{075E2D49-9D55-4EEB-BEF0-6DC990F8C048}" type="presOf" srcId="{F954E00A-951C-4376-970C-ECB317DA9A61}" destId="{DB095A65-8AC6-4C2D-BC2C-62FB627912A4}" srcOrd="0" destOrd="0" presId="urn:microsoft.com/office/officeart/2005/8/layout/process1"/>
    <dgm:cxn modelId="{8FF9B58B-9C25-4F76-AC30-C74937FE43EA}" type="presOf" srcId="{6946D044-27A0-4632-8D4B-E35B6FDBD354}" destId="{6CC7BF31-EF48-4540-948E-95B5E2BE3D84}" srcOrd="0" destOrd="0" presId="urn:microsoft.com/office/officeart/2005/8/layout/process1"/>
    <dgm:cxn modelId="{6E34ACA4-3825-4889-9295-94B481C7E4D6}" srcId="{6946D044-27A0-4632-8D4B-E35B6FDBD354}" destId="{FA6F442E-5568-4ABE-9325-8FEF38A86614}" srcOrd="0" destOrd="0" parTransId="{AAF792F7-EBFA-45ED-8C0F-B04BB1A554CF}" sibTransId="{F954E00A-951C-4376-970C-ECB317DA9A61}"/>
    <dgm:cxn modelId="{BFAE83AF-B4F2-4D96-9F71-3743B25F1E45}" type="presOf" srcId="{728FD6DF-F1BA-4CF2-BD09-D8E16519245E}" destId="{6A7E4F0F-0AEB-40F0-BE77-7C53AF35991A}" srcOrd="0" destOrd="0" presId="urn:microsoft.com/office/officeart/2005/8/layout/process1"/>
    <dgm:cxn modelId="{39C97BBF-F975-457C-86AD-0536E7CB6A07}" srcId="{6946D044-27A0-4632-8D4B-E35B6FDBD354}" destId="{81DB3D50-E28C-457D-A76C-2F5CB3E2B6A0}" srcOrd="1" destOrd="0" parTransId="{D73F47B0-F638-46A9-81F7-2F2FB80DA3CB}" sibTransId="{728FD6DF-F1BA-4CF2-BD09-D8E16519245E}"/>
    <dgm:cxn modelId="{1F7FE3C4-6AAC-4408-B909-7338B52D2F0D}" type="presOf" srcId="{FB86B83E-EBD7-485E-A614-C722A62B1EA6}" destId="{D8ECBF29-EB03-4139-83F9-5ED873124708}" srcOrd="0" destOrd="0" presId="urn:microsoft.com/office/officeart/2005/8/layout/process1"/>
    <dgm:cxn modelId="{66DAC4CB-0367-4941-9261-F14D74CD2FB9}" type="presOf" srcId="{F954E00A-951C-4376-970C-ECB317DA9A61}" destId="{AE58F732-44CB-4B74-8DA9-AA60D18CC80C}" srcOrd="1" destOrd="0" presId="urn:microsoft.com/office/officeart/2005/8/layout/process1"/>
    <dgm:cxn modelId="{5D3524D0-9E37-476A-860B-113585D670A8}" srcId="{6946D044-27A0-4632-8D4B-E35B6FDBD354}" destId="{FB86B83E-EBD7-485E-A614-C722A62B1EA6}" srcOrd="2" destOrd="0" parTransId="{91EDB27B-4F44-4A07-BD85-25691B5C15C5}" sibTransId="{1EC00EED-E71D-4250-B9CB-CC658DEAE724}"/>
    <dgm:cxn modelId="{C521FBE7-3717-4B35-8E54-4BBFFE21B2A7}" type="presOf" srcId="{81DB3D50-E28C-457D-A76C-2F5CB3E2B6A0}" destId="{F32B7058-8AFE-425C-A4BD-9329907A0CB0}" srcOrd="0" destOrd="0" presId="urn:microsoft.com/office/officeart/2005/8/layout/process1"/>
    <dgm:cxn modelId="{2B34E7E8-1B2D-4491-B982-68D16EEE7952}" type="presOf" srcId="{728FD6DF-F1BA-4CF2-BD09-D8E16519245E}" destId="{7D69FB46-DD13-4889-A397-2B852506756B}" srcOrd="1" destOrd="0" presId="urn:microsoft.com/office/officeart/2005/8/layout/process1"/>
    <dgm:cxn modelId="{F0BAA1DF-99C9-4F7D-8D29-D013C00930B2}" type="presParOf" srcId="{6CC7BF31-EF48-4540-948E-95B5E2BE3D84}" destId="{0E9B4764-5A1E-413A-85D0-902590DAD424}" srcOrd="0" destOrd="0" presId="urn:microsoft.com/office/officeart/2005/8/layout/process1"/>
    <dgm:cxn modelId="{23A0D86D-FA10-4B5E-8720-9DEB24F94949}" type="presParOf" srcId="{6CC7BF31-EF48-4540-948E-95B5E2BE3D84}" destId="{DB095A65-8AC6-4C2D-BC2C-62FB627912A4}" srcOrd="1" destOrd="0" presId="urn:microsoft.com/office/officeart/2005/8/layout/process1"/>
    <dgm:cxn modelId="{E8F7BB44-2B16-4C6E-A3BE-47EC27DE6764}" type="presParOf" srcId="{DB095A65-8AC6-4C2D-BC2C-62FB627912A4}" destId="{AE58F732-44CB-4B74-8DA9-AA60D18CC80C}" srcOrd="0" destOrd="0" presId="urn:microsoft.com/office/officeart/2005/8/layout/process1"/>
    <dgm:cxn modelId="{807D5A21-C45B-4F79-BB51-3B4E14673A01}" type="presParOf" srcId="{6CC7BF31-EF48-4540-948E-95B5E2BE3D84}" destId="{F32B7058-8AFE-425C-A4BD-9329907A0CB0}" srcOrd="2" destOrd="0" presId="urn:microsoft.com/office/officeart/2005/8/layout/process1"/>
    <dgm:cxn modelId="{63B65421-7630-4179-8E67-BFB5AE49E6E8}" type="presParOf" srcId="{6CC7BF31-EF48-4540-948E-95B5E2BE3D84}" destId="{6A7E4F0F-0AEB-40F0-BE77-7C53AF35991A}" srcOrd="3" destOrd="0" presId="urn:microsoft.com/office/officeart/2005/8/layout/process1"/>
    <dgm:cxn modelId="{AD4391BE-85CF-409F-B2AC-7574A4415E71}" type="presParOf" srcId="{6A7E4F0F-0AEB-40F0-BE77-7C53AF35991A}" destId="{7D69FB46-DD13-4889-A397-2B852506756B}" srcOrd="0" destOrd="0" presId="urn:microsoft.com/office/officeart/2005/8/layout/process1"/>
    <dgm:cxn modelId="{D7840E68-C57D-40D9-99BD-2B89BE64B96E}" type="presParOf" srcId="{6CC7BF31-EF48-4540-948E-95B5E2BE3D84}" destId="{D8ECBF29-EB03-4139-83F9-5ED87312470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4FF4F-7632-4FC7-BE67-25B15B62DA21}">
      <dsp:nvSpPr>
        <dsp:cNvPr id="0" name=""/>
        <dsp:cNvSpPr/>
      </dsp:nvSpPr>
      <dsp:spPr>
        <a:xfrm>
          <a:off x="8288" y="719725"/>
          <a:ext cx="2477333" cy="103237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Developer</a:t>
          </a:r>
        </a:p>
      </dsp:txBody>
      <dsp:txXfrm>
        <a:off x="38525" y="749962"/>
        <a:ext cx="2416859" cy="971905"/>
      </dsp:txXfrm>
    </dsp:sp>
    <dsp:sp modelId="{E402221B-91FD-4CAD-9D69-EF266632FCB2}">
      <dsp:nvSpPr>
        <dsp:cNvPr id="0" name=""/>
        <dsp:cNvSpPr/>
      </dsp:nvSpPr>
      <dsp:spPr>
        <a:xfrm>
          <a:off x="2567000" y="996992"/>
          <a:ext cx="857905" cy="477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567000" y="1092561"/>
        <a:ext cx="714552" cy="286707"/>
      </dsp:txXfrm>
    </dsp:sp>
    <dsp:sp modelId="{7F31A061-DA50-48B1-85B1-BFA6EE89AB61}">
      <dsp:nvSpPr>
        <dsp:cNvPr id="0" name=""/>
        <dsp:cNvSpPr/>
      </dsp:nvSpPr>
      <dsp:spPr>
        <a:xfrm>
          <a:off x="3476556" y="719725"/>
          <a:ext cx="2477333" cy="1032379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Version Control Repository</a:t>
          </a:r>
        </a:p>
      </dsp:txBody>
      <dsp:txXfrm>
        <a:off x="3506793" y="749962"/>
        <a:ext cx="2416859" cy="971905"/>
      </dsp:txXfrm>
    </dsp:sp>
    <dsp:sp modelId="{6D140350-E486-4613-886D-3BB94E295C9D}">
      <dsp:nvSpPr>
        <dsp:cNvPr id="0" name=""/>
        <dsp:cNvSpPr/>
      </dsp:nvSpPr>
      <dsp:spPr>
        <a:xfrm rot="10800000">
          <a:off x="6076012" y="996992"/>
          <a:ext cx="776416" cy="477845"/>
        </a:xfrm>
        <a:prstGeom prst="rightArrow">
          <a:avLst>
            <a:gd name="adj1" fmla="val 60000"/>
            <a:gd name="adj2" fmla="val 50000"/>
          </a:avLst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219365" y="1092561"/>
        <a:ext cx="633063" cy="286707"/>
      </dsp:txXfrm>
    </dsp:sp>
    <dsp:sp modelId="{9DAC9497-1041-4112-8C6C-271B03D6AA27}">
      <dsp:nvSpPr>
        <dsp:cNvPr id="0" name=""/>
        <dsp:cNvSpPr/>
      </dsp:nvSpPr>
      <dsp:spPr>
        <a:xfrm>
          <a:off x="6944823" y="719725"/>
          <a:ext cx="2477333" cy="1032379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CI Server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(Build, Test)</a:t>
          </a:r>
        </a:p>
      </dsp:txBody>
      <dsp:txXfrm>
        <a:off x="6975060" y="749962"/>
        <a:ext cx="2416859" cy="971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4FF4F-7632-4FC7-BE67-25B15B62DA21}">
      <dsp:nvSpPr>
        <dsp:cNvPr id="0" name=""/>
        <dsp:cNvSpPr/>
      </dsp:nvSpPr>
      <dsp:spPr>
        <a:xfrm>
          <a:off x="0" y="484504"/>
          <a:ext cx="1613197" cy="9679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Developer1</a:t>
          </a:r>
        </a:p>
      </dsp:txBody>
      <dsp:txXfrm>
        <a:off x="28349" y="512853"/>
        <a:ext cx="1556499" cy="911220"/>
      </dsp:txXfrm>
    </dsp:sp>
    <dsp:sp modelId="{E402221B-91FD-4CAD-9D69-EF266632FCB2}">
      <dsp:nvSpPr>
        <dsp:cNvPr id="0" name=""/>
        <dsp:cNvSpPr/>
      </dsp:nvSpPr>
      <dsp:spPr>
        <a:xfrm rot="1442926">
          <a:off x="1891612" y="1119551"/>
          <a:ext cx="721360" cy="4000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96821" y="1175111"/>
        <a:ext cx="601338" cy="240043"/>
      </dsp:txXfrm>
    </dsp:sp>
    <dsp:sp modelId="{6860F4EC-D1F2-4AC1-99CB-9DDE80C627C5}">
      <dsp:nvSpPr>
        <dsp:cNvPr id="0" name=""/>
        <dsp:cNvSpPr/>
      </dsp:nvSpPr>
      <dsp:spPr>
        <a:xfrm>
          <a:off x="0" y="1928116"/>
          <a:ext cx="1613197" cy="967918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Devloper2</a:t>
          </a:r>
        </a:p>
      </dsp:txBody>
      <dsp:txXfrm>
        <a:off x="28349" y="1956465"/>
        <a:ext cx="1556499" cy="911220"/>
      </dsp:txXfrm>
    </dsp:sp>
    <dsp:sp modelId="{C8378959-28D4-4A3A-A8D6-6DEFB89605C8}">
      <dsp:nvSpPr>
        <dsp:cNvPr id="0" name=""/>
        <dsp:cNvSpPr/>
      </dsp:nvSpPr>
      <dsp:spPr>
        <a:xfrm rot="20788203">
          <a:off x="1990721" y="1991912"/>
          <a:ext cx="724563" cy="4000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992386" y="2085967"/>
        <a:ext cx="604541" cy="240043"/>
      </dsp:txXfrm>
    </dsp:sp>
    <dsp:sp modelId="{7F31A061-DA50-48B1-85B1-BFA6EE89AB61}">
      <dsp:nvSpPr>
        <dsp:cNvPr id="0" name=""/>
        <dsp:cNvSpPr/>
      </dsp:nvSpPr>
      <dsp:spPr>
        <a:xfrm>
          <a:off x="3298495" y="1134394"/>
          <a:ext cx="1613197" cy="967918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Version Control Repository</a:t>
          </a:r>
        </a:p>
      </dsp:txBody>
      <dsp:txXfrm>
        <a:off x="3326844" y="1162743"/>
        <a:ext cx="1556499" cy="911220"/>
      </dsp:txXfrm>
    </dsp:sp>
    <dsp:sp modelId="{6D140350-E486-4613-886D-3BB94E295C9D}">
      <dsp:nvSpPr>
        <dsp:cNvPr id="0" name=""/>
        <dsp:cNvSpPr/>
      </dsp:nvSpPr>
      <dsp:spPr>
        <a:xfrm rot="10799901">
          <a:off x="5134971" y="1447967"/>
          <a:ext cx="741268" cy="400073"/>
        </a:xfrm>
        <a:prstGeom prst="rightArrow">
          <a:avLst>
            <a:gd name="adj1" fmla="val 60000"/>
            <a:gd name="adj2" fmla="val 50000"/>
          </a:avLst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254993" y="1527980"/>
        <a:ext cx="621246" cy="240043"/>
      </dsp:txXfrm>
    </dsp:sp>
    <dsp:sp modelId="{9DAC9497-1041-4112-8C6C-271B03D6AA27}">
      <dsp:nvSpPr>
        <dsp:cNvPr id="0" name=""/>
        <dsp:cNvSpPr/>
      </dsp:nvSpPr>
      <dsp:spPr>
        <a:xfrm>
          <a:off x="5990699" y="1134316"/>
          <a:ext cx="1613197" cy="967918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CI Server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(Build, Test)</a:t>
          </a:r>
        </a:p>
      </dsp:txBody>
      <dsp:txXfrm>
        <a:off x="6019048" y="1162665"/>
        <a:ext cx="1556499" cy="911220"/>
      </dsp:txXfrm>
    </dsp:sp>
    <dsp:sp modelId="{409354EB-5EA7-4FA2-8A4C-AE8CACC19427}">
      <dsp:nvSpPr>
        <dsp:cNvPr id="0" name=""/>
        <dsp:cNvSpPr/>
      </dsp:nvSpPr>
      <dsp:spPr>
        <a:xfrm rot="516">
          <a:off x="7962584" y="1379908"/>
          <a:ext cx="760897" cy="400073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962584" y="1459914"/>
        <a:ext cx="640875" cy="240043"/>
      </dsp:txXfrm>
    </dsp:sp>
    <dsp:sp modelId="{A2BFACCD-91E0-4AFF-8F38-B26222EE9234}">
      <dsp:nvSpPr>
        <dsp:cNvPr id="0" name=""/>
        <dsp:cNvSpPr/>
      </dsp:nvSpPr>
      <dsp:spPr>
        <a:xfrm>
          <a:off x="9039111" y="1058722"/>
          <a:ext cx="1613197" cy="967918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Dev/Prod Environment</a:t>
          </a:r>
        </a:p>
      </dsp:txBody>
      <dsp:txXfrm>
        <a:off x="9067460" y="1087071"/>
        <a:ext cx="1556499" cy="911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B4764-5A1E-413A-85D0-902590DAD424}">
      <dsp:nvSpPr>
        <dsp:cNvPr id="0" name=""/>
        <dsp:cNvSpPr/>
      </dsp:nvSpPr>
      <dsp:spPr>
        <a:xfrm>
          <a:off x="4141" y="1084975"/>
          <a:ext cx="1810819" cy="1086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Source</a:t>
          </a:r>
        </a:p>
      </dsp:txBody>
      <dsp:txXfrm>
        <a:off x="35963" y="1116797"/>
        <a:ext cx="1747175" cy="1022847"/>
      </dsp:txXfrm>
    </dsp:sp>
    <dsp:sp modelId="{DB095A65-8AC6-4C2D-BC2C-62FB627912A4}">
      <dsp:nvSpPr>
        <dsp:cNvPr id="0" name=""/>
        <dsp:cNvSpPr/>
      </dsp:nvSpPr>
      <dsp:spPr>
        <a:xfrm>
          <a:off x="1996043" y="1403679"/>
          <a:ext cx="383893" cy="44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96043" y="1493496"/>
        <a:ext cx="268725" cy="269449"/>
      </dsp:txXfrm>
    </dsp:sp>
    <dsp:sp modelId="{F32B7058-8AFE-425C-A4BD-9329907A0CB0}">
      <dsp:nvSpPr>
        <dsp:cNvPr id="0" name=""/>
        <dsp:cNvSpPr/>
      </dsp:nvSpPr>
      <dsp:spPr>
        <a:xfrm>
          <a:off x="2539289" y="1084975"/>
          <a:ext cx="1810819" cy="1086491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Build</a:t>
          </a:r>
        </a:p>
      </dsp:txBody>
      <dsp:txXfrm>
        <a:off x="2571111" y="1116797"/>
        <a:ext cx="1747175" cy="1022847"/>
      </dsp:txXfrm>
    </dsp:sp>
    <dsp:sp modelId="{6A7E4F0F-0AEB-40F0-BE77-7C53AF35991A}">
      <dsp:nvSpPr>
        <dsp:cNvPr id="0" name=""/>
        <dsp:cNvSpPr/>
      </dsp:nvSpPr>
      <dsp:spPr>
        <a:xfrm>
          <a:off x="4531191" y="1403679"/>
          <a:ext cx="383893" cy="44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31191" y="1493496"/>
        <a:ext cx="268725" cy="269449"/>
      </dsp:txXfrm>
    </dsp:sp>
    <dsp:sp modelId="{D8ECBF29-EB03-4139-83F9-5ED873124708}">
      <dsp:nvSpPr>
        <dsp:cNvPr id="0" name=""/>
        <dsp:cNvSpPr/>
      </dsp:nvSpPr>
      <dsp:spPr>
        <a:xfrm>
          <a:off x="5074437" y="1084975"/>
          <a:ext cx="1810819" cy="1086491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Staging</a:t>
          </a:r>
        </a:p>
      </dsp:txBody>
      <dsp:txXfrm>
        <a:off x="5106259" y="1116797"/>
        <a:ext cx="1747175" cy="1022847"/>
      </dsp:txXfrm>
    </dsp:sp>
    <dsp:sp modelId="{58F0EEFB-4B61-4C25-A93A-B60F5BBB82A6}">
      <dsp:nvSpPr>
        <dsp:cNvPr id="0" name=""/>
        <dsp:cNvSpPr/>
      </dsp:nvSpPr>
      <dsp:spPr>
        <a:xfrm rot="21579246">
          <a:off x="7067371" y="1395948"/>
          <a:ext cx="386095" cy="449083"/>
        </a:xfrm>
        <a:prstGeom prst="rightArrow">
          <a:avLst>
            <a:gd name="adj1" fmla="val 60000"/>
            <a:gd name="adj2" fmla="val 50000"/>
          </a:avLst>
        </a:prstGeom>
        <a:solidFill>
          <a:srgbClr val="FF33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67372" y="1486115"/>
        <a:ext cx="270267" cy="269449"/>
      </dsp:txXfrm>
    </dsp:sp>
    <dsp:sp modelId="{44EEC28D-6ABF-4D8F-A84C-FADFDB85792D}">
      <dsp:nvSpPr>
        <dsp:cNvPr id="0" name=""/>
        <dsp:cNvSpPr/>
      </dsp:nvSpPr>
      <dsp:spPr>
        <a:xfrm>
          <a:off x="7613727" y="1069645"/>
          <a:ext cx="1810819" cy="1086491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Production</a:t>
          </a:r>
        </a:p>
      </dsp:txBody>
      <dsp:txXfrm>
        <a:off x="7645549" y="1101467"/>
        <a:ext cx="1747175" cy="10228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B4764-5A1E-413A-85D0-902590DAD424}">
      <dsp:nvSpPr>
        <dsp:cNvPr id="0" name=""/>
        <dsp:cNvSpPr/>
      </dsp:nvSpPr>
      <dsp:spPr>
        <a:xfrm>
          <a:off x="4141" y="1084975"/>
          <a:ext cx="1810819" cy="10864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Source</a:t>
          </a:r>
        </a:p>
      </dsp:txBody>
      <dsp:txXfrm>
        <a:off x="35963" y="1116797"/>
        <a:ext cx="1747175" cy="1022847"/>
      </dsp:txXfrm>
    </dsp:sp>
    <dsp:sp modelId="{DB095A65-8AC6-4C2D-BC2C-62FB627912A4}">
      <dsp:nvSpPr>
        <dsp:cNvPr id="0" name=""/>
        <dsp:cNvSpPr/>
      </dsp:nvSpPr>
      <dsp:spPr>
        <a:xfrm>
          <a:off x="1996043" y="1403679"/>
          <a:ext cx="383893" cy="44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96043" y="1493496"/>
        <a:ext cx="268725" cy="269449"/>
      </dsp:txXfrm>
    </dsp:sp>
    <dsp:sp modelId="{F32B7058-8AFE-425C-A4BD-9329907A0CB0}">
      <dsp:nvSpPr>
        <dsp:cNvPr id="0" name=""/>
        <dsp:cNvSpPr/>
      </dsp:nvSpPr>
      <dsp:spPr>
        <a:xfrm>
          <a:off x="2539289" y="1084975"/>
          <a:ext cx="1810819" cy="1086491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Build</a:t>
          </a:r>
        </a:p>
      </dsp:txBody>
      <dsp:txXfrm>
        <a:off x="2571111" y="1116797"/>
        <a:ext cx="1747175" cy="1022847"/>
      </dsp:txXfrm>
    </dsp:sp>
    <dsp:sp modelId="{6A7E4F0F-0AEB-40F0-BE77-7C53AF35991A}">
      <dsp:nvSpPr>
        <dsp:cNvPr id="0" name=""/>
        <dsp:cNvSpPr/>
      </dsp:nvSpPr>
      <dsp:spPr>
        <a:xfrm>
          <a:off x="4531191" y="1403679"/>
          <a:ext cx="383893" cy="449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31191" y="1493496"/>
        <a:ext cx="268725" cy="269449"/>
      </dsp:txXfrm>
    </dsp:sp>
    <dsp:sp modelId="{D8ECBF29-EB03-4139-83F9-5ED873124708}">
      <dsp:nvSpPr>
        <dsp:cNvPr id="0" name=""/>
        <dsp:cNvSpPr/>
      </dsp:nvSpPr>
      <dsp:spPr>
        <a:xfrm>
          <a:off x="5074437" y="1084975"/>
          <a:ext cx="1810819" cy="1086491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Staging</a:t>
          </a:r>
          <a:endParaRPr lang="en-US" sz="2500" kern="1200" dirty="0"/>
        </a:p>
      </dsp:txBody>
      <dsp:txXfrm>
        <a:off x="5106259" y="1116797"/>
        <a:ext cx="1747175" cy="1022847"/>
      </dsp:txXfrm>
    </dsp:sp>
    <dsp:sp modelId="{58F0EEFB-4B61-4C25-A93A-B60F5BBB82A6}">
      <dsp:nvSpPr>
        <dsp:cNvPr id="0" name=""/>
        <dsp:cNvSpPr/>
      </dsp:nvSpPr>
      <dsp:spPr>
        <a:xfrm>
          <a:off x="7066339" y="1403679"/>
          <a:ext cx="383893" cy="449083"/>
        </a:xfrm>
        <a:prstGeom prst="rightArrow">
          <a:avLst>
            <a:gd name="adj1" fmla="val 60000"/>
            <a:gd name="adj2" fmla="val 50000"/>
          </a:avLst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66339" y="1493496"/>
        <a:ext cx="268725" cy="269449"/>
      </dsp:txXfrm>
    </dsp:sp>
    <dsp:sp modelId="{44EEC28D-6ABF-4D8F-A84C-FADFDB85792D}">
      <dsp:nvSpPr>
        <dsp:cNvPr id="0" name=""/>
        <dsp:cNvSpPr/>
      </dsp:nvSpPr>
      <dsp:spPr>
        <a:xfrm>
          <a:off x="7609585" y="1084975"/>
          <a:ext cx="1810819" cy="1086491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Production</a:t>
          </a:r>
        </a:p>
      </dsp:txBody>
      <dsp:txXfrm>
        <a:off x="7641407" y="1116797"/>
        <a:ext cx="1747175" cy="10228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EC69C-BDC3-4FB7-9FD1-07234C2E56AC}">
      <dsp:nvSpPr>
        <dsp:cNvPr id="0" name=""/>
        <dsp:cNvSpPr/>
      </dsp:nvSpPr>
      <dsp:spPr>
        <a:xfrm>
          <a:off x="3571" y="1508702"/>
          <a:ext cx="1561703" cy="9370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Connect</a:t>
          </a:r>
        </a:p>
      </dsp:txBody>
      <dsp:txXfrm>
        <a:off x="31015" y="1536146"/>
        <a:ext cx="1506815" cy="882133"/>
      </dsp:txXfrm>
    </dsp:sp>
    <dsp:sp modelId="{0990C842-595B-442B-98E9-50707CF70C4A}">
      <dsp:nvSpPr>
        <dsp:cNvPr id="0" name=""/>
        <dsp:cNvSpPr/>
      </dsp:nvSpPr>
      <dsp:spPr>
        <a:xfrm>
          <a:off x="1721445" y="178356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721445" y="1861021"/>
        <a:ext cx="231757" cy="232382"/>
      </dsp:txXfrm>
    </dsp:sp>
    <dsp:sp modelId="{2BD034E0-A4EC-47C7-B131-2F96D941A74D}">
      <dsp:nvSpPr>
        <dsp:cNvPr id="0" name=""/>
        <dsp:cNvSpPr/>
      </dsp:nvSpPr>
      <dsp:spPr>
        <a:xfrm>
          <a:off x="2189956" y="1508702"/>
          <a:ext cx="1561703" cy="937021"/>
        </a:xfrm>
        <a:prstGeom prst="roundRect">
          <a:avLst>
            <a:gd name="adj" fmla="val 10000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Select</a:t>
          </a:r>
        </a:p>
      </dsp:txBody>
      <dsp:txXfrm>
        <a:off x="2217400" y="1536146"/>
        <a:ext cx="1506815" cy="882133"/>
      </dsp:txXfrm>
    </dsp:sp>
    <dsp:sp modelId="{FC77DB18-3D95-4555-9F9F-AD826CF3D527}">
      <dsp:nvSpPr>
        <dsp:cNvPr id="0" name=""/>
        <dsp:cNvSpPr/>
      </dsp:nvSpPr>
      <dsp:spPr>
        <a:xfrm>
          <a:off x="3907829" y="178356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3907829" y="1861021"/>
        <a:ext cx="231757" cy="232382"/>
      </dsp:txXfrm>
    </dsp:sp>
    <dsp:sp modelId="{DC1768C2-A61D-429A-8E4A-781149807212}">
      <dsp:nvSpPr>
        <dsp:cNvPr id="0" name=""/>
        <dsp:cNvSpPr/>
      </dsp:nvSpPr>
      <dsp:spPr>
        <a:xfrm>
          <a:off x="4376340" y="1508702"/>
          <a:ext cx="1561703" cy="937021"/>
        </a:xfrm>
        <a:prstGeom prst="roundRect">
          <a:avLst>
            <a:gd name="adj" fmla="val 10000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Configure</a:t>
          </a:r>
        </a:p>
      </dsp:txBody>
      <dsp:txXfrm>
        <a:off x="4403784" y="1536146"/>
        <a:ext cx="1506815" cy="882133"/>
      </dsp:txXfrm>
    </dsp:sp>
    <dsp:sp modelId="{42FF6B44-B913-4D31-AD70-8FBAA9723FFF}">
      <dsp:nvSpPr>
        <dsp:cNvPr id="0" name=""/>
        <dsp:cNvSpPr/>
      </dsp:nvSpPr>
      <dsp:spPr>
        <a:xfrm>
          <a:off x="6094214" y="178356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6094214" y="1861021"/>
        <a:ext cx="231757" cy="232382"/>
      </dsp:txXfrm>
    </dsp:sp>
    <dsp:sp modelId="{DE7E1F46-B5B0-4045-A77C-9957B3F45F52}">
      <dsp:nvSpPr>
        <dsp:cNvPr id="0" name=""/>
        <dsp:cNvSpPr/>
      </dsp:nvSpPr>
      <dsp:spPr>
        <a:xfrm>
          <a:off x="6562724" y="1508702"/>
          <a:ext cx="1561703" cy="937021"/>
        </a:xfrm>
        <a:prstGeom prst="roundRect">
          <a:avLst>
            <a:gd name="adj" fmla="val 1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Review</a:t>
          </a:r>
        </a:p>
      </dsp:txBody>
      <dsp:txXfrm>
        <a:off x="6590168" y="1536146"/>
        <a:ext cx="1506815" cy="8821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EC69C-BDC3-4FB7-9FD1-07234C2E56AC}">
      <dsp:nvSpPr>
        <dsp:cNvPr id="0" name=""/>
        <dsp:cNvSpPr/>
      </dsp:nvSpPr>
      <dsp:spPr>
        <a:xfrm>
          <a:off x="4439" y="649789"/>
          <a:ext cx="1941025" cy="11646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Create Pool</a:t>
          </a:r>
        </a:p>
      </dsp:txBody>
      <dsp:txXfrm>
        <a:off x="38549" y="683899"/>
        <a:ext cx="1872805" cy="1096395"/>
      </dsp:txXfrm>
    </dsp:sp>
    <dsp:sp modelId="{0990C842-595B-442B-98E9-50707CF70C4A}">
      <dsp:nvSpPr>
        <dsp:cNvPr id="0" name=""/>
        <dsp:cNvSpPr/>
      </dsp:nvSpPr>
      <dsp:spPr>
        <a:xfrm>
          <a:off x="2139567" y="991409"/>
          <a:ext cx="411497" cy="4813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139567" y="1087684"/>
        <a:ext cx="288048" cy="288824"/>
      </dsp:txXfrm>
    </dsp:sp>
    <dsp:sp modelId="{2BD034E0-A4EC-47C7-B131-2F96D941A74D}">
      <dsp:nvSpPr>
        <dsp:cNvPr id="0" name=""/>
        <dsp:cNvSpPr/>
      </dsp:nvSpPr>
      <dsp:spPr>
        <a:xfrm>
          <a:off x="2721875" y="649789"/>
          <a:ext cx="1941025" cy="1164615"/>
        </a:xfrm>
        <a:prstGeom prst="roundRect">
          <a:avLst>
            <a:gd name="adj" fmla="val 10000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Click New Agent (Download Agent)</a:t>
          </a:r>
        </a:p>
      </dsp:txBody>
      <dsp:txXfrm>
        <a:off x="2755985" y="683899"/>
        <a:ext cx="1872805" cy="1096395"/>
      </dsp:txXfrm>
    </dsp:sp>
    <dsp:sp modelId="{FC77DB18-3D95-4555-9F9F-AD826CF3D527}">
      <dsp:nvSpPr>
        <dsp:cNvPr id="0" name=""/>
        <dsp:cNvSpPr/>
      </dsp:nvSpPr>
      <dsp:spPr>
        <a:xfrm>
          <a:off x="4857002" y="991409"/>
          <a:ext cx="411497" cy="4813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4857002" y="1087684"/>
        <a:ext cx="288048" cy="288824"/>
      </dsp:txXfrm>
    </dsp:sp>
    <dsp:sp modelId="{DC1768C2-A61D-429A-8E4A-781149807212}">
      <dsp:nvSpPr>
        <dsp:cNvPr id="0" name=""/>
        <dsp:cNvSpPr/>
      </dsp:nvSpPr>
      <dsp:spPr>
        <a:xfrm>
          <a:off x="5439310" y="649789"/>
          <a:ext cx="1941025" cy="1164615"/>
        </a:xfrm>
        <a:prstGeom prst="roundRect">
          <a:avLst>
            <a:gd name="adj" fmla="val 10000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Create Personal Token</a:t>
          </a:r>
        </a:p>
      </dsp:txBody>
      <dsp:txXfrm>
        <a:off x="5473420" y="683899"/>
        <a:ext cx="1872805" cy="1096395"/>
      </dsp:txXfrm>
    </dsp:sp>
    <dsp:sp modelId="{42FF6B44-B913-4D31-AD70-8FBAA9723FFF}">
      <dsp:nvSpPr>
        <dsp:cNvPr id="0" name=""/>
        <dsp:cNvSpPr/>
      </dsp:nvSpPr>
      <dsp:spPr>
        <a:xfrm>
          <a:off x="7574438" y="991409"/>
          <a:ext cx="411497" cy="4813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7574438" y="1087684"/>
        <a:ext cx="288048" cy="288824"/>
      </dsp:txXfrm>
    </dsp:sp>
    <dsp:sp modelId="{DE7E1F46-B5B0-4045-A77C-9957B3F45F52}">
      <dsp:nvSpPr>
        <dsp:cNvPr id="0" name=""/>
        <dsp:cNvSpPr/>
      </dsp:nvSpPr>
      <dsp:spPr>
        <a:xfrm>
          <a:off x="8156746" y="649789"/>
          <a:ext cx="1941025" cy="1164615"/>
        </a:xfrm>
        <a:prstGeom prst="roundRect">
          <a:avLst>
            <a:gd name="adj" fmla="val 1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Configure Downloaded Agent</a:t>
          </a:r>
        </a:p>
      </dsp:txBody>
      <dsp:txXfrm>
        <a:off x="8190856" y="683899"/>
        <a:ext cx="1872805" cy="10963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B4764-5A1E-413A-85D0-902590DAD424}">
      <dsp:nvSpPr>
        <dsp:cNvPr id="0" name=""/>
        <dsp:cNvSpPr/>
      </dsp:nvSpPr>
      <dsp:spPr>
        <a:xfrm>
          <a:off x="8283" y="925901"/>
          <a:ext cx="2475784" cy="8620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CI Build</a:t>
          </a:r>
        </a:p>
      </dsp:txBody>
      <dsp:txXfrm>
        <a:off x="33532" y="951150"/>
        <a:ext cx="2425286" cy="811550"/>
      </dsp:txXfrm>
    </dsp:sp>
    <dsp:sp modelId="{DB095A65-8AC6-4C2D-BC2C-62FB627912A4}">
      <dsp:nvSpPr>
        <dsp:cNvPr id="0" name=""/>
        <dsp:cNvSpPr/>
      </dsp:nvSpPr>
      <dsp:spPr>
        <a:xfrm>
          <a:off x="2731646" y="1049928"/>
          <a:ext cx="524866" cy="6139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731646" y="1172727"/>
        <a:ext cx="367406" cy="368396"/>
      </dsp:txXfrm>
    </dsp:sp>
    <dsp:sp modelId="{F32B7058-8AFE-425C-A4BD-9329907A0CB0}">
      <dsp:nvSpPr>
        <dsp:cNvPr id="0" name=""/>
        <dsp:cNvSpPr/>
      </dsp:nvSpPr>
      <dsp:spPr>
        <a:xfrm>
          <a:off x="3474381" y="925901"/>
          <a:ext cx="2475784" cy="862048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Continuous Integration</a:t>
          </a:r>
        </a:p>
      </dsp:txBody>
      <dsp:txXfrm>
        <a:off x="3499630" y="951150"/>
        <a:ext cx="2425286" cy="811550"/>
      </dsp:txXfrm>
    </dsp:sp>
    <dsp:sp modelId="{6A7E4F0F-0AEB-40F0-BE77-7C53AF35991A}">
      <dsp:nvSpPr>
        <dsp:cNvPr id="0" name=""/>
        <dsp:cNvSpPr/>
      </dsp:nvSpPr>
      <dsp:spPr>
        <a:xfrm>
          <a:off x="6197744" y="1049928"/>
          <a:ext cx="524866" cy="6139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197744" y="1172727"/>
        <a:ext cx="367406" cy="368396"/>
      </dsp:txXfrm>
    </dsp:sp>
    <dsp:sp modelId="{D8ECBF29-EB03-4139-83F9-5ED873124708}">
      <dsp:nvSpPr>
        <dsp:cNvPr id="0" name=""/>
        <dsp:cNvSpPr/>
      </dsp:nvSpPr>
      <dsp:spPr>
        <a:xfrm>
          <a:off x="6940479" y="925901"/>
          <a:ext cx="2475784" cy="862048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Compile/Test</a:t>
          </a:r>
        </a:p>
      </dsp:txBody>
      <dsp:txXfrm>
        <a:off x="6965728" y="951150"/>
        <a:ext cx="2425286" cy="8115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B4764-5A1E-413A-85D0-902590DAD424}">
      <dsp:nvSpPr>
        <dsp:cNvPr id="0" name=""/>
        <dsp:cNvSpPr/>
      </dsp:nvSpPr>
      <dsp:spPr>
        <a:xfrm>
          <a:off x="12877" y="727202"/>
          <a:ext cx="2473366" cy="917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Nightly Build</a:t>
          </a:r>
        </a:p>
      </dsp:txBody>
      <dsp:txXfrm>
        <a:off x="39743" y="754068"/>
        <a:ext cx="2419634" cy="863533"/>
      </dsp:txXfrm>
    </dsp:sp>
    <dsp:sp modelId="{DB095A65-8AC6-4C2D-BC2C-62FB627912A4}">
      <dsp:nvSpPr>
        <dsp:cNvPr id="0" name=""/>
        <dsp:cNvSpPr/>
      </dsp:nvSpPr>
      <dsp:spPr>
        <a:xfrm>
          <a:off x="2733580" y="879137"/>
          <a:ext cx="524353" cy="6133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2733580" y="1001816"/>
        <a:ext cx="367047" cy="368036"/>
      </dsp:txXfrm>
    </dsp:sp>
    <dsp:sp modelId="{F32B7058-8AFE-425C-A4BD-9329907A0CB0}">
      <dsp:nvSpPr>
        <dsp:cNvPr id="0" name=""/>
        <dsp:cNvSpPr/>
      </dsp:nvSpPr>
      <dsp:spPr>
        <a:xfrm>
          <a:off x="3475590" y="727202"/>
          <a:ext cx="2473366" cy="917265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Schedule</a:t>
          </a:r>
        </a:p>
      </dsp:txBody>
      <dsp:txXfrm>
        <a:off x="3502456" y="754068"/>
        <a:ext cx="2419634" cy="863533"/>
      </dsp:txXfrm>
    </dsp:sp>
    <dsp:sp modelId="{6A7E4F0F-0AEB-40F0-BE77-7C53AF35991A}">
      <dsp:nvSpPr>
        <dsp:cNvPr id="0" name=""/>
        <dsp:cNvSpPr/>
      </dsp:nvSpPr>
      <dsp:spPr>
        <a:xfrm>
          <a:off x="6196293" y="879137"/>
          <a:ext cx="524353" cy="6133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96293" y="1001816"/>
        <a:ext cx="367047" cy="368036"/>
      </dsp:txXfrm>
    </dsp:sp>
    <dsp:sp modelId="{D8ECBF29-EB03-4139-83F9-5ED873124708}">
      <dsp:nvSpPr>
        <dsp:cNvPr id="0" name=""/>
        <dsp:cNvSpPr/>
      </dsp:nvSpPr>
      <dsp:spPr>
        <a:xfrm>
          <a:off x="6938303" y="727202"/>
          <a:ext cx="2473366" cy="917265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Compile/Integration Testing/Code Analysis</a:t>
          </a:r>
        </a:p>
      </dsp:txBody>
      <dsp:txXfrm>
        <a:off x="6965169" y="754068"/>
        <a:ext cx="2419634" cy="8635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B4764-5A1E-413A-85D0-902590DAD424}">
      <dsp:nvSpPr>
        <dsp:cNvPr id="0" name=""/>
        <dsp:cNvSpPr/>
      </dsp:nvSpPr>
      <dsp:spPr>
        <a:xfrm>
          <a:off x="8283" y="754810"/>
          <a:ext cx="2475784" cy="8620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Release Build</a:t>
          </a:r>
        </a:p>
      </dsp:txBody>
      <dsp:txXfrm>
        <a:off x="33532" y="780059"/>
        <a:ext cx="2425286" cy="811550"/>
      </dsp:txXfrm>
    </dsp:sp>
    <dsp:sp modelId="{DB095A65-8AC6-4C2D-BC2C-62FB627912A4}">
      <dsp:nvSpPr>
        <dsp:cNvPr id="0" name=""/>
        <dsp:cNvSpPr/>
      </dsp:nvSpPr>
      <dsp:spPr>
        <a:xfrm>
          <a:off x="2731646" y="878837"/>
          <a:ext cx="524866" cy="6139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2731646" y="1001636"/>
        <a:ext cx="367406" cy="368396"/>
      </dsp:txXfrm>
    </dsp:sp>
    <dsp:sp modelId="{F32B7058-8AFE-425C-A4BD-9329907A0CB0}">
      <dsp:nvSpPr>
        <dsp:cNvPr id="0" name=""/>
        <dsp:cNvSpPr/>
      </dsp:nvSpPr>
      <dsp:spPr>
        <a:xfrm>
          <a:off x="3474381" y="754810"/>
          <a:ext cx="2475784" cy="862048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Manual</a:t>
          </a:r>
        </a:p>
      </dsp:txBody>
      <dsp:txXfrm>
        <a:off x="3499630" y="780059"/>
        <a:ext cx="2425286" cy="811550"/>
      </dsp:txXfrm>
    </dsp:sp>
    <dsp:sp modelId="{6A7E4F0F-0AEB-40F0-BE77-7C53AF35991A}">
      <dsp:nvSpPr>
        <dsp:cNvPr id="0" name=""/>
        <dsp:cNvSpPr/>
      </dsp:nvSpPr>
      <dsp:spPr>
        <a:xfrm>
          <a:off x="6197744" y="878837"/>
          <a:ext cx="524866" cy="6139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97744" y="1001636"/>
        <a:ext cx="367406" cy="368396"/>
      </dsp:txXfrm>
    </dsp:sp>
    <dsp:sp modelId="{D8ECBF29-EB03-4139-83F9-5ED873124708}">
      <dsp:nvSpPr>
        <dsp:cNvPr id="0" name=""/>
        <dsp:cNvSpPr/>
      </dsp:nvSpPr>
      <dsp:spPr>
        <a:xfrm>
          <a:off x="6940479" y="754810"/>
          <a:ext cx="2475784" cy="862048"/>
        </a:xfrm>
        <a:prstGeom prst="roundRect">
          <a:avLst>
            <a:gd name="adj" fmla="val 1000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Compile/Test/ Regression/Archive</a:t>
          </a:r>
        </a:p>
      </dsp:txBody>
      <dsp:txXfrm>
        <a:off x="6965728" y="780059"/>
        <a:ext cx="2425286" cy="811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47A8F-5014-4233-95BA-17148816DBD3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28086-0958-4024-ACE0-76D43B09D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693FF-4567-4C4E-8F85-4BDFC34DB19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51ECD-1E00-4FCF-BCA1-B11779BB67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pipelines/agents/pools-queues?view=azure-devops&amp;tabs=yaml%2Cbrowser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pipelines/build/variables?view=azure-devops&amp;tabs=yaml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pipelines/build/variables?view=azure-devops&amp;tabs=yam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lydedz.medium.com/connecting-azure-devops-with-azure-46a908e3048f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core/tools/dotnet-install-script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tackoverflow.com/questions/56311166/can-not-publish-since-moving-to-vs-2019" TargetMode="Externa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-sharpcorner.com/article/continuous-deployment-using-azure-devops-pipelines-and-net-project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azuredevopslabs.com/labs/vstsextend/deploymentgroups/" TargetMode="External"/><Relationship Id="rId4" Type="http://schemas.openxmlformats.org/officeDocument/2006/relationships/hyperlink" Target="https://imar.spaanjaars.com/622/building-and-auto-deploying-an-aspnet-core-application-part-5-setting-up-a-cd-pipeline-deploying-with-web-deploy-to-a-vm" TargetMode="Externa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prakashkumar0301/azure-devops-ci-cd-pipeline-with-aks-409fd2af52a0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microsoft.com/en-us/azure/architecture/example-scenario/apps/devops-with-ak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Integration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means Integration of completed code in the common repository which is shared across the team. Each time the developer starts the code check-in, it will automatically get verified by automated tests and automated build. Version control plays a major role here as we can manage all code with branching policy to avoid code conflicts between the team.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89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one step further of Continuous Integration, as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have a successful build ready and if it passes the automated acceptance tests as per the business need, we can deploy manually on production.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3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one step further of Continuous Integration, as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have a successful build ready and if it passes the automated acceptance tests as per the business need, we can deploy manually on production.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v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further extension of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deployment to production is automated without any human interaction. Once the developer makes the code check-in deployment pipelines will automatically start the integration and deployment automatically on the production until and unless there is any failure in the acceptance test script.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94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connect with your code repo from git or GitHub.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select your repository and branch you want to build.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there are lots of default templates available to achieve the tasks also you can set Configuration as code sing YAML.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the appropriate templates and setup the agent and other configurations.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run the tasks and review the live progress and logs of all the activities.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3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one step further of Continuous Integration, as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have a successful build ready and if it passes the automated acceptance tests as per the business need, we can deploy manually on production.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v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further extension of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deployment to production is automated without any human interaction. Once the developer makes the code check-in deployment pipelines will automatically start the integration and deployment automatically on the production until and unless there is any failure in the acceptance test script.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55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one step further of Continuous Integration, as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have a successful build ready and if it passes the automated acceptance tests as per the business need, we can deploy manually on production.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v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further extension of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deployment to production is automated without any human interaction. Once the developer makes the code check-in deployment pipelines will automatically start the integration and deployment automatically on the production until and unless there is any failure in the acceptance test script.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55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# For Custom Agent</a:t>
            </a:r>
          </a:p>
          <a:p>
            <a:endParaRPr lang="en-US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MyPool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my-pipeline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xyz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stages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-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stage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jobs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-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buildjob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- 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'echo building $($project)!'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7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connect with your code repo from git or GitHub.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select your repository and branch you want to build.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there are lots of default templates available to achieve the tasks also you can set Configuration as code sing YAML. 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the appropriate templates and setup the agent and other configurations.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run the tasks and review the live progress and logs of all the activities.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  <a:p>
            <a:r>
              <a:rPr lang="en-US" dirty="0">
                <a:hlinkClick r:id="rId3"/>
              </a:rPr>
              <a:t>Agents pools - Azure Pipelines | Microsoft Docs</a:t>
            </a:r>
            <a:endParaRPr lang="en-US" dirty="0"/>
          </a:p>
          <a:p>
            <a:endParaRPr lang="en-US" dirty="0"/>
          </a:p>
          <a:p>
            <a:r>
              <a:rPr lang="en-IN" dirty="0"/>
              <a:t>D:\DevOps\Agent&gt;config</a:t>
            </a:r>
          </a:p>
          <a:p>
            <a:endParaRPr lang="en-IN" dirty="0"/>
          </a:p>
          <a:p>
            <a:r>
              <a:rPr lang="en-IN" dirty="0"/>
              <a:t>  ___                      ______ _            _ _</a:t>
            </a:r>
          </a:p>
          <a:p>
            <a:r>
              <a:rPr lang="en-IN" dirty="0"/>
              <a:t> / _ \                     | ___ (_)          | (_)</a:t>
            </a:r>
          </a:p>
          <a:p>
            <a:r>
              <a:rPr lang="en-IN" dirty="0"/>
              <a:t>/ /_\ \_____   _ _ __ ___  | |_/ /_ _ __   ___| |_ _ __   ___  ___</a:t>
            </a:r>
          </a:p>
          <a:p>
            <a:r>
              <a:rPr lang="en-IN" dirty="0"/>
              <a:t>|  _  |_  / | | | '__/ _ \ |  __/| | '_ \ / _ \ | | '_ \ / _ \/ __|</a:t>
            </a:r>
          </a:p>
          <a:p>
            <a:r>
              <a:rPr lang="en-IN" dirty="0"/>
              <a:t>| | | |/ /| |_| | | |  __/ | |   | | |_) |  __/ | | | | |  __/\__ \</a:t>
            </a:r>
          </a:p>
          <a:p>
            <a:r>
              <a:rPr lang="en-IN" dirty="0"/>
              <a:t>\_| |_/___|\__,_|_|  \___| \_|   |_| .__/ \___|_|_|_| |_|\___||___/</a:t>
            </a:r>
          </a:p>
          <a:p>
            <a:r>
              <a:rPr lang="en-IN" dirty="0"/>
              <a:t>                                   | |</a:t>
            </a:r>
          </a:p>
          <a:p>
            <a:r>
              <a:rPr lang="en-IN" dirty="0"/>
              <a:t>        agent v2.190.0             |_|          (commit 1735eac)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&gt;&gt; Connect:</a:t>
            </a:r>
          </a:p>
          <a:p>
            <a:endParaRPr lang="en-IN" dirty="0"/>
          </a:p>
          <a:p>
            <a:r>
              <a:rPr lang="en-IN" dirty="0"/>
              <a:t>Enter server URL &gt; https://dev.azure.com/dnt101</a:t>
            </a:r>
          </a:p>
          <a:p>
            <a:r>
              <a:rPr lang="en-IN" dirty="0"/>
              <a:t>Enter authentication type (press enter for PAT) &gt; thdyodr2ywifypsnw6lesgo4ah4rstjvggt2it73avgufvsgeuhq</a:t>
            </a:r>
          </a:p>
          <a:p>
            <a:r>
              <a:rPr lang="en-IN" dirty="0"/>
              <a:t>Enter a valid value for authentication type.</a:t>
            </a:r>
          </a:p>
          <a:p>
            <a:r>
              <a:rPr lang="en-IN" dirty="0"/>
              <a:t>Enter authentication type (press enter for PAT) &gt;</a:t>
            </a:r>
          </a:p>
          <a:p>
            <a:r>
              <a:rPr lang="en-IN" dirty="0"/>
              <a:t>Enter personal access token &gt; ****************************************************</a:t>
            </a:r>
          </a:p>
          <a:p>
            <a:r>
              <a:rPr lang="en-IN" dirty="0"/>
              <a:t>Connecting to server ...</a:t>
            </a:r>
          </a:p>
          <a:p>
            <a:endParaRPr lang="en-IN" dirty="0"/>
          </a:p>
          <a:p>
            <a:r>
              <a:rPr lang="en-IN" dirty="0"/>
              <a:t>&gt;&gt; Register Agent:</a:t>
            </a:r>
          </a:p>
          <a:p>
            <a:endParaRPr lang="en-IN" dirty="0"/>
          </a:p>
          <a:p>
            <a:r>
              <a:rPr lang="en-IN" dirty="0"/>
              <a:t>Enter agent pool (press enter for default) &gt;</a:t>
            </a:r>
          </a:p>
          <a:p>
            <a:r>
              <a:rPr lang="en-IN" dirty="0"/>
              <a:t>Enter agent name (press enter for SHAILENDRA) &gt;</a:t>
            </a:r>
          </a:p>
          <a:p>
            <a:r>
              <a:rPr lang="en-IN" dirty="0"/>
              <a:t>Scanning for tool capabilities.</a:t>
            </a:r>
          </a:p>
          <a:p>
            <a:r>
              <a:rPr lang="en-IN" dirty="0"/>
              <a:t>Connecting to the server.</a:t>
            </a:r>
          </a:p>
          <a:p>
            <a:r>
              <a:rPr lang="en-IN" dirty="0"/>
              <a:t>Successfully added the agent</a:t>
            </a:r>
          </a:p>
          <a:p>
            <a:r>
              <a:rPr lang="en-IN" dirty="0"/>
              <a:t>Testing agent connection.</a:t>
            </a:r>
          </a:p>
          <a:p>
            <a:r>
              <a:rPr lang="en-IN" dirty="0"/>
              <a:t>Enter work folder (press enter for _work) &gt; D:\DevOps\Agent\WorkDir</a:t>
            </a:r>
          </a:p>
          <a:p>
            <a:r>
              <a:rPr lang="en-IN" dirty="0"/>
              <a:t>2021-08-14 15:29:54Z: Settings Saved.</a:t>
            </a:r>
          </a:p>
          <a:p>
            <a:r>
              <a:rPr lang="en-IN" dirty="0"/>
              <a:t>Enter run agent as service? (Y/N) (press enter for N) &gt; Y</a:t>
            </a:r>
          </a:p>
          <a:p>
            <a:r>
              <a:rPr lang="en-IN" dirty="0"/>
              <a:t>Error reported in diagnostic logs. Please examine the log for more details.</a:t>
            </a:r>
          </a:p>
          <a:p>
            <a:r>
              <a:rPr lang="en-IN" dirty="0"/>
              <a:t>    - D:\DevOps\Agent\_diag\Agent_20210814-152724-utc.log</a:t>
            </a:r>
          </a:p>
          <a:p>
            <a:r>
              <a:rPr lang="en-IN" dirty="0"/>
              <a:t>Needs Administrator privileges for configuring agent as windows service.</a:t>
            </a:r>
          </a:p>
          <a:p>
            <a:endParaRPr lang="en-IN" dirty="0"/>
          </a:p>
          <a:p>
            <a:r>
              <a:rPr lang="en-IN" dirty="0"/>
              <a:t>D:\DevOps\Agent&gt;run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31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https://docs.microsoft.com/en-us/azure/devops/pipelines/build/variables?view=azure-devops&amp;tabs=yaml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5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https://docs.microsoft.com/en-us/azure/devops/pipelines/build/variables?view=azure-devops&amp;tabs=yaml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88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one step further of Continuous Integration, as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have a successful build ready and if it passes the automated acceptance tests as per the business need, we can deploy manually on production.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v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further extension of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Delivery,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deployment to production is automated without any human interaction. Once the developer makes the code check-in deployment pipelines will automatically start the integration and deployment automatically on the production until and unless there is any failure in the acceptance test script.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83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# For Custom Agent</a:t>
            </a: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MyPool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---------------------------------------------------------------</a:t>
            </a:r>
          </a:p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96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9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DACPAC - which includes only the structure</a:t>
            </a:r>
          </a:p>
          <a:p>
            <a:pPr fontAlgn="base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BACPAC which includes data and structure.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4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Making Azure Connection: </a:t>
            </a:r>
            <a:r>
              <a:rPr lang="en-IN" dirty="0">
                <a:hlinkClick r:id="rId3"/>
              </a:rPr>
              <a:t>Connecting Azure DevOps with Azure | by Clyde D'Souza | Medium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71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# For Custom Agent</a:t>
            </a:r>
          </a:p>
          <a:p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MyPool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---------------------------------------------------------------</a:t>
            </a:r>
          </a:p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15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- task: ArchiveFiles@2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'Archive </a:t>
            </a:r>
            <a:r>
              <a:rPr lang="en-US" dirty="0" err="1"/>
              <a:t>dist</a:t>
            </a:r>
            <a:r>
              <a:rPr lang="en-US" dirty="0"/>
              <a:t>'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</a:t>
            </a:r>
            <a:r>
              <a:rPr lang="en-US" dirty="0" err="1"/>
              <a:t>rootFolderOrFile</a:t>
            </a:r>
            <a:r>
              <a:rPr lang="en-US" dirty="0"/>
              <a:t>: </a:t>
            </a:r>
            <a:r>
              <a:rPr lang="en-US" dirty="0" err="1"/>
              <a:t>dist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includeRootFolder</a:t>
            </a:r>
            <a:r>
              <a:rPr lang="en-US" dirty="0"/>
              <a:t>: false</a:t>
            </a:r>
          </a:p>
          <a:p>
            <a:endParaRPr lang="en-US" dirty="0"/>
          </a:p>
          <a:p>
            <a:r>
              <a:rPr lang="en-US" dirty="0"/>
              <a:t>Make sure path is </a:t>
            </a:r>
            <a:r>
              <a:rPr lang="en-US" dirty="0" err="1"/>
              <a:t>dist</a:t>
            </a:r>
            <a:r>
              <a:rPr lang="en-US" dirty="0"/>
              <a:t> only not </a:t>
            </a:r>
            <a:r>
              <a:rPr lang="en-US" dirty="0" err="1"/>
              <a:t>myapp</a:t>
            </a:r>
            <a:endParaRPr lang="en-US" dirty="0"/>
          </a:p>
          <a:p>
            <a:r>
              <a:rPr lang="en-US" dirty="0"/>
              <a:t>https://stackoverflow.com/questions/57089308/angular-project-ci-in-azure-devops-giving-error-publishing-build-artifacts-fail</a:t>
            </a:r>
          </a:p>
          <a:p>
            <a:r>
              <a:rPr lang="en-US" dirty="0"/>
              <a:t>https://www.c-sharpcorner.com/article/create-build-pipeline-for-angular-app-and-download-artifacts-using-azu/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50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461B-200C-E997-7529-13A823B7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406CC-3B4B-4D11-E4AF-18CDA1D45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0FAF5-D05E-5AC9-FF1A-805D55722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- task: ArchiveFiles@2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'Archive </a:t>
            </a:r>
            <a:r>
              <a:rPr lang="en-US" dirty="0" err="1"/>
              <a:t>dist</a:t>
            </a:r>
            <a:r>
              <a:rPr lang="en-US" dirty="0"/>
              <a:t>'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</a:t>
            </a:r>
            <a:r>
              <a:rPr lang="en-US" dirty="0" err="1"/>
              <a:t>rootFolderOrFile</a:t>
            </a:r>
            <a:r>
              <a:rPr lang="en-US" dirty="0"/>
              <a:t>: </a:t>
            </a:r>
            <a:r>
              <a:rPr lang="en-US" dirty="0" err="1"/>
              <a:t>dist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includeRootFolder</a:t>
            </a:r>
            <a:r>
              <a:rPr lang="en-US" dirty="0"/>
              <a:t>: false</a:t>
            </a:r>
          </a:p>
          <a:p>
            <a:endParaRPr lang="en-US" dirty="0"/>
          </a:p>
          <a:p>
            <a:r>
              <a:rPr lang="en-US" dirty="0"/>
              <a:t>Make sure path is </a:t>
            </a:r>
            <a:r>
              <a:rPr lang="en-US" dirty="0" err="1"/>
              <a:t>dist</a:t>
            </a:r>
            <a:r>
              <a:rPr lang="en-US" dirty="0"/>
              <a:t> only not </a:t>
            </a:r>
            <a:r>
              <a:rPr lang="en-US" dirty="0" err="1"/>
              <a:t>myapp</a:t>
            </a:r>
            <a:endParaRPr lang="en-US" dirty="0"/>
          </a:p>
          <a:p>
            <a:r>
              <a:rPr lang="en-US" dirty="0"/>
              <a:t>https://stackoverflow.com/questions/57089308/angular-project-ci-in-azure-devops-giving-error-publishing-build-artifacts-fail</a:t>
            </a:r>
          </a:p>
          <a:p>
            <a:r>
              <a:rPr lang="en-US" dirty="0"/>
              <a:t>https://www.c-sharpcorner.com/article/create-build-pipeline-for-angular-app-and-download-artifacts-using-azu/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0AE5F-7DCC-83B0-A925-9C9803947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1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- </a:t>
            </a:r>
            <a:r>
              <a:rPr lang="en-US" sz="1200" dirty="0">
                <a:solidFill>
                  <a:srgbClr val="00CC99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CopyFiles@2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CC99"/>
                </a:solidFill>
                <a:latin typeface="Consolas" panose="020B0609020204030204" pitchFamily="49" charset="0"/>
              </a:rPr>
              <a:t>inputs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CC99"/>
                </a:solidFill>
                <a:latin typeface="Consolas" panose="020B0609020204030204" pitchFamily="49" charset="0"/>
              </a:rPr>
              <a:t>Contents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'build/**'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# Pull the build directory (React)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CC99"/>
                </a:solidFill>
                <a:latin typeface="Consolas" panose="020B0609020204030204" pitchFamily="49" charset="0"/>
              </a:rPr>
              <a:t>TargetFolder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'$(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)'</a:t>
            </a:r>
          </a:p>
          <a:p>
            <a:endParaRPr lang="en-US" sz="12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- </a:t>
            </a:r>
            <a:r>
              <a:rPr lang="en-US" sz="1200" dirty="0">
                <a:solidFill>
                  <a:srgbClr val="00CC99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PublishBuildArtifacts@1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CC99"/>
                </a:solidFill>
                <a:latin typeface="Consolas" panose="020B0609020204030204" pitchFamily="49" charset="0"/>
              </a:rPr>
              <a:t>inputs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CC99"/>
                </a:solidFill>
                <a:latin typeface="Consolas" panose="020B0609020204030204" pitchFamily="49" charset="0"/>
              </a:rPr>
              <a:t>PathtoPublish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$(</a:t>
            </a:r>
            <a:r>
              <a:rPr lang="en-US" sz="1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dist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or build files</a:t>
            </a:r>
          </a:p>
          <a:p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CC99"/>
                </a:solidFill>
                <a:latin typeface="Consolas" panose="020B0609020204030204" pitchFamily="49" charset="0"/>
              </a:rPr>
              <a:t>ArtifactName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'drop'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# output artifact named www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58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npm</a:t>
            </a:r>
            <a:r>
              <a:rPr lang="en-IN" dirty="0"/>
              <a:t> </a:t>
            </a:r>
            <a:r>
              <a:rPr lang="en-IN" dirty="0" err="1"/>
              <a:t>init</a:t>
            </a:r>
            <a:endParaRPr lang="en-IN" dirty="0"/>
          </a:p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express path --save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96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18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22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trigger:</a:t>
            </a:r>
          </a:p>
          <a:p>
            <a:r>
              <a:rPr lang="en-US" dirty="0"/>
              <a:t>- master</a:t>
            </a:r>
          </a:p>
          <a:p>
            <a:r>
              <a:rPr lang="en-US" dirty="0"/>
              <a:t># The branch you are building.</a:t>
            </a:r>
          </a:p>
          <a:p>
            <a:endParaRPr lang="en-US" dirty="0"/>
          </a:p>
          <a:p>
            <a:r>
              <a:rPr lang="en-US" dirty="0"/>
              <a:t>pool:</a:t>
            </a:r>
          </a:p>
          <a:p>
            <a:r>
              <a:rPr lang="en-US" dirty="0"/>
              <a:t>  </a:t>
            </a:r>
            <a:r>
              <a:rPr lang="en-US" dirty="0" err="1"/>
              <a:t>vmImage</a:t>
            </a:r>
            <a:r>
              <a:rPr lang="en-US" dirty="0"/>
              <a:t>: 'Ubuntu-16.04'</a:t>
            </a:r>
          </a:p>
          <a:p>
            <a:r>
              <a:rPr lang="en-US" dirty="0"/>
              <a:t># The type of VM your code will run on.</a:t>
            </a:r>
          </a:p>
          <a:p>
            <a:endParaRPr lang="en-US" dirty="0"/>
          </a:p>
          <a:p>
            <a:r>
              <a:rPr lang="en-US" dirty="0"/>
              <a:t>variables:</a:t>
            </a:r>
          </a:p>
          <a:p>
            <a:r>
              <a:rPr lang="en-US" dirty="0"/>
              <a:t>  </a:t>
            </a:r>
            <a:r>
              <a:rPr lang="en-US" dirty="0" err="1"/>
              <a:t>buildConfiguration</a:t>
            </a:r>
            <a:r>
              <a:rPr lang="en-US" dirty="0"/>
              <a:t>: 'Release'</a:t>
            </a:r>
          </a:p>
          <a:p>
            <a:r>
              <a:rPr lang="en-US" dirty="0"/>
              <a:t>#This ends up defining which </a:t>
            </a:r>
            <a:r>
              <a:rPr lang="en-US" dirty="0" err="1"/>
              <a:t>webconfig</a:t>
            </a:r>
            <a:r>
              <a:rPr lang="en-US" dirty="0"/>
              <a:t> file to use.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restore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Restoring Dependencies</a:t>
            </a:r>
          </a:p>
          <a:p>
            <a:endParaRPr lang="en-US" dirty="0"/>
          </a:p>
          <a:p>
            <a:r>
              <a:rPr lang="en-US" dirty="0"/>
              <a:t>- script: </a:t>
            </a:r>
            <a:r>
              <a:rPr lang="en-US" dirty="0" err="1"/>
              <a:t>dotnet</a:t>
            </a:r>
            <a:r>
              <a:rPr lang="en-US" dirty="0"/>
              <a:t> build --configuration $(</a:t>
            </a:r>
            <a:r>
              <a:rPr lang="en-US" dirty="0" err="1"/>
              <a:t>buildConfiguration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'</a:t>
            </a:r>
            <a:r>
              <a:rPr lang="en-US" dirty="0" err="1"/>
              <a:t>dotnet</a:t>
            </a:r>
            <a:r>
              <a:rPr lang="en-US" dirty="0"/>
              <a:t> build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 Builds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Unit Tests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test</a:t>
            </a:r>
          </a:p>
          <a:p>
            <a:r>
              <a:rPr lang="en-US" dirty="0"/>
              <a:t>    projects: '**/*Tests/*.</a:t>
            </a:r>
            <a:r>
              <a:rPr lang="en-US" dirty="0" err="1"/>
              <a:t>csproj</a:t>
            </a:r>
            <a:r>
              <a:rPr lang="en-US" dirty="0"/>
              <a:t>'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)'</a:t>
            </a:r>
          </a:p>
          <a:p>
            <a:r>
              <a:rPr lang="en-US" dirty="0"/>
              <a:t>#Runs unit tests for your application</a:t>
            </a:r>
          </a:p>
          <a:p>
            <a:r>
              <a:rPr lang="en-US" dirty="0"/>
              <a:t>- task: DotNetCoreCLI@2</a:t>
            </a:r>
          </a:p>
          <a:p>
            <a:r>
              <a:rPr lang="en-US" dirty="0"/>
              <a:t>  </a:t>
            </a:r>
            <a:r>
              <a:rPr lang="en-US" dirty="0" err="1"/>
              <a:t>displayName</a:t>
            </a:r>
            <a:r>
              <a:rPr lang="en-US" dirty="0"/>
              <a:t>: Publishing</a:t>
            </a:r>
          </a:p>
          <a:p>
            <a:r>
              <a:rPr lang="en-US" dirty="0"/>
              <a:t>  inputs:</a:t>
            </a:r>
          </a:p>
          <a:p>
            <a:r>
              <a:rPr lang="en-US" dirty="0"/>
              <a:t>    command: publish</a:t>
            </a:r>
          </a:p>
          <a:p>
            <a:r>
              <a:rPr lang="en-US" dirty="0"/>
              <a:t>    </a:t>
            </a:r>
            <a:r>
              <a:rPr lang="en-US" dirty="0" err="1"/>
              <a:t>publishWebProjects</a:t>
            </a:r>
            <a:r>
              <a:rPr lang="en-US" dirty="0"/>
              <a:t>: True</a:t>
            </a:r>
          </a:p>
          <a:p>
            <a:r>
              <a:rPr lang="en-US" dirty="0"/>
              <a:t>    arguments: '--configuration $(</a:t>
            </a:r>
            <a:r>
              <a:rPr lang="en-US" dirty="0" err="1"/>
              <a:t>BuildConfiguration</a:t>
            </a:r>
            <a:r>
              <a:rPr lang="en-US" dirty="0"/>
              <a:t>) --output $(</a:t>
            </a:r>
            <a:r>
              <a:rPr lang="en-US" dirty="0" err="1"/>
              <a:t>Build.ArtifactStagingDirectory</a:t>
            </a:r>
            <a:r>
              <a:rPr lang="en-US" dirty="0"/>
              <a:t>)'</a:t>
            </a:r>
          </a:p>
          <a:p>
            <a:r>
              <a:rPr lang="en-US" dirty="0"/>
              <a:t>    </a:t>
            </a:r>
            <a:r>
              <a:rPr lang="en-US" dirty="0" err="1"/>
              <a:t>zipAfterPublish</a:t>
            </a:r>
            <a:r>
              <a:rPr lang="en-US" dirty="0"/>
              <a:t>: True</a:t>
            </a:r>
          </a:p>
          <a:p>
            <a:r>
              <a:rPr lang="en-US" dirty="0"/>
              <a:t>#Pushes your application as an artifact (You'll be able to see it in your list of artifacts in Azure DevOps)</a:t>
            </a:r>
          </a:p>
          <a:p>
            <a:r>
              <a:rPr lang="en-US" dirty="0"/>
              <a:t>- task: PublishBuildArtifacts@1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69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DACPAC - which includes only the structure</a:t>
            </a:r>
          </a:p>
          <a:p>
            <a:pPr fontAlgn="base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BACPAC which includes data and structure.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65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Dacpac</a:t>
            </a:r>
            <a:r>
              <a:rPr lang="en-US" dirty="0"/>
              <a:t>= Data Tier Application Package</a:t>
            </a:r>
          </a:p>
          <a:p>
            <a:r>
              <a:rPr lang="en-US" dirty="0"/>
              <a:t>MS Build can’t run on Ubuntu. It’s need a windows machine</a:t>
            </a:r>
            <a:r>
              <a:rPr lang="en-US" baseline="0" dirty="0"/>
              <a:t> with VS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42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$(</a:t>
            </a:r>
            <a:r>
              <a:rPr lang="en-US" dirty="0" err="1"/>
              <a:t>sql_server</a:t>
            </a:r>
            <a:r>
              <a:rPr lang="en-US" dirty="0"/>
              <a:t>)</a:t>
            </a:r>
          </a:p>
          <a:p>
            <a:r>
              <a:rPr lang="en-US" dirty="0"/>
              <a:t>$(</a:t>
            </a:r>
            <a:r>
              <a:rPr lang="en-US" dirty="0" err="1"/>
              <a:t>sql_password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854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>
                <a:hlinkClick r:id="rId3"/>
              </a:rPr>
              <a:t>dotnet-install scripts - .NET CLI | Microsoft Docs</a:t>
            </a:r>
            <a:endParaRPr lang="en-US" b="0" i="0" dirty="0">
              <a:solidFill>
                <a:srgbClr val="569CD6"/>
              </a:solidFill>
              <a:effectLst/>
              <a:latin typeface="SFMono-Regular"/>
            </a:endParaRPr>
          </a:p>
          <a:p>
            <a:r>
              <a:rPr lang="en-US" b="0" i="0" dirty="0">
                <a:solidFill>
                  <a:srgbClr val="569CD6"/>
                </a:solidFill>
                <a:effectLst/>
                <a:latin typeface="SFMono-Regular"/>
              </a:rPr>
              <a:t>dotnet-install</a:t>
            </a:r>
            <a:r>
              <a:rPr lang="en-US" b="0" i="0" dirty="0">
                <a:solidFill>
                  <a:srgbClr val="E6E6E6"/>
                </a:solidFill>
                <a:effectLst/>
                <a:latin typeface="SFMono-Regular"/>
              </a:rPr>
              <a:t>.ps1</a:t>
            </a:r>
            <a:r>
              <a:rPr lang="en-US" b="0" i="0" dirty="0">
                <a:solidFill>
                  <a:srgbClr val="01CFFF"/>
                </a:solidFill>
                <a:effectLst/>
                <a:latin typeface="SFMono-Regular"/>
              </a:rPr>
              <a:t> -Channel</a:t>
            </a:r>
            <a:r>
              <a:rPr lang="en-US" b="0" i="0" dirty="0">
                <a:solidFill>
                  <a:srgbClr val="E6E6E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B5CEA8"/>
                </a:solidFill>
                <a:effectLst/>
                <a:latin typeface="SFMono-Regular"/>
              </a:rPr>
              <a:t>6.0</a:t>
            </a:r>
            <a:r>
              <a:rPr lang="en-US" b="0" i="0" dirty="0">
                <a:solidFill>
                  <a:srgbClr val="01CFFF"/>
                </a:solidFill>
                <a:effectLst/>
                <a:latin typeface="SFMono-Regular"/>
              </a:rPr>
              <a:t> -Runtime</a:t>
            </a:r>
            <a:r>
              <a:rPr lang="en-US" b="0" i="0" dirty="0">
                <a:solidFill>
                  <a:srgbClr val="E6E6E6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FMono-Regular"/>
              </a:rPr>
              <a:t>aspnetcore</a:t>
            </a:r>
            <a:endParaRPr lang="en-US" b="0" i="0" dirty="0">
              <a:solidFill>
                <a:srgbClr val="E6E6E6"/>
              </a:solidFill>
              <a:effectLst/>
              <a:latin typeface="SFMono-Regular"/>
            </a:endParaRPr>
          </a:p>
          <a:p>
            <a:r>
              <a:rPr lang="en-US" b="0" i="0" dirty="0">
                <a:solidFill>
                  <a:srgbClr val="E6E6E6"/>
                </a:solidFill>
                <a:effectLst/>
                <a:latin typeface="SFMono-Regular"/>
              </a:rPr>
              <a:t>dotnet-install.ps1 -Channel Current</a:t>
            </a:r>
          </a:p>
          <a:p>
            <a:endParaRPr lang="en-US" dirty="0">
              <a:hlinkClick r:id="" action="ppaction://noaction"/>
            </a:endParaRPr>
          </a:p>
          <a:p>
            <a:r>
              <a:rPr lang="en-US" dirty="0">
                <a:hlinkClick r:id="" action="ppaction://noaction"/>
              </a:rPr>
              <a:t>&lt;</a:t>
            </a:r>
            <a:r>
              <a:rPr lang="en-US" dirty="0" err="1">
                <a:hlinkClick r:id="rId4"/>
              </a:rPr>
              <a:t>AllowUntrustedCertificate</a:t>
            </a:r>
            <a:r>
              <a:rPr lang="en-US" dirty="0">
                <a:hlinkClick r:id="rId4"/>
              </a:rPr>
              <a:t>&gt;True&lt;/</a:t>
            </a:r>
            <a:r>
              <a:rPr lang="en-US" dirty="0" err="1">
                <a:hlinkClick r:id="rId4"/>
              </a:rPr>
              <a:t>AllowUntrustedCertificate</a:t>
            </a:r>
            <a:r>
              <a:rPr lang="en-US" dirty="0">
                <a:hlinkClick r:id="" action="ppaction://noaction"/>
              </a:rPr>
              <a:t>&gt;</a:t>
            </a:r>
          </a:p>
          <a:p>
            <a:endParaRPr lang="en-US" dirty="0">
              <a:hlinkClick r:id="" action="ppaction://noaction"/>
            </a:endParaRPr>
          </a:p>
          <a:p>
            <a:r>
              <a:rPr lang="en-US" dirty="0" err="1">
                <a:hlinkClick r:id="rId4"/>
              </a:rPr>
              <a:t>webdeploy</a:t>
            </a:r>
            <a:r>
              <a:rPr lang="en-US" dirty="0">
                <a:hlinkClick r:id="rId4"/>
              </a:rPr>
              <a:t> - Can not publish since moving to VS 2019 - Stack Overflow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Steps to Allow a port access in web server: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Add inbound rules for that port using portal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dirty="0" err="1"/>
              <a:t>Addcinbound</a:t>
            </a:r>
            <a:r>
              <a:rPr lang="en-US" dirty="0"/>
              <a:t> rules for that port in firewall of VM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3. Configure DNS and Inbound Rule for Port 8172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 DNS name with static IP at VM level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 Inbound Rule for port 8172 using 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PortType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TCP at NSG for VM</a:t>
            </a:r>
            <a:r>
              <a:rPr lang="en-US" sz="800" dirty="0">
                <a:solidFill>
                  <a:srgbClr val="6A737D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Continuous Deployment🚀 Using Azure DevOps Pipelines🌈 And .NET Project (c-sharpcorner.com)</a:t>
            </a:r>
            <a:endParaRPr lang="en-US" dirty="0"/>
          </a:p>
          <a:p>
            <a:r>
              <a:rPr lang="en-US" dirty="0">
                <a:hlinkClick r:id="rId4"/>
              </a:rPr>
              <a:t>Building and auto-deploying an ASP.NET Core application - Part 5 - Setting up a CD pipeline - Deploying with web deploy to a VM - imar.spaanjaars.com</a:t>
            </a:r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Deploying to Azure VM using Deployment Groups | Azure DevOps Hands-on-Labs (azuredevopslabs.com)</a:t>
            </a:r>
            <a:endParaRPr lang="en-US" dirty="0"/>
          </a:p>
          <a:p>
            <a:r>
              <a:rPr lang="en-US" dirty="0">
                <a:hlinkClick r:id="rId5"/>
              </a:rPr>
              <a:t>Deploying to Azure VM using Deployment Groups | Azure DevOps Hands-on-Labs (azuredevopslabs.com)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359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https://medium.com/@prakashkumar0301/azure-devops-ci-cd-pipeline-with-aks-409fd2af52a0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https://docs.microsoft.com/en-us/azure/architecture/example-scenario/apps/devops-with-aks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https://www.azuredevopslabs.com/labs/vstsextend/kubernetes/</a:t>
            </a:r>
            <a:endParaRPr/>
          </a:p>
        </p:txBody>
      </p:sp>
      <p:sp>
        <p:nvSpPr>
          <p:cNvPr id="291" name="Google Shape;29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51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024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34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1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34419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88102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31441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382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27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6605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85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63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97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53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47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9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12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418225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74104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68012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150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4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3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4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9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Default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pipelines/build/variabl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diagramData" Target="../diagrams/data9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1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6" Type="http://schemas.openxmlformats.org/officeDocument/2006/relationships/diagramColors" Target="../diagrams/colors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Relationship Id="rId1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D93BC-D1EB-E6D2-CCDD-458BA1CFE2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Azure Pipelines</a:t>
            </a:r>
          </a:p>
          <a:p>
            <a:r>
              <a:rPr lang="en-IN" dirty="0"/>
              <a:t>What is CI/CD?</a:t>
            </a:r>
          </a:p>
          <a:p>
            <a:r>
              <a:rPr lang="en-IN" dirty="0"/>
              <a:t>Steps to Configure an Azure Pipeline</a:t>
            </a:r>
          </a:p>
          <a:p>
            <a:r>
              <a:rPr lang="en-IN" dirty="0"/>
              <a:t>Azure Pipeline Structure</a:t>
            </a:r>
          </a:p>
          <a:p>
            <a:r>
              <a:rPr lang="en-IN" dirty="0"/>
              <a:t>Pipeline Agents</a:t>
            </a:r>
          </a:p>
          <a:p>
            <a:r>
              <a:rPr lang="en-IN" dirty="0"/>
              <a:t>Creating Pipeline with Web App</a:t>
            </a:r>
          </a:p>
          <a:p>
            <a:r>
              <a:rPr lang="en-IN" dirty="0"/>
              <a:t>Configuring Pipeline with YAML</a:t>
            </a:r>
          </a:p>
          <a:p>
            <a:r>
              <a:rPr lang="en-IN" dirty="0"/>
              <a:t>Database Pipeline with Azure SQL</a:t>
            </a:r>
          </a:p>
          <a:p>
            <a:r>
              <a:rPr lang="en-IN" dirty="0"/>
              <a:t>CI/CD Pipeline with Virtual Machine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481CF-A7DF-92CA-E463-EDD146488F1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Azure Pipelines: CI/CD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40B58-93D9-9FC1-7257-C904869E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248043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3721E-DA15-410D-A88A-C248869B0F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 cloud service, used to automatically build and test your project code and making it available to users.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Works with any language or project type.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Combines continuous integration (CI) and continuous delivery (CD) to constantly and consistently test and build your code and ship it to any target.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0B49A-0F8E-46E4-8022-B90AE0C8F43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</a:t>
            </a:r>
          </a:p>
        </p:txBody>
      </p:sp>
    </p:spTree>
    <p:extLst>
      <p:ext uri="{BB962C8B-B14F-4D97-AF65-F5344CB8AC3E}">
        <p14:creationId xmlns:p14="http://schemas.microsoft.com/office/powerpoint/2010/main" val="15332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/>
              <a:t>Continuous Integration (CI)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6F8BE-6722-417D-A32A-BED718A62CAB}"/>
              </a:ext>
            </a:extLst>
          </p:cNvPr>
          <p:cNvGrpSpPr/>
          <p:nvPr/>
        </p:nvGrpSpPr>
        <p:grpSpPr>
          <a:xfrm>
            <a:off x="993713" y="2430534"/>
            <a:ext cx="9430446" cy="2471830"/>
            <a:chOff x="940619" y="2660609"/>
            <a:chExt cx="9430446" cy="247183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2966248-0387-4CB1-9829-91D49FA56271}"/>
                </a:ext>
              </a:extLst>
            </p:cNvPr>
            <p:cNvGrpSpPr/>
            <p:nvPr/>
          </p:nvGrpSpPr>
          <p:grpSpPr>
            <a:xfrm>
              <a:off x="940619" y="2660609"/>
              <a:ext cx="9430446" cy="2471830"/>
              <a:chOff x="940619" y="2660609"/>
              <a:chExt cx="9430446" cy="2471830"/>
            </a:xfrm>
          </p:grpSpPr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9767E069-D71A-41C5-9790-AAC7FF874196}"/>
                  </a:ext>
                </a:extLst>
              </p:cNvPr>
              <p:cNvGraphicFramePr/>
              <p:nvPr/>
            </p:nvGraphicFramePr>
            <p:xfrm>
              <a:off x="940619" y="2660609"/>
              <a:ext cx="9430446" cy="247183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29AC91-BDB7-4268-A1DA-4E363AC9ECE6}"/>
                  </a:ext>
                </a:extLst>
              </p:cNvPr>
              <p:cNvSpPr txBox="1"/>
              <p:nvPr/>
            </p:nvSpPr>
            <p:spPr>
              <a:xfrm>
                <a:off x="7195080" y="3365911"/>
                <a:ext cx="5164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Pull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726A63-D92F-4F03-BCB2-78328CAB56F5}"/>
                </a:ext>
              </a:extLst>
            </p:cNvPr>
            <p:cNvSpPr txBox="1"/>
            <p:nvPr/>
          </p:nvSpPr>
          <p:spPr>
            <a:xfrm>
              <a:off x="3472202" y="3365911"/>
              <a:ext cx="907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44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Delivery (CD)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D3DD2A-115E-4287-8D3C-C68B6DD5D68A}"/>
              </a:ext>
            </a:extLst>
          </p:cNvPr>
          <p:cNvGrpSpPr/>
          <p:nvPr/>
        </p:nvGrpSpPr>
        <p:grpSpPr>
          <a:xfrm>
            <a:off x="710544" y="1929089"/>
            <a:ext cx="10657513" cy="3085363"/>
            <a:chOff x="710544" y="1929089"/>
            <a:chExt cx="10657513" cy="3085363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9767E069-D71A-41C5-9790-AAC7FF874196}"/>
                </a:ext>
              </a:extLst>
            </p:cNvPr>
            <p:cNvGraphicFramePr/>
            <p:nvPr/>
          </p:nvGraphicFramePr>
          <p:xfrm>
            <a:off x="710544" y="1929089"/>
            <a:ext cx="10657513" cy="308536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7B39B0-5E97-4F8E-AA7D-248E4EAD592A}"/>
                </a:ext>
              </a:extLst>
            </p:cNvPr>
            <p:cNvSpPr txBox="1"/>
            <p:nvPr/>
          </p:nvSpPr>
          <p:spPr>
            <a:xfrm>
              <a:off x="8594967" y="3020469"/>
              <a:ext cx="7986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Deploy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0A77B9-97C6-434D-A000-D7633AE3681F}"/>
                </a:ext>
              </a:extLst>
            </p:cNvPr>
            <p:cNvSpPr txBox="1"/>
            <p:nvPr/>
          </p:nvSpPr>
          <p:spPr>
            <a:xfrm>
              <a:off x="5985328" y="3020469"/>
              <a:ext cx="5164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Pull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8A1FF5-AC9F-4275-AFD1-4D87EBADD9D4}"/>
                </a:ext>
              </a:extLst>
            </p:cNvPr>
            <p:cNvSpPr txBox="1"/>
            <p:nvPr/>
          </p:nvSpPr>
          <p:spPr>
            <a:xfrm rot="1550286">
              <a:off x="2643719" y="2769518"/>
              <a:ext cx="907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Commit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409F99-7C47-4C89-99C1-B012DA16D7ED}"/>
                </a:ext>
              </a:extLst>
            </p:cNvPr>
            <p:cNvSpPr txBox="1"/>
            <p:nvPr/>
          </p:nvSpPr>
          <p:spPr>
            <a:xfrm rot="20664419">
              <a:off x="2455752" y="3690044"/>
              <a:ext cx="907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511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Delivery &amp; Continuous Deployment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BD9A80-785F-4D8C-96D3-41AF33C53BF6}"/>
              </a:ext>
            </a:extLst>
          </p:cNvPr>
          <p:cNvGrpSpPr/>
          <p:nvPr/>
        </p:nvGrpSpPr>
        <p:grpSpPr>
          <a:xfrm>
            <a:off x="1117871" y="622557"/>
            <a:ext cx="9424547" cy="3256443"/>
            <a:chOff x="1117871" y="937998"/>
            <a:chExt cx="9424547" cy="3256443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FFEF11A5-D096-414D-96AD-7E7305E4404A}"/>
                </a:ext>
              </a:extLst>
            </p:cNvPr>
            <p:cNvGraphicFramePr/>
            <p:nvPr/>
          </p:nvGraphicFramePr>
          <p:xfrm>
            <a:off x="1117871" y="937998"/>
            <a:ext cx="9424547" cy="32564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A1F1BC-1CCF-498E-8477-8AD1D5205A50}"/>
                </a:ext>
              </a:extLst>
            </p:cNvPr>
            <p:cNvSpPr txBox="1"/>
            <p:nvPr/>
          </p:nvSpPr>
          <p:spPr>
            <a:xfrm>
              <a:off x="4598395" y="3253807"/>
              <a:ext cx="2186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Continuous Delivery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375201-A5C1-4BDE-B6A0-C4E36EFF8089}"/>
                </a:ext>
              </a:extLst>
            </p:cNvPr>
            <p:cNvSpPr txBox="1"/>
            <p:nvPr/>
          </p:nvSpPr>
          <p:spPr>
            <a:xfrm>
              <a:off x="3016385" y="205023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Auto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A3B12C-2031-469C-BCF9-D6E9DA48070E}"/>
                </a:ext>
              </a:extLst>
            </p:cNvPr>
            <p:cNvSpPr txBox="1"/>
            <p:nvPr/>
          </p:nvSpPr>
          <p:spPr>
            <a:xfrm>
              <a:off x="5537438" y="2056728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Auto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D3E116-C765-4423-8766-F2007E01937A}"/>
                </a:ext>
              </a:extLst>
            </p:cNvPr>
            <p:cNvSpPr txBox="1"/>
            <p:nvPr/>
          </p:nvSpPr>
          <p:spPr>
            <a:xfrm>
              <a:off x="7993600" y="2050238"/>
              <a:ext cx="7713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Manual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4DC180-E306-42B2-AF5B-90BA3A7145A8}"/>
              </a:ext>
            </a:extLst>
          </p:cNvPr>
          <p:cNvGrpSpPr/>
          <p:nvPr/>
        </p:nvGrpSpPr>
        <p:grpSpPr>
          <a:xfrm>
            <a:off x="1117871" y="3123032"/>
            <a:ext cx="9424547" cy="3256443"/>
            <a:chOff x="1117871" y="3318814"/>
            <a:chExt cx="9424547" cy="3256443"/>
          </a:xfrm>
        </p:grpSpPr>
        <p:graphicFrame>
          <p:nvGraphicFramePr>
            <p:cNvPr id="9" name="Diagram 8">
              <a:extLst>
                <a:ext uri="{FF2B5EF4-FFF2-40B4-BE49-F238E27FC236}">
                  <a16:creationId xmlns:a16="http://schemas.microsoft.com/office/drawing/2014/main" id="{24AF7117-8115-446B-B4A1-0D14481052D8}"/>
                </a:ext>
              </a:extLst>
            </p:cNvPr>
            <p:cNvGraphicFramePr/>
            <p:nvPr/>
          </p:nvGraphicFramePr>
          <p:xfrm>
            <a:off x="1117871" y="3318814"/>
            <a:ext cx="9424547" cy="32564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ECD2C6-36A0-4B55-BE46-8DF5654DD41D}"/>
                </a:ext>
              </a:extLst>
            </p:cNvPr>
            <p:cNvSpPr txBox="1"/>
            <p:nvPr/>
          </p:nvSpPr>
          <p:spPr>
            <a:xfrm>
              <a:off x="4648691" y="5713524"/>
              <a:ext cx="2611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Continuous Deployment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EBB501-B3F5-414F-84F3-C4921F433D42}"/>
                </a:ext>
              </a:extLst>
            </p:cNvPr>
            <p:cNvSpPr txBox="1"/>
            <p:nvPr/>
          </p:nvSpPr>
          <p:spPr>
            <a:xfrm>
              <a:off x="3016385" y="449231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Auto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CB5F93-49CF-40E5-9882-55316F4459E5}"/>
                </a:ext>
              </a:extLst>
            </p:cNvPr>
            <p:cNvSpPr txBox="1"/>
            <p:nvPr/>
          </p:nvSpPr>
          <p:spPr>
            <a:xfrm>
              <a:off x="5537438" y="4485203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Auto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8D07ED-17F6-4AE4-95BF-AF41196F4141}"/>
                </a:ext>
              </a:extLst>
            </p:cNvPr>
            <p:cNvSpPr txBox="1"/>
            <p:nvPr/>
          </p:nvSpPr>
          <p:spPr>
            <a:xfrm>
              <a:off x="8082566" y="443918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Auto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975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B3788-A202-4E5D-A14A-B82C1B4885E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Steps to Configure a Azure Pipeline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F303373-8617-47B9-8DBB-442B6FB217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9064350"/>
              </p:ext>
            </p:extLst>
          </p:nvPr>
        </p:nvGraphicFramePr>
        <p:xfrm>
          <a:off x="1330664" y="1526960"/>
          <a:ext cx="8128000" cy="3954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724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Pipeline with Azure Web Apps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DC7483-45D1-4BCA-941A-110B81449895}"/>
              </a:ext>
            </a:extLst>
          </p:cNvPr>
          <p:cNvCxnSpPr/>
          <p:nvPr/>
        </p:nvCxnSpPr>
        <p:spPr>
          <a:xfrm>
            <a:off x="1813153" y="3328218"/>
            <a:ext cx="81682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D3A669-FEC3-4AA3-8350-0DF63DEC3C25}"/>
              </a:ext>
            </a:extLst>
          </p:cNvPr>
          <p:cNvCxnSpPr/>
          <p:nvPr/>
        </p:nvCxnSpPr>
        <p:spPr>
          <a:xfrm>
            <a:off x="4260758" y="3328218"/>
            <a:ext cx="81682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3FA1B5-DD28-46C0-BB0A-55048E56134D}"/>
              </a:ext>
            </a:extLst>
          </p:cNvPr>
          <p:cNvCxnSpPr/>
          <p:nvPr/>
        </p:nvCxnSpPr>
        <p:spPr>
          <a:xfrm>
            <a:off x="6592786" y="3329207"/>
            <a:ext cx="81682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AF23DC-C594-4842-8156-F3A615E36686}"/>
              </a:ext>
            </a:extLst>
          </p:cNvPr>
          <p:cNvCxnSpPr/>
          <p:nvPr/>
        </p:nvCxnSpPr>
        <p:spPr>
          <a:xfrm>
            <a:off x="9115056" y="3328218"/>
            <a:ext cx="816823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C8098B-392D-4C29-A866-E4B789C8A3AC}"/>
              </a:ext>
            </a:extLst>
          </p:cNvPr>
          <p:cNvGrpSpPr/>
          <p:nvPr/>
        </p:nvGrpSpPr>
        <p:grpSpPr>
          <a:xfrm>
            <a:off x="703241" y="2731811"/>
            <a:ext cx="951543" cy="1538877"/>
            <a:chOff x="537542" y="2197900"/>
            <a:chExt cx="951543" cy="153887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BC8FA37-0C1A-48E6-9813-0670A247B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565" y="2197900"/>
              <a:ext cx="893498" cy="109550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4DCDFC-BF3D-4B14-A9A7-C0C71C96E5CB}"/>
                </a:ext>
              </a:extLst>
            </p:cNvPr>
            <p:cNvSpPr txBox="1"/>
            <p:nvPr/>
          </p:nvSpPr>
          <p:spPr>
            <a:xfrm>
              <a:off x="537542" y="3429000"/>
              <a:ext cx="9515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Developer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ECE677-31B9-4760-B711-F60570599A03}"/>
              </a:ext>
            </a:extLst>
          </p:cNvPr>
          <p:cNvGrpSpPr/>
          <p:nvPr/>
        </p:nvGrpSpPr>
        <p:grpSpPr>
          <a:xfrm>
            <a:off x="2867286" y="2780465"/>
            <a:ext cx="1337744" cy="1490222"/>
            <a:chOff x="2701587" y="2246554"/>
            <a:chExt cx="1337744" cy="1490222"/>
          </a:xfrm>
        </p:grpSpPr>
        <p:pic>
          <p:nvPicPr>
            <p:cNvPr id="6" name="Picture 6" descr="The Visual Studio 2019 release icon (left) next to the Visual Studio 2019 Preview icon (right)">
              <a:extLst>
                <a:ext uri="{FF2B5EF4-FFF2-40B4-BE49-F238E27FC236}">
                  <a16:creationId xmlns:a16="http://schemas.microsoft.com/office/drawing/2014/main" id="{C80EB76B-0D4F-4185-AB49-BD2CD54B4E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2" t="12302" r="59764" b="11780"/>
            <a:stretch/>
          </p:blipFill>
          <p:spPr bwMode="auto">
            <a:xfrm>
              <a:off x="2701587" y="2246554"/>
              <a:ext cx="1337744" cy="1095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3A2ED9-518F-40E9-BF4F-3EA2D970627F}"/>
                </a:ext>
              </a:extLst>
            </p:cNvPr>
            <p:cNvSpPr txBox="1"/>
            <p:nvPr/>
          </p:nvSpPr>
          <p:spPr>
            <a:xfrm>
              <a:off x="2807177" y="3428999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Visual Studio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847640-61C7-4940-B927-CF87EBF8F2C5}"/>
              </a:ext>
            </a:extLst>
          </p:cNvPr>
          <p:cNvGrpSpPr/>
          <p:nvPr/>
        </p:nvGrpSpPr>
        <p:grpSpPr>
          <a:xfrm>
            <a:off x="5241626" y="2780465"/>
            <a:ext cx="1105687" cy="1488687"/>
            <a:chOff x="5075927" y="2246554"/>
            <a:chExt cx="1105687" cy="14886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215FC4-D982-4EEB-9BEA-BD8360CA1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1746" y="2246554"/>
              <a:ext cx="999868" cy="99986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5171B3-449F-41E0-A5ED-2A0D8ED111C5}"/>
                </a:ext>
              </a:extLst>
            </p:cNvPr>
            <p:cNvSpPr txBox="1"/>
            <p:nvPr/>
          </p:nvSpPr>
          <p:spPr>
            <a:xfrm>
              <a:off x="5075927" y="3427464"/>
              <a:ext cx="11056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Azure Repos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1239F7-72E4-4403-9C2E-FB71A58EE278}"/>
              </a:ext>
            </a:extLst>
          </p:cNvPr>
          <p:cNvGrpSpPr/>
          <p:nvPr/>
        </p:nvGrpSpPr>
        <p:grpSpPr>
          <a:xfrm>
            <a:off x="7572630" y="2691699"/>
            <a:ext cx="1292447" cy="1577453"/>
            <a:chOff x="7406931" y="2157788"/>
            <a:chExt cx="1292447" cy="15774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9DFE6A-75CF-4719-B8EC-D37F5ECD1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648" y="2157788"/>
              <a:ext cx="1175730" cy="117573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B0469A-CEBF-4334-9F47-4724BD8B41C1}"/>
                </a:ext>
              </a:extLst>
            </p:cNvPr>
            <p:cNvSpPr txBox="1"/>
            <p:nvPr/>
          </p:nvSpPr>
          <p:spPr>
            <a:xfrm>
              <a:off x="7406931" y="3427464"/>
              <a:ext cx="125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Azure Pipeline</a:t>
              </a:r>
            </a:p>
          </p:txBody>
        </p:sp>
      </p:grp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085C39DD-21A0-4B84-85E4-1BE9D8CD8A23}"/>
              </a:ext>
            </a:extLst>
          </p:cNvPr>
          <p:cNvGrpSpPr/>
          <p:nvPr/>
        </p:nvGrpSpPr>
        <p:grpSpPr>
          <a:xfrm>
            <a:off x="10111002" y="2780465"/>
            <a:ext cx="1337546" cy="1488686"/>
            <a:chOff x="9945303" y="2246554"/>
            <a:chExt cx="1337546" cy="14886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456F80-5A99-4C06-8328-76F3DB365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2631" y="2246554"/>
              <a:ext cx="1095506" cy="109550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B0A122-D337-41A6-A9D5-292112C27334}"/>
                </a:ext>
              </a:extLst>
            </p:cNvPr>
            <p:cNvSpPr txBox="1"/>
            <p:nvPr/>
          </p:nvSpPr>
          <p:spPr>
            <a:xfrm>
              <a:off x="9945303" y="3427463"/>
              <a:ext cx="13375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Azure Web App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0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Pipeline with Azure Web Apps</a:t>
            </a:r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936C4A66-DD51-4405-B858-9734A1485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169" y="1690272"/>
            <a:ext cx="9821662" cy="438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17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ACA81-8983-4485-BC43-B006449B2EB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Azure Pipelines Platform Support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B7838-2A21-4F89-BB4E-8A00F14F28A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62" y="1388914"/>
            <a:ext cx="8593584" cy="4390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834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C76BA-88DB-4C0D-8FBD-4E7581C41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has one or more stages to describe a CI/CD process. </a:t>
            </a:r>
          </a:p>
          <a:p>
            <a:r>
              <a:rPr lang="en-US" dirty="0"/>
              <a:t>Stages are the major divisions in a pipeline.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2B2-C7A3-4C96-8A1E-0CE6F2192EF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 Structure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A54A73-93A1-4110-9491-012DE4B71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68" y="2745930"/>
            <a:ext cx="9811109" cy="33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6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7F41-E89F-4F39-A530-626BEEF4EF1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 YAML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08D2A1-E3B1-433C-A874-A18DAF0FB798}"/>
              </a:ext>
            </a:extLst>
          </p:cNvPr>
          <p:cNvSpPr/>
          <p:nvPr/>
        </p:nvSpPr>
        <p:spPr>
          <a:xfrm>
            <a:off x="493295" y="1418421"/>
            <a:ext cx="8097329" cy="45243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my-pipeline-v1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variables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project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C3E88D"/>
                </a:solidFill>
                <a:latin typeface="Consolas" panose="020B0609020204030204" pitchFamily="49" charset="0"/>
              </a:rPr>
              <a:t>xyz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F07178"/>
                </a:solidFill>
                <a:latin typeface="Consolas" panose="020B0609020204030204" pitchFamily="49" charset="0"/>
              </a:rPr>
              <a:t>build_no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78C6C"/>
                </a:solidFill>
                <a:latin typeface="Consolas" panose="020B0609020204030204" pitchFamily="49" charset="0"/>
              </a:rPr>
              <a:t>1.0.1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stages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stage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Build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jobs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job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C3E88D"/>
                </a:solidFill>
                <a:latin typeface="Consolas" panose="020B0609020204030204" pitchFamily="49" charset="0"/>
              </a:rPr>
              <a:t>BuildJob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steps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echo Building $(project)!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stage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Deploy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jobs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job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Deploy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steps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echo Deploying $(</a:t>
            </a:r>
            <a:r>
              <a:rPr lang="en-US" dirty="0" err="1">
                <a:solidFill>
                  <a:srgbClr val="C3E88D"/>
                </a:solidFill>
                <a:latin typeface="Consolas" panose="020B0609020204030204" pitchFamily="49" charset="0"/>
              </a:rPr>
              <a:t>build_no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)!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1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E2B5F1-0124-4E29-961B-A0CEA54260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YAML is a human friendly data serialization standard for all programming languages.</a:t>
            </a:r>
          </a:p>
          <a:p>
            <a:pPr>
              <a:lnSpc>
                <a:spcPct val="110000"/>
              </a:lnSpc>
            </a:pPr>
            <a:r>
              <a:rPr lang="en-US" dirty="0"/>
              <a:t>Used for defining configuration or in an application where data is being stored or transmitted.</a:t>
            </a:r>
          </a:p>
          <a:p>
            <a:pPr>
              <a:lnSpc>
                <a:spcPct val="110000"/>
              </a:lnSpc>
            </a:pPr>
            <a:r>
              <a:rPr lang="en-US" dirty="0"/>
              <a:t>YAML is introduced in 2001.</a:t>
            </a:r>
          </a:p>
          <a:p>
            <a:pPr>
              <a:lnSpc>
                <a:spcPct val="110000"/>
              </a:lnSpc>
            </a:pPr>
            <a:r>
              <a:rPr lang="en-US" dirty="0"/>
              <a:t>Extension are .</a:t>
            </a:r>
            <a:r>
              <a:rPr lang="en-US" dirty="0" err="1"/>
              <a:t>yml</a:t>
            </a:r>
            <a:r>
              <a:rPr lang="en-US" dirty="0"/>
              <a:t> or .</a:t>
            </a:r>
            <a:r>
              <a:rPr lang="en-US" dirty="0" err="1"/>
              <a:t>yaml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YAML is case sensitive.</a:t>
            </a:r>
          </a:p>
          <a:p>
            <a:pPr>
              <a:lnSpc>
                <a:spcPct val="110000"/>
              </a:lnSpc>
            </a:pPr>
            <a:r>
              <a:rPr lang="en-US" dirty="0"/>
              <a:t>YAML supports spaces instead of tabs.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D7CD-BCE7-4487-B353-A4481DFB5D5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YAML</a:t>
            </a:r>
          </a:p>
        </p:txBody>
      </p:sp>
    </p:spTree>
    <p:extLst>
      <p:ext uri="{BB962C8B-B14F-4D97-AF65-F5344CB8AC3E}">
        <p14:creationId xmlns:p14="http://schemas.microsoft.com/office/powerpoint/2010/main" val="13929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894F4-A61E-4A1D-80AD-8F5DAB04DBA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XML vs. JSON vs. YAML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D13F71-2310-432D-89F9-96DBE3D91910}"/>
              </a:ext>
            </a:extLst>
          </p:cNvPr>
          <p:cNvSpPr/>
          <p:nvPr/>
        </p:nvSpPr>
        <p:spPr>
          <a:xfrm>
            <a:off x="549018" y="2238118"/>
            <a:ext cx="3597019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Servers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Server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server1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location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en-IN" sz="1400" dirty="0" err="1">
                <a:solidFill>
                  <a:srgbClr val="EEFFFF"/>
                </a:solidFill>
                <a:latin typeface="Consolas" panose="020B0609020204030204" pitchFamily="49" charset="0"/>
              </a:rPr>
              <a:t>india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location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status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active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status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Server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Servers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IN" sz="1400" b="0" dirty="0">
              <a:solidFill>
                <a:srgbClr val="89DDFF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BBAEC-E39F-4A72-889D-CD5B0E9D63F3}"/>
              </a:ext>
            </a:extLst>
          </p:cNvPr>
          <p:cNvSpPr/>
          <p:nvPr/>
        </p:nvSpPr>
        <p:spPr>
          <a:xfrm>
            <a:off x="4536030" y="2238118"/>
            <a:ext cx="3795801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792EA"/>
                </a:solidFill>
                <a:latin typeface="Consolas" panose="020B0609020204030204" pitchFamily="49" charset="0"/>
              </a:rPr>
              <a:t>Servers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[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Server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: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FFCB6B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server1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",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FFCB6B"/>
                </a:solidFill>
                <a:latin typeface="Consolas" panose="020B0609020204030204" pitchFamily="49" charset="0"/>
              </a:rPr>
              <a:t>location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india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",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FFCB6B"/>
                </a:solidFill>
                <a:latin typeface="Consolas" panose="020B0609020204030204" pitchFamily="49" charset="0"/>
              </a:rPr>
              <a:t>status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active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]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FD3E9B-B321-4C26-A317-0B680A9EC585}"/>
              </a:ext>
            </a:extLst>
          </p:cNvPr>
          <p:cNvSpPr/>
          <p:nvPr/>
        </p:nvSpPr>
        <p:spPr>
          <a:xfrm>
            <a:off x="8663135" y="2210114"/>
            <a:ext cx="321838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Servers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server1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location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india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status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active</a:t>
            </a:r>
          </a:p>
          <a:p>
            <a:endParaRPr lang="en-IN" b="0" dirty="0">
              <a:solidFill>
                <a:srgbClr val="C3E88D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C3E88D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69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894F4-A61E-4A1D-80AD-8F5DAB04DBA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YAML in Action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18F034-B04A-402A-A2BA-D60CF46FBFA2}"/>
              </a:ext>
            </a:extLst>
          </p:cNvPr>
          <p:cNvGrpSpPr/>
          <p:nvPr/>
        </p:nvGrpSpPr>
        <p:grpSpPr>
          <a:xfrm>
            <a:off x="4497728" y="1350225"/>
            <a:ext cx="3113190" cy="1711383"/>
            <a:chOff x="635282" y="2018858"/>
            <a:chExt cx="3113190" cy="171138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086795-1376-4BC5-A8D4-26AF8C4EEEBB}"/>
                </a:ext>
              </a:extLst>
            </p:cNvPr>
            <p:cNvSpPr/>
            <p:nvPr/>
          </p:nvSpPr>
          <p:spPr>
            <a:xfrm>
              <a:off x="635282" y="2018858"/>
              <a:ext cx="3113190" cy="12003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name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server1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location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 err="1">
                  <a:solidFill>
                    <a:srgbClr val="C3E88D"/>
                  </a:solidFill>
                  <a:latin typeface="Consolas" panose="020B0609020204030204" pitchFamily="49" charset="0"/>
                </a:rPr>
                <a:t>india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status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active</a:t>
              </a:r>
            </a:p>
            <a:p>
              <a:endParaRPr lang="en-IN" b="0" dirty="0">
                <a:solidFill>
                  <a:srgbClr val="EEFFF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3E4FD2-BB9C-45C1-B4E6-8195E54D946A}"/>
                </a:ext>
              </a:extLst>
            </p:cNvPr>
            <p:cNvSpPr txBox="1"/>
            <p:nvPr/>
          </p:nvSpPr>
          <p:spPr>
            <a:xfrm>
              <a:off x="809047" y="3360909"/>
              <a:ext cx="1212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Key/Value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189ECA-A5DD-4F3D-9454-B501876F7907}"/>
              </a:ext>
            </a:extLst>
          </p:cNvPr>
          <p:cNvGrpSpPr/>
          <p:nvPr/>
        </p:nvGrpSpPr>
        <p:grpSpPr>
          <a:xfrm>
            <a:off x="8629881" y="1367129"/>
            <a:ext cx="2926837" cy="1748279"/>
            <a:chOff x="3610271" y="2025447"/>
            <a:chExt cx="2926837" cy="17482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8C9B4D-D9AA-4BE7-A59D-09CC61B57E9E}"/>
                </a:ext>
              </a:extLst>
            </p:cNvPr>
            <p:cNvSpPr/>
            <p:nvPr/>
          </p:nvSpPr>
          <p:spPr>
            <a:xfrm>
              <a:off x="3610271" y="2025447"/>
              <a:ext cx="2926837" cy="12003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Servers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-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server1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-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server2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-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server3</a:t>
              </a:r>
              <a:endParaRPr lang="en-IN" b="0" dirty="0">
                <a:solidFill>
                  <a:srgbClr val="EEFFF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CEE401-97B9-4904-99D9-F87FBFB36B1A}"/>
                </a:ext>
              </a:extLst>
            </p:cNvPr>
            <p:cNvSpPr txBox="1"/>
            <p:nvPr/>
          </p:nvSpPr>
          <p:spPr>
            <a:xfrm>
              <a:off x="3842202" y="3404394"/>
              <a:ext cx="2077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Array/List: Ordered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552C33-45B6-455A-ABFE-45EDCEFC6475}"/>
              </a:ext>
            </a:extLst>
          </p:cNvPr>
          <p:cNvGrpSpPr/>
          <p:nvPr/>
        </p:nvGrpSpPr>
        <p:grpSpPr>
          <a:xfrm>
            <a:off x="635282" y="3973305"/>
            <a:ext cx="3218386" cy="1670428"/>
            <a:chOff x="7141028" y="1880614"/>
            <a:chExt cx="3218386" cy="1670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FD3E9B-B321-4C26-A317-0B680A9EC585}"/>
                </a:ext>
              </a:extLst>
            </p:cNvPr>
            <p:cNvSpPr/>
            <p:nvPr/>
          </p:nvSpPr>
          <p:spPr>
            <a:xfrm>
              <a:off x="7141028" y="1880614"/>
              <a:ext cx="3218386" cy="12003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Servers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 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name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server1</a:t>
              </a: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status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active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location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 err="1">
                  <a:solidFill>
                    <a:srgbClr val="C3E88D"/>
                  </a:solidFill>
                  <a:latin typeface="Consolas" panose="020B0609020204030204" pitchFamily="49" charset="0"/>
                </a:rPr>
                <a:t>india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45564A-B75F-4D52-A5A1-4A9382DF1779}"/>
                </a:ext>
              </a:extLst>
            </p:cNvPr>
            <p:cNvSpPr txBox="1"/>
            <p:nvPr/>
          </p:nvSpPr>
          <p:spPr>
            <a:xfrm>
              <a:off x="7198708" y="3181710"/>
              <a:ext cx="3050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Dictionary/Map: Unordered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BBB267-8120-47A4-A99C-1BD84B95F8E0}"/>
              </a:ext>
            </a:extLst>
          </p:cNvPr>
          <p:cNvGrpSpPr/>
          <p:nvPr/>
        </p:nvGrpSpPr>
        <p:grpSpPr>
          <a:xfrm>
            <a:off x="4497728" y="3645950"/>
            <a:ext cx="3767404" cy="2480686"/>
            <a:chOff x="635282" y="4037414"/>
            <a:chExt cx="3767404" cy="248068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186418-F65E-4DBA-B017-15DBA1F720FD}"/>
                </a:ext>
              </a:extLst>
            </p:cNvPr>
            <p:cNvSpPr/>
            <p:nvPr/>
          </p:nvSpPr>
          <p:spPr>
            <a:xfrm>
              <a:off x="635282" y="4037414"/>
              <a:ext cx="3767404" cy="203132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Servers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-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server1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location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 err="1">
                  <a:solidFill>
                    <a:srgbClr val="C3E88D"/>
                  </a:solidFill>
                  <a:latin typeface="Consolas" panose="020B0609020204030204" pitchFamily="49" charset="0"/>
                </a:rPr>
                <a:t>india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status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active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-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server2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location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 err="1">
                  <a:solidFill>
                    <a:srgbClr val="C3E88D"/>
                  </a:solidFill>
                  <a:latin typeface="Consolas" panose="020B0609020204030204" pitchFamily="49" charset="0"/>
                </a:rPr>
                <a:t>usa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     </a:t>
              </a:r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status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active</a:t>
              </a:r>
              <a:endParaRPr lang="en-IN" b="0" dirty="0">
                <a:solidFill>
                  <a:srgbClr val="EEFFF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A335D4-0047-4367-B71A-EC2104364A1E}"/>
                </a:ext>
              </a:extLst>
            </p:cNvPr>
            <p:cNvSpPr txBox="1"/>
            <p:nvPr/>
          </p:nvSpPr>
          <p:spPr>
            <a:xfrm>
              <a:off x="706102" y="6148768"/>
              <a:ext cx="2879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Array/Dictionary/Key-value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860FA7-0BEE-417D-BC0F-92FF3519A54E}"/>
              </a:ext>
            </a:extLst>
          </p:cNvPr>
          <p:cNvGrpSpPr/>
          <p:nvPr/>
        </p:nvGrpSpPr>
        <p:grpSpPr>
          <a:xfrm>
            <a:off x="635282" y="1322604"/>
            <a:ext cx="2602639" cy="2191803"/>
            <a:chOff x="4741316" y="4037414"/>
            <a:chExt cx="2602639" cy="219180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05D0E5-3724-43A2-8841-34ADD3702236}"/>
                </a:ext>
              </a:extLst>
            </p:cNvPr>
            <p:cNvSpPr/>
            <p:nvPr/>
          </p:nvSpPr>
          <p:spPr>
            <a:xfrm>
              <a:off x="4741316" y="4037414"/>
              <a:ext cx="2602639" cy="175432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integer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78C6C"/>
                  </a:solidFill>
                  <a:latin typeface="Consolas" panose="020B0609020204030204" pitchFamily="49" charset="0"/>
                </a:rPr>
                <a:t>25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string1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name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string2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"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name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"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string3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IN" dirty="0">
                  <a:solidFill>
                    <a:srgbClr val="C3E88D"/>
                  </a:solidFill>
                  <a:latin typeface="Consolas" panose="020B0609020204030204" pitchFamily="49" charset="0"/>
                </a:rPr>
                <a:t>name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>
                  <a:solidFill>
                    <a:srgbClr val="F07178"/>
                  </a:solidFill>
                  <a:latin typeface="Consolas" panose="020B0609020204030204" pitchFamily="49" charset="0"/>
                </a:rPr>
                <a:t>float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78C6C"/>
                  </a:solidFill>
                  <a:latin typeface="Consolas" panose="020B0609020204030204" pitchFamily="49" charset="0"/>
                </a:rPr>
                <a:t>25.0</a:t>
              </a:r>
              <a:endParaRPr lang="en-IN" dirty="0">
                <a:solidFill>
                  <a:srgbClr val="EEFFFF"/>
                </a:solidFill>
                <a:latin typeface="Consolas" panose="020B0609020204030204" pitchFamily="49" charset="0"/>
              </a:endParaRPr>
            </a:p>
            <a:p>
              <a:r>
                <a:rPr lang="en-IN" dirty="0" err="1">
                  <a:solidFill>
                    <a:srgbClr val="F07178"/>
                  </a:solidFill>
                  <a:latin typeface="Consolas" panose="020B0609020204030204" pitchFamily="49" charset="0"/>
                </a:rPr>
                <a:t>boolean</a:t>
              </a:r>
              <a:r>
                <a:rPr lang="en-IN" dirty="0">
                  <a:solidFill>
                    <a:srgbClr val="89DDFF"/>
                  </a:solidFill>
                  <a:latin typeface="Consolas" panose="020B0609020204030204" pitchFamily="49" charset="0"/>
                </a:rPr>
                <a:t>:</a:t>
              </a:r>
              <a:r>
                <a:rPr lang="en-IN" dirty="0">
                  <a:solidFill>
                    <a:srgbClr val="EEFFFF"/>
                  </a:solidFill>
                  <a:latin typeface="Consolas" panose="020B0609020204030204" pitchFamily="49" charset="0"/>
                </a:rPr>
                <a:t> </a:t>
              </a:r>
              <a:r>
                <a:rPr lang="en-IN" dirty="0">
                  <a:solidFill>
                    <a:srgbClr val="FF9CAC"/>
                  </a:solidFill>
                  <a:latin typeface="Consolas" panose="020B0609020204030204" pitchFamily="49" charset="0"/>
                </a:rPr>
                <a:t>true</a:t>
              </a:r>
              <a:endParaRPr lang="en-IN" b="0" dirty="0">
                <a:solidFill>
                  <a:srgbClr val="EEFFF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DB44BF-6F66-4D54-B5E6-BFA10F192EEB}"/>
                </a:ext>
              </a:extLst>
            </p:cNvPr>
            <p:cNvSpPr txBox="1"/>
            <p:nvPr/>
          </p:nvSpPr>
          <p:spPr>
            <a:xfrm>
              <a:off x="4798996" y="5859885"/>
              <a:ext cx="1741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Basic: Datatype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21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C76BA-88DB-4C0D-8FBD-4E7581C41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 stage is a collection of related jobs. </a:t>
            </a:r>
          </a:p>
          <a:p>
            <a:pPr>
              <a:lnSpc>
                <a:spcPct val="100000"/>
              </a:lnSpc>
            </a:pPr>
            <a:r>
              <a:rPr lang="en-US" dirty="0"/>
              <a:t>By default, stages run sequentially. Each stage starts only after the preceding stage is complete.</a:t>
            </a:r>
          </a:p>
          <a:p>
            <a:pPr>
              <a:lnSpc>
                <a:spcPct val="100000"/>
              </a:lnSpc>
            </a:pPr>
            <a:r>
              <a:rPr lang="en-US" dirty="0"/>
              <a:t>Use approval checks to manually control when a stage should run.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2B2-C7A3-4C96-8A1E-0CE6F2192EF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Pipeline: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E680F-E5D6-45EA-AC4A-EAA8B4CEF654}"/>
              </a:ext>
            </a:extLst>
          </p:cNvPr>
          <p:cNvSpPr/>
          <p:nvPr/>
        </p:nvSpPr>
        <p:spPr>
          <a:xfrm>
            <a:off x="730539" y="3594357"/>
            <a:ext cx="8747183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stages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stage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545454"/>
                </a:solidFill>
                <a:latin typeface="Consolas" panose="020B0609020204030204" pitchFamily="49" charset="0"/>
              </a:rPr>
              <a:t># name of the stage (A-Z, a-z, 0-9, and underscore)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F07178"/>
                </a:solidFill>
                <a:latin typeface="Consolas" panose="020B0609020204030204" pitchFamily="49" charset="0"/>
              </a:rPr>
              <a:t>displayName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545454"/>
                </a:solidFill>
                <a:latin typeface="Consolas" panose="020B0609020204030204" pitchFamily="49" charset="0"/>
              </a:rPr>
              <a:t># friendly name to display in the UI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F07178"/>
                </a:solidFill>
                <a:latin typeface="Consolas" panose="020B0609020204030204" pitchFamily="49" charset="0"/>
              </a:rPr>
              <a:t>dependsOn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string | [ string ]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condition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variables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jobs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[]</a:t>
            </a:r>
            <a:endParaRPr lang="en-US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65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2B2-C7A3-4C96-8A1E-0CE6F2192EF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Pipeline: Job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C76BA-88DB-4C0D-8FBD-4E7581C41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job is a collection of steps run by an agent or on a server. </a:t>
            </a:r>
          </a:p>
          <a:p>
            <a:r>
              <a:rPr lang="en-US" dirty="0"/>
              <a:t>A Job can run conditionally and depend on earlier job.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20EA3-9D46-41E3-83F8-881F64611501}"/>
              </a:ext>
            </a:extLst>
          </p:cNvPr>
          <p:cNvSpPr/>
          <p:nvPr/>
        </p:nvSpPr>
        <p:spPr>
          <a:xfrm>
            <a:off x="784599" y="2480101"/>
            <a:ext cx="8788084" cy="3385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jobs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job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name of the job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displayName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name to display in the UI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dependsOn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string | [ string ]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condition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string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strategy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parallel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parallel strategy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continueOnError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 err="1">
                <a:solidFill>
                  <a:srgbClr val="C3E88D"/>
                </a:solidFill>
                <a:latin typeface="Consolas" panose="020B0609020204030204" pitchFamily="49" charset="0"/>
              </a:rPr>
              <a:t>boolean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defaults to 'false'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pool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pool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workspace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clean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C3E88D"/>
                </a:solidFill>
                <a:latin typeface="Consolas" panose="020B0609020204030204" pitchFamily="49" charset="0"/>
              </a:rPr>
              <a:t>outputs | resources | all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clean up before the job runs</a:t>
            </a:r>
            <a:endParaRPr lang="en-IN" sz="16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variables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define variable</a:t>
            </a:r>
          </a:p>
          <a:p>
            <a:r>
              <a:rPr lang="en-IN" sz="1600" dirty="0">
                <a:solidFill>
                  <a:srgbClr val="F07178"/>
                </a:solidFill>
                <a:latin typeface="Consolas" panose="020B0609020204030204" pitchFamily="49" charset="0"/>
              </a:rPr>
              <a:t>  steps</a:t>
            </a:r>
            <a:r>
              <a:rPr lang="en-IN" sz="16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600" dirty="0">
                <a:solidFill>
                  <a:srgbClr val="EEFFFF"/>
                </a:solidFill>
                <a:latin typeface="Consolas" panose="020B0609020204030204" pitchFamily="49" charset="0"/>
              </a:rPr>
              <a:t> [] </a:t>
            </a:r>
            <a:r>
              <a:rPr lang="en-IN" sz="1600" i="1" dirty="0">
                <a:solidFill>
                  <a:srgbClr val="545454"/>
                </a:solidFill>
                <a:latin typeface="Consolas" panose="020B0609020204030204" pitchFamily="49" charset="0"/>
              </a:rPr>
              <a:t># define variable</a:t>
            </a:r>
            <a:endParaRPr lang="en-IN" sz="1600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0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2B2-C7A3-4C96-8A1E-0CE6F2192EF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Pipeline: Steps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C76BA-88DB-4C0D-8FBD-4E7581C41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29766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/>
              <a:t>A step is a linear sequence of operations to make a job. 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Each step runs in its own process on an agent and has access to the pipeline workspace. 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Environment variables aren't preserved between steps but file system changes preserved.</a:t>
            </a:r>
            <a:endParaRPr lang="en-IN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138B1-3E90-42E0-82F6-3351F309DB16}"/>
              </a:ext>
            </a:extLst>
          </p:cNvPr>
          <p:cNvSpPr/>
          <p:nvPr/>
        </p:nvSpPr>
        <p:spPr>
          <a:xfrm>
            <a:off x="730370" y="4780138"/>
            <a:ext cx="10955547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steps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script | bash |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pwsh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 |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powershell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 | checkout | task |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templateReference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]</a:t>
            </a:r>
            <a:endParaRPr lang="en-IN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9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AE6A7-3BC6-48A8-B780-76D14291DE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An agent is a software that runs one job at a time.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To build your code or deploy your code using Azure Pipelines, you need at least one agent.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Jobs can be run directly on the host machine of the agent or in a container.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Two Types of agents : Microsoft-hosted agents, Self-hosted agents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1048-C9BB-4EAF-B6B8-B8EE19F46D8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63166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1048-C9BB-4EAF-B6B8-B8EE19F46D8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Microsoft-hosted agents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AE6A7-3BC6-48A8-B780-76D14291D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955631" cy="487762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With Microsoft-hosted agents, maintenance and upgrades are taken care of by Microsoft.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Each time you run a pipeline, you get a fresh virtual machine.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virtual machine is discarded after one use.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Microsoft-hosted agents can run jobs directly on the VM or in a container.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2A8BE-D584-4779-94D2-7B878FAE75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5"/>
          <a:stretch/>
        </p:blipFill>
        <p:spPr>
          <a:xfrm>
            <a:off x="6641827" y="1593669"/>
            <a:ext cx="5550173" cy="451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8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AE6A7-3BC6-48A8-B780-76D14291DE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/>
              <a:t>An agent that you set up and manage to run jobs. 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Self-hosted agents give you more control to install dependent software needed for your builds and deployments. 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A Self-hosted can be installed on Linux, macOS, Windows machines or Docker container.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1048-C9BB-4EAF-B6B8-B8EE19F46D8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Self-hosted agents</a:t>
            </a:r>
          </a:p>
        </p:txBody>
      </p:sp>
    </p:spTree>
    <p:extLst>
      <p:ext uri="{BB962C8B-B14F-4D97-AF65-F5344CB8AC3E}">
        <p14:creationId xmlns:p14="http://schemas.microsoft.com/office/powerpoint/2010/main" val="34313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B4A57-4B6C-6F9D-8F10-A21F0D16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F1A1BE-447C-F374-5471-C007D0F041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Custom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0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B3788-A202-4E5D-A14A-B82C1B4885E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Steps to Configure a Custom Agent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F303373-8617-47B9-8DBB-442B6FB217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668383"/>
              </p:ext>
            </p:extLst>
          </p:nvPr>
        </p:nvGraphicFramePr>
        <p:xfrm>
          <a:off x="644880" y="1408956"/>
          <a:ext cx="10102211" cy="2464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0D3B40-6E55-4905-BB3B-6E37D4E137FA}"/>
              </a:ext>
            </a:extLst>
          </p:cNvPr>
          <p:cNvSpPr txBox="1"/>
          <p:nvPr/>
        </p:nvSpPr>
        <p:spPr>
          <a:xfrm>
            <a:off x="629049" y="3733314"/>
            <a:ext cx="6604508" cy="2369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&gt; C:\CustomAgent&gt;config</a:t>
            </a:r>
          </a:p>
          <a:p>
            <a:r>
              <a:rPr lang="en-IN" sz="1600" dirty="0"/>
              <a:t>&gt; Enter server </a:t>
            </a:r>
            <a:r>
              <a:rPr lang="en-IN" sz="1600" dirty="0" err="1"/>
              <a:t>Url</a:t>
            </a:r>
            <a:r>
              <a:rPr lang="en-IN" sz="1600" dirty="0"/>
              <a:t> &gt; https://dev.azure.com/dnttestorg</a:t>
            </a:r>
          </a:p>
          <a:p>
            <a:r>
              <a:rPr lang="en-IN" sz="1600" dirty="0"/>
              <a:t>&gt; Enter personal access token &gt; vcrqdthhpmskije7rygnai2grrzet4ock7e4cm</a:t>
            </a:r>
          </a:p>
          <a:p>
            <a:r>
              <a:rPr lang="en-IN" sz="1600" dirty="0"/>
              <a:t>&gt; Enter agent pool &gt; Demo Pool  </a:t>
            </a:r>
          </a:p>
          <a:p>
            <a:r>
              <a:rPr lang="en-IN" sz="1600" dirty="0"/>
              <a:t>&gt; Enter agent name &gt; </a:t>
            </a:r>
            <a:r>
              <a:rPr lang="en-IN" sz="1600" dirty="0" err="1"/>
              <a:t>MyDemoVm</a:t>
            </a:r>
            <a:endParaRPr lang="en-IN" sz="1600" dirty="0"/>
          </a:p>
          <a:p>
            <a:r>
              <a:rPr lang="en-IN" sz="1600" dirty="0"/>
              <a:t>&gt; Enter work folder &gt; C:\CustomAgent\workdir</a:t>
            </a:r>
          </a:p>
          <a:p>
            <a:r>
              <a:rPr lang="en-IN" sz="1600" dirty="0"/>
              <a:t>-- If it’s offline</a:t>
            </a:r>
          </a:p>
          <a:p>
            <a:r>
              <a:rPr lang="en-IN" sz="1600" dirty="0"/>
              <a:t>&gt; C:/CustomAgent&gt; run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B8AD8B-6A2F-41A2-9341-8739DA4B0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2289" y="3429000"/>
            <a:ext cx="4158938" cy="277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7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10A511-CD68-503D-52A9-CA5197C9709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Setting Custom Agent in Pipeline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E9084-57DF-76E9-14BD-AF642FB59097}"/>
              </a:ext>
            </a:extLst>
          </p:cNvPr>
          <p:cNvSpPr txBox="1"/>
          <p:nvPr/>
        </p:nvSpPr>
        <p:spPr>
          <a:xfrm>
            <a:off x="493295" y="1589038"/>
            <a:ext cx="10038634" cy="36933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# ASP.NET Core Build Pipeline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trigger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master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pool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DefaultPool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# Name of the custom agent pool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vmImage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'custom-agent' 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# Name of the custom agent</a:t>
            </a:r>
          </a:p>
          <a:p>
            <a:endParaRPr lang="en-US" dirty="0">
              <a:solidFill>
                <a:srgbClr val="6A9955"/>
              </a:solidFill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variables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projectPath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'$(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Build.SourcesDirectory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)/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ePizzaHub.UI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/*.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csproj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testProjectPath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'$(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Build.SourcesDirectory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)/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ePizzaHub.UI.Test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/*.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csproj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buildPlatform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'Any CPU'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buildConfiguration</a:t>
            </a:r>
            <a:r>
              <a:rPr lang="en-US" b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'Release'</a:t>
            </a:r>
            <a:endParaRPr lang="en-US" b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95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12D9D-6825-4A79-A616-679A57CBF6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IN" sz="3200" dirty="0"/>
              <a:t>Agent variables - </a:t>
            </a:r>
            <a:r>
              <a:rPr lang="en-IN" sz="2800" dirty="0" err="1"/>
              <a:t>Agent.BuildDirectory</a:t>
            </a:r>
            <a:r>
              <a:rPr lang="en-IN" sz="2800" dirty="0"/>
              <a:t>, </a:t>
            </a:r>
            <a:r>
              <a:rPr lang="en-IN" sz="2800" dirty="0" err="1"/>
              <a:t>Agent.JobStatus</a:t>
            </a:r>
            <a:r>
              <a:rPr lang="en-IN" sz="2800" dirty="0"/>
              <a:t>, </a:t>
            </a:r>
            <a:r>
              <a:rPr lang="en-IN" sz="2800" dirty="0" err="1"/>
              <a:t>Agent.Name</a:t>
            </a:r>
            <a:r>
              <a:rPr lang="en-IN" sz="2800" dirty="0"/>
              <a:t> etc.</a:t>
            </a:r>
            <a:endParaRPr lang="en-IN" sz="3200" dirty="0"/>
          </a:p>
          <a:p>
            <a:pPr>
              <a:lnSpc>
                <a:spcPct val="100000"/>
              </a:lnSpc>
            </a:pPr>
            <a:r>
              <a:rPr lang="en-IN" sz="3200" dirty="0"/>
              <a:t>Build variables - </a:t>
            </a:r>
            <a:r>
              <a:rPr lang="en-IN" sz="2800" dirty="0" err="1"/>
              <a:t>Build.ArtifactStagingDirectory</a:t>
            </a:r>
            <a:r>
              <a:rPr lang="en-IN" sz="2800" dirty="0"/>
              <a:t>, </a:t>
            </a:r>
            <a:r>
              <a:rPr lang="en-IN" sz="2800" dirty="0" err="1"/>
              <a:t>Build.BuildNumber</a:t>
            </a:r>
            <a:r>
              <a:rPr lang="en-IN" sz="2800" dirty="0"/>
              <a:t> etc.</a:t>
            </a:r>
            <a:endParaRPr lang="en-IN" sz="3200" dirty="0"/>
          </a:p>
          <a:p>
            <a:pPr>
              <a:lnSpc>
                <a:spcPct val="100000"/>
              </a:lnSpc>
            </a:pPr>
            <a:r>
              <a:rPr lang="en-IN" sz="3200" dirty="0"/>
              <a:t>Pipeline variables - </a:t>
            </a:r>
            <a:r>
              <a:rPr lang="en-IN" sz="2800" dirty="0" err="1"/>
              <a:t>Pipeline.Workspace</a:t>
            </a:r>
            <a:endParaRPr lang="en-IN" sz="3200" dirty="0"/>
          </a:p>
          <a:p>
            <a:pPr>
              <a:lnSpc>
                <a:spcPct val="100000"/>
              </a:lnSpc>
            </a:pPr>
            <a:r>
              <a:rPr lang="en-IN" sz="3200" dirty="0"/>
              <a:t>Deployment job variables - </a:t>
            </a:r>
            <a:r>
              <a:rPr lang="en-IN" sz="2800" dirty="0" err="1"/>
              <a:t>Environment.Name</a:t>
            </a:r>
            <a:r>
              <a:rPr lang="en-IN" sz="2800" dirty="0"/>
              <a:t>, </a:t>
            </a:r>
            <a:r>
              <a:rPr lang="en-IN" sz="2800" dirty="0" err="1"/>
              <a:t>Environment.Id</a:t>
            </a:r>
            <a:r>
              <a:rPr lang="en-IN" sz="2800" dirty="0"/>
              <a:t> etc.</a:t>
            </a:r>
            <a:endParaRPr lang="en-IN" sz="3200" dirty="0"/>
          </a:p>
          <a:p>
            <a:pPr>
              <a:lnSpc>
                <a:spcPct val="100000"/>
              </a:lnSpc>
            </a:pPr>
            <a:r>
              <a:rPr lang="en-IN" sz="3200" dirty="0"/>
              <a:t>System variables -</a:t>
            </a:r>
            <a:r>
              <a:rPr lang="en-IN" sz="2800" dirty="0"/>
              <a:t> </a:t>
            </a:r>
            <a:r>
              <a:rPr lang="en-IN" sz="2800" dirty="0" err="1"/>
              <a:t>System.JobName</a:t>
            </a:r>
            <a:r>
              <a:rPr lang="en-IN" sz="2800" dirty="0"/>
              <a:t>, </a:t>
            </a:r>
            <a:r>
              <a:rPr lang="en-IN" sz="2800" dirty="0" err="1"/>
              <a:t>System.StageName</a:t>
            </a:r>
            <a:r>
              <a:rPr lang="en-IN" sz="2800" dirty="0"/>
              <a:t> etc.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800" dirty="0"/>
              <a:t>Reference: </a:t>
            </a:r>
            <a:r>
              <a:rPr lang="en-IN" sz="24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https://docs.microsoft.com/en-us/azure/devops/pipelines/build/variables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3F3C0-6263-4AA5-9BEF-05249DCD375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Azure Pipeline Built-In Variables</a:t>
            </a:r>
          </a:p>
        </p:txBody>
      </p:sp>
    </p:spTree>
    <p:extLst>
      <p:ext uri="{BB962C8B-B14F-4D97-AF65-F5344CB8AC3E}">
        <p14:creationId xmlns:p14="http://schemas.microsoft.com/office/powerpoint/2010/main" val="40972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3F3C0-6263-4AA5-9BEF-05249DCD375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Variable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12D9D-6825-4A79-A616-679A57CBF6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At the root level, to make it available to all jobs in the pipeline.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At the stage level, to make it available only to a specific stage.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At the job level, to make it available only to a specific job.</a:t>
            </a:r>
            <a:endParaRPr lang="en-IN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FB91FE-46B5-4D65-8EC9-3D0639BBA4EB}"/>
              </a:ext>
            </a:extLst>
          </p:cNvPr>
          <p:cNvSpPr/>
          <p:nvPr/>
        </p:nvSpPr>
        <p:spPr>
          <a:xfrm>
            <a:off x="803283" y="3281578"/>
            <a:ext cx="609600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variables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i="1" dirty="0">
                <a:solidFill>
                  <a:srgbClr val="545454"/>
                </a:solidFill>
                <a:latin typeface="Consolas" panose="020B0609020204030204" pitchFamily="49" charset="0"/>
              </a:rPr>
              <a:t># a regular variable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myvariable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value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myvalue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i="1" dirty="0">
                <a:solidFill>
                  <a:srgbClr val="545454"/>
                </a:solidFill>
                <a:latin typeface="Consolas" panose="020B0609020204030204" pitchFamily="49" charset="0"/>
              </a:rPr>
              <a:t># a variable group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group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myvariablegroup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i="1" dirty="0">
                <a:solidFill>
                  <a:srgbClr val="545454"/>
                </a:solidFill>
                <a:latin typeface="Consolas" panose="020B0609020204030204" pitchFamily="49" charset="0"/>
              </a:rPr>
              <a:t># a reference to a variable template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template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myvariabletemplate.yml</a:t>
            </a:r>
            <a:endParaRPr lang="en-IN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3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7E9F4-2117-47B5-8C9E-C2A527EF873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Types of Builds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FEF11A5-D096-414D-96AD-7E7305E44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331527"/>
              </p:ext>
            </p:extLst>
          </p:nvPr>
        </p:nvGraphicFramePr>
        <p:xfrm>
          <a:off x="640538" y="717562"/>
          <a:ext cx="9424547" cy="2713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B3EBD4B-2348-4B99-B06F-1BB5694718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28890"/>
              </p:ext>
            </p:extLst>
          </p:nvPr>
        </p:nvGraphicFramePr>
        <p:xfrm>
          <a:off x="640537" y="2400441"/>
          <a:ext cx="9424547" cy="2371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E402FF4D-307C-4A28-91A4-88D06CD56A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4165080"/>
              </p:ext>
            </p:extLst>
          </p:nvPr>
        </p:nvGraphicFramePr>
        <p:xfrm>
          <a:off x="640537" y="4016687"/>
          <a:ext cx="9424547" cy="2371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54229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21" grpId="0">
        <p:bldAsOne/>
      </p:bldGraphic>
      <p:bldGraphic spid="22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 Pipelines For .NET Core</a:t>
            </a:r>
          </a:p>
        </p:txBody>
      </p:sp>
    </p:spTree>
    <p:extLst>
      <p:ext uri="{BB962C8B-B14F-4D97-AF65-F5344CB8AC3E}">
        <p14:creationId xmlns:p14="http://schemas.microsoft.com/office/powerpoint/2010/main" val="137956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ADD5F-AA81-49FB-B65C-3BB471D932E5}"/>
              </a:ext>
            </a:extLst>
          </p:cNvPr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Consolas" panose="020B0609020204030204" pitchFamily="49" charset="0"/>
              </a:rPr>
              <a:t># ASP.NET Core Build Pipeline</a:t>
            </a:r>
          </a:p>
          <a:p>
            <a:endParaRPr lang="en-IN" sz="600" dirty="0">
              <a:solidFill>
                <a:srgbClr val="3DC9B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trigger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-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master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b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pool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vmImage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ubuntu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-latest'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IN" sz="1600" dirty="0">
                <a:solidFill>
                  <a:srgbClr val="13A10E"/>
                </a:solidFill>
                <a:latin typeface="Consolas" panose="020B0609020204030204" pitchFamily="49" charset="0"/>
              </a:rPr>
              <a:t>#vmImage: 'windows-latest'</a:t>
            </a:r>
          </a:p>
          <a:p>
            <a:b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variables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buildConfiguration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'Release'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b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steps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-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script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dotnet build --configuration $(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buildConfiguration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)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displayName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'dotnet build $(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buildConfiguration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)'</a:t>
            </a:r>
          </a:p>
          <a:p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-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task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DotNetCoreCLI@2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inputs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command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'publish'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publishWebProjects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arguments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'--configuration $(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buildConfiguration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) --output $(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)’</a:t>
            </a:r>
          </a:p>
          <a:p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    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zipAfterPublish</a:t>
            </a:r>
            <a:r>
              <a:rPr lang="en-IN" sz="16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true</a:t>
            </a:r>
          </a:p>
          <a:p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 	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-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task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PublishBuildArtifacts@1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</a:t>
            </a:r>
            <a:r>
              <a:rPr lang="en-IN" sz="1600" dirty="0">
                <a:solidFill>
                  <a:srgbClr val="3DC9B0"/>
                </a:solidFill>
                <a:latin typeface="Consolas" panose="020B0609020204030204" pitchFamily="49" charset="0"/>
              </a:rPr>
              <a:t>inputs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PathtoPublish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'$(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)'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ArtifactName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'drop'</a:t>
            </a:r>
            <a:endParaRPr lang="en-IN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    </a:t>
            </a:r>
            <a:r>
              <a:rPr lang="en-IN" sz="1600" dirty="0" err="1">
                <a:solidFill>
                  <a:srgbClr val="3DC9B0"/>
                </a:solidFill>
                <a:latin typeface="Consolas" panose="020B0609020204030204" pitchFamily="49" charset="0"/>
              </a:rPr>
              <a:t>publishLocation</a:t>
            </a:r>
            <a:r>
              <a:rPr lang="en-IN" sz="1600" dirty="0">
                <a:solidFill>
                  <a:srgbClr val="FFFFFF"/>
                </a:solidFill>
                <a:latin typeface="Consolas" panose="020B0609020204030204" pitchFamily="49" charset="0"/>
              </a:rPr>
              <a:t>: 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'Container'</a:t>
            </a:r>
          </a:p>
        </p:txBody>
      </p:sp>
    </p:spTree>
    <p:extLst>
      <p:ext uri="{BB962C8B-B14F-4D97-AF65-F5344CB8AC3E}">
        <p14:creationId xmlns:p14="http://schemas.microsoft.com/office/powerpoint/2010/main" val="16885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ADD5F-AA81-49FB-B65C-3BB471D932E5}"/>
              </a:ext>
            </a:extLst>
          </p:cNvPr>
          <p:cNvSpPr/>
          <p:nvPr/>
        </p:nvSpPr>
        <p:spPr>
          <a:xfrm>
            <a:off x="0" y="0"/>
            <a:ext cx="12192000" cy="72327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 ASP.NET Core with Tests </a:t>
            </a:r>
            <a:r>
              <a:rPr lang="en-IN" sz="1600" dirty="0">
                <a:solidFill>
                  <a:srgbClr val="00B050"/>
                </a:solidFill>
                <a:latin typeface="Consolas" panose="020B0609020204030204" pitchFamily="49" charset="0"/>
              </a:rPr>
              <a:t>Build Pipeline</a:t>
            </a: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trigger:</a:t>
            </a: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master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pool: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'ubuntu-latest'</a:t>
            </a:r>
          </a:p>
          <a:p>
            <a:endParaRPr lang="en-US" sz="1400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variables:</a:t>
            </a: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'Release'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steps:</a:t>
            </a: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- script: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dotnet build --configuration $(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'dotnet build $(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)’</a:t>
            </a:r>
          </a:p>
          <a:p>
            <a:endParaRPr lang="en-US" sz="1400" b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- task: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DotNetCoreCLI@2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Test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inputs: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command: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'test'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projects: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'**/*[Tt]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ests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/*.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csproj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endParaRPr lang="en-US" sz="1400" b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- task: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DotNetCoreCLI@2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Publish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inputs: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command: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'publish'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publishWebProjects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true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arguments: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'--configuration $(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) --output $(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)’</a:t>
            </a:r>
          </a:p>
          <a:p>
            <a:endParaRPr lang="en-US" sz="1400" b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- task: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PublishBuildArtifacts@1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inputs: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)'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'drop'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400" b="0" dirty="0">
                <a:solidFill>
                  <a:srgbClr val="00CC99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'Container'</a:t>
            </a:r>
          </a:p>
        </p:txBody>
      </p:sp>
    </p:spTree>
    <p:extLst>
      <p:ext uri="{BB962C8B-B14F-4D97-AF65-F5344CB8AC3E}">
        <p14:creationId xmlns:p14="http://schemas.microsoft.com/office/powerpoint/2010/main" val="2230372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Azure SQL Database YAML Pipeline</a:t>
            </a:r>
          </a:p>
        </p:txBody>
      </p:sp>
    </p:spTree>
    <p:extLst>
      <p:ext uri="{BB962C8B-B14F-4D97-AF65-F5344CB8AC3E}">
        <p14:creationId xmlns:p14="http://schemas.microsoft.com/office/powerpoint/2010/main" val="3799604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Creating Database Project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9579" y="1576598"/>
            <a:ext cx="5276209" cy="40960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36101"/>
          <a:stretch/>
        </p:blipFill>
        <p:spPr>
          <a:xfrm>
            <a:off x="6682757" y="1576598"/>
            <a:ext cx="5076106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FB19B9-5A64-4644-8A88-4B09DB0CDD62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SQL Server Database YAML Pipeline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master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'windows-latest'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sqlProjectPath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Build.SourcesDirectory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ePizzaHub.SQLDb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/*.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sqlproj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MSBuild@1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'Build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Project'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sqlProjectPath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)’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CopyFiles@2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'Copy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Dacpac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File to Artifact'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SourceFolder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agent.builddirectory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'**/*.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dacpac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TargetFolder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)’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PublishBuildArtifacts@1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Publsihing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Artifact'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'drop'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'Container’</a:t>
            </a:r>
          </a:p>
          <a:p>
            <a:endParaRPr lang="en-US" sz="14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523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0B68E3-0447-A81E-91F8-DC22494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A3707B-0CBF-270F-7146-78FCCC169A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Classical Release Pipeline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250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ACA81-8983-4485-BC43-B006449B2EB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Classical Release pipeline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D75C2-7108-4DF0-8165-7C566B90A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90" y="3919001"/>
            <a:ext cx="8411404" cy="212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64491B9-846F-6EBA-E049-201531B27851}"/>
              </a:ext>
            </a:extLst>
          </p:cNvPr>
          <p:cNvGrpSpPr/>
          <p:nvPr/>
        </p:nvGrpSpPr>
        <p:grpSpPr>
          <a:xfrm>
            <a:off x="642790" y="1484363"/>
            <a:ext cx="7954204" cy="2232694"/>
            <a:chOff x="642789" y="1484363"/>
            <a:chExt cx="8166475" cy="22740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8C221D-2988-8B0C-B654-EBF9998C8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789" y="1484363"/>
              <a:ext cx="8166475" cy="196054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9C25C0-7BA6-3C9D-C645-29957A3DC113}"/>
                </a:ext>
              </a:extLst>
            </p:cNvPr>
            <p:cNvSpPr txBox="1"/>
            <p:nvPr/>
          </p:nvSpPr>
          <p:spPr>
            <a:xfrm>
              <a:off x="3286909" y="3444907"/>
              <a:ext cx="2569988" cy="313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Enable on Project Settings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94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 and Release Pipelines For .NET Core</a:t>
            </a:r>
          </a:p>
        </p:txBody>
      </p:sp>
    </p:spTree>
    <p:extLst>
      <p:ext uri="{BB962C8B-B14F-4D97-AF65-F5344CB8AC3E}">
        <p14:creationId xmlns:p14="http://schemas.microsoft.com/office/powerpoint/2010/main" val="3332261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ADD5F-AA81-49FB-B65C-3BB471D932E5}"/>
              </a:ext>
            </a:extLst>
          </p:cNvPr>
          <p:cNvSpPr/>
          <p:nvPr/>
        </p:nvSpPr>
        <p:spPr>
          <a:xfrm>
            <a:off x="0" y="0"/>
            <a:ext cx="12192000" cy="70326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  <a:latin typeface="Consolas" panose="020B0609020204030204" pitchFamily="49" charset="0"/>
              </a:rPr>
              <a:t># ASP.NET Core Build &amp; Release Pipeline: For changing Connection String in </a:t>
            </a:r>
            <a:r>
              <a:rPr lang="en-IN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appsettings.json</a:t>
            </a:r>
            <a:r>
              <a:rPr lang="en-IN" sz="1000" dirty="0">
                <a:solidFill>
                  <a:srgbClr val="00B050"/>
                </a:solidFill>
                <a:latin typeface="Consolas" panose="020B0609020204030204" pitchFamily="49" charset="0"/>
              </a:rPr>
              <a:t> create variable at pipeline level as shown in pic</a:t>
            </a:r>
          </a:p>
          <a:p>
            <a:endParaRPr lang="en-IN" sz="100" dirty="0">
              <a:solidFill>
                <a:srgbClr val="3DC9B0"/>
              </a:solidFill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master</a:t>
            </a:r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'windows-latest'</a:t>
            </a:r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projectPath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Build.SourcesDirectory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ePizzaHub.UI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/*.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csproj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'Release'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DotNetCoreCLI@2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'Build Code'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'build'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projectPath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'--configuration 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DotNetCoreCLI@2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'Publish Code'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'publish'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publishWebProjects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'--configuration 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buildConfiguration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 --output 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FileTransform@2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folderPath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)/**.zip’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enableXmlTransform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false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enableJsonTransform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 true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jsonTargetFiles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'**/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appsettings.json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PublishBuildArtifacts@1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'Publishing to Artifact'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'drop'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'Container'</a:t>
            </a:r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AzureRmWebAppDeployment@4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ConnectionType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azureSubscription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'Azure Subscription (4cc400bc-8706-4682-b513-3a847ab32c7f)'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appType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webApp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ePizzaHubApp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deployToSlotOrASE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ResourceGroupName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ScholarRg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SlotName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'staging'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packageForLinux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)/**/*.zip'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C3854-7464-DE49-E9E1-3EF63AE7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228" y="824593"/>
            <a:ext cx="3742784" cy="253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9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 and Release Pipelines For Angular/React</a:t>
            </a:r>
          </a:p>
        </p:txBody>
      </p:sp>
    </p:spTree>
    <p:extLst>
      <p:ext uri="{BB962C8B-B14F-4D97-AF65-F5344CB8AC3E}">
        <p14:creationId xmlns:p14="http://schemas.microsoft.com/office/powerpoint/2010/main" val="1561366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C8ABCC-3F7A-4016-9C71-7FF063D4BED6}"/>
              </a:ext>
            </a:extLst>
          </p:cNvPr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1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# Angular14 Deployment on Windows VM for Build and Release Combined Pipeline</a:t>
            </a:r>
          </a:p>
          <a:p>
            <a:br>
              <a:rPr lang="en-IN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master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NodeTool@0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versionSource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'spec'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versionSpec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'16.x'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checkLatest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 Node.js'</a:t>
            </a: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-g @angular/cli@14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ng build --output-path=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and build'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ArchiveFiles@2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rootFolderOrFile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includeRootFolder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Build.BuildId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).zip'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replaceExistingArchive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PublishBuildArtifacts@1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'drop'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AzureRmWebAppDeployment@4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ConnectionType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azureSubscription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'Azure Subscription(4cc400bc-8706-4682-b513-3a847ab32c7f)'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appType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webApp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scholarapp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packageForLinux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)/**/*.zip'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4A714-593D-4042-838A-904F89A0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234" y="885470"/>
            <a:ext cx="6099766" cy="34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1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7811-2855-7007-D2FE-4FAF5D33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19922-1111-22F3-F8E5-7F3E834D9032}"/>
              </a:ext>
            </a:extLst>
          </p:cNvPr>
          <p:cNvSpPr/>
          <p:nvPr/>
        </p:nvSpPr>
        <p:spPr>
          <a:xfrm>
            <a:off x="0" y="0"/>
            <a:ext cx="12192000" cy="78576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1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# Node.js with Angular19 on Windows WebApp for Build and Release Combined Pipeline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master</a:t>
            </a: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ubuntu-latest</a:t>
            </a: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NodeTool@0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versionSpec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'20.x'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 Node.js'</a:t>
            </a: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-g @angular/cli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ng build --configuration=production --output-path=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and build'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ArchiveFiles@2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rootFolderOrFile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/browser'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includeRootFolder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Build.BuildId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).zip'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replaceExistingArchive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PublishBuildArtifacts@1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'drop'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AzureWebApp@1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azureSubscription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'Azure Subscription(4cc400bc-8706-4682-b513-3a847ab32c7f)'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appType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webApp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angularappwin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)/**/*.zip'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deploymentMethod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'auto'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370A6-85F8-522F-F8FE-55F9FF3BB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234" y="885470"/>
            <a:ext cx="6099766" cy="34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88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C8ABCC-3F7A-4016-9C71-7FF063D4BED6}"/>
              </a:ext>
            </a:extLst>
          </p:cNvPr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1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# Node.js with React for Build and Release Combined Pipeline</a:t>
            </a:r>
          </a:p>
          <a:p>
            <a:endParaRPr lang="en-IN" sz="1100" b="0" dirty="0">
              <a:solidFill>
                <a:srgbClr val="13A10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master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vmImage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NodeTool@0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versionSpec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'16.x'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 Node.js'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run build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and build’</a:t>
            </a:r>
          </a:p>
          <a:p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ArchiveFiles@2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rootFolderOrFile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'build'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includeRootFolder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archiveFile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Build.BuildId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).zip’</a:t>
            </a:r>
          </a:p>
          <a:p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replaceExistingArchive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PublishBuildArtifacts@1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PathtoPublish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ArtifactName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'drop'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publishLocation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'Container’</a:t>
            </a:r>
          </a:p>
          <a:p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AzureRmWebAppDeployment@4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ConnectionType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AzureRM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azureSubscription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'Azure Subscription(4cc400bc-8706-4682-b513-3a847ab32c7f)'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appType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webApp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scholarapp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packageForLinux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'$(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Build.ArtifactStagingDirectory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)/**/*.zip'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15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 Pipelines For Node.js</a:t>
            </a:r>
          </a:p>
        </p:txBody>
      </p:sp>
    </p:spTree>
    <p:extLst>
      <p:ext uri="{BB962C8B-B14F-4D97-AF65-F5344CB8AC3E}">
        <p14:creationId xmlns:p14="http://schemas.microsoft.com/office/powerpoint/2010/main" val="3055548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EFE67A-7EE3-4A74-8261-C363F2909D7B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# Angular/React with Node.js server setup</a:t>
            </a:r>
            <a:br>
              <a:rPr lang="en-IN" sz="14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path = require(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'path'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express = require(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app = express();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staticPath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path.join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'/client/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dirty="0" err="1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IN" sz="1400" b="0" dirty="0">
                <a:solidFill>
                  <a:srgbClr val="13A10E"/>
                </a:solidFill>
                <a:effectLst/>
                <a:latin typeface="Consolas" panose="020B0609020204030204" pitchFamily="49" charset="0"/>
              </a:rPr>
              <a:t> or build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express.static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staticPath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All other GET requests not handled before will return our app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res)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res.sendFile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path.resolve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staticPath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'index.html'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Allows you to set port in the project properties.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 = 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process.env.PORT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app.set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'port'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port);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server = 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app.listen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'port'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`listening: http://localhost: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249D9-2FCE-04AD-9BE8-3A5CC3E482F5}"/>
              </a:ext>
            </a:extLst>
          </p:cNvPr>
          <p:cNvSpPr txBox="1"/>
          <p:nvPr/>
        </p:nvSpPr>
        <p:spPr>
          <a:xfrm>
            <a:off x="6096001" y="3318570"/>
            <a:ext cx="6096000" cy="35394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smartschool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"1.0.0"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"server.js"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"scripts"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"node server.js"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"build"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"cd client &amp;&amp;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install &amp;&amp;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run build"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"author"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"license"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"ISC"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"dependencies"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"express"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"^4.17.3"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"path"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"^0.12.7"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6986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 Pipeline with Stages</a:t>
            </a:r>
          </a:p>
        </p:txBody>
      </p:sp>
    </p:spTree>
    <p:extLst>
      <p:ext uri="{BB962C8B-B14F-4D97-AF65-F5344CB8AC3E}">
        <p14:creationId xmlns:p14="http://schemas.microsoft.com/office/powerpoint/2010/main" val="497624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ADD5F-AA81-49FB-B65C-3BB471D932E5}"/>
              </a:ext>
            </a:extLst>
          </p:cNvPr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# ASP.NET Core Stages</a:t>
            </a:r>
          </a:p>
          <a:p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trigger:</a:t>
            </a:r>
          </a:p>
          <a:p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- main</a:t>
            </a:r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pool: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vmImage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 'ubuntu-latest'</a:t>
            </a:r>
          </a:p>
          <a:p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variables: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buildConfiguration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'Release'</a:t>
            </a:r>
          </a:p>
          <a:p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- stage: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Dev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jobs:</a:t>
            </a:r>
          </a:p>
          <a:p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    - job:  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     steps: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 - script: 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dotnet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 build --configuration $(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buildConfiguration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displayName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dotnet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 build $(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buildConfiguration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)'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 - task: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DotNetCoreCLI@2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inputs: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command: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'publish'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publishWebProjects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arguments: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'--configuration $(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BuildConfiguration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) --output $(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)'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- task: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PublishBuildArtifacts@1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inputs: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PathtoPublish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: 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'$(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Build.ArtifactStagingDirectory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)'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ArtifactName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 'drop'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          </a:t>
            </a:r>
            <a:r>
              <a:rPr lang="en-US" sz="1600" dirty="0" err="1">
                <a:solidFill>
                  <a:srgbClr val="00CC99"/>
                </a:solidFill>
                <a:latin typeface="Consolas" panose="020B0609020204030204" pitchFamily="49" charset="0"/>
              </a:rPr>
              <a:t>publishLocation</a:t>
            </a:r>
            <a:r>
              <a:rPr lang="en-US" sz="1600" dirty="0">
                <a:solidFill>
                  <a:srgbClr val="00CC99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 'Container’</a:t>
            </a:r>
          </a:p>
          <a:p>
            <a:endParaRPr lang="en-US" sz="160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9954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ARM </a:t>
            </a:r>
            <a:r>
              <a:rPr lang="en-US"/>
              <a:t>Templates Based CI/CD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268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ADD5F-AA81-49FB-B65C-3BB471D932E5}"/>
              </a:ext>
            </a:extLst>
          </p:cNvPr>
          <p:cNvSpPr/>
          <p:nvPr/>
        </p:nvSpPr>
        <p:spPr>
          <a:xfrm>
            <a:off x="1" y="0"/>
            <a:ext cx="5592536" cy="68634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1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azuredeploy.json</a:t>
            </a:r>
            <a:r>
              <a:rPr lang="en-US" sz="11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: part-1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"$schema"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"https://schema.management.azure.com/schemas/2019-04-01/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deploymentTemplate.json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contentVersion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"1.0.0.0"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"parameters"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 of the Web App"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appServicePlanName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 of the App Service Plan"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skuName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"S1"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"SKU Name"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skuTier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"Standard"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"SKU Tier"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skuCapacity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"int"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"SKU Capacity"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8388E5-B76D-8754-7725-6E64D319C047}"/>
              </a:ext>
            </a:extLst>
          </p:cNvPr>
          <p:cNvSpPr/>
          <p:nvPr/>
        </p:nvSpPr>
        <p:spPr>
          <a:xfrm>
            <a:off x="5660571" y="0"/>
            <a:ext cx="6531429" cy="69249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azuredeploy.json</a:t>
            </a:r>
            <a:r>
              <a:rPr lang="en-US" sz="12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: part-2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"resources"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    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Microsoft.Web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serverfarms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"2021-02-01"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appServicePlanName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"location"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resourceGroup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skuName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"tier"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skuTier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"capacity"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skuCapacity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"properties"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"reserved"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perSiteScaling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maximumElasticWorkerCount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elasticScaleEnabled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Microsoft.Web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/sites"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"2021-02-01"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"location"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resourceGroup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"kind"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dependsOn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resourceId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Microsoft.Web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serverfarms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appServicePlanName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"properties"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serverFarmId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resourceId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Microsoft.Web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serverfarms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appServicePlanName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45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388E5-B76D-8754-7725-6E64D319C047}"/>
              </a:ext>
            </a:extLst>
          </p:cNvPr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azuredeploy.parameters.json</a:t>
            </a:r>
            <a:endParaRPr lang="en-US" sz="16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"$schema"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"https://schema.management.azure.com/schemas/2019-04-01/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deploymentParameters.json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contentVersion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"1.0.0.0"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"parameters"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webAppName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epizzahub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appServicePlanName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epizzahub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-service-plan"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skuName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"S1"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skuTier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"Standard"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skuCapacity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SQL Server Database Classical Build &amp; Release Pipeline</a:t>
            </a:r>
          </a:p>
        </p:txBody>
      </p:sp>
    </p:spTree>
    <p:extLst>
      <p:ext uri="{BB962C8B-B14F-4D97-AF65-F5344CB8AC3E}">
        <p14:creationId xmlns:p14="http://schemas.microsoft.com/office/powerpoint/2010/main" val="37047445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Creating SQL Database Project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98379" y="1268413"/>
            <a:ext cx="6281979" cy="487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36101"/>
          <a:stretch/>
        </p:blipFill>
        <p:spPr>
          <a:xfrm>
            <a:off x="7115894" y="1576598"/>
            <a:ext cx="5076106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63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725" y="2643765"/>
            <a:ext cx="6251275" cy="37077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Database Build Pipeline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9445"/>
          <a:stretch/>
        </p:blipFill>
        <p:spPr>
          <a:xfrm>
            <a:off x="412783" y="2334045"/>
            <a:ext cx="7058025" cy="36313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179" t="4979" b="50592"/>
          <a:stretch/>
        </p:blipFill>
        <p:spPr>
          <a:xfrm>
            <a:off x="412783" y="1221038"/>
            <a:ext cx="6563112" cy="17988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9078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2263"/>
            <a:ext cx="7839075" cy="23526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Database Release Pipeline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086" y="1371237"/>
            <a:ext cx="7743825" cy="4076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b="30573"/>
          <a:stretch/>
        </p:blipFill>
        <p:spPr>
          <a:xfrm>
            <a:off x="0" y="3954575"/>
            <a:ext cx="7505700" cy="227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034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Release Pipeline: Replacing DB Connection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7848" y="1279099"/>
            <a:ext cx="7410450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7C7D0F-AC77-4343-77B8-4D437C02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48" y="3878035"/>
            <a:ext cx="8254877" cy="21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6AB9CD-7117-6DFB-2A09-6710956C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32D4C-2B5F-60E4-64F7-0E8E4463B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CI/</a:t>
            </a:r>
            <a:r>
              <a:rPr lang="en-US"/>
              <a:t>CD with Virtual Machine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721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Configuring VM For IIS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295" y="1620266"/>
            <a:ext cx="11122056" cy="2258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 Install IIS (with Management Console)</a:t>
            </a:r>
            <a:endParaRPr lang="en-US" sz="24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Install-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WindowsFeature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 Web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Server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–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IncludeManagementTools</a:t>
            </a:r>
            <a:endParaRPr lang="en-US" dirty="0">
              <a:solidFill>
                <a:srgbClr val="24292E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8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2. Install ASP.NET 4.6</a:t>
            </a:r>
            <a:endParaRPr lang="en-US" sz="24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Install-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WindowsFeature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Web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Asp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Net45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700" dirty="0">
              <a:solidFill>
                <a:srgbClr val="6A737D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3. Install .NET Core Hosting Bundle</a:t>
            </a:r>
            <a:endParaRPr lang="en-US" sz="24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Download .NET Core Hosting bundle and install it</a:t>
            </a:r>
            <a:endParaRPr lang="en-US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24292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FCE794-4B89-415D-B604-93132F3BAB5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Create Deployment Group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97682-D7AA-4214-8B80-8A5E7364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1283298"/>
            <a:ext cx="8838418" cy="478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0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31FBBD-A336-4A6D-B652-63C496A388B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Setting Up VM For CI/CD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9D3EA-C225-4A10-98CB-01135DADC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5" y="1354510"/>
            <a:ext cx="6148160" cy="4697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E72BE0-958B-4535-B737-46E618CA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30" y="1632703"/>
            <a:ext cx="5955372" cy="148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532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0E52-EC75-44D4-9BBB-0D3CFB8B439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Creating Release Pipeline - Part1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BC5AF5-DCE8-481E-BB7F-124D7A2054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tretch/>
        </p:blipFill>
        <p:spPr>
          <a:xfrm>
            <a:off x="576649" y="1445394"/>
            <a:ext cx="8450932" cy="352972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1BC82-D6C8-4D4E-84BC-AA3E17F3F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518" y="2015473"/>
            <a:ext cx="6336825" cy="412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7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E9247-2E47-48AE-BF9E-4086827278A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Creating Release Pipeline - Part2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DAB73C-1927-4BDD-9735-176870A86C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tretch/>
        </p:blipFill>
        <p:spPr>
          <a:xfrm>
            <a:off x="578155" y="1595672"/>
            <a:ext cx="5776854" cy="34479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6F3FE-058F-461F-B6F7-E8636CB117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22"/>
          <a:stretch/>
        </p:blipFill>
        <p:spPr>
          <a:xfrm>
            <a:off x="6482007" y="1371439"/>
            <a:ext cx="5709993" cy="44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9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8D3D-6A66-4E46-A5D5-89AC4ABF5D8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Replacing SQL Connection Strings - Part3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0513D-1BCD-4E1C-8FFB-10B171CD57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3295" y="1371441"/>
            <a:ext cx="8809733" cy="24241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DF4A8-59DB-4F85-8009-D71B3500D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94" y="1591468"/>
            <a:ext cx="5607882" cy="4306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37954B-6F80-1B86-CE3C-C42DD587D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95" y="4108205"/>
            <a:ext cx="7213791" cy="184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1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A0587-71C4-33D0-9C4F-B43DA6E9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CA1BF-D9E7-9A40-9A61-5CA92D3EAC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/>
              <a:t>Azure AKS CI/CD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400"/>
              <a:t>CI/CD Pipeline Using Azure DevOps and AKS</a:t>
            </a:r>
            <a:endParaRPr/>
          </a:p>
        </p:txBody>
      </p:sp>
      <p:pic>
        <p:nvPicPr>
          <p:cNvPr id="293" name="Google Shape;293;p17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>
            <a:alphaModFix/>
          </a:blip>
          <a:stretch/>
        </p:blipFill>
        <p:spPr>
          <a:xfrm>
            <a:off x="1347537" y="1557171"/>
            <a:ext cx="9692639" cy="313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3838</TotalTime>
  <Words>6428</Words>
  <Application>Microsoft Office PowerPoint</Application>
  <PresentationFormat>Widescreen</PresentationFormat>
  <Paragraphs>1065</Paragraphs>
  <Slides>61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Arial</vt:lpstr>
      <vt:lpstr>Calibri</vt:lpstr>
      <vt:lpstr>Calibri Light</vt:lpstr>
      <vt:lpstr>Consolas</vt:lpstr>
      <vt:lpstr>Roboto</vt:lpstr>
      <vt:lpstr>Roboto Light</vt:lpstr>
      <vt:lpstr>Segoe UI</vt:lpstr>
      <vt:lpstr>SFMono-Regular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Demo</vt:lpstr>
      <vt:lpstr>PowerPoint Presentation</vt:lpstr>
      <vt:lpstr>Demo</vt:lpstr>
      <vt:lpstr>PowerPoint Presentation</vt:lpstr>
      <vt:lpstr>PowerPoint Presentation</vt:lpstr>
      <vt:lpstr>PowerPoint Presentation</vt:lpstr>
      <vt:lpstr>Demo</vt:lpstr>
      <vt:lpstr>PowerPoint Presentation</vt:lpstr>
      <vt:lpstr>Demo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1369</cp:revision>
  <dcterms:created xsi:type="dcterms:W3CDTF">2015-04-26T09:42:00Z</dcterms:created>
  <dcterms:modified xsi:type="dcterms:W3CDTF">2025-05-25T11:15:04Z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1033-11.2.0.9327</vt:lpwstr>
  </property>
</Properties>
</file>