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4" r:id="rId1"/>
  </p:sldMasterIdLst>
  <p:notesMasterIdLst>
    <p:notesMasterId r:id="rId8"/>
  </p:notesMasterIdLst>
  <p:handoutMasterIdLst>
    <p:handoutMasterId r:id="rId9"/>
  </p:handoutMasterIdLst>
  <p:sldIdLst>
    <p:sldId id="525" r:id="rId2"/>
    <p:sldId id="506" r:id="rId3"/>
    <p:sldId id="507" r:id="rId4"/>
    <p:sldId id="522" r:id="rId5"/>
    <p:sldId id="523" r:id="rId6"/>
    <p:sldId id="52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6BD8"/>
    <a:srgbClr val="F4814E"/>
    <a:srgbClr val="F58F61"/>
    <a:srgbClr val="FF9933"/>
    <a:srgbClr val="FF9900"/>
    <a:srgbClr val="BA8BDD"/>
    <a:srgbClr val="A365D1"/>
    <a:srgbClr val="FFCB25"/>
    <a:srgbClr val="009BD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DE8F83-C73C-467F-A2EB-0A5D215B0EDC}" v="2" dt="2024-10-26T02:07:23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72" autoAdjust="0"/>
    <p:restoredTop sz="58491" autoAdjust="0"/>
  </p:normalViewPr>
  <p:slideViewPr>
    <p:cSldViewPr snapToGrid="0">
      <p:cViewPr varScale="1">
        <p:scale>
          <a:sx n="114" d="100"/>
          <a:sy n="11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2BC6AE3E-B7B3-4606-A1FB-3845C3901003}"/>
    <pc:docChg chg="undo custSel modSld modMainMaster">
      <pc:chgData name="Shailendra Chauhan" userId="a7d3133f-e197-4b90-bf63-99a63a264234" providerId="ADAL" clId="{2BC6AE3E-B7B3-4606-A1FB-3845C3901003}" dt="2024-07-16T07:42:54.727" v="32" actId="20577"/>
      <pc:docMkLst>
        <pc:docMk/>
      </pc:docMkLst>
      <pc:sldChg chg="modSp mod modClrScheme chgLayout">
        <pc:chgData name="Shailendra Chauhan" userId="a7d3133f-e197-4b90-bf63-99a63a264234" providerId="ADAL" clId="{2BC6AE3E-B7B3-4606-A1FB-3845C3901003}" dt="2024-07-16T07:40:23.958" v="4" actId="700"/>
        <pc:sldMkLst>
          <pc:docMk/>
          <pc:sldMk cId="3512944171" sldId="506"/>
        </pc:sldMkLst>
        <pc:spChg chg="mod ord">
          <ac:chgData name="Shailendra Chauhan" userId="a7d3133f-e197-4b90-bf63-99a63a264234" providerId="ADAL" clId="{2BC6AE3E-B7B3-4606-A1FB-3845C3901003}" dt="2024-07-16T07:40:23.958" v="4" actId="700"/>
          <ac:spMkLst>
            <pc:docMk/>
            <pc:sldMk cId="3512944171" sldId="506"/>
            <ac:spMk id="2" creationId="{00000000-0000-0000-0000-000000000000}"/>
          </ac:spMkLst>
        </pc:spChg>
        <pc:spChg chg="mod ord">
          <ac:chgData name="Shailendra Chauhan" userId="a7d3133f-e197-4b90-bf63-99a63a264234" providerId="ADAL" clId="{2BC6AE3E-B7B3-4606-A1FB-3845C3901003}" dt="2024-07-16T07:40:23.958" v="4" actId="700"/>
          <ac:spMkLst>
            <pc:docMk/>
            <pc:sldMk cId="3512944171" sldId="506"/>
            <ac:spMk id="3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2BC6AE3E-B7B3-4606-A1FB-3845C3901003}" dt="2024-07-16T07:40:51.005" v="9" actId="1076"/>
        <pc:sldMkLst>
          <pc:docMk/>
          <pc:sldMk cId="4164146515" sldId="507"/>
        </pc:sldMkLst>
        <pc:spChg chg="mod ord">
          <ac:chgData name="Shailendra Chauhan" userId="a7d3133f-e197-4b90-bf63-99a63a264234" providerId="ADAL" clId="{2BC6AE3E-B7B3-4606-A1FB-3845C3901003}" dt="2024-07-16T07:40:28.393" v="6" actId="27636"/>
          <ac:spMkLst>
            <pc:docMk/>
            <pc:sldMk cId="4164146515" sldId="507"/>
            <ac:spMk id="2" creationId="{00000000-0000-0000-0000-000000000000}"/>
          </ac:spMkLst>
        </pc:spChg>
        <pc:spChg chg="mod ord">
          <ac:chgData name="Shailendra Chauhan" userId="a7d3133f-e197-4b90-bf63-99a63a264234" providerId="ADAL" clId="{2BC6AE3E-B7B3-4606-A1FB-3845C3901003}" dt="2024-07-16T07:40:28.375" v="5" actId="700"/>
          <ac:spMkLst>
            <pc:docMk/>
            <pc:sldMk cId="4164146515" sldId="507"/>
            <ac:spMk id="3" creationId="{00000000-0000-0000-0000-000000000000}"/>
          </ac:spMkLst>
        </pc:spChg>
        <pc:picChg chg="mod">
          <ac:chgData name="Shailendra Chauhan" userId="a7d3133f-e197-4b90-bf63-99a63a264234" providerId="ADAL" clId="{2BC6AE3E-B7B3-4606-A1FB-3845C3901003}" dt="2024-07-16T07:40:51.005" v="9" actId="1076"/>
          <ac:picMkLst>
            <pc:docMk/>
            <pc:sldMk cId="4164146515" sldId="507"/>
            <ac:picMk id="7" creationId="{E7AD08BA-E53B-60B6-62E1-615BFDABECD9}"/>
          </ac:picMkLst>
        </pc:picChg>
      </pc:sldChg>
      <pc:sldChg chg="modSp mod modClrScheme chgLayout">
        <pc:chgData name="Shailendra Chauhan" userId="a7d3133f-e197-4b90-bf63-99a63a264234" providerId="ADAL" clId="{2BC6AE3E-B7B3-4606-A1FB-3845C3901003}" dt="2024-07-16T07:42:54.727" v="32" actId="20577"/>
        <pc:sldMkLst>
          <pc:docMk/>
          <pc:sldMk cId="2236129044" sldId="522"/>
        </pc:sldMkLst>
        <pc:spChg chg="mod ord">
          <ac:chgData name="Shailendra Chauhan" userId="a7d3133f-e197-4b90-bf63-99a63a264234" providerId="ADAL" clId="{2BC6AE3E-B7B3-4606-A1FB-3845C3901003}" dt="2024-07-16T07:42:54.727" v="32" actId="20577"/>
          <ac:spMkLst>
            <pc:docMk/>
            <pc:sldMk cId="2236129044" sldId="522"/>
            <ac:spMk id="2" creationId="{00000000-0000-0000-0000-000000000000}"/>
          </ac:spMkLst>
        </pc:spChg>
        <pc:spChg chg="mod ord">
          <ac:chgData name="Shailendra Chauhan" userId="a7d3133f-e197-4b90-bf63-99a63a264234" providerId="ADAL" clId="{2BC6AE3E-B7B3-4606-A1FB-3845C3901003}" dt="2024-07-16T07:41:38.585" v="19" actId="700"/>
          <ac:spMkLst>
            <pc:docMk/>
            <pc:sldMk cId="2236129044" sldId="522"/>
            <ac:spMk id="3" creationId="{00000000-0000-0000-0000-000000000000}"/>
          </ac:spMkLst>
        </pc:spChg>
      </pc:sldChg>
      <pc:sldChg chg="modSp mod modTransition modClrScheme chgLayout">
        <pc:chgData name="Shailendra Chauhan" userId="a7d3133f-e197-4b90-bf63-99a63a264234" providerId="ADAL" clId="{2BC6AE3E-B7B3-4606-A1FB-3845C3901003}" dt="2024-07-16T07:42:22.745" v="31" actId="14100"/>
        <pc:sldMkLst>
          <pc:docMk/>
          <pc:sldMk cId="3513348303" sldId="523"/>
        </pc:sldMkLst>
        <pc:spChg chg="mod ord">
          <ac:chgData name="Shailendra Chauhan" userId="a7d3133f-e197-4b90-bf63-99a63a264234" providerId="ADAL" clId="{2BC6AE3E-B7B3-4606-A1FB-3845C3901003}" dt="2024-07-16T07:42:22.745" v="31" actId="14100"/>
          <ac:spMkLst>
            <pc:docMk/>
            <pc:sldMk cId="3513348303" sldId="523"/>
            <ac:spMk id="2" creationId="{00000000-0000-0000-0000-000000000000}"/>
          </ac:spMkLst>
        </pc:spChg>
        <pc:spChg chg="mod ord">
          <ac:chgData name="Shailendra Chauhan" userId="a7d3133f-e197-4b90-bf63-99a63a264234" providerId="ADAL" clId="{2BC6AE3E-B7B3-4606-A1FB-3845C3901003}" dt="2024-07-16T07:42:04.570" v="25" actId="26606"/>
          <ac:spMkLst>
            <pc:docMk/>
            <pc:sldMk cId="3513348303" sldId="523"/>
            <ac:spMk id="3" creationId="{00000000-0000-0000-0000-000000000000}"/>
          </ac:spMkLst>
        </pc:spChg>
        <pc:picChg chg="mod">
          <ac:chgData name="Shailendra Chauhan" userId="a7d3133f-e197-4b90-bf63-99a63a264234" providerId="ADAL" clId="{2BC6AE3E-B7B3-4606-A1FB-3845C3901003}" dt="2024-07-16T07:42:10.861" v="27" actId="27614"/>
          <ac:picMkLst>
            <pc:docMk/>
            <pc:sldMk cId="3513348303" sldId="523"/>
            <ac:picMk id="5" creationId="{6C6A4D7D-47E9-95A4-6591-0B6C8C8A4976}"/>
          </ac:picMkLst>
        </pc:picChg>
      </pc:sldChg>
      <pc:sldChg chg="modSp mod modClrScheme chgLayout">
        <pc:chgData name="Shailendra Chauhan" userId="a7d3133f-e197-4b90-bf63-99a63a264234" providerId="ADAL" clId="{2BC6AE3E-B7B3-4606-A1FB-3845C3901003}" dt="2024-07-16T07:41:33.840" v="18" actId="14100"/>
        <pc:sldMkLst>
          <pc:docMk/>
          <pc:sldMk cId="1319903558" sldId="524"/>
        </pc:sldMkLst>
        <pc:spChg chg="mod ord">
          <ac:chgData name="Shailendra Chauhan" userId="a7d3133f-e197-4b90-bf63-99a63a264234" providerId="ADAL" clId="{2BC6AE3E-B7B3-4606-A1FB-3845C3901003}" dt="2024-07-16T07:41:33.840" v="18" actId="14100"/>
          <ac:spMkLst>
            <pc:docMk/>
            <pc:sldMk cId="1319903558" sldId="524"/>
            <ac:spMk id="2" creationId="{00000000-0000-0000-0000-000000000000}"/>
          </ac:spMkLst>
        </pc:spChg>
        <pc:spChg chg="mod ord">
          <ac:chgData name="Shailendra Chauhan" userId="a7d3133f-e197-4b90-bf63-99a63a264234" providerId="ADAL" clId="{2BC6AE3E-B7B3-4606-A1FB-3845C3901003}" dt="2024-07-16T07:41:30.665" v="17" actId="700"/>
          <ac:spMkLst>
            <pc:docMk/>
            <pc:sldMk cId="1319903558" sldId="524"/>
            <ac:spMk id="3" creationId="{00000000-0000-0000-0000-000000000000}"/>
          </ac:spMkLst>
        </pc:spChg>
      </pc:sldChg>
      <pc:sldChg chg="modSp mod">
        <pc:chgData name="Shailendra Chauhan" userId="a7d3133f-e197-4b90-bf63-99a63a264234" providerId="ADAL" clId="{2BC6AE3E-B7B3-4606-A1FB-3845C3901003}" dt="2024-07-16T07:40:18.344" v="1" actId="27636"/>
        <pc:sldMkLst>
          <pc:docMk/>
          <pc:sldMk cId="3139804513" sldId="525"/>
        </pc:sldMkLst>
        <pc:spChg chg="mod">
          <ac:chgData name="Shailendra Chauhan" userId="a7d3133f-e197-4b90-bf63-99a63a264234" providerId="ADAL" clId="{2BC6AE3E-B7B3-4606-A1FB-3845C3901003}" dt="2024-07-16T07:40:18.310" v="0"/>
          <ac:spMkLst>
            <pc:docMk/>
            <pc:sldMk cId="3139804513" sldId="525"/>
            <ac:spMk id="2" creationId="{8BA9788E-B4F3-50D3-28EA-9433ACFEAC98}"/>
          </ac:spMkLst>
        </pc:spChg>
        <pc:spChg chg="mod">
          <ac:chgData name="Shailendra Chauhan" userId="a7d3133f-e197-4b90-bf63-99a63a264234" providerId="ADAL" clId="{2BC6AE3E-B7B3-4606-A1FB-3845C3901003}" dt="2024-07-16T07:40:18.310" v="0"/>
          <ac:spMkLst>
            <pc:docMk/>
            <pc:sldMk cId="3139804513" sldId="525"/>
            <ac:spMk id="3" creationId="{26124EBE-4188-D2B3-F220-00D696B394EE}"/>
          </ac:spMkLst>
        </pc:spChg>
        <pc:spChg chg="mod">
          <ac:chgData name="Shailendra Chauhan" userId="a7d3133f-e197-4b90-bf63-99a63a264234" providerId="ADAL" clId="{2BC6AE3E-B7B3-4606-A1FB-3845C3901003}" dt="2024-07-16T07:40:18.344" v="1" actId="27636"/>
          <ac:spMkLst>
            <pc:docMk/>
            <pc:sldMk cId="3139804513" sldId="525"/>
            <ac:spMk id="4" creationId="{997244B4-38DD-8DBF-66E6-59C0F7AF53AA}"/>
          </ac:spMkLst>
        </pc:spChg>
      </pc:sldChg>
      <pc:sldMasterChg chg="modSldLayout">
        <pc:chgData name="Shailendra Chauhan" userId="a7d3133f-e197-4b90-bf63-99a63a264234" providerId="ADAL" clId="{2BC6AE3E-B7B3-4606-A1FB-3845C3901003}" dt="2024-07-16T07:40:18.310" v="0"/>
        <pc:sldMasterMkLst>
          <pc:docMk/>
          <pc:sldMasterMk cId="3203664732" sldId="2147483694"/>
        </pc:sldMasterMkLst>
        <pc:sldLayoutChg chg="delSp">
          <pc:chgData name="Shailendra Chauhan" userId="a7d3133f-e197-4b90-bf63-99a63a264234" providerId="ADAL" clId="{2BC6AE3E-B7B3-4606-A1FB-3845C3901003}" dt="2024-07-16T07:40:18.310" v="0"/>
          <pc:sldLayoutMkLst>
            <pc:docMk/>
            <pc:sldMasterMk cId="3203664732" sldId="2147483694"/>
            <pc:sldLayoutMk cId="1733462557" sldId="2147483720"/>
          </pc:sldLayoutMkLst>
          <pc:cxnChg chg="del">
            <ac:chgData name="Shailendra Chauhan" userId="a7d3133f-e197-4b90-bf63-99a63a264234" providerId="ADAL" clId="{2BC6AE3E-B7B3-4606-A1FB-3845C3901003}" dt="2024-07-16T07:40:18.310" v="0"/>
            <ac:cxnSpMkLst>
              <pc:docMk/>
              <pc:sldMasterMk cId="3203664732" sldId="2147483694"/>
              <pc:sldLayoutMk cId="1733462557" sldId="2147483720"/>
              <ac:cxnSpMk id="12" creationId="{CA2E5177-4099-498A-9014-2DDCBC92556F}"/>
            </ac:cxnSpMkLst>
          </pc:cxnChg>
        </pc:sldLayoutChg>
      </pc:sldMasterChg>
    </pc:docChg>
  </pc:docChgLst>
  <pc:docChgLst>
    <pc:chgData name="Shailendra Chauhan" userId="a7d3133f-e197-4b90-bf63-99a63a264234" providerId="ADAL" clId="{6428843E-E076-4620-B7B7-389D17582247}"/>
    <pc:docChg chg="modSld">
      <pc:chgData name="Shailendra Chauhan" userId="a7d3133f-e197-4b90-bf63-99a63a264234" providerId="ADAL" clId="{6428843E-E076-4620-B7B7-389D17582247}" dt="2024-03-03T04:37:05.960" v="1" actId="33524"/>
      <pc:docMkLst>
        <pc:docMk/>
      </pc:docMkLst>
      <pc:sldChg chg="modSp">
        <pc:chgData name="Shailendra Chauhan" userId="a7d3133f-e197-4b90-bf63-99a63a264234" providerId="ADAL" clId="{6428843E-E076-4620-B7B7-389D17582247}" dt="2024-03-03T04:37:05.960" v="1" actId="33524"/>
        <pc:sldMkLst>
          <pc:docMk/>
          <pc:sldMk cId="4164146515" sldId="507"/>
        </pc:sldMkLst>
        <pc:spChg chg="mod">
          <ac:chgData name="Shailendra Chauhan" userId="a7d3133f-e197-4b90-bf63-99a63a264234" providerId="ADAL" clId="{6428843E-E076-4620-B7B7-389D17582247}" dt="2024-03-03T04:37:05.960" v="1" actId="33524"/>
          <ac:spMkLst>
            <pc:docMk/>
            <pc:sldMk cId="4164146515" sldId="507"/>
            <ac:spMk id="2" creationId="{00000000-0000-0000-0000-000000000000}"/>
          </ac:spMkLst>
        </pc:spChg>
      </pc:sldChg>
    </pc:docChg>
  </pc:docChgLst>
  <pc:docChgLst>
    <pc:chgData name="Shailendra Chauhan" userId="a7d3133f-e197-4b90-bf63-99a63a264234" providerId="ADAL" clId="{9ADE8F83-C73C-467F-A2EB-0A5D215B0EDC}"/>
    <pc:docChg chg="modSld">
      <pc:chgData name="Shailendra Chauhan" userId="a7d3133f-e197-4b90-bf63-99a63a264234" providerId="ADAL" clId="{9ADE8F83-C73C-467F-A2EB-0A5D215B0EDC}" dt="2024-10-26T02:07:23.713" v="1" actId="403"/>
      <pc:docMkLst>
        <pc:docMk/>
      </pc:docMkLst>
      <pc:sldChg chg="modSp">
        <pc:chgData name="Shailendra Chauhan" userId="a7d3133f-e197-4b90-bf63-99a63a264234" providerId="ADAL" clId="{9ADE8F83-C73C-467F-A2EB-0A5D215B0EDC}" dt="2024-10-26T02:07:23.713" v="1" actId="403"/>
        <pc:sldMkLst>
          <pc:docMk/>
          <pc:sldMk cId="2236129044" sldId="522"/>
        </pc:sldMkLst>
        <pc:spChg chg="mod">
          <ac:chgData name="Shailendra Chauhan" userId="a7d3133f-e197-4b90-bf63-99a63a264234" providerId="ADAL" clId="{9ADE8F83-C73C-467F-A2EB-0A5D215B0EDC}" dt="2024-10-26T02:07:23.713" v="1" actId="403"/>
          <ac:spMkLst>
            <pc:docMk/>
            <pc:sldMk cId="2236129044" sldId="522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15C61-0398-4C51-8D5A-E7C1224117FB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B3E6D-78B7-448A-943B-FF5E6AE1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8773F-F672-41CF-AE0C-76B333D9A322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DD7D5-A1E7-4E59-B251-136D919D9E0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SOLID principles form the fundamental guidelines for building object-oriented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81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Separation of Concerns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also conveys a similar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87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Separation of Concerns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also conveys a similar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0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Separation of Concerns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also conveys a similar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31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Separation of Concerns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also conveys a similar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39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592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72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73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69263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0624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58860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53360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92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65257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31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60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81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23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72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932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0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52277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22172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417323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46740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81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1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18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ing and Content Lev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593670"/>
            <a:ext cx="11122056" cy="474181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rgbClr val="002060"/>
                </a:solidFill>
                <a:latin typeface="+mj-lt"/>
              </a:defRPr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2400" baseline="0">
                <a:solidFill>
                  <a:srgbClr val="002060"/>
                </a:solidFill>
                <a:latin typeface="+mj-lt"/>
              </a:defRPr>
            </a:lvl2pPr>
            <a:lvl3pPr>
              <a:lnSpc>
                <a:spcPct val="100000"/>
              </a:lnSpc>
              <a:defRPr sz="2000">
                <a:solidFill>
                  <a:srgbClr val="002060"/>
                </a:solidFill>
                <a:latin typeface="+mj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FCD1B7-37B1-8313-3EBF-3154A075CF7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522513"/>
            <a:ext cx="11122056" cy="63342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600" b="0">
                <a:solidFill>
                  <a:srgbClr val="0070C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346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6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24EBE-4188-D2B3-F220-00D696B394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Anti Patterns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God Objects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Copy and Paste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Lava Flow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Boat Anchor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244B4-38DD-8DBF-66E6-59C0F7AF53A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Anti Patterns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788E-B4F3-50D3-28EA-9433ACFE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3980451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Anti-patterns are the opposite of software design Patterns.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Anti-patterns are the outcomes of bad practices, over-engineering and implementation of design patterns without having enough knowledge or not understanding the context of the problem.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Anti Patterns</a:t>
            </a:r>
          </a:p>
        </p:txBody>
      </p:sp>
    </p:spTree>
    <p:extLst>
      <p:ext uri="{BB962C8B-B14F-4D97-AF65-F5344CB8AC3E}">
        <p14:creationId xmlns:p14="http://schemas.microsoft.com/office/powerpoint/2010/main" val="351294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God Objects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An object that knows too much or does too much is called a God object.</a:t>
            </a:r>
          </a:p>
          <a:p>
            <a:pPr algn="just"/>
            <a:r>
              <a:rPr lang="en-US" dirty="0"/>
              <a:t>God object is just the opposite of the Single responsibility Principle. </a:t>
            </a:r>
          </a:p>
          <a:p>
            <a:pPr algn="just"/>
            <a:r>
              <a:rPr lang="en-US" dirty="0"/>
              <a:t>God objects are costly to maintain. If you change anything in a God object, you must test the whole object’s functionality.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AD08BA-E53B-60B6-62E1-615BFDABE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8" y="3755313"/>
            <a:ext cx="6646087" cy="225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4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8948879" cy="487762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When you write your code, you take the help of Google, </a:t>
            </a:r>
            <a:r>
              <a:rPr lang="en-US" dirty="0" err="1"/>
              <a:t>Stackoverflow</a:t>
            </a:r>
            <a:r>
              <a:rPr lang="en-US" dirty="0"/>
              <a:t> or some articles to complete your code. This pattern is good if you are doing it to boost your development with a good understanding of it. </a:t>
            </a:r>
            <a:endParaRPr lang="en-IN" dirty="0"/>
          </a:p>
          <a:p>
            <a:pPr algn="just">
              <a:lnSpc>
                <a:spcPct val="100000"/>
              </a:lnSpc>
            </a:pPr>
            <a:r>
              <a:rPr lang="en-US" dirty="0"/>
              <a:t>But it becomes an Anti-pattern when you do it with your own code. If you are doing copy and paste of your own code to multiple modules or places, then it is an Anti-pattern.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Move such code to a class and reuse that one.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Copy and Paste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126E1-FA16-D10C-EF09-E2A70FA61C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1" r="11046"/>
          <a:stretch/>
        </p:blipFill>
        <p:spPr>
          <a:xfrm>
            <a:off x="9844386" y="1593670"/>
            <a:ext cx="1854319" cy="230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2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 anchor="t">
            <a:normAutofit/>
          </a:bodyPr>
          <a:lstStyle/>
          <a:p>
            <a:r>
              <a:rPr lang="en-US" dirty="0"/>
              <a:t>Lava Flow</a:t>
            </a:r>
          </a:p>
        </p:txBody>
      </p:sp>
      <p:pic>
        <p:nvPicPr>
          <p:cNvPr id="5" name="Picture 4" descr="Lava flowing lava on a mountain&#10;&#10;Description automatically generated">
            <a:extLst>
              <a:ext uri="{FF2B5EF4-FFF2-40B4-BE49-F238E27FC236}">
                <a16:creationId xmlns:a16="http://schemas.microsoft.com/office/drawing/2014/main" id="{6C6A4D7D-47E9-95A4-6591-0B6C8C8A4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6" r="14897" b="-2"/>
          <a:stretch/>
        </p:blipFill>
        <p:spPr>
          <a:xfrm>
            <a:off x="6144892" y="1268098"/>
            <a:ext cx="5470460" cy="4877624"/>
          </a:xfrm>
          <a:prstGeom prst="rect">
            <a:avLst/>
          </a:prstGeom>
          <a:noFill/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5261553" cy="487762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lava flow</a:t>
            </a:r>
            <a:r>
              <a:rPr lang="en-US" b="1" dirty="0"/>
              <a:t> </a:t>
            </a:r>
            <a:r>
              <a:rPr lang="en-US" dirty="0"/>
              <a:t>occurs when a code is working well but is not documented or difficult to change or understand. </a:t>
            </a:r>
          </a:p>
          <a:p>
            <a:pPr algn="just"/>
            <a:r>
              <a:rPr lang="en-US" dirty="0"/>
              <a:t>This code exists in a system because it works.</a:t>
            </a:r>
          </a:p>
        </p:txBody>
      </p:sp>
    </p:spTree>
    <p:extLst>
      <p:ext uri="{BB962C8B-B14F-4D97-AF65-F5344CB8AC3E}">
        <p14:creationId xmlns:p14="http://schemas.microsoft.com/office/powerpoint/2010/main" val="351334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8720279" cy="487762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The Boat anchor</a:t>
            </a:r>
            <a:r>
              <a:rPr lang="en-US" b="1" dirty="0"/>
              <a:t> </a:t>
            </a:r>
            <a:r>
              <a:rPr lang="en-US" dirty="0"/>
              <a:t>occurs when a part of the code is kept in the system despite it is no longer in use.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This happens since developers believe that might need it in future. This belief seems always wrong.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Boat Anchor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90E8DC-C51E-6689-A2B3-A780F9E729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19" y="1593670"/>
            <a:ext cx="1693699" cy="209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0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544</TotalTime>
  <Words>339</Words>
  <Application>Microsoft Office PowerPoint</Application>
  <PresentationFormat>Widescreen</PresentationFormat>
  <Paragraphs>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Shailendra Chauhan</cp:lastModifiedBy>
  <cp:revision>1002</cp:revision>
  <dcterms:created xsi:type="dcterms:W3CDTF">2015-04-26T09:42:00Z</dcterms:created>
  <dcterms:modified xsi:type="dcterms:W3CDTF">2024-10-26T02:07:27Z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1033-11.2.0.8942</vt:lpwstr>
  </property>
</Properties>
</file>