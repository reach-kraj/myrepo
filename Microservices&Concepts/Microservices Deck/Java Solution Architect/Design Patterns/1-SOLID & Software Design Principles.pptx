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34" r:id="rId1"/>
  </p:sldMasterIdLst>
  <p:notesMasterIdLst>
    <p:notesMasterId r:id="rId29"/>
  </p:notesMasterIdLst>
  <p:handoutMasterIdLst>
    <p:handoutMasterId r:id="rId30"/>
  </p:handoutMasterIdLst>
  <p:sldIdLst>
    <p:sldId id="522" r:id="rId2"/>
    <p:sldId id="2147469469" r:id="rId3"/>
    <p:sldId id="3829" r:id="rId4"/>
    <p:sldId id="506" r:id="rId5"/>
    <p:sldId id="507" r:id="rId6"/>
    <p:sldId id="512" r:id="rId7"/>
    <p:sldId id="508" r:id="rId8"/>
    <p:sldId id="2147469485" r:id="rId9"/>
    <p:sldId id="513" r:id="rId10"/>
    <p:sldId id="509" r:id="rId11"/>
    <p:sldId id="2147469486" r:id="rId12"/>
    <p:sldId id="2147469487" r:id="rId13"/>
    <p:sldId id="514" r:id="rId14"/>
    <p:sldId id="510" r:id="rId15"/>
    <p:sldId id="519" r:id="rId16"/>
    <p:sldId id="515" r:id="rId17"/>
    <p:sldId id="511" r:id="rId18"/>
    <p:sldId id="2147469488" r:id="rId19"/>
    <p:sldId id="516" r:id="rId20"/>
    <p:sldId id="2147469478" r:id="rId21"/>
    <p:sldId id="2147469471" r:id="rId22"/>
    <p:sldId id="2147469479" r:id="rId23"/>
    <p:sldId id="2147469480" r:id="rId24"/>
    <p:sldId id="2147469481" r:id="rId25"/>
    <p:sldId id="2147469482" r:id="rId26"/>
    <p:sldId id="2147469483" r:id="rId27"/>
    <p:sldId id="2147469484"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46BD8"/>
    <a:srgbClr val="F4814E"/>
    <a:srgbClr val="F58F61"/>
    <a:srgbClr val="FF9933"/>
    <a:srgbClr val="FF9900"/>
    <a:srgbClr val="BA8BDD"/>
    <a:srgbClr val="A365D1"/>
    <a:srgbClr val="FFCB25"/>
    <a:srgbClr val="009BD2"/>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E02F2E2-FEFF-4A0D-9E98-C6FAD678B853}" v="3" dt="2025-03-09T15:54:57.90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166" autoAdjust="0"/>
    <p:restoredTop sz="58491" autoAdjust="0"/>
  </p:normalViewPr>
  <p:slideViewPr>
    <p:cSldViewPr snapToGrid="0">
      <p:cViewPr varScale="1">
        <p:scale>
          <a:sx n="122" d="100"/>
          <a:sy n="122" d="100"/>
        </p:scale>
        <p:origin x="258" y="96"/>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55" d="100"/>
          <a:sy n="55" d="100"/>
        </p:scale>
        <p:origin x="2880" y="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ilendra Chauhan" userId="a7d3133f-e197-4b90-bf63-99a63a264234" providerId="ADAL" clId="{7E02F2E2-FEFF-4A0D-9E98-C6FAD678B853}"/>
    <pc:docChg chg="modSld">
      <pc:chgData name="Shailendra Chauhan" userId="a7d3133f-e197-4b90-bf63-99a63a264234" providerId="ADAL" clId="{7E02F2E2-FEFF-4A0D-9E98-C6FAD678B853}" dt="2025-03-09T15:54:57.907" v="89" actId="404"/>
      <pc:docMkLst>
        <pc:docMk/>
      </pc:docMkLst>
      <pc:sldChg chg="modSp mod">
        <pc:chgData name="Shailendra Chauhan" userId="a7d3133f-e197-4b90-bf63-99a63a264234" providerId="ADAL" clId="{7E02F2E2-FEFF-4A0D-9E98-C6FAD678B853}" dt="2025-03-09T15:23:17.509" v="87" actId="1037"/>
        <pc:sldMkLst>
          <pc:docMk/>
          <pc:sldMk cId="4164146515" sldId="507"/>
        </pc:sldMkLst>
        <pc:spChg chg="mod">
          <ac:chgData name="Shailendra Chauhan" userId="a7d3133f-e197-4b90-bf63-99a63a264234" providerId="ADAL" clId="{7E02F2E2-FEFF-4A0D-9E98-C6FAD678B853}" dt="2025-03-09T15:23:02.480" v="0" actId="404"/>
          <ac:spMkLst>
            <pc:docMk/>
            <pc:sldMk cId="4164146515" sldId="507"/>
            <ac:spMk id="2" creationId="{00000000-0000-0000-0000-000000000000}"/>
          </ac:spMkLst>
        </pc:spChg>
        <pc:spChg chg="mod">
          <ac:chgData name="Shailendra Chauhan" userId="a7d3133f-e197-4b90-bf63-99a63a264234" providerId="ADAL" clId="{7E02F2E2-FEFF-4A0D-9E98-C6FAD678B853}" dt="2025-03-09T15:23:17.509" v="87" actId="1037"/>
          <ac:spMkLst>
            <pc:docMk/>
            <pc:sldMk cId="4164146515" sldId="507"/>
            <ac:spMk id="11" creationId="{00000000-0000-0000-0000-000000000000}"/>
          </ac:spMkLst>
        </pc:spChg>
        <pc:spChg chg="mod">
          <ac:chgData name="Shailendra Chauhan" userId="a7d3133f-e197-4b90-bf63-99a63a264234" providerId="ADAL" clId="{7E02F2E2-FEFF-4A0D-9E98-C6FAD678B853}" dt="2025-03-09T15:23:17.509" v="87" actId="1037"/>
          <ac:spMkLst>
            <pc:docMk/>
            <pc:sldMk cId="4164146515" sldId="507"/>
            <ac:spMk id="13" creationId="{00000000-0000-0000-0000-000000000000}"/>
          </ac:spMkLst>
        </pc:spChg>
        <pc:spChg chg="mod">
          <ac:chgData name="Shailendra Chauhan" userId="a7d3133f-e197-4b90-bf63-99a63a264234" providerId="ADAL" clId="{7E02F2E2-FEFF-4A0D-9E98-C6FAD678B853}" dt="2025-03-09T15:23:17.509" v="87" actId="1037"/>
          <ac:spMkLst>
            <pc:docMk/>
            <pc:sldMk cId="4164146515" sldId="507"/>
            <ac:spMk id="14" creationId="{00000000-0000-0000-0000-000000000000}"/>
          </ac:spMkLst>
        </pc:spChg>
      </pc:sldChg>
      <pc:sldChg chg="modSp">
        <pc:chgData name="Shailendra Chauhan" userId="a7d3133f-e197-4b90-bf63-99a63a264234" providerId="ADAL" clId="{7E02F2E2-FEFF-4A0D-9E98-C6FAD678B853}" dt="2025-03-09T15:41:42.143" v="88" actId="404"/>
        <pc:sldMkLst>
          <pc:docMk/>
          <pc:sldMk cId="668854724" sldId="508"/>
        </pc:sldMkLst>
        <pc:spChg chg="mod">
          <ac:chgData name="Shailendra Chauhan" userId="a7d3133f-e197-4b90-bf63-99a63a264234" providerId="ADAL" clId="{7E02F2E2-FEFF-4A0D-9E98-C6FAD678B853}" dt="2025-03-09T15:41:42.143" v="88" actId="404"/>
          <ac:spMkLst>
            <pc:docMk/>
            <pc:sldMk cId="668854724" sldId="508"/>
            <ac:spMk id="2" creationId="{00000000-0000-0000-0000-000000000000}"/>
          </ac:spMkLst>
        </pc:spChg>
      </pc:sldChg>
      <pc:sldChg chg="modSp">
        <pc:chgData name="Shailendra Chauhan" userId="a7d3133f-e197-4b90-bf63-99a63a264234" providerId="ADAL" clId="{7E02F2E2-FEFF-4A0D-9E98-C6FAD678B853}" dt="2025-03-09T15:54:57.907" v="89" actId="404"/>
        <pc:sldMkLst>
          <pc:docMk/>
          <pc:sldMk cId="622747516" sldId="509"/>
        </pc:sldMkLst>
        <pc:spChg chg="mod">
          <ac:chgData name="Shailendra Chauhan" userId="a7d3133f-e197-4b90-bf63-99a63a264234" providerId="ADAL" clId="{7E02F2E2-FEFF-4A0D-9E98-C6FAD678B853}" dt="2025-03-09T15:54:57.907" v="89" actId="404"/>
          <ac:spMkLst>
            <pc:docMk/>
            <pc:sldMk cId="622747516" sldId="509"/>
            <ac:spMk id="2" creationId="{00000000-0000-0000-0000-000000000000}"/>
          </ac:spMkLst>
        </pc:spChg>
      </pc:sldChg>
    </pc:docChg>
  </pc:docChgLst>
  <pc:docChgLst>
    <pc:chgData name="Shailendra Chauhan" userId="a7d3133f-e197-4b90-bf63-99a63a264234" providerId="ADAL" clId="{BC9F9B68-9305-4BF6-B19D-692E33C1C4EF}"/>
    <pc:docChg chg="modSld">
      <pc:chgData name="Shailendra Chauhan" userId="a7d3133f-e197-4b90-bf63-99a63a264234" providerId="ADAL" clId="{BC9F9B68-9305-4BF6-B19D-692E33C1C4EF}" dt="2024-10-12T03:29:45.499" v="5"/>
      <pc:docMkLst>
        <pc:docMk/>
      </pc:docMkLst>
      <pc:sldChg chg="modAnim">
        <pc:chgData name="Shailendra Chauhan" userId="a7d3133f-e197-4b90-bf63-99a63a264234" providerId="ADAL" clId="{BC9F9B68-9305-4BF6-B19D-692E33C1C4EF}" dt="2024-10-12T03:29:45.499" v="5"/>
        <pc:sldMkLst>
          <pc:docMk/>
          <pc:sldMk cId="2015108213" sldId="3829"/>
        </pc:sldMkLst>
      </pc:sldChg>
    </pc:docChg>
  </pc:docChgLst>
  <pc:docChgLst>
    <pc:chgData name="Shailendra Chauhan" userId="a7d3133f-e197-4b90-bf63-99a63a264234" providerId="ADAL" clId="{4739DEF4-82B9-4B0D-9077-AFBAA1D14D8B}"/>
    <pc:docChg chg="modSld">
      <pc:chgData name="Shailendra Chauhan" userId="a7d3133f-e197-4b90-bf63-99a63a264234" providerId="ADAL" clId="{4739DEF4-82B9-4B0D-9077-AFBAA1D14D8B}" dt="2024-08-05T03:57:56.076" v="2" actId="20577"/>
      <pc:docMkLst>
        <pc:docMk/>
      </pc:docMkLst>
      <pc:sldChg chg="modSp">
        <pc:chgData name="Shailendra Chauhan" userId="a7d3133f-e197-4b90-bf63-99a63a264234" providerId="ADAL" clId="{4739DEF4-82B9-4B0D-9077-AFBAA1D14D8B}" dt="2024-08-05T03:57:56.076" v="2" actId="20577"/>
        <pc:sldMkLst>
          <pc:docMk/>
          <pc:sldMk cId="551833333" sldId="2147469469"/>
        </pc:sldMkLst>
      </pc:sldChg>
    </pc:docChg>
  </pc:docChgLst>
  <pc:docChgLst>
    <pc:chgData name="Shailendra Chauhan" userId="a7d3133f-e197-4b90-bf63-99a63a264234" providerId="ADAL" clId="{6C4DCCD7-3BAA-421F-8EAD-4FC1E4BA575F}"/>
    <pc:docChg chg="modSld">
      <pc:chgData name="Shailendra Chauhan" userId="a7d3133f-e197-4b90-bf63-99a63a264234" providerId="ADAL" clId="{6C4DCCD7-3BAA-421F-8EAD-4FC1E4BA575F}" dt="2024-12-27T15:04:53.227" v="37" actId="20577"/>
      <pc:docMkLst>
        <pc:docMk/>
      </pc:docMkLst>
      <pc:sldChg chg="modSp mod">
        <pc:chgData name="Shailendra Chauhan" userId="a7d3133f-e197-4b90-bf63-99a63a264234" providerId="ADAL" clId="{6C4DCCD7-3BAA-421F-8EAD-4FC1E4BA575F}" dt="2024-12-27T15:04:14.976" v="1" actId="404"/>
        <pc:sldMkLst>
          <pc:docMk/>
          <pc:sldMk cId="3384716785" sldId="522"/>
        </pc:sldMkLst>
        <pc:spChg chg="mod">
          <ac:chgData name="Shailendra Chauhan" userId="a7d3133f-e197-4b90-bf63-99a63a264234" providerId="ADAL" clId="{6C4DCCD7-3BAA-421F-8EAD-4FC1E4BA575F}" dt="2024-12-27T15:04:14.976" v="1" actId="404"/>
          <ac:spMkLst>
            <pc:docMk/>
            <pc:sldMk cId="3384716785" sldId="522"/>
            <ac:spMk id="3" creationId="{A82E5C18-6CBA-896A-CD99-78160F4D2AF0}"/>
          </ac:spMkLst>
        </pc:spChg>
      </pc:sldChg>
      <pc:sldChg chg="modSp mod">
        <pc:chgData name="Shailendra Chauhan" userId="a7d3133f-e197-4b90-bf63-99a63a264234" providerId="ADAL" clId="{6C4DCCD7-3BAA-421F-8EAD-4FC1E4BA575F}" dt="2024-12-27T15:04:53.227" v="37" actId="20577"/>
        <pc:sldMkLst>
          <pc:docMk/>
          <pc:sldMk cId="551833333" sldId="2147469469"/>
        </pc:sldMkLst>
        <pc:spChg chg="mod">
          <ac:chgData name="Shailendra Chauhan" userId="a7d3133f-e197-4b90-bf63-99a63a264234" providerId="ADAL" clId="{6C4DCCD7-3BAA-421F-8EAD-4FC1E4BA575F}" dt="2024-12-27T15:04:53.227" v="37" actId="20577"/>
          <ac:spMkLst>
            <pc:docMk/>
            <pc:sldMk cId="551833333" sldId="2147469469"/>
            <ac:spMk id="3" creationId="{7133378A-E25E-436D-8989-8BCAE0A17B11}"/>
          </ac:spMkLst>
        </pc:spChg>
      </pc:sldChg>
    </pc:docChg>
  </pc:docChgLst>
  <pc:docChgLst>
    <pc:chgData name="Shailendra Chauhan" userId="a7d3133f-e197-4b90-bf63-99a63a264234" providerId="ADAL" clId="{74708738-44FF-459F-BBB8-9FB57375042E}"/>
    <pc:docChg chg="undo custSel addSld delSld modSld modMainMaster">
      <pc:chgData name="Shailendra Chauhan" userId="a7d3133f-e197-4b90-bf63-99a63a264234" providerId="ADAL" clId="{74708738-44FF-459F-BBB8-9FB57375042E}" dt="2024-07-06T07:23:41.713" v="111" actId="2696"/>
      <pc:docMkLst>
        <pc:docMk/>
      </pc:docMkLst>
      <pc:sldChg chg="modSp mod modClrScheme chgLayout">
        <pc:chgData name="Shailendra Chauhan" userId="a7d3133f-e197-4b90-bf63-99a63a264234" providerId="ADAL" clId="{74708738-44FF-459F-BBB8-9FB57375042E}" dt="2024-07-06T07:15:08.379" v="11" actId="700"/>
        <pc:sldMkLst>
          <pc:docMk/>
          <pc:sldMk cId="3512944171" sldId="506"/>
        </pc:sldMkLst>
      </pc:sldChg>
      <pc:sldChg chg="modSp mod modClrScheme chgLayout">
        <pc:chgData name="Shailendra Chauhan" userId="a7d3133f-e197-4b90-bf63-99a63a264234" providerId="ADAL" clId="{74708738-44FF-459F-BBB8-9FB57375042E}" dt="2024-07-06T07:15:20.355" v="14" actId="14100"/>
        <pc:sldMkLst>
          <pc:docMk/>
          <pc:sldMk cId="4164146515" sldId="507"/>
        </pc:sldMkLst>
      </pc:sldChg>
      <pc:sldChg chg="modSp mod modClrScheme chgLayout">
        <pc:chgData name="Shailendra Chauhan" userId="a7d3133f-e197-4b90-bf63-99a63a264234" providerId="ADAL" clId="{74708738-44FF-459F-BBB8-9FB57375042E}" dt="2024-07-06T07:15:33.305" v="16" actId="700"/>
        <pc:sldMkLst>
          <pc:docMk/>
          <pc:sldMk cId="668854724" sldId="508"/>
        </pc:sldMkLst>
      </pc:sldChg>
      <pc:sldChg chg="modSp mod modClrScheme chgLayout">
        <pc:chgData name="Shailendra Chauhan" userId="a7d3133f-e197-4b90-bf63-99a63a264234" providerId="ADAL" clId="{74708738-44FF-459F-BBB8-9FB57375042E}" dt="2024-07-06T07:16:54.750" v="29" actId="700"/>
        <pc:sldMkLst>
          <pc:docMk/>
          <pc:sldMk cId="622747516" sldId="509"/>
        </pc:sldMkLst>
      </pc:sldChg>
      <pc:sldChg chg="modSp mod modClrScheme chgLayout">
        <pc:chgData name="Shailendra Chauhan" userId="a7d3133f-e197-4b90-bf63-99a63a264234" providerId="ADAL" clId="{74708738-44FF-459F-BBB8-9FB57375042E}" dt="2024-07-06T07:18:19.547" v="48" actId="700"/>
        <pc:sldMkLst>
          <pc:docMk/>
          <pc:sldMk cId="1189860744" sldId="510"/>
        </pc:sldMkLst>
      </pc:sldChg>
      <pc:sldChg chg="modSp mod modClrScheme chgLayout">
        <pc:chgData name="Shailendra Chauhan" userId="a7d3133f-e197-4b90-bf63-99a63a264234" providerId="ADAL" clId="{74708738-44FF-459F-BBB8-9FB57375042E}" dt="2024-07-06T07:21:43.951" v="81" actId="27636"/>
        <pc:sldMkLst>
          <pc:docMk/>
          <pc:sldMk cId="2861316933" sldId="511"/>
        </pc:sldMkLst>
      </pc:sldChg>
      <pc:sldChg chg="modSp mod modClrScheme chgLayout">
        <pc:chgData name="Shailendra Chauhan" userId="a7d3133f-e197-4b90-bf63-99a63a264234" providerId="ADAL" clId="{74708738-44FF-459F-BBB8-9FB57375042E}" dt="2024-07-06T07:15:29.371" v="15" actId="700"/>
        <pc:sldMkLst>
          <pc:docMk/>
          <pc:sldMk cId="1891838612" sldId="512"/>
        </pc:sldMkLst>
      </pc:sldChg>
      <pc:sldChg chg="modSp mod modClrScheme chgLayout">
        <pc:chgData name="Shailendra Chauhan" userId="a7d3133f-e197-4b90-bf63-99a63a264234" providerId="ADAL" clId="{74708738-44FF-459F-BBB8-9FB57375042E}" dt="2024-07-06T07:16:46.437" v="28" actId="700"/>
        <pc:sldMkLst>
          <pc:docMk/>
          <pc:sldMk cId="3619553149" sldId="513"/>
        </pc:sldMkLst>
      </pc:sldChg>
      <pc:sldChg chg="modSp mod modClrScheme chgLayout">
        <pc:chgData name="Shailendra Chauhan" userId="a7d3133f-e197-4b90-bf63-99a63a264234" providerId="ADAL" clId="{74708738-44FF-459F-BBB8-9FB57375042E}" dt="2024-07-06T07:18:14.318" v="47" actId="700"/>
        <pc:sldMkLst>
          <pc:docMk/>
          <pc:sldMk cId="1192656721" sldId="514"/>
        </pc:sldMkLst>
      </pc:sldChg>
      <pc:sldChg chg="modSp mod modClrScheme chgLayout">
        <pc:chgData name="Shailendra Chauhan" userId="a7d3133f-e197-4b90-bf63-99a63a264234" providerId="ADAL" clId="{74708738-44FF-459F-BBB8-9FB57375042E}" dt="2024-07-06T07:21:37.767" v="79" actId="700"/>
        <pc:sldMkLst>
          <pc:docMk/>
          <pc:sldMk cId="1473136694" sldId="515"/>
        </pc:sldMkLst>
      </pc:sldChg>
      <pc:sldChg chg="modSp mod modClrScheme chgLayout">
        <pc:chgData name="Shailendra Chauhan" userId="a7d3133f-e197-4b90-bf63-99a63a264234" providerId="ADAL" clId="{74708738-44FF-459F-BBB8-9FB57375042E}" dt="2024-07-06T07:22:34.154" v="93" actId="700"/>
        <pc:sldMkLst>
          <pc:docMk/>
          <pc:sldMk cId="2897014893" sldId="516"/>
        </pc:sldMkLst>
      </pc:sldChg>
      <pc:sldChg chg="modSp del mod modClrScheme chgLayout">
        <pc:chgData name="Shailendra Chauhan" userId="a7d3133f-e197-4b90-bf63-99a63a264234" providerId="ADAL" clId="{74708738-44FF-459F-BBB8-9FB57375042E}" dt="2024-07-06T07:16:07.904" v="24" actId="2696"/>
        <pc:sldMkLst>
          <pc:docMk/>
          <pc:sldMk cId="2983742983" sldId="517"/>
        </pc:sldMkLst>
      </pc:sldChg>
      <pc:sldChg chg="addSp delSp modSp del mod modClrScheme chgLayout">
        <pc:chgData name="Shailendra Chauhan" userId="a7d3133f-e197-4b90-bf63-99a63a264234" providerId="ADAL" clId="{74708738-44FF-459F-BBB8-9FB57375042E}" dt="2024-07-06T07:17:43.795" v="41" actId="2696"/>
        <pc:sldMkLst>
          <pc:docMk/>
          <pc:sldMk cId="4264975209" sldId="518"/>
        </pc:sldMkLst>
      </pc:sldChg>
      <pc:sldChg chg="delSp modSp mod modClrScheme modAnim chgLayout">
        <pc:chgData name="Shailendra Chauhan" userId="a7d3133f-e197-4b90-bf63-99a63a264234" providerId="ADAL" clId="{74708738-44FF-459F-BBB8-9FB57375042E}" dt="2024-07-06T07:21:28.847" v="78" actId="1036"/>
        <pc:sldMkLst>
          <pc:docMk/>
          <pc:sldMk cId="3924151125" sldId="519"/>
        </pc:sldMkLst>
      </pc:sldChg>
      <pc:sldChg chg="modSp del mod modClrScheme chgLayout">
        <pc:chgData name="Shailendra Chauhan" userId="a7d3133f-e197-4b90-bf63-99a63a264234" providerId="ADAL" clId="{74708738-44FF-459F-BBB8-9FB57375042E}" dt="2024-07-06T07:22:28.006" v="92" actId="2696"/>
        <pc:sldMkLst>
          <pc:docMk/>
          <pc:sldMk cId="3060720955" sldId="520"/>
        </pc:sldMkLst>
      </pc:sldChg>
      <pc:sldChg chg="modSp mod">
        <pc:chgData name="Shailendra Chauhan" userId="a7d3133f-e197-4b90-bf63-99a63a264234" providerId="ADAL" clId="{74708738-44FF-459F-BBB8-9FB57375042E}" dt="2024-07-06T07:14:35.161" v="1" actId="27636"/>
        <pc:sldMkLst>
          <pc:docMk/>
          <pc:sldMk cId="3384716785" sldId="522"/>
        </pc:sldMkLst>
      </pc:sldChg>
      <pc:sldChg chg="addSp delSp modSp mod modClrScheme delAnim chgLayout">
        <pc:chgData name="Shailendra Chauhan" userId="a7d3133f-e197-4b90-bf63-99a63a264234" providerId="ADAL" clId="{74708738-44FF-459F-BBB8-9FB57375042E}" dt="2024-07-06T07:14:59.814" v="10" actId="403"/>
        <pc:sldMkLst>
          <pc:docMk/>
          <pc:sldMk cId="2015108213" sldId="3829"/>
        </pc:sldMkLst>
      </pc:sldChg>
      <pc:sldChg chg="modSp mod chgLayout">
        <pc:chgData name="Shailendra Chauhan" userId="a7d3133f-e197-4b90-bf63-99a63a264234" providerId="ADAL" clId="{74708738-44FF-459F-BBB8-9FB57375042E}" dt="2024-07-06T07:23:32.842" v="110" actId="700"/>
        <pc:sldMkLst>
          <pc:docMk/>
          <pc:sldMk cId="551833333" sldId="2147469469"/>
        </pc:sldMkLst>
      </pc:sldChg>
      <pc:sldChg chg="modSp del">
        <pc:chgData name="Shailendra Chauhan" userId="a7d3133f-e197-4b90-bf63-99a63a264234" providerId="ADAL" clId="{74708738-44FF-459F-BBB8-9FB57375042E}" dt="2024-07-06T07:18:09.215" v="46" actId="2696"/>
        <pc:sldMkLst>
          <pc:docMk/>
          <pc:sldMk cId="2657283964" sldId="2147469470"/>
        </pc:sldMkLst>
      </pc:sldChg>
      <pc:sldChg chg="modSp mod modClrScheme chgLayout">
        <pc:chgData name="Shailendra Chauhan" userId="a7d3133f-e197-4b90-bf63-99a63a264234" providerId="ADAL" clId="{74708738-44FF-459F-BBB8-9FB57375042E}" dt="2024-07-06T07:22:44.501" v="95" actId="700"/>
        <pc:sldMkLst>
          <pc:docMk/>
          <pc:sldMk cId="3595290887" sldId="2147469471"/>
        </pc:sldMkLst>
      </pc:sldChg>
      <pc:sldChg chg="modSp mod modClrScheme chgLayout">
        <pc:chgData name="Shailendra Chauhan" userId="a7d3133f-e197-4b90-bf63-99a63a264234" providerId="ADAL" clId="{74708738-44FF-459F-BBB8-9FB57375042E}" dt="2024-07-06T07:22:39.520" v="94" actId="700"/>
        <pc:sldMkLst>
          <pc:docMk/>
          <pc:sldMk cId="432677003" sldId="2147469478"/>
        </pc:sldMkLst>
      </pc:sldChg>
      <pc:sldChg chg="modSp mod modClrScheme chgLayout">
        <pc:chgData name="Shailendra Chauhan" userId="a7d3133f-e197-4b90-bf63-99a63a264234" providerId="ADAL" clId="{74708738-44FF-459F-BBB8-9FB57375042E}" dt="2024-07-06T07:22:48.919" v="97" actId="27636"/>
        <pc:sldMkLst>
          <pc:docMk/>
          <pc:sldMk cId="1091475916" sldId="2147469479"/>
        </pc:sldMkLst>
      </pc:sldChg>
      <pc:sldChg chg="modSp mod modClrScheme chgLayout">
        <pc:chgData name="Shailendra Chauhan" userId="a7d3133f-e197-4b90-bf63-99a63a264234" providerId="ADAL" clId="{74708738-44FF-459F-BBB8-9FB57375042E}" dt="2024-07-06T07:22:52.692" v="99" actId="27636"/>
        <pc:sldMkLst>
          <pc:docMk/>
          <pc:sldMk cId="3647351031" sldId="2147469480"/>
        </pc:sldMkLst>
      </pc:sldChg>
      <pc:sldChg chg="modSp mod modClrScheme chgLayout">
        <pc:chgData name="Shailendra Chauhan" userId="a7d3133f-e197-4b90-bf63-99a63a264234" providerId="ADAL" clId="{74708738-44FF-459F-BBB8-9FB57375042E}" dt="2024-07-06T07:22:56.945" v="101" actId="27636"/>
        <pc:sldMkLst>
          <pc:docMk/>
          <pc:sldMk cId="2978181586" sldId="2147469481"/>
        </pc:sldMkLst>
      </pc:sldChg>
      <pc:sldChg chg="modSp mod modClrScheme chgLayout">
        <pc:chgData name="Shailendra Chauhan" userId="a7d3133f-e197-4b90-bf63-99a63a264234" providerId="ADAL" clId="{74708738-44FF-459F-BBB8-9FB57375042E}" dt="2024-07-06T07:23:01.041" v="103" actId="27636"/>
        <pc:sldMkLst>
          <pc:docMk/>
          <pc:sldMk cId="2210287598" sldId="2147469482"/>
        </pc:sldMkLst>
      </pc:sldChg>
      <pc:sldChg chg="modSp mod modClrScheme chgLayout">
        <pc:chgData name="Shailendra Chauhan" userId="a7d3133f-e197-4b90-bf63-99a63a264234" providerId="ADAL" clId="{74708738-44FF-459F-BBB8-9FB57375042E}" dt="2024-07-06T07:23:04.838" v="105" actId="27636"/>
        <pc:sldMkLst>
          <pc:docMk/>
          <pc:sldMk cId="3669402889" sldId="2147469483"/>
        </pc:sldMkLst>
      </pc:sldChg>
      <pc:sldChg chg="modSp mod modClrScheme chgLayout">
        <pc:chgData name="Shailendra Chauhan" userId="a7d3133f-e197-4b90-bf63-99a63a264234" providerId="ADAL" clId="{74708738-44FF-459F-BBB8-9FB57375042E}" dt="2024-07-06T07:23:09.584" v="107" actId="27636"/>
        <pc:sldMkLst>
          <pc:docMk/>
          <pc:sldMk cId="758690820" sldId="2147469484"/>
        </pc:sldMkLst>
      </pc:sldChg>
      <pc:sldChg chg="addSp delSp modSp new mod modClrScheme modAnim chgLayout">
        <pc:chgData name="Shailendra Chauhan" userId="a7d3133f-e197-4b90-bf63-99a63a264234" providerId="ADAL" clId="{74708738-44FF-459F-BBB8-9FB57375042E}" dt="2024-07-06T07:16:27.850" v="27" actId="20577"/>
        <pc:sldMkLst>
          <pc:docMk/>
          <pc:sldMk cId="2227984862" sldId="2147469485"/>
        </pc:sldMkLst>
      </pc:sldChg>
      <pc:sldChg chg="addSp delSp modSp new mod modClrScheme modAnim chgLayout">
        <pc:chgData name="Shailendra Chauhan" userId="a7d3133f-e197-4b90-bf63-99a63a264234" providerId="ADAL" clId="{74708738-44FF-459F-BBB8-9FB57375042E}" dt="2024-07-06T07:17:40.255" v="40"/>
        <pc:sldMkLst>
          <pc:docMk/>
          <pc:sldMk cId="3518599595" sldId="2147469486"/>
        </pc:sldMkLst>
      </pc:sldChg>
      <pc:sldChg chg="addSp modSp new mod modAnim">
        <pc:chgData name="Shailendra Chauhan" userId="a7d3133f-e197-4b90-bf63-99a63a264234" providerId="ADAL" clId="{74708738-44FF-459F-BBB8-9FB57375042E}" dt="2024-07-06T07:18:06.065" v="45"/>
        <pc:sldMkLst>
          <pc:docMk/>
          <pc:sldMk cId="3336219154" sldId="2147469487"/>
        </pc:sldMkLst>
      </pc:sldChg>
      <pc:sldChg chg="addSp delSp modSp new mod modClrScheme modAnim chgLayout">
        <pc:chgData name="Shailendra Chauhan" userId="a7d3133f-e197-4b90-bf63-99a63a264234" providerId="ADAL" clId="{74708738-44FF-459F-BBB8-9FB57375042E}" dt="2024-07-06T07:22:22.758" v="91" actId="404"/>
        <pc:sldMkLst>
          <pc:docMk/>
          <pc:sldMk cId="4288642596" sldId="2147469488"/>
        </pc:sldMkLst>
      </pc:sldChg>
      <pc:sldMasterChg chg="delSldLayout modSldLayout">
        <pc:chgData name="Shailendra Chauhan" userId="a7d3133f-e197-4b90-bf63-99a63a264234" providerId="ADAL" clId="{74708738-44FF-459F-BBB8-9FB57375042E}" dt="2024-07-06T07:23:41.713" v="111" actId="2696"/>
        <pc:sldMasterMkLst>
          <pc:docMk/>
          <pc:sldMasterMk cId="1075372877" sldId="2147483734"/>
        </pc:sldMasterMkLst>
        <pc:sldLayoutChg chg="delSp del">
          <pc:chgData name="Shailendra Chauhan" userId="a7d3133f-e197-4b90-bf63-99a63a264234" providerId="ADAL" clId="{74708738-44FF-459F-BBB8-9FB57375042E}" dt="2024-07-06T07:23:41.713" v="111" actId="2696"/>
          <pc:sldLayoutMkLst>
            <pc:docMk/>
            <pc:sldMasterMk cId="1075372877" sldId="2147483734"/>
            <pc:sldLayoutMk cId="975493491" sldId="2147483760"/>
          </pc:sldLayoutMkLst>
        </pc:sldLayoutChg>
        <pc:sldLayoutChg chg="del">
          <pc:chgData name="Shailendra Chauhan" userId="a7d3133f-e197-4b90-bf63-99a63a264234" providerId="ADAL" clId="{74708738-44FF-459F-BBB8-9FB57375042E}" dt="2024-07-06T07:23:18.882" v="109" actId="2696"/>
          <pc:sldLayoutMkLst>
            <pc:docMk/>
            <pc:sldMasterMk cId="1075372877" sldId="2147483734"/>
            <pc:sldLayoutMk cId="1995402478" sldId="2147483761"/>
          </pc:sldLayoutMkLst>
        </pc:sldLayoutChg>
        <pc:sldLayoutChg chg="delSp del">
          <pc:chgData name="Shailendra Chauhan" userId="a7d3133f-e197-4b90-bf63-99a63a264234" providerId="ADAL" clId="{74708738-44FF-459F-BBB8-9FB57375042E}" dt="2024-07-06T07:23:17.373" v="108" actId="2696"/>
          <pc:sldLayoutMkLst>
            <pc:docMk/>
            <pc:sldMasterMk cId="1075372877" sldId="2147483734"/>
            <pc:sldLayoutMk cId="3107904011" sldId="2147483762"/>
          </pc:sldLayoutMkLst>
        </pc:sldLayoutChg>
      </pc:sldMasterChg>
    </pc:docChg>
  </pc:docChgLst>
  <pc:docChgLst>
    <pc:chgData name="Shailendra Chauhan" userId="a7d3133f-e197-4b90-bf63-99a63a264234" providerId="ADAL" clId="{61E163EB-1166-4B69-AB68-5C19E9E262F1}"/>
    <pc:docChg chg="custSel modSld sldOrd">
      <pc:chgData name="Shailendra Chauhan" userId="a7d3133f-e197-4b90-bf63-99a63a264234" providerId="ADAL" clId="{61E163EB-1166-4B69-AB68-5C19E9E262F1}" dt="2024-06-05T06:31:37.894" v="70" actId="27636"/>
      <pc:docMkLst>
        <pc:docMk/>
      </pc:docMkLst>
      <pc:sldChg chg="modSp mod">
        <pc:chgData name="Shailendra Chauhan" userId="a7d3133f-e197-4b90-bf63-99a63a264234" providerId="ADAL" clId="{61E163EB-1166-4B69-AB68-5C19E9E262F1}" dt="2024-06-01T02:51:27.928" v="21" actId="20577"/>
        <pc:sldMkLst>
          <pc:docMk/>
          <pc:sldMk cId="4264975209" sldId="518"/>
        </pc:sldMkLst>
      </pc:sldChg>
      <pc:sldChg chg="modSp mod">
        <pc:chgData name="Shailendra Chauhan" userId="a7d3133f-e197-4b90-bf63-99a63a264234" providerId="ADAL" clId="{61E163EB-1166-4B69-AB68-5C19E9E262F1}" dt="2024-06-01T02:47:57.003" v="17" actId="1035"/>
        <pc:sldMkLst>
          <pc:docMk/>
          <pc:sldMk cId="3924151125" sldId="519"/>
        </pc:sldMkLst>
      </pc:sldChg>
      <pc:sldChg chg="modSp mod">
        <pc:chgData name="Shailendra Chauhan" userId="a7d3133f-e197-4b90-bf63-99a63a264234" providerId="ADAL" clId="{61E163EB-1166-4B69-AB68-5C19E9E262F1}" dt="2024-06-05T06:31:37.894" v="70" actId="27636"/>
        <pc:sldMkLst>
          <pc:docMk/>
          <pc:sldMk cId="3384716785" sldId="522"/>
        </pc:sldMkLst>
      </pc:sldChg>
      <pc:sldChg chg="modSp mod ord">
        <pc:chgData name="Shailendra Chauhan" userId="a7d3133f-e197-4b90-bf63-99a63a264234" providerId="ADAL" clId="{61E163EB-1166-4B69-AB68-5C19E9E262F1}" dt="2024-06-01T02:51:36.321" v="23" actId="20577"/>
        <pc:sldMkLst>
          <pc:docMk/>
          <pc:sldMk cId="2657283964" sldId="2147469470"/>
        </pc:sldMkLst>
      </pc:sldChg>
    </pc:docChg>
  </pc:docChgLst>
  <pc:docChgLst>
    <pc:chgData name="Shailendra Chauhan" userId="S::shailendra@scholarhat.com::a7d3133f-e197-4b90-bf63-99a63a264234" providerId="AD" clId="Web-{16A2BE77-9F9E-2578-02B3-0CC78BE43376}"/>
    <pc:docChg chg="addSld modSld">
      <pc:chgData name="Shailendra Chauhan" userId="S::shailendra@scholarhat.com::a7d3133f-e197-4b90-bf63-99a63a264234" providerId="AD" clId="Web-{16A2BE77-9F9E-2578-02B3-0CC78BE43376}" dt="2024-06-07T11:10:06.628" v="15" actId="20577"/>
      <pc:docMkLst>
        <pc:docMk/>
      </pc:docMkLst>
      <pc:sldChg chg="addSp delSp modSp new mod modClrScheme chgLayout">
        <pc:chgData name="Shailendra Chauhan" userId="S::shailendra@scholarhat.com::a7d3133f-e197-4b90-bf63-99a63a264234" providerId="AD" clId="Web-{16A2BE77-9F9E-2578-02B3-0CC78BE43376}" dt="2024-06-07T11:10:06.628" v="15" actId="20577"/>
        <pc:sldMkLst>
          <pc:docMk/>
          <pc:sldMk cId="432677003" sldId="2147469478"/>
        </pc:sldMkLst>
      </pc:sldChg>
    </pc:docChg>
  </pc:docChgLst>
  <pc:docChgLst>
    <pc:chgData name="Shailendra Chauhan" userId="a7d3133f-e197-4b90-bf63-99a63a264234" providerId="ADAL" clId="{86CE1F96-DCBE-4ACB-B91B-0FEC57CF80E9}"/>
    <pc:docChg chg="modSld">
      <pc:chgData name="Shailendra Chauhan" userId="a7d3133f-e197-4b90-bf63-99a63a264234" providerId="ADAL" clId="{86CE1F96-DCBE-4ACB-B91B-0FEC57CF80E9}" dt="2024-08-17T13:50:18.974" v="3" actId="20577"/>
      <pc:docMkLst>
        <pc:docMk/>
      </pc:docMkLst>
      <pc:sldChg chg="modSp modAnim">
        <pc:chgData name="Shailendra Chauhan" userId="a7d3133f-e197-4b90-bf63-99a63a264234" providerId="ADAL" clId="{86CE1F96-DCBE-4ACB-B91B-0FEC57CF80E9}" dt="2024-08-17T13:50:18.974" v="3" actId="20577"/>
        <pc:sldMkLst>
          <pc:docMk/>
          <pc:sldMk cId="1091475916" sldId="2147469479"/>
        </pc:sldMkLst>
      </pc:sldChg>
      <pc:sldChg chg="modSp mod">
        <pc:chgData name="Shailendra Chauhan" userId="a7d3133f-e197-4b90-bf63-99a63a264234" providerId="ADAL" clId="{86CE1F96-DCBE-4ACB-B91B-0FEC57CF80E9}" dt="2024-08-17T12:41:43.621" v="0" actId="404"/>
        <pc:sldMkLst>
          <pc:docMk/>
          <pc:sldMk cId="3518599595" sldId="2147469486"/>
        </pc:sldMkLst>
      </pc:sldChg>
      <pc:sldChg chg="modSp mod">
        <pc:chgData name="Shailendra Chauhan" userId="a7d3133f-e197-4b90-bf63-99a63a264234" providerId="ADAL" clId="{86CE1F96-DCBE-4ACB-B91B-0FEC57CF80E9}" dt="2024-08-17T12:42:15.015" v="2" actId="404"/>
        <pc:sldMkLst>
          <pc:docMk/>
          <pc:sldMk cId="3336219154" sldId="2147469487"/>
        </pc:sldMkLst>
      </pc:sldChg>
    </pc:docChg>
  </pc:docChgLst>
  <pc:docChgLst>
    <pc:chgData name="Shailendra Chauhan" userId="a7d3133f-e197-4b90-bf63-99a63a264234" providerId="ADAL" clId="{4847B2B0-82AA-4E03-836B-2AA0027015BC}"/>
    <pc:docChg chg="undo custSel addSld delSld modSld sldOrd">
      <pc:chgData name="Shailendra Chauhan" userId="a7d3133f-e197-4b90-bf63-99a63a264234" providerId="ADAL" clId="{4847B2B0-82AA-4E03-836B-2AA0027015BC}" dt="2024-06-16T03:05:23.001" v="432"/>
      <pc:docMkLst>
        <pc:docMk/>
      </pc:docMkLst>
      <pc:sldChg chg="modSp">
        <pc:chgData name="Shailendra Chauhan" userId="a7d3133f-e197-4b90-bf63-99a63a264234" providerId="ADAL" clId="{4847B2B0-82AA-4E03-836B-2AA0027015BC}" dt="2024-06-16T03:05:23.001" v="432"/>
        <pc:sldMkLst>
          <pc:docMk/>
          <pc:sldMk cId="3512944171" sldId="506"/>
        </pc:sldMkLst>
      </pc:sldChg>
      <pc:sldChg chg="modSp mod">
        <pc:chgData name="Shailendra Chauhan" userId="a7d3133f-e197-4b90-bf63-99a63a264234" providerId="ADAL" clId="{4847B2B0-82AA-4E03-836B-2AA0027015BC}" dt="2024-06-16T03:05:23.001" v="432"/>
        <pc:sldMkLst>
          <pc:docMk/>
          <pc:sldMk cId="4164146515" sldId="507"/>
        </pc:sldMkLst>
      </pc:sldChg>
      <pc:sldChg chg="modSp">
        <pc:chgData name="Shailendra Chauhan" userId="a7d3133f-e197-4b90-bf63-99a63a264234" providerId="ADAL" clId="{4847B2B0-82AA-4E03-836B-2AA0027015BC}" dt="2024-06-16T03:05:23.001" v="432"/>
        <pc:sldMkLst>
          <pc:docMk/>
          <pc:sldMk cId="668854724" sldId="508"/>
        </pc:sldMkLst>
      </pc:sldChg>
      <pc:sldChg chg="modSp">
        <pc:chgData name="Shailendra Chauhan" userId="a7d3133f-e197-4b90-bf63-99a63a264234" providerId="ADAL" clId="{4847B2B0-82AA-4E03-836B-2AA0027015BC}" dt="2024-06-16T03:05:23.001" v="432"/>
        <pc:sldMkLst>
          <pc:docMk/>
          <pc:sldMk cId="622747516" sldId="509"/>
        </pc:sldMkLst>
      </pc:sldChg>
      <pc:sldChg chg="modSp">
        <pc:chgData name="Shailendra Chauhan" userId="a7d3133f-e197-4b90-bf63-99a63a264234" providerId="ADAL" clId="{4847B2B0-82AA-4E03-836B-2AA0027015BC}" dt="2024-06-16T03:05:23.001" v="432"/>
        <pc:sldMkLst>
          <pc:docMk/>
          <pc:sldMk cId="1189860744" sldId="510"/>
        </pc:sldMkLst>
      </pc:sldChg>
      <pc:sldChg chg="modSp mod">
        <pc:chgData name="Shailendra Chauhan" userId="a7d3133f-e197-4b90-bf63-99a63a264234" providerId="ADAL" clId="{4847B2B0-82AA-4E03-836B-2AA0027015BC}" dt="2024-06-16T03:05:23.001" v="432"/>
        <pc:sldMkLst>
          <pc:docMk/>
          <pc:sldMk cId="2861316933" sldId="511"/>
        </pc:sldMkLst>
      </pc:sldChg>
      <pc:sldChg chg="addSp modSp mod modClrScheme chgLayout">
        <pc:chgData name="Shailendra Chauhan" userId="a7d3133f-e197-4b90-bf63-99a63a264234" providerId="ADAL" clId="{4847B2B0-82AA-4E03-836B-2AA0027015BC}" dt="2024-06-16T03:05:23.001" v="432"/>
        <pc:sldMkLst>
          <pc:docMk/>
          <pc:sldMk cId="1891838612" sldId="512"/>
        </pc:sldMkLst>
      </pc:sldChg>
      <pc:sldChg chg="addSp modSp mod modClrScheme chgLayout">
        <pc:chgData name="Shailendra Chauhan" userId="a7d3133f-e197-4b90-bf63-99a63a264234" providerId="ADAL" clId="{4847B2B0-82AA-4E03-836B-2AA0027015BC}" dt="2024-06-16T03:05:23.001" v="432"/>
        <pc:sldMkLst>
          <pc:docMk/>
          <pc:sldMk cId="3619553149" sldId="513"/>
        </pc:sldMkLst>
      </pc:sldChg>
      <pc:sldChg chg="addSp modSp mod modClrScheme chgLayout">
        <pc:chgData name="Shailendra Chauhan" userId="a7d3133f-e197-4b90-bf63-99a63a264234" providerId="ADAL" clId="{4847B2B0-82AA-4E03-836B-2AA0027015BC}" dt="2024-06-16T03:05:23.001" v="432"/>
        <pc:sldMkLst>
          <pc:docMk/>
          <pc:sldMk cId="1192656721" sldId="514"/>
        </pc:sldMkLst>
      </pc:sldChg>
      <pc:sldChg chg="addSp modSp mod modClrScheme chgLayout">
        <pc:chgData name="Shailendra Chauhan" userId="a7d3133f-e197-4b90-bf63-99a63a264234" providerId="ADAL" clId="{4847B2B0-82AA-4E03-836B-2AA0027015BC}" dt="2024-06-16T03:05:23.001" v="432"/>
        <pc:sldMkLst>
          <pc:docMk/>
          <pc:sldMk cId="1473136694" sldId="515"/>
        </pc:sldMkLst>
      </pc:sldChg>
      <pc:sldChg chg="addSp modSp mod modClrScheme chgLayout">
        <pc:chgData name="Shailendra Chauhan" userId="a7d3133f-e197-4b90-bf63-99a63a264234" providerId="ADAL" clId="{4847B2B0-82AA-4E03-836B-2AA0027015BC}" dt="2024-06-16T03:05:23.001" v="432"/>
        <pc:sldMkLst>
          <pc:docMk/>
          <pc:sldMk cId="2897014893" sldId="516"/>
        </pc:sldMkLst>
      </pc:sldChg>
      <pc:sldChg chg="modSp">
        <pc:chgData name="Shailendra Chauhan" userId="a7d3133f-e197-4b90-bf63-99a63a264234" providerId="ADAL" clId="{4847B2B0-82AA-4E03-836B-2AA0027015BC}" dt="2024-06-16T03:05:23.001" v="432"/>
        <pc:sldMkLst>
          <pc:docMk/>
          <pc:sldMk cId="2983742983" sldId="517"/>
        </pc:sldMkLst>
      </pc:sldChg>
      <pc:sldChg chg="modSp mod modClrScheme chgLayout">
        <pc:chgData name="Shailendra Chauhan" userId="a7d3133f-e197-4b90-bf63-99a63a264234" providerId="ADAL" clId="{4847B2B0-82AA-4E03-836B-2AA0027015BC}" dt="2024-06-16T03:05:23.001" v="432"/>
        <pc:sldMkLst>
          <pc:docMk/>
          <pc:sldMk cId="4264975209" sldId="518"/>
        </pc:sldMkLst>
      </pc:sldChg>
      <pc:sldChg chg="modSp mod modClrScheme chgLayout">
        <pc:chgData name="Shailendra Chauhan" userId="a7d3133f-e197-4b90-bf63-99a63a264234" providerId="ADAL" clId="{4847B2B0-82AA-4E03-836B-2AA0027015BC}" dt="2024-06-16T03:05:23.001" v="432"/>
        <pc:sldMkLst>
          <pc:docMk/>
          <pc:sldMk cId="3924151125" sldId="519"/>
        </pc:sldMkLst>
      </pc:sldChg>
      <pc:sldChg chg="modSp">
        <pc:chgData name="Shailendra Chauhan" userId="a7d3133f-e197-4b90-bf63-99a63a264234" providerId="ADAL" clId="{4847B2B0-82AA-4E03-836B-2AA0027015BC}" dt="2024-06-16T03:05:23.001" v="432"/>
        <pc:sldMkLst>
          <pc:docMk/>
          <pc:sldMk cId="3060720955" sldId="520"/>
        </pc:sldMkLst>
      </pc:sldChg>
      <pc:sldChg chg="modSp del">
        <pc:chgData name="Shailendra Chauhan" userId="a7d3133f-e197-4b90-bf63-99a63a264234" providerId="ADAL" clId="{4847B2B0-82AA-4E03-836B-2AA0027015BC}" dt="2024-06-15T09:32:53.672" v="228" actId="2696"/>
        <pc:sldMkLst>
          <pc:docMk/>
          <pc:sldMk cId="3499953525" sldId="521"/>
        </pc:sldMkLst>
      </pc:sldChg>
      <pc:sldChg chg="modSp mod">
        <pc:chgData name="Shailendra Chauhan" userId="a7d3133f-e197-4b90-bf63-99a63a264234" providerId="ADAL" clId="{4847B2B0-82AA-4E03-836B-2AA0027015BC}" dt="2024-06-16T03:05:23.001" v="432"/>
        <pc:sldMkLst>
          <pc:docMk/>
          <pc:sldMk cId="3384716785" sldId="522"/>
        </pc:sldMkLst>
      </pc:sldChg>
      <pc:sldChg chg="addSp delSp modSp mod delAnim modAnim modNotesTx">
        <pc:chgData name="Shailendra Chauhan" userId="a7d3133f-e197-4b90-bf63-99a63a264234" providerId="ADAL" clId="{4847B2B0-82AA-4E03-836B-2AA0027015BC}" dt="2024-06-16T03:05:23.001" v="432"/>
        <pc:sldMkLst>
          <pc:docMk/>
          <pc:sldMk cId="2015108213" sldId="3829"/>
        </pc:sldMkLst>
      </pc:sldChg>
      <pc:sldChg chg="modSp">
        <pc:chgData name="Shailendra Chauhan" userId="a7d3133f-e197-4b90-bf63-99a63a264234" providerId="ADAL" clId="{4847B2B0-82AA-4E03-836B-2AA0027015BC}" dt="2024-06-16T03:05:23.001" v="432"/>
        <pc:sldMkLst>
          <pc:docMk/>
          <pc:sldMk cId="551833333" sldId="2147469469"/>
        </pc:sldMkLst>
      </pc:sldChg>
      <pc:sldChg chg="modSp mod modClrScheme chgLayout">
        <pc:chgData name="Shailendra Chauhan" userId="a7d3133f-e197-4b90-bf63-99a63a264234" providerId="ADAL" clId="{4847B2B0-82AA-4E03-836B-2AA0027015BC}" dt="2024-06-16T03:05:23.001" v="432"/>
        <pc:sldMkLst>
          <pc:docMk/>
          <pc:sldMk cId="2657283964" sldId="2147469470"/>
        </pc:sldMkLst>
      </pc:sldChg>
      <pc:sldChg chg="modSp ord">
        <pc:chgData name="Shailendra Chauhan" userId="a7d3133f-e197-4b90-bf63-99a63a264234" providerId="ADAL" clId="{4847B2B0-82AA-4E03-836B-2AA0027015BC}" dt="2024-06-16T03:05:23.001" v="432"/>
        <pc:sldMkLst>
          <pc:docMk/>
          <pc:sldMk cId="3595290887" sldId="2147469471"/>
        </pc:sldMkLst>
      </pc:sldChg>
      <pc:sldChg chg="modSp add del mod modClrScheme chgLayout">
        <pc:chgData name="Shailendra Chauhan" userId="a7d3133f-e197-4b90-bf63-99a63a264234" providerId="ADAL" clId="{4847B2B0-82AA-4E03-836B-2AA0027015BC}" dt="2024-06-15T11:53:16.958" v="350" actId="2696"/>
        <pc:sldMkLst>
          <pc:docMk/>
          <pc:sldMk cId="1406281644" sldId="2147469472"/>
        </pc:sldMkLst>
      </pc:sldChg>
      <pc:sldChg chg="modSp add del mod">
        <pc:chgData name="Shailendra Chauhan" userId="a7d3133f-e197-4b90-bf63-99a63a264234" providerId="ADAL" clId="{4847B2B0-82AA-4E03-836B-2AA0027015BC}" dt="2024-06-15T11:53:46.622" v="384" actId="2696"/>
        <pc:sldMkLst>
          <pc:docMk/>
          <pc:sldMk cId="2688304487" sldId="2147469473"/>
        </pc:sldMkLst>
      </pc:sldChg>
      <pc:sldChg chg="modSp del mod modClrScheme chgLayout">
        <pc:chgData name="Shailendra Chauhan" userId="a7d3133f-e197-4b90-bf63-99a63a264234" providerId="ADAL" clId="{4847B2B0-82AA-4E03-836B-2AA0027015BC}" dt="2024-06-15T11:54:07.735" v="390" actId="2696"/>
        <pc:sldMkLst>
          <pc:docMk/>
          <pc:sldMk cId="2843055391" sldId="2147469474"/>
        </pc:sldMkLst>
      </pc:sldChg>
      <pc:sldChg chg="modSp del mod">
        <pc:chgData name="Shailendra Chauhan" userId="a7d3133f-e197-4b90-bf63-99a63a264234" providerId="ADAL" clId="{4847B2B0-82AA-4E03-836B-2AA0027015BC}" dt="2024-06-15T11:54:31.732" v="396" actId="2696"/>
        <pc:sldMkLst>
          <pc:docMk/>
          <pc:sldMk cId="4202221074" sldId="2147469475"/>
        </pc:sldMkLst>
      </pc:sldChg>
      <pc:sldChg chg="modSp del mod">
        <pc:chgData name="Shailendra Chauhan" userId="a7d3133f-e197-4b90-bf63-99a63a264234" providerId="ADAL" clId="{4847B2B0-82AA-4E03-836B-2AA0027015BC}" dt="2024-06-15T11:54:54.553" v="402" actId="2696"/>
        <pc:sldMkLst>
          <pc:docMk/>
          <pc:sldMk cId="532597840" sldId="2147469476"/>
        </pc:sldMkLst>
      </pc:sldChg>
      <pc:sldChg chg="modSp del mod">
        <pc:chgData name="Shailendra Chauhan" userId="a7d3133f-e197-4b90-bf63-99a63a264234" providerId="ADAL" clId="{4847B2B0-82AA-4E03-836B-2AA0027015BC}" dt="2024-06-15T11:55:11.864" v="408" actId="2696"/>
        <pc:sldMkLst>
          <pc:docMk/>
          <pc:sldMk cId="3407859618" sldId="2147469477"/>
        </pc:sldMkLst>
      </pc:sldChg>
      <pc:sldChg chg="modSp add mod modAnim">
        <pc:chgData name="Shailendra Chauhan" userId="a7d3133f-e197-4b90-bf63-99a63a264234" providerId="ADAL" clId="{4847B2B0-82AA-4E03-836B-2AA0027015BC}" dt="2024-06-16T03:05:23.001" v="432"/>
        <pc:sldMkLst>
          <pc:docMk/>
          <pc:sldMk cId="1091475916" sldId="2147469479"/>
        </pc:sldMkLst>
      </pc:sldChg>
      <pc:sldChg chg="modSp add mod modAnim">
        <pc:chgData name="Shailendra Chauhan" userId="a7d3133f-e197-4b90-bf63-99a63a264234" providerId="ADAL" clId="{4847B2B0-82AA-4E03-836B-2AA0027015BC}" dt="2024-06-16T03:05:23.001" v="432"/>
        <pc:sldMkLst>
          <pc:docMk/>
          <pc:sldMk cId="3647351031" sldId="2147469480"/>
        </pc:sldMkLst>
      </pc:sldChg>
      <pc:sldChg chg="modSp add mod modAnim">
        <pc:chgData name="Shailendra Chauhan" userId="a7d3133f-e197-4b90-bf63-99a63a264234" providerId="ADAL" clId="{4847B2B0-82AA-4E03-836B-2AA0027015BC}" dt="2024-06-16T03:05:23.001" v="432"/>
        <pc:sldMkLst>
          <pc:docMk/>
          <pc:sldMk cId="2978181586" sldId="2147469481"/>
        </pc:sldMkLst>
      </pc:sldChg>
      <pc:sldChg chg="modSp add mod modAnim">
        <pc:chgData name="Shailendra Chauhan" userId="a7d3133f-e197-4b90-bf63-99a63a264234" providerId="ADAL" clId="{4847B2B0-82AA-4E03-836B-2AA0027015BC}" dt="2024-06-16T03:05:23.001" v="432"/>
        <pc:sldMkLst>
          <pc:docMk/>
          <pc:sldMk cId="2210287598" sldId="2147469482"/>
        </pc:sldMkLst>
      </pc:sldChg>
      <pc:sldChg chg="modSp add mod modAnim">
        <pc:chgData name="Shailendra Chauhan" userId="a7d3133f-e197-4b90-bf63-99a63a264234" providerId="ADAL" clId="{4847B2B0-82AA-4E03-836B-2AA0027015BC}" dt="2024-06-16T03:05:23.001" v="432"/>
        <pc:sldMkLst>
          <pc:docMk/>
          <pc:sldMk cId="3669402889" sldId="2147469483"/>
        </pc:sldMkLst>
      </pc:sldChg>
      <pc:sldChg chg="modSp add mod modAnim">
        <pc:chgData name="Shailendra Chauhan" userId="a7d3133f-e197-4b90-bf63-99a63a264234" providerId="ADAL" clId="{4847B2B0-82AA-4E03-836B-2AA0027015BC}" dt="2024-06-16T03:05:23.001" v="432"/>
        <pc:sldMkLst>
          <pc:docMk/>
          <pc:sldMk cId="758690820" sldId="2147469484"/>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00D312B-924A-4BAF-A47E-64FA694B0EC2}" type="doc">
      <dgm:prSet loTypeId="urn:microsoft.com/office/officeart/2005/8/layout/hierarchy1" loCatId="hierarchy" qsTypeId="urn:microsoft.com/office/officeart/2005/8/quickstyle/simple1" qsCatId="simple" csTypeId="urn:microsoft.com/office/officeart/2005/8/colors/colorful3" csCatId="colorful" phldr="1"/>
      <dgm:spPr/>
      <dgm:t>
        <a:bodyPr/>
        <a:lstStyle/>
        <a:p>
          <a:endParaRPr lang="en-US"/>
        </a:p>
      </dgm:t>
    </dgm:pt>
    <dgm:pt modelId="{990BAC51-F6D5-4FCA-9F38-3382B3CB8270}">
      <dgm:prSet phldrT="[Text]"/>
      <dgm:spPr/>
      <dgm:t>
        <a:bodyPr/>
        <a:lstStyle/>
        <a:p>
          <a:r>
            <a:rPr lang="en-US" dirty="0"/>
            <a:t>Membership</a:t>
          </a:r>
        </a:p>
      </dgm:t>
    </dgm:pt>
    <dgm:pt modelId="{22C5D736-06B5-4768-AA4A-342F938C8AA0}" type="parTrans" cxnId="{A11CFE5F-5E16-4032-A9C4-997A724A7F1A}">
      <dgm:prSet/>
      <dgm:spPr/>
      <dgm:t>
        <a:bodyPr/>
        <a:lstStyle/>
        <a:p>
          <a:endParaRPr lang="en-US"/>
        </a:p>
      </dgm:t>
    </dgm:pt>
    <dgm:pt modelId="{3FF77AD9-F9A6-4F74-A314-388B34FFF997}" type="sibTrans" cxnId="{A11CFE5F-5E16-4032-A9C4-997A724A7F1A}">
      <dgm:prSet/>
      <dgm:spPr/>
      <dgm:t>
        <a:bodyPr/>
        <a:lstStyle/>
        <a:p>
          <a:endParaRPr lang="en-US"/>
        </a:p>
      </dgm:t>
    </dgm:pt>
    <dgm:pt modelId="{10069299-8415-4F73-ADBD-0A0736AD54D2}">
      <dgm:prSet phldrT="[Text]"/>
      <dgm:spPr/>
      <dgm:t>
        <a:bodyPr/>
        <a:lstStyle/>
        <a:p>
          <a:r>
            <a:rPr lang="en-US" dirty="0"/>
            <a:t>Plus Membership</a:t>
          </a:r>
        </a:p>
      </dgm:t>
    </dgm:pt>
    <dgm:pt modelId="{0DD851E7-CBB9-4570-B203-E16BD9454763}" type="parTrans" cxnId="{7A2E21AE-F1BD-4FBA-9183-ED43D7780304}">
      <dgm:prSet/>
      <dgm:spPr/>
      <dgm:t>
        <a:bodyPr/>
        <a:lstStyle/>
        <a:p>
          <a:endParaRPr lang="en-US"/>
        </a:p>
      </dgm:t>
    </dgm:pt>
    <dgm:pt modelId="{F4076021-059C-47AD-A9CC-5F884962370B}" type="sibTrans" cxnId="{7A2E21AE-F1BD-4FBA-9183-ED43D7780304}">
      <dgm:prSet/>
      <dgm:spPr/>
      <dgm:t>
        <a:bodyPr/>
        <a:lstStyle/>
        <a:p>
          <a:endParaRPr lang="en-US"/>
        </a:p>
      </dgm:t>
    </dgm:pt>
    <dgm:pt modelId="{DE1ADEED-121E-4D22-9934-22FE25BC0234}">
      <dgm:prSet phldrT="[Text]"/>
      <dgm:spPr/>
      <dgm:t>
        <a:bodyPr/>
        <a:lstStyle/>
        <a:p>
          <a:r>
            <a:rPr lang="en-US" dirty="0"/>
            <a:t>Pro Membership</a:t>
          </a:r>
        </a:p>
      </dgm:t>
    </dgm:pt>
    <dgm:pt modelId="{A7D9A6DB-9DD3-404C-9F04-DC438949A6FF}" type="parTrans" cxnId="{CADB0C22-8F32-473D-A101-6FBFC03EA094}">
      <dgm:prSet/>
      <dgm:spPr/>
      <dgm:t>
        <a:bodyPr/>
        <a:lstStyle/>
        <a:p>
          <a:endParaRPr lang="en-US"/>
        </a:p>
      </dgm:t>
    </dgm:pt>
    <dgm:pt modelId="{965B1D62-314E-44DF-9157-AFF9BA8804B9}" type="sibTrans" cxnId="{CADB0C22-8F32-473D-A101-6FBFC03EA094}">
      <dgm:prSet/>
      <dgm:spPr/>
      <dgm:t>
        <a:bodyPr/>
        <a:lstStyle/>
        <a:p>
          <a:endParaRPr lang="en-US"/>
        </a:p>
      </dgm:t>
    </dgm:pt>
    <dgm:pt modelId="{B26355B3-28B8-45A6-BCE8-02DB82487C99}" type="pres">
      <dgm:prSet presAssocID="{500D312B-924A-4BAF-A47E-64FA694B0EC2}" presName="hierChild1" presStyleCnt="0">
        <dgm:presLayoutVars>
          <dgm:chPref val="1"/>
          <dgm:dir/>
          <dgm:animOne val="branch"/>
          <dgm:animLvl val="lvl"/>
          <dgm:resizeHandles/>
        </dgm:presLayoutVars>
      </dgm:prSet>
      <dgm:spPr/>
    </dgm:pt>
    <dgm:pt modelId="{BB86DD9B-04BC-4CE6-A218-FDC8206A11DF}" type="pres">
      <dgm:prSet presAssocID="{990BAC51-F6D5-4FCA-9F38-3382B3CB8270}" presName="hierRoot1" presStyleCnt="0"/>
      <dgm:spPr/>
    </dgm:pt>
    <dgm:pt modelId="{AF83983F-5D10-4549-A7D5-71BBE7BF3BED}" type="pres">
      <dgm:prSet presAssocID="{990BAC51-F6D5-4FCA-9F38-3382B3CB8270}" presName="composite" presStyleCnt="0"/>
      <dgm:spPr/>
    </dgm:pt>
    <dgm:pt modelId="{C77E013F-7CDD-4925-875D-2926E8247230}" type="pres">
      <dgm:prSet presAssocID="{990BAC51-F6D5-4FCA-9F38-3382B3CB8270}" presName="background" presStyleLbl="node0" presStyleIdx="0" presStyleCnt="1"/>
      <dgm:spPr/>
    </dgm:pt>
    <dgm:pt modelId="{8D88E6E9-E14F-40DA-8334-42E21F52674E}" type="pres">
      <dgm:prSet presAssocID="{990BAC51-F6D5-4FCA-9F38-3382B3CB8270}" presName="text" presStyleLbl="fgAcc0" presStyleIdx="0" presStyleCnt="1">
        <dgm:presLayoutVars>
          <dgm:chPref val="3"/>
        </dgm:presLayoutVars>
      </dgm:prSet>
      <dgm:spPr/>
    </dgm:pt>
    <dgm:pt modelId="{DE553BB3-EB7A-4CD0-BBF4-786EF29D6D44}" type="pres">
      <dgm:prSet presAssocID="{990BAC51-F6D5-4FCA-9F38-3382B3CB8270}" presName="hierChild2" presStyleCnt="0"/>
      <dgm:spPr/>
    </dgm:pt>
    <dgm:pt modelId="{8C0EF809-9D23-464F-8B0C-D493172F7E81}" type="pres">
      <dgm:prSet presAssocID="{0DD851E7-CBB9-4570-B203-E16BD9454763}" presName="Name10" presStyleLbl="parChTrans1D2" presStyleIdx="0" presStyleCnt="2"/>
      <dgm:spPr/>
    </dgm:pt>
    <dgm:pt modelId="{C25A220A-B7A9-4A02-A18C-B1DACCAF9281}" type="pres">
      <dgm:prSet presAssocID="{10069299-8415-4F73-ADBD-0A0736AD54D2}" presName="hierRoot2" presStyleCnt="0"/>
      <dgm:spPr/>
    </dgm:pt>
    <dgm:pt modelId="{E307E9FC-19C7-4F55-9AAB-5AAB3E5BCEB3}" type="pres">
      <dgm:prSet presAssocID="{10069299-8415-4F73-ADBD-0A0736AD54D2}" presName="composite2" presStyleCnt="0"/>
      <dgm:spPr/>
    </dgm:pt>
    <dgm:pt modelId="{20C404EB-BCFB-48DD-B096-4ECBFA12D9FA}" type="pres">
      <dgm:prSet presAssocID="{10069299-8415-4F73-ADBD-0A0736AD54D2}" presName="background2" presStyleLbl="node2" presStyleIdx="0" presStyleCnt="2"/>
      <dgm:spPr/>
    </dgm:pt>
    <dgm:pt modelId="{C2A71973-EAF7-45D9-A401-CB0F1E8EAEA8}" type="pres">
      <dgm:prSet presAssocID="{10069299-8415-4F73-ADBD-0A0736AD54D2}" presName="text2" presStyleLbl="fgAcc2" presStyleIdx="0" presStyleCnt="2">
        <dgm:presLayoutVars>
          <dgm:chPref val="3"/>
        </dgm:presLayoutVars>
      </dgm:prSet>
      <dgm:spPr/>
    </dgm:pt>
    <dgm:pt modelId="{C2E39495-8ED8-4DD8-98EF-538DF60B45FD}" type="pres">
      <dgm:prSet presAssocID="{10069299-8415-4F73-ADBD-0A0736AD54D2}" presName="hierChild3" presStyleCnt="0"/>
      <dgm:spPr/>
    </dgm:pt>
    <dgm:pt modelId="{0701FDF6-D7DF-4CCC-B59E-EA038F5F8503}" type="pres">
      <dgm:prSet presAssocID="{A7D9A6DB-9DD3-404C-9F04-DC438949A6FF}" presName="Name10" presStyleLbl="parChTrans1D2" presStyleIdx="1" presStyleCnt="2"/>
      <dgm:spPr/>
    </dgm:pt>
    <dgm:pt modelId="{C61990C7-AEE0-440F-AF53-DD54190A4FE7}" type="pres">
      <dgm:prSet presAssocID="{DE1ADEED-121E-4D22-9934-22FE25BC0234}" presName="hierRoot2" presStyleCnt="0"/>
      <dgm:spPr/>
    </dgm:pt>
    <dgm:pt modelId="{8495F540-0DD3-4E39-BD3A-2F8BEE7E6FC2}" type="pres">
      <dgm:prSet presAssocID="{DE1ADEED-121E-4D22-9934-22FE25BC0234}" presName="composite2" presStyleCnt="0"/>
      <dgm:spPr/>
    </dgm:pt>
    <dgm:pt modelId="{178E0CE2-E735-4E52-B8DE-2941C858CD62}" type="pres">
      <dgm:prSet presAssocID="{DE1ADEED-121E-4D22-9934-22FE25BC0234}" presName="background2" presStyleLbl="node2" presStyleIdx="1" presStyleCnt="2"/>
      <dgm:spPr/>
    </dgm:pt>
    <dgm:pt modelId="{12BD07A2-A5EC-4990-94B6-B8BDC8F55AF1}" type="pres">
      <dgm:prSet presAssocID="{DE1ADEED-121E-4D22-9934-22FE25BC0234}" presName="text2" presStyleLbl="fgAcc2" presStyleIdx="1" presStyleCnt="2">
        <dgm:presLayoutVars>
          <dgm:chPref val="3"/>
        </dgm:presLayoutVars>
      </dgm:prSet>
      <dgm:spPr/>
    </dgm:pt>
    <dgm:pt modelId="{103C01CE-B7A9-4B50-BB4B-5BF54EBB27E8}" type="pres">
      <dgm:prSet presAssocID="{DE1ADEED-121E-4D22-9934-22FE25BC0234}" presName="hierChild3" presStyleCnt="0"/>
      <dgm:spPr/>
    </dgm:pt>
  </dgm:ptLst>
  <dgm:cxnLst>
    <dgm:cxn modelId="{CADB0C22-8F32-473D-A101-6FBFC03EA094}" srcId="{990BAC51-F6D5-4FCA-9F38-3382B3CB8270}" destId="{DE1ADEED-121E-4D22-9934-22FE25BC0234}" srcOrd="1" destOrd="0" parTransId="{A7D9A6DB-9DD3-404C-9F04-DC438949A6FF}" sibTransId="{965B1D62-314E-44DF-9157-AFF9BA8804B9}"/>
    <dgm:cxn modelId="{8AB61822-6496-4CF6-B18C-37CABE6A40C8}" type="presOf" srcId="{DE1ADEED-121E-4D22-9934-22FE25BC0234}" destId="{12BD07A2-A5EC-4990-94B6-B8BDC8F55AF1}" srcOrd="0" destOrd="0" presId="urn:microsoft.com/office/officeart/2005/8/layout/hierarchy1"/>
    <dgm:cxn modelId="{A11CFE5F-5E16-4032-A9C4-997A724A7F1A}" srcId="{500D312B-924A-4BAF-A47E-64FA694B0EC2}" destId="{990BAC51-F6D5-4FCA-9F38-3382B3CB8270}" srcOrd="0" destOrd="0" parTransId="{22C5D736-06B5-4768-AA4A-342F938C8AA0}" sibTransId="{3FF77AD9-F9A6-4F74-A314-388B34FFF997}"/>
    <dgm:cxn modelId="{75947176-E2A9-4D4B-8104-2523D9AA971E}" type="presOf" srcId="{10069299-8415-4F73-ADBD-0A0736AD54D2}" destId="{C2A71973-EAF7-45D9-A401-CB0F1E8EAEA8}" srcOrd="0" destOrd="0" presId="urn:microsoft.com/office/officeart/2005/8/layout/hierarchy1"/>
    <dgm:cxn modelId="{EEE26599-A7D1-4DA1-98B6-9CBF47C6DE99}" type="presOf" srcId="{A7D9A6DB-9DD3-404C-9F04-DC438949A6FF}" destId="{0701FDF6-D7DF-4CCC-B59E-EA038F5F8503}" srcOrd="0" destOrd="0" presId="urn:microsoft.com/office/officeart/2005/8/layout/hierarchy1"/>
    <dgm:cxn modelId="{8F6D00A9-9A19-487E-B2F4-D1D0B1C8571D}" type="presOf" srcId="{990BAC51-F6D5-4FCA-9F38-3382B3CB8270}" destId="{8D88E6E9-E14F-40DA-8334-42E21F52674E}" srcOrd="0" destOrd="0" presId="urn:microsoft.com/office/officeart/2005/8/layout/hierarchy1"/>
    <dgm:cxn modelId="{054FBEAC-91B0-41BA-8B82-A914AB2A3936}" type="presOf" srcId="{0DD851E7-CBB9-4570-B203-E16BD9454763}" destId="{8C0EF809-9D23-464F-8B0C-D493172F7E81}" srcOrd="0" destOrd="0" presId="urn:microsoft.com/office/officeart/2005/8/layout/hierarchy1"/>
    <dgm:cxn modelId="{7A2E21AE-F1BD-4FBA-9183-ED43D7780304}" srcId="{990BAC51-F6D5-4FCA-9F38-3382B3CB8270}" destId="{10069299-8415-4F73-ADBD-0A0736AD54D2}" srcOrd="0" destOrd="0" parTransId="{0DD851E7-CBB9-4570-B203-E16BD9454763}" sibTransId="{F4076021-059C-47AD-A9CC-5F884962370B}"/>
    <dgm:cxn modelId="{432E47D2-680D-4A6C-901A-A1CD78495112}" type="presOf" srcId="{500D312B-924A-4BAF-A47E-64FA694B0EC2}" destId="{B26355B3-28B8-45A6-BCE8-02DB82487C99}" srcOrd="0" destOrd="0" presId="urn:microsoft.com/office/officeart/2005/8/layout/hierarchy1"/>
    <dgm:cxn modelId="{DC0D4E2E-F7D8-4F22-8FC7-16E34533FC56}" type="presParOf" srcId="{B26355B3-28B8-45A6-BCE8-02DB82487C99}" destId="{BB86DD9B-04BC-4CE6-A218-FDC8206A11DF}" srcOrd="0" destOrd="0" presId="urn:microsoft.com/office/officeart/2005/8/layout/hierarchy1"/>
    <dgm:cxn modelId="{D5D22A0C-F4AA-4D48-B95A-DBF7BF148BEE}" type="presParOf" srcId="{BB86DD9B-04BC-4CE6-A218-FDC8206A11DF}" destId="{AF83983F-5D10-4549-A7D5-71BBE7BF3BED}" srcOrd="0" destOrd="0" presId="urn:microsoft.com/office/officeart/2005/8/layout/hierarchy1"/>
    <dgm:cxn modelId="{8533AA65-78DD-40EB-8D12-1E25A12BF488}" type="presParOf" srcId="{AF83983F-5D10-4549-A7D5-71BBE7BF3BED}" destId="{C77E013F-7CDD-4925-875D-2926E8247230}" srcOrd="0" destOrd="0" presId="urn:microsoft.com/office/officeart/2005/8/layout/hierarchy1"/>
    <dgm:cxn modelId="{1423CE61-B5E2-461C-8D6C-1AC516E1F6BF}" type="presParOf" srcId="{AF83983F-5D10-4549-A7D5-71BBE7BF3BED}" destId="{8D88E6E9-E14F-40DA-8334-42E21F52674E}" srcOrd="1" destOrd="0" presId="urn:microsoft.com/office/officeart/2005/8/layout/hierarchy1"/>
    <dgm:cxn modelId="{88BB06F1-1DF1-4E00-8789-8CA5E0623C9F}" type="presParOf" srcId="{BB86DD9B-04BC-4CE6-A218-FDC8206A11DF}" destId="{DE553BB3-EB7A-4CD0-BBF4-786EF29D6D44}" srcOrd="1" destOrd="0" presId="urn:microsoft.com/office/officeart/2005/8/layout/hierarchy1"/>
    <dgm:cxn modelId="{5CF03B79-4C55-430B-8E0E-D647F96FA7EF}" type="presParOf" srcId="{DE553BB3-EB7A-4CD0-BBF4-786EF29D6D44}" destId="{8C0EF809-9D23-464F-8B0C-D493172F7E81}" srcOrd="0" destOrd="0" presId="urn:microsoft.com/office/officeart/2005/8/layout/hierarchy1"/>
    <dgm:cxn modelId="{4FB353C8-06BD-4403-A5EC-2542276D89C4}" type="presParOf" srcId="{DE553BB3-EB7A-4CD0-BBF4-786EF29D6D44}" destId="{C25A220A-B7A9-4A02-A18C-B1DACCAF9281}" srcOrd="1" destOrd="0" presId="urn:microsoft.com/office/officeart/2005/8/layout/hierarchy1"/>
    <dgm:cxn modelId="{7AD1FC5E-EE56-468B-8879-AE0ACE774E21}" type="presParOf" srcId="{C25A220A-B7A9-4A02-A18C-B1DACCAF9281}" destId="{E307E9FC-19C7-4F55-9AAB-5AAB3E5BCEB3}" srcOrd="0" destOrd="0" presId="urn:microsoft.com/office/officeart/2005/8/layout/hierarchy1"/>
    <dgm:cxn modelId="{EADD5693-9CDC-400F-A87F-FAB593A67FBF}" type="presParOf" srcId="{E307E9FC-19C7-4F55-9AAB-5AAB3E5BCEB3}" destId="{20C404EB-BCFB-48DD-B096-4ECBFA12D9FA}" srcOrd="0" destOrd="0" presId="urn:microsoft.com/office/officeart/2005/8/layout/hierarchy1"/>
    <dgm:cxn modelId="{C96276BA-0754-482E-92ED-5CE05E473D7E}" type="presParOf" srcId="{E307E9FC-19C7-4F55-9AAB-5AAB3E5BCEB3}" destId="{C2A71973-EAF7-45D9-A401-CB0F1E8EAEA8}" srcOrd="1" destOrd="0" presId="urn:microsoft.com/office/officeart/2005/8/layout/hierarchy1"/>
    <dgm:cxn modelId="{8D013B45-6CB0-4E87-8EDC-833E5D73D336}" type="presParOf" srcId="{C25A220A-B7A9-4A02-A18C-B1DACCAF9281}" destId="{C2E39495-8ED8-4DD8-98EF-538DF60B45FD}" srcOrd="1" destOrd="0" presId="urn:microsoft.com/office/officeart/2005/8/layout/hierarchy1"/>
    <dgm:cxn modelId="{0D4BF788-A9F5-41C4-A6AD-8F90CDE9A94D}" type="presParOf" srcId="{DE553BB3-EB7A-4CD0-BBF4-786EF29D6D44}" destId="{0701FDF6-D7DF-4CCC-B59E-EA038F5F8503}" srcOrd="2" destOrd="0" presId="urn:microsoft.com/office/officeart/2005/8/layout/hierarchy1"/>
    <dgm:cxn modelId="{6414AB50-59BA-4474-9BF1-0E6FEA6B04F3}" type="presParOf" srcId="{DE553BB3-EB7A-4CD0-BBF4-786EF29D6D44}" destId="{C61990C7-AEE0-440F-AF53-DD54190A4FE7}" srcOrd="3" destOrd="0" presId="urn:microsoft.com/office/officeart/2005/8/layout/hierarchy1"/>
    <dgm:cxn modelId="{93A4375A-7C7A-4C63-9177-8916F0A804A5}" type="presParOf" srcId="{C61990C7-AEE0-440F-AF53-DD54190A4FE7}" destId="{8495F540-0DD3-4E39-BD3A-2F8BEE7E6FC2}" srcOrd="0" destOrd="0" presId="urn:microsoft.com/office/officeart/2005/8/layout/hierarchy1"/>
    <dgm:cxn modelId="{448C8DD0-3167-4DEB-9648-F1BCAB9AFD23}" type="presParOf" srcId="{8495F540-0DD3-4E39-BD3A-2F8BEE7E6FC2}" destId="{178E0CE2-E735-4E52-B8DE-2941C858CD62}" srcOrd="0" destOrd="0" presId="urn:microsoft.com/office/officeart/2005/8/layout/hierarchy1"/>
    <dgm:cxn modelId="{B4788DF3-5E21-4BA4-8448-C9F085313739}" type="presParOf" srcId="{8495F540-0DD3-4E39-BD3A-2F8BEE7E6FC2}" destId="{12BD07A2-A5EC-4990-94B6-B8BDC8F55AF1}" srcOrd="1" destOrd="0" presId="urn:microsoft.com/office/officeart/2005/8/layout/hierarchy1"/>
    <dgm:cxn modelId="{5824B526-D030-4847-AF33-50E35924D072}" type="presParOf" srcId="{C61990C7-AEE0-440F-AF53-DD54190A4FE7}" destId="{103C01CE-B7A9-4B50-BB4B-5BF54EBB27E8}"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00D312B-924A-4BAF-A47E-64FA694B0EC2}" type="doc">
      <dgm:prSet loTypeId="urn:microsoft.com/office/officeart/2005/8/layout/hierarchy1" loCatId="hierarchy" qsTypeId="urn:microsoft.com/office/officeart/2005/8/quickstyle/simple1" qsCatId="simple" csTypeId="urn:microsoft.com/office/officeart/2005/8/colors/colorful3" csCatId="colorful" phldr="1"/>
      <dgm:spPr/>
      <dgm:t>
        <a:bodyPr/>
        <a:lstStyle/>
        <a:p>
          <a:endParaRPr lang="en-US"/>
        </a:p>
      </dgm:t>
    </dgm:pt>
    <dgm:pt modelId="{990BAC51-F6D5-4FCA-9F38-3382B3CB8270}">
      <dgm:prSet phldrT="[Text]" custT="1"/>
      <dgm:spPr/>
      <dgm:t>
        <a:bodyPr/>
        <a:lstStyle/>
        <a:p>
          <a:r>
            <a:rPr lang="en-US" sz="2400" dirty="0"/>
            <a:t>Bank Account</a:t>
          </a:r>
        </a:p>
      </dgm:t>
    </dgm:pt>
    <dgm:pt modelId="{22C5D736-06B5-4768-AA4A-342F938C8AA0}" type="parTrans" cxnId="{A11CFE5F-5E16-4032-A9C4-997A724A7F1A}">
      <dgm:prSet/>
      <dgm:spPr/>
      <dgm:t>
        <a:bodyPr/>
        <a:lstStyle/>
        <a:p>
          <a:endParaRPr lang="en-US"/>
        </a:p>
      </dgm:t>
    </dgm:pt>
    <dgm:pt modelId="{3FF77AD9-F9A6-4F74-A314-388B34FFF997}" type="sibTrans" cxnId="{A11CFE5F-5E16-4032-A9C4-997A724A7F1A}">
      <dgm:prSet/>
      <dgm:spPr/>
      <dgm:t>
        <a:bodyPr/>
        <a:lstStyle/>
        <a:p>
          <a:endParaRPr lang="en-US"/>
        </a:p>
      </dgm:t>
    </dgm:pt>
    <dgm:pt modelId="{10069299-8415-4F73-ADBD-0A0736AD54D2}">
      <dgm:prSet phldrT="[Text]" custT="1"/>
      <dgm:spPr/>
      <dgm:t>
        <a:bodyPr/>
        <a:lstStyle/>
        <a:p>
          <a:r>
            <a:rPr lang="en-US" sz="2400" dirty="0"/>
            <a:t>Current Account</a:t>
          </a:r>
        </a:p>
      </dgm:t>
    </dgm:pt>
    <dgm:pt modelId="{0DD851E7-CBB9-4570-B203-E16BD9454763}" type="parTrans" cxnId="{7A2E21AE-F1BD-4FBA-9183-ED43D7780304}">
      <dgm:prSet/>
      <dgm:spPr/>
      <dgm:t>
        <a:bodyPr/>
        <a:lstStyle/>
        <a:p>
          <a:endParaRPr lang="en-US"/>
        </a:p>
      </dgm:t>
    </dgm:pt>
    <dgm:pt modelId="{F4076021-059C-47AD-A9CC-5F884962370B}" type="sibTrans" cxnId="{7A2E21AE-F1BD-4FBA-9183-ED43D7780304}">
      <dgm:prSet/>
      <dgm:spPr/>
      <dgm:t>
        <a:bodyPr/>
        <a:lstStyle/>
        <a:p>
          <a:endParaRPr lang="en-US"/>
        </a:p>
      </dgm:t>
    </dgm:pt>
    <dgm:pt modelId="{DE1ADEED-121E-4D22-9934-22FE25BC0234}">
      <dgm:prSet phldrT="[Text]" custT="1"/>
      <dgm:spPr/>
      <dgm:t>
        <a:bodyPr/>
        <a:lstStyle/>
        <a:p>
          <a:r>
            <a:rPr lang="en-US" sz="2400" dirty="0"/>
            <a:t>Saving Account</a:t>
          </a:r>
        </a:p>
      </dgm:t>
    </dgm:pt>
    <dgm:pt modelId="{A7D9A6DB-9DD3-404C-9F04-DC438949A6FF}" type="parTrans" cxnId="{CADB0C22-8F32-473D-A101-6FBFC03EA094}">
      <dgm:prSet/>
      <dgm:spPr/>
      <dgm:t>
        <a:bodyPr/>
        <a:lstStyle/>
        <a:p>
          <a:endParaRPr lang="en-US"/>
        </a:p>
      </dgm:t>
    </dgm:pt>
    <dgm:pt modelId="{965B1D62-314E-44DF-9157-AFF9BA8804B9}" type="sibTrans" cxnId="{CADB0C22-8F32-473D-A101-6FBFC03EA094}">
      <dgm:prSet/>
      <dgm:spPr/>
      <dgm:t>
        <a:bodyPr/>
        <a:lstStyle/>
        <a:p>
          <a:endParaRPr lang="en-US"/>
        </a:p>
      </dgm:t>
    </dgm:pt>
    <dgm:pt modelId="{B26355B3-28B8-45A6-BCE8-02DB82487C99}" type="pres">
      <dgm:prSet presAssocID="{500D312B-924A-4BAF-A47E-64FA694B0EC2}" presName="hierChild1" presStyleCnt="0">
        <dgm:presLayoutVars>
          <dgm:chPref val="1"/>
          <dgm:dir/>
          <dgm:animOne val="branch"/>
          <dgm:animLvl val="lvl"/>
          <dgm:resizeHandles/>
        </dgm:presLayoutVars>
      </dgm:prSet>
      <dgm:spPr/>
    </dgm:pt>
    <dgm:pt modelId="{BB86DD9B-04BC-4CE6-A218-FDC8206A11DF}" type="pres">
      <dgm:prSet presAssocID="{990BAC51-F6D5-4FCA-9F38-3382B3CB8270}" presName="hierRoot1" presStyleCnt="0"/>
      <dgm:spPr/>
    </dgm:pt>
    <dgm:pt modelId="{AF83983F-5D10-4549-A7D5-71BBE7BF3BED}" type="pres">
      <dgm:prSet presAssocID="{990BAC51-F6D5-4FCA-9F38-3382B3CB8270}" presName="composite" presStyleCnt="0"/>
      <dgm:spPr/>
    </dgm:pt>
    <dgm:pt modelId="{C77E013F-7CDD-4925-875D-2926E8247230}" type="pres">
      <dgm:prSet presAssocID="{990BAC51-F6D5-4FCA-9F38-3382B3CB8270}" presName="background" presStyleLbl="node0" presStyleIdx="0" presStyleCnt="1"/>
      <dgm:spPr/>
    </dgm:pt>
    <dgm:pt modelId="{8D88E6E9-E14F-40DA-8334-42E21F52674E}" type="pres">
      <dgm:prSet presAssocID="{990BAC51-F6D5-4FCA-9F38-3382B3CB8270}" presName="text" presStyleLbl="fgAcc0" presStyleIdx="0" presStyleCnt="1">
        <dgm:presLayoutVars>
          <dgm:chPref val="3"/>
        </dgm:presLayoutVars>
      </dgm:prSet>
      <dgm:spPr/>
    </dgm:pt>
    <dgm:pt modelId="{DE553BB3-EB7A-4CD0-BBF4-786EF29D6D44}" type="pres">
      <dgm:prSet presAssocID="{990BAC51-F6D5-4FCA-9F38-3382B3CB8270}" presName="hierChild2" presStyleCnt="0"/>
      <dgm:spPr/>
    </dgm:pt>
    <dgm:pt modelId="{8C0EF809-9D23-464F-8B0C-D493172F7E81}" type="pres">
      <dgm:prSet presAssocID="{0DD851E7-CBB9-4570-B203-E16BD9454763}" presName="Name10" presStyleLbl="parChTrans1D2" presStyleIdx="0" presStyleCnt="2"/>
      <dgm:spPr/>
    </dgm:pt>
    <dgm:pt modelId="{C25A220A-B7A9-4A02-A18C-B1DACCAF9281}" type="pres">
      <dgm:prSet presAssocID="{10069299-8415-4F73-ADBD-0A0736AD54D2}" presName="hierRoot2" presStyleCnt="0"/>
      <dgm:spPr/>
    </dgm:pt>
    <dgm:pt modelId="{E307E9FC-19C7-4F55-9AAB-5AAB3E5BCEB3}" type="pres">
      <dgm:prSet presAssocID="{10069299-8415-4F73-ADBD-0A0736AD54D2}" presName="composite2" presStyleCnt="0"/>
      <dgm:spPr/>
    </dgm:pt>
    <dgm:pt modelId="{20C404EB-BCFB-48DD-B096-4ECBFA12D9FA}" type="pres">
      <dgm:prSet presAssocID="{10069299-8415-4F73-ADBD-0A0736AD54D2}" presName="background2" presStyleLbl="node2" presStyleIdx="0" presStyleCnt="2"/>
      <dgm:spPr/>
    </dgm:pt>
    <dgm:pt modelId="{C2A71973-EAF7-45D9-A401-CB0F1E8EAEA8}" type="pres">
      <dgm:prSet presAssocID="{10069299-8415-4F73-ADBD-0A0736AD54D2}" presName="text2" presStyleLbl="fgAcc2" presStyleIdx="0" presStyleCnt="2">
        <dgm:presLayoutVars>
          <dgm:chPref val="3"/>
        </dgm:presLayoutVars>
      </dgm:prSet>
      <dgm:spPr/>
    </dgm:pt>
    <dgm:pt modelId="{C2E39495-8ED8-4DD8-98EF-538DF60B45FD}" type="pres">
      <dgm:prSet presAssocID="{10069299-8415-4F73-ADBD-0A0736AD54D2}" presName="hierChild3" presStyleCnt="0"/>
      <dgm:spPr/>
    </dgm:pt>
    <dgm:pt modelId="{0701FDF6-D7DF-4CCC-B59E-EA038F5F8503}" type="pres">
      <dgm:prSet presAssocID="{A7D9A6DB-9DD3-404C-9F04-DC438949A6FF}" presName="Name10" presStyleLbl="parChTrans1D2" presStyleIdx="1" presStyleCnt="2"/>
      <dgm:spPr/>
    </dgm:pt>
    <dgm:pt modelId="{C61990C7-AEE0-440F-AF53-DD54190A4FE7}" type="pres">
      <dgm:prSet presAssocID="{DE1ADEED-121E-4D22-9934-22FE25BC0234}" presName="hierRoot2" presStyleCnt="0"/>
      <dgm:spPr/>
    </dgm:pt>
    <dgm:pt modelId="{8495F540-0DD3-4E39-BD3A-2F8BEE7E6FC2}" type="pres">
      <dgm:prSet presAssocID="{DE1ADEED-121E-4D22-9934-22FE25BC0234}" presName="composite2" presStyleCnt="0"/>
      <dgm:spPr/>
    </dgm:pt>
    <dgm:pt modelId="{178E0CE2-E735-4E52-B8DE-2941C858CD62}" type="pres">
      <dgm:prSet presAssocID="{DE1ADEED-121E-4D22-9934-22FE25BC0234}" presName="background2" presStyleLbl="node2" presStyleIdx="1" presStyleCnt="2"/>
      <dgm:spPr/>
    </dgm:pt>
    <dgm:pt modelId="{12BD07A2-A5EC-4990-94B6-B8BDC8F55AF1}" type="pres">
      <dgm:prSet presAssocID="{DE1ADEED-121E-4D22-9934-22FE25BC0234}" presName="text2" presStyleLbl="fgAcc2" presStyleIdx="1" presStyleCnt="2">
        <dgm:presLayoutVars>
          <dgm:chPref val="3"/>
        </dgm:presLayoutVars>
      </dgm:prSet>
      <dgm:spPr/>
    </dgm:pt>
    <dgm:pt modelId="{103C01CE-B7A9-4B50-BB4B-5BF54EBB27E8}" type="pres">
      <dgm:prSet presAssocID="{DE1ADEED-121E-4D22-9934-22FE25BC0234}" presName="hierChild3" presStyleCnt="0"/>
      <dgm:spPr/>
    </dgm:pt>
  </dgm:ptLst>
  <dgm:cxnLst>
    <dgm:cxn modelId="{CADB0C22-8F32-473D-A101-6FBFC03EA094}" srcId="{990BAC51-F6D5-4FCA-9F38-3382B3CB8270}" destId="{DE1ADEED-121E-4D22-9934-22FE25BC0234}" srcOrd="1" destOrd="0" parTransId="{A7D9A6DB-9DD3-404C-9F04-DC438949A6FF}" sibTransId="{965B1D62-314E-44DF-9157-AFF9BA8804B9}"/>
    <dgm:cxn modelId="{8AB61822-6496-4CF6-B18C-37CABE6A40C8}" type="presOf" srcId="{DE1ADEED-121E-4D22-9934-22FE25BC0234}" destId="{12BD07A2-A5EC-4990-94B6-B8BDC8F55AF1}" srcOrd="0" destOrd="0" presId="urn:microsoft.com/office/officeart/2005/8/layout/hierarchy1"/>
    <dgm:cxn modelId="{A11CFE5F-5E16-4032-A9C4-997A724A7F1A}" srcId="{500D312B-924A-4BAF-A47E-64FA694B0EC2}" destId="{990BAC51-F6D5-4FCA-9F38-3382B3CB8270}" srcOrd="0" destOrd="0" parTransId="{22C5D736-06B5-4768-AA4A-342F938C8AA0}" sibTransId="{3FF77AD9-F9A6-4F74-A314-388B34FFF997}"/>
    <dgm:cxn modelId="{75947176-E2A9-4D4B-8104-2523D9AA971E}" type="presOf" srcId="{10069299-8415-4F73-ADBD-0A0736AD54D2}" destId="{C2A71973-EAF7-45D9-A401-CB0F1E8EAEA8}" srcOrd="0" destOrd="0" presId="urn:microsoft.com/office/officeart/2005/8/layout/hierarchy1"/>
    <dgm:cxn modelId="{EEE26599-A7D1-4DA1-98B6-9CBF47C6DE99}" type="presOf" srcId="{A7D9A6DB-9DD3-404C-9F04-DC438949A6FF}" destId="{0701FDF6-D7DF-4CCC-B59E-EA038F5F8503}" srcOrd="0" destOrd="0" presId="urn:microsoft.com/office/officeart/2005/8/layout/hierarchy1"/>
    <dgm:cxn modelId="{8F6D00A9-9A19-487E-B2F4-D1D0B1C8571D}" type="presOf" srcId="{990BAC51-F6D5-4FCA-9F38-3382B3CB8270}" destId="{8D88E6E9-E14F-40DA-8334-42E21F52674E}" srcOrd="0" destOrd="0" presId="urn:microsoft.com/office/officeart/2005/8/layout/hierarchy1"/>
    <dgm:cxn modelId="{054FBEAC-91B0-41BA-8B82-A914AB2A3936}" type="presOf" srcId="{0DD851E7-CBB9-4570-B203-E16BD9454763}" destId="{8C0EF809-9D23-464F-8B0C-D493172F7E81}" srcOrd="0" destOrd="0" presId="urn:microsoft.com/office/officeart/2005/8/layout/hierarchy1"/>
    <dgm:cxn modelId="{7A2E21AE-F1BD-4FBA-9183-ED43D7780304}" srcId="{990BAC51-F6D5-4FCA-9F38-3382B3CB8270}" destId="{10069299-8415-4F73-ADBD-0A0736AD54D2}" srcOrd="0" destOrd="0" parTransId="{0DD851E7-CBB9-4570-B203-E16BD9454763}" sibTransId="{F4076021-059C-47AD-A9CC-5F884962370B}"/>
    <dgm:cxn modelId="{432E47D2-680D-4A6C-901A-A1CD78495112}" type="presOf" srcId="{500D312B-924A-4BAF-A47E-64FA694B0EC2}" destId="{B26355B3-28B8-45A6-BCE8-02DB82487C99}" srcOrd="0" destOrd="0" presId="urn:microsoft.com/office/officeart/2005/8/layout/hierarchy1"/>
    <dgm:cxn modelId="{DC0D4E2E-F7D8-4F22-8FC7-16E34533FC56}" type="presParOf" srcId="{B26355B3-28B8-45A6-BCE8-02DB82487C99}" destId="{BB86DD9B-04BC-4CE6-A218-FDC8206A11DF}" srcOrd="0" destOrd="0" presId="urn:microsoft.com/office/officeart/2005/8/layout/hierarchy1"/>
    <dgm:cxn modelId="{D5D22A0C-F4AA-4D48-B95A-DBF7BF148BEE}" type="presParOf" srcId="{BB86DD9B-04BC-4CE6-A218-FDC8206A11DF}" destId="{AF83983F-5D10-4549-A7D5-71BBE7BF3BED}" srcOrd="0" destOrd="0" presId="urn:microsoft.com/office/officeart/2005/8/layout/hierarchy1"/>
    <dgm:cxn modelId="{8533AA65-78DD-40EB-8D12-1E25A12BF488}" type="presParOf" srcId="{AF83983F-5D10-4549-A7D5-71BBE7BF3BED}" destId="{C77E013F-7CDD-4925-875D-2926E8247230}" srcOrd="0" destOrd="0" presId="urn:microsoft.com/office/officeart/2005/8/layout/hierarchy1"/>
    <dgm:cxn modelId="{1423CE61-B5E2-461C-8D6C-1AC516E1F6BF}" type="presParOf" srcId="{AF83983F-5D10-4549-A7D5-71BBE7BF3BED}" destId="{8D88E6E9-E14F-40DA-8334-42E21F52674E}" srcOrd="1" destOrd="0" presId="urn:microsoft.com/office/officeart/2005/8/layout/hierarchy1"/>
    <dgm:cxn modelId="{88BB06F1-1DF1-4E00-8789-8CA5E0623C9F}" type="presParOf" srcId="{BB86DD9B-04BC-4CE6-A218-FDC8206A11DF}" destId="{DE553BB3-EB7A-4CD0-BBF4-786EF29D6D44}" srcOrd="1" destOrd="0" presId="urn:microsoft.com/office/officeart/2005/8/layout/hierarchy1"/>
    <dgm:cxn modelId="{5CF03B79-4C55-430B-8E0E-D647F96FA7EF}" type="presParOf" srcId="{DE553BB3-EB7A-4CD0-BBF4-786EF29D6D44}" destId="{8C0EF809-9D23-464F-8B0C-D493172F7E81}" srcOrd="0" destOrd="0" presId="urn:microsoft.com/office/officeart/2005/8/layout/hierarchy1"/>
    <dgm:cxn modelId="{4FB353C8-06BD-4403-A5EC-2542276D89C4}" type="presParOf" srcId="{DE553BB3-EB7A-4CD0-BBF4-786EF29D6D44}" destId="{C25A220A-B7A9-4A02-A18C-B1DACCAF9281}" srcOrd="1" destOrd="0" presId="urn:microsoft.com/office/officeart/2005/8/layout/hierarchy1"/>
    <dgm:cxn modelId="{7AD1FC5E-EE56-468B-8879-AE0ACE774E21}" type="presParOf" srcId="{C25A220A-B7A9-4A02-A18C-B1DACCAF9281}" destId="{E307E9FC-19C7-4F55-9AAB-5AAB3E5BCEB3}" srcOrd="0" destOrd="0" presId="urn:microsoft.com/office/officeart/2005/8/layout/hierarchy1"/>
    <dgm:cxn modelId="{EADD5693-9CDC-400F-A87F-FAB593A67FBF}" type="presParOf" srcId="{E307E9FC-19C7-4F55-9AAB-5AAB3E5BCEB3}" destId="{20C404EB-BCFB-48DD-B096-4ECBFA12D9FA}" srcOrd="0" destOrd="0" presId="urn:microsoft.com/office/officeart/2005/8/layout/hierarchy1"/>
    <dgm:cxn modelId="{C96276BA-0754-482E-92ED-5CE05E473D7E}" type="presParOf" srcId="{E307E9FC-19C7-4F55-9AAB-5AAB3E5BCEB3}" destId="{C2A71973-EAF7-45D9-A401-CB0F1E8EAEA8}" srcOrd="1" destOrd="0" presId="urn:microsoft.com/office/officeart/2005/8/layout/hierarchy1"/>
    <dgm:cxn modelId="{8D013B45-6CB0-4E87-8EDC-833E5D73D336}" type="presParOf" srcId="{C25A220A-B7A9-4A02-A18C-B1DACCAF9281}" destId="{C2E39495-8ED8-4DD8-98EF-538DF60B45FD}" srcOrd="1" destOrd="0" presId="urn:microsoft.com/office/officeart/2005/8/layout/hierarchy1"/>
    <dgm:cxn modelId="{0D4BF788-A9F5-41C4-A6AD-8F90CDE9A94D}" type="presParOf" srcId="{DE553BB3-EB7A-4CD0-BBF4-786EF29D6D44}" destId="{0701FDF6-D7DF-4CCC-B59E-EA038F5F8503}" srcOrd="2" destOrd="0" presId="urn:microsoft.com/office/officeart/2005/8/layout/hierarchy1"/>
    <dgm:cxn modelId="{6414AB50-59BA-4474-9BF1-0E6FEA6B04F3}" type="presParOf" srcId="{DE553BB3-EB7A-4CD0-BBF4-786EF29D6D44}" destId="{C61990C7-AEE0-440F-AF53-DD54190A4FE7}" srcOrd="3" destOrd="0" presId="urn:microsoft.com/office/officeart/2005/8/layout/hierarchy1"/>
    <dgm:cxn modelId="{93A4375A-7C7A-4C63-9177-8916F0A804A5}" type="presParOf" srcId="{C61990C7-AEE0-440F-AF53-DD54190A4FE7}" destId="{8495F540-0DD3-4E39-BD3A-2F8BEE7E6FC2}" srcOrd="0" destOrd="0" presId="urn:microsoft.com/office/officeart/2005/8/layout/hierarchy1"/>
    <dgm:cxn modelId="{448C8DD0-3167-4DEB-9648-F1BCAB9AFD23}" type="presParOf" srcId="{8495F540-0DD3-4E39-BD3A-2F8BEE7E6FC2}" destId="{178E0CE2-E735-4E52-B8DE-2941C858CD62}" srcOrd="0" destOrd="0" presId="urn:microsoft.com/office/officeart/2005/8/layout/hierarchy1"/>
    <dgm:cxn modelId="{B4788DF3-5E21-4BA4-8448-C9F085313739}" type="presParOf" srcId="{8495F540-0DD3-4E39-BD3A-2F8BEE7E6FC2}" destId="{12BD07A2-A5EC-4990-94B6-B8BDC8F55AF1}" srcOrd="1" destOrd="0" presId="urn:microsoft.com/office/officeart/2005/8/layout/hierarchy1"/>
    <dgm:cxn modelId="{5824B526-D030-4847-AF33-50E35924D072}" type="presParOf" srcId="{C61990C7-AEE0-440F-AF53-DD54190A4FE7}" destId="{103C01CE-B7A9-4B50-BB4B-5BF54EBB27E8}" srcOrd="1" destOrd="0" presId="urn:microsoft.com/office/officeart/2005/8/layout/hierarchy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00D312B-924A-4BAF-A47E-64FA694B0EC2}" type="doc">
      <dgm:prSet loTypeId="urn:microsoft.com/office/officeart/2005/8/layout/hierarchy1" loCatId="hierarchy" qsTypeId="urn:microsoft.com/office/officeart/2005/8/quickstyle/simple1" qsCatId="simple" csTypeId="urn:microsoft.com/office/officeart/2005/8/colors/colorful4" csCatId="colorful" phldr="1"/>
      <dgm:spPr/>
      <dgm:t>
        <a:bodyPr/>
        <a:lstStyle/>
        <a:p>
          <a:endParaRPr lang="en-US"/>
        </a:p>
      </dgm:t>
    </dgm:pt>
    <dgm:pt modelId="{990BAC51-F6D5-4FCA-9F38-3382B3CB8270}">
      <dgm:prSet phldrT="[Text]"/>
      <dgm:spPr>
        <a:ln>
          <a:solidFill>
            <a:srgbClr val="0070C0"/>
          </a:solidFill>
        </a:ln>
      </dgm:spPr>
      <dgm:t>
        <a:bodyPr/>
        <a:lstStyle/>
        <a:p>
          <a:r>
            <a:rPr lang="en-US" dirty="0"/>
            <a:t>Membership</a:t>
          </a:r>
        </a:p>
      </dgm:t>
    </dgm:pt>
    <dgm:pt modelId="{22C5D736-06B5-4768-AA4A-342F938C8AA0}" type="parTrans" cxnId="{A11CFE5F-5E16-4032-A9C4-997A724A7F1A}">
      <dgm:prSet/>
      <dgm:spPr/>
      <dgm:t>
        <a:bodyPr/>
        <a:lstStyle/>
        <a:p>
          <a:endParaRPr lang="en-US"/>
        </a:p>
      </dgm:t>
    </dgm:pt>
    <dgm:pt modelId="{3FF77AD9-F9A6-4F74-A314-388B34FFF997}" type="sibTrans" cxnId="{A11CFE5F-5E16-4032-A9C4-997A724A7F1A}">
      <dgm:prSet/>
      <dgm:spPr/>
      <dgm:t>
        <a:bodyPr/>
        <a:lstStyle/>
        <a:p>
          <a:endParaRPr lang="en-US"/>
        </a:p>
      </dgm:t>
    </dgm:pt>
    <dgm:pt modelId="{10069299-8415-4F73-ADBD-0A0736AD54D2}">
      <dgm:prSet phldrT="[Text]"/>
      <dgm:spPr>
        <a:ln>
          <a:solidFill>
            <a:srgbClr val="00B0F0"/>
          </a:solidFill>
        </a:ln>
      </dgm:spPr>
      <dgm:t>
        <a:bodyPr/>
        <a:lstStyle/>
        <a:p>
          <a:r>
            <a:rPr lang="en-US" dirty="0"/>
            <a:t>Plus Membership</a:t>
          </a:r>
        </a:p>
      </dgm:t>
    </dgm:pt>
    <dgm:pt modelId="{0DD851E7-CBB9-4570-B203-E16BD9454763}" type="parTrans" cxnId="{7A2E21AE-F1BD-4FBA-9183-ED43D7780304}">
      <dgm:prSet/>
      <dgm:spPr/>
      <dgm:t>
        <a:bodyPr/>
        <a:lstStyle/>
        <a:p>
          <a:endParaRPr lang="en-US"/>
        </a:p>
      </dgm:t>
    </dgm:pt>
    <dgm:pt modelId="{F4076021-059C-47AD-A9CC-5F884962370B}" type="sibTrans" cxnId="{7A2E21AE-F1BD-4FBA-9183-ED43D7780304}">
      <dgm:prSet/>
      <dgm:spPr/>
      <dgm:t>
        <a:bodyPr/>
        <a:lstStyle/>
        <a:p>
          <a:endParaRPr lang="en-US"/>
        </a:p>
      </dgm:t>
    </dgm:pt>
    <dgm:pt modelId="{DE1ADEED-121E-4D22-9934-22FE25BC0234}">
      <dgm:prSet phldrT="[Text]"/>
      <dgm:spPr>
        <a:ln>
          <a:solidFill>
            <a:srgbClr val="002060"/>
          </a:solidFill>
        </a:ln>
      </dgm:spPr>
      <dgm:t>
        <a:bodyPr/>
        <a:lstStyle/>
        <a:p>
          <a:r>
            <a:rPr lang="en-US" dirty="0"/>
            <a:t>Pro Membership</a:t>
          </a:r>
        </a:p>
      </dgm:t>
    </dgm:pt>
    <dgm:pt modelId="{A7D9A6DB-9DD3-404C-9F04-DC438949A6FF}" type="parTrans" cxnId="{CADB0C22-8F32-473D-A101-6FBFC03EA094}">
      <dgm:prSet/>
      <dgm:spPr/>
      <dgm:t>
        <a:bodyPr/>
        <a:lstStyle/>
        <a:p>
          <a:endParaRPr lang="en-US"/>
        </a:p>
      </dgm:t>
    </dgm:pt>
    <dgm:pt modelId="{965B1D62-314E-44DF-9157-AFF9BA8804B9}" type="sibTrans" cxnId="{CADB0C22-8F32-473D-A101-6FBFC03EA094}">
      <dgm:prSet/>
      <dgm:spPr/>
      <dgm:t>
        <a:bodyPr/>
        <a:lstStyle/>
        <a:p>
          <a:endParaRPr lang="en-US"/>
        </a:p>
      </dgm:t>
    </dgm:pt>
    <dgm:pt modelId="{97B4F90E-74EE-4A63-B662-D9A90F4D9DE6}">
      <dgm:prSet phldrT="[Text]"/>
      <dgm:spPr>
        <a:ln>
          <a:solidFill>
            <a:srgbClr val="F4814E"/>
          </a:solidFill>
        </a:ln>
      </dgm:spPr>
      <dgm:t>
        <a:bodyPr/>
        <a:lstStyle/>
        <a:p>
          <a:r>
            <a:rPr lang="en-US" dirty="0"/>
            <a:t>Trial Membership</a:t>
          </a:r>
        </a:p>
      </dgm:t>
    </dgm:pt>
    <dgm:pt modelId="{39694081-7492-4B4B-901A-E4B741963541}" type="parTrans" cxnId="{41847C10-059C-41A4-8412-E61C4CEADA6E}">
      <dgm:prSet/>
      <dgm:spPr/>
      <dgm:t>
        <a:bodyPr/>
        <a:lstStyle/>
        <a:p>
          <a:endParaRPr lang="en-US"/>
        </a:p>
      </dgm:t>
    </dgm:pt>
    <dgm:pt modelId="{29562133-D71A-447F-AB30-D7FFA5E7A31D}" type="sibTrans" cxnId="{41847C10-059C-41A4-8412-E61C4CEADA6E}">
      <dgm:prSet/>
      <dgm:spPr/>
      <dgm:t>
        <a:bodyPr/>
        <a:lstStyle/>
        <a:p>
          <a:endParaRPr lang="en-US"/>
        </a:p>
      </dgm:t>
    </dgm:pt>
    <dgm:pt modelId="{B26355B3-28B8-45A6-BCE8-02DB82487C99}" type="pres">
      <dgm:prSet presAssocID="{500D312B-924A-4BAF-A47E-64FA694B0EC2}" presName="hierChild1" presStyleCnt="0">
        <dgm:presLayoutVars>
          <dgm:chPref val="1"/>
          <dgm:dir/>
          <dgm:animOne val="branch"/>
          <dgm:animLvl val="lvl"/>
          <dgm:resizeHandles/>
        </dgm:presLayoutVars>
      </dgm:prSet>
      <dgm:spPr/>
    </dgm:pt>
    <dgm:pt modelId="{BB86DD9B-04BC-4CE6-A218-FDC8206A11DF}" type="pres">
      <dgm:prSet presAssocID="{990BAC51-F6D5-4FCA-9F38-3382B3CB8270}" presName="hierRoot1" presStyleCnt="0"/>
      <dgm:spPr/>
    </dgm:pt>
    <dgm:pt modelId="{AF83983F-5D10-4549-A7D5-71BBE7BF3BED}" type="pres">
      <dgm:prSet presAssocID="{990BAC51-F6D5-4FCA-9F38-3382B3CB8270}" presName="composite" presStyleCnt="0"/>
      <dgm:spPr/>
    </dgm:pt>
    <dgm:pt modelId="{C77E013F-7CDD-4925-875D-2926E8247230}" type="pres">
      <dgm:prSet presAssocID="{990BAC51-F6D5-4FCA-9F38-3382B3CB8270}" presName="background" presStyleLbl="node0" presStyleIdx="0" presStyleCnt="1"/>
      <dgm:spPr>
        <a:solidFill>
          <a:srgbClr val="0070C0"/>
        </a:solidFill>
        <a:ln>
          <a:solidFill>
            <a:srgbClr val="0070C0"/>
          </a:solidFill>
        </a:ln>
      </dgm:spPr>
    </dgm:pt>
    <dgm:pt modelId="{8D88E6E9-E14F-40DA-8334-42E21F52674E}" type="pres">
      <dgm:prSet presAssocID="{990BAC51-F6D5-4FCA-9F38-3382B3CB8270}" presName="text" presStyleLbl="fgAcc0" presStyleIdx="0" presStyleCnt="1">
        <dgm:presLayoutVars>
          <dgm:chPref val="3"/>
        </dgm:presLayoutVars>
      </dgm:prSet>
      <dgm:spPr/>
    </dgm:pt>
    <dgm:pt modelId="{DE553BB3-EB7A-4CD0-BBF4-786EF29D6D44}" type="pres">
      <dgm:prSet presAssocID="{990BAC51-F6D5-4FCA-9F38-3382B3CB8270}" presName="hierChild2" presStyleCnt="0"/>
      <dgm:spPr/>
    </dgm:pt>
    <dgm:pt modelId="{8C0EF809-9D23-464F-8B0C-D493172F7E81}" type="pres">
      <dgm:prSet presAssocID="{0DD851E7-CBB9-4570-B203-E16BD9454763}" presName="Name10" presStyleLbl="parChTrans1D2" presStyleIdx="0" presStyleCnt="3"/>
      <dgm:spPr/>
    </dgm:pt>
    <dgm:pt modelId="{C25A220A-B7A9-4A02-A18C-B1DACCAF9281}" type="pres">
      <dgm:prSet presAssocID="{10069299-8415-4F73-ADBD-0A0736AD54D2}" presName="hierRoot2" presStyleCnt="0"/>
      <dgm:spPr/>
    </dgm:pt>
    <dgm:pt modelId="{E307E9FC-19C7-4F55-9AAB-5AAB3E5BCEB3}" type="pres">
      <dgm:prSet presAssocID="{10069299-8415-4F73-ADBD-0A0736AD54D2}" presName="composite2" presStyleCnt="0"/>
      <dgm:spPr/>
    </dgm:pt>
    <dgm:pt modelId="{20C404EB-BCFB-48DD-B096-4ECBFA12D9FA}" type="pres">
      <dgm:prSet presAssocID="{10069299-8415-4F73-ADBD-0A0736AD54D2}" presName="background2" presStyleLbl="node2" presStyleIdx="0" presStyleCnt="3"/>
      <dgm:spPr>
        <a:solidFill>
          <a:srgbClr val="00B0F0"/>
        </a:solidFill>
        <a:ln>
          <a:solidFill>
            <a:srgbClr val="00B0F0"/>
          </a:solidFill>
        </a:ln>
      </dgm:spPr>
    </dgm:pt>
    <dgm:pt modelId="{C2A71973-EAF7-45D9-A401-CB0F1E8EAEA8}" type="pres">
      <dgm:prSet presAssocID="{10069299-8415-4F73-ADBD-0A0736AD54D2}" presName="text2" presStyleLbl="fgAcc2" presStyleIdx="0" presStyleCnt="3">
        <dgm:presLayoutVars>
          <dgm:chPref val="3"/>
        </dgm:presLayoutVars>
      </dgm:prSet>
      <dgm:spPr/>
    </dgm:pt>
    <dgm:pt modelId="{C2E39495-8ED8-4DD8-98EF-538DF60B45FD}" type="pres">
      <dgm:prSet presAssocID="{10069299-8415-4F73-ADBD-0A0736AD54D2}" presName="hierChild3" presStyleCnt="0"/>
      <dgm:spPr/>
    </dgm:pt>
    <dgm:pt modelId="{0701FDF6-D7DF-4CCC-B59E-EA038F5F8503}" type="pres">
      <dgm:prSet presAssocID="{A7D9A6DB-9DD3-404C-9F04-DC438949A6FF}" presName="Name10" presStyleLbl="parChTrans1D2" presStyleIdx="1" presStyleCnt="3"/>
      <dgm:spPr/>
    </dgm:pt>
    <dgm:pt modelId="{C61990C7-AEE0-440F-AF53-DD54190A4FE7}" type="pres">
      <dgm:prSet presAssocID="{DE1ADEED-121E-4D22-9934-22FE25BC0234}" presName="hierRoot2" presStyleCnt="0"/>
      <dgm:spPr/>
    </dgm:pt>
    <dgm:pt modelId="{8495F540-0DD3-4E39-BD3A-2F8BEE7E6FC2}" type="pres">
      <dgm:prSet presAssocID="{DE1ADEED-121E-4D22-9934-22FE25BC0234}" presName="composite2" presStyleCnt="0"/>
      <dgm:spPr/>
    </dgm:pt>
    <dgm:pt modelId="{178E0CE2-E735-4E52-B8DE-2941C858CD62}" type="pres">
      <dgm:prSet presAssocID="{DE1ADEED-121E-4D22-9934-22FE25BC0234}" presName="background2" presStyleLbl="node2" presStyleIdx="1" presStyleCnt="3"/>
      <dgm:spPr>
        <a:solidFill>
          <a:srgbClr val="002060"/>
        </a:solidFill>
        <a:ln>
          <a:solidFill>
            <a:srgbClr val="002060"/>
          </a:solidFill>
        </a:ln>
      </dgm:spPr>
    </dgm:pt>
    <dgm:pt modelId="{12BD07A2-A5EC-4990-94B6-B8BDC8F55AF1}" type="pres">
      <dgm:prSet presAssocID="{DE1ADEED-121E-4D22-9934-22FE25BC0234}" presName="text2" presStyleLbl="fgAcc2" presStyleIdx="1" presStyleCnt="3">
        <dgm:presLayoutVars>
          <dgm:chPref val="3"/>
        </dgm:presLayoutVars>
      </dgm:prSet>
      <dgm:spPr/>
    </dgm:pt>
    <dgm:pt modelId="{103C01CE-B7A9-4B50-BB4B-5BF54EBB27E8}" type="pres">
      <dgm:prSet presAssocID="{DE1ADEED-121E-4D22-9934-22FE25BC0234}" presName="hierChild3" presStyleCnt="0"/>
      <dgm:spPr/>
    </dgm:pt>
    <dgm:pt modelId="{07C87EC2-F03B-4D23-8439-B63D6519D288}" type="pres">
      <dgm:prSet presAssocID="{39694081-7492-4B4B-901A-E4B741963541}" presName="Name10" presStyleLbl="parChTrans1D2" presStyleIdx="2" presStyleCnt="3"/>
      <dgm:spPr/>
    </dgm:pt>
    <dgm:pt modelId="{91B6EAAE-DB1A-4A4E-8536-85EE08D8DD83}" type="pres">
      <dgm:prSet presAssocID="{97B4F90E-74EE-4A63-B662-D9A90F4D9DE6}" presName="hierRoot2" presStyleCnt="0"/>
      <dgm:spPr/>
    </dgm:pt>
    <dgm:pt modelId="{B6B94F2E-3480-46D8-824D-042A45A8F359}" type="pres">
      <dgm:prSet presAssocID="{97B4F90E-74EE-4A63-B662-D9A90F4D9DE6}" presName="composite2" presStyleCnt="0"/>
      <dgm:spPr/>
    </dgm:pt>
    <dgm:pt modelId="{38648ABF-1001-44D0-9685-5FEC467BA0DB}" type="pres">
      <dgm:prSet presAssocID="{97B4F90E-74EE-4A63-B662-D9A90F4D9DE6}" presName="background2" presStyleLbl="node2" presStyleIdx="2" presStyleCnt="3"/>
      <dgm:spPr>
        <a:solidFill>
          <a:srgbClr val="F4814E"/>
        </a:solidFill>
        <a:ln>
          <a:solidFill>
            <a:srgbClr val="F4814E"/>
          </a:solidFill>
        </a:ln>
      </dgm:spPr>
    </dgm:pt>
    <dgm:pt modelId="{D0545277-DAD3-498B-BA0D-8999B1A3B819}" type="pres">
      <dgm:prSet presAssocID="{97B4F90E-74EE-4A63-B662-D9A90F4D9DE6}" presName="text2" presStyleLbl="fgAcc2" presStyleIdx="2" presStyleCnt="3">
        <dgm:presLayoutVars>
          <dgm:chPref val="3"/>
        </dgm:presLayoutVars>
      </dgm:prSet>
      <dgm:spPr/>
    </dgm:pt>
    <dgm:pt modelId="{3907C4AC-374F-4555-A95C-B7CF6A5EDBF3}" type="pres">
      <dgm:prSet presAssocID="{97B4F90E-74EE-4A63-B662-D9A90F4D9DE6}" presName="hierChild3" presStyleCnt="0"/>
      <dgm:spPr/>
    </dgm:pt>
  </dgm:ptLst>
  <dgm:cxnLst>
    <dgm:cxn modelId="{41847C10-059C-41A4-8412-E61C4CEADA6E}" srcId="{990BAC51-F6D5-4FCA-9F38-3382B3CB8270}" destId="{97B4F90E-74EE-4A63-B662-D9A90F4D9DE6}" srcOrd="2" destOrd="0" parTransId="{39694081-7492-4B4B-901A-E4B741963541}" sibTransId="{29562133-D71A-447F-AB30-D7FFA5E7A31D}"/>
    <dgm:cxn modelId="{CADB0C22-8F32-473D-A101-6FBFC03EA094}" srcId="{990BAC51-F6D5-4FCA-9F38-3382B3CB8270}" destId="{DE1ADEED-121E-4D22-9934-22FE25BC0234}" srcOrd="1" destOrd="0" parTransId="{A7D9A6DB-9DD3-404C-9F04-DC438949A6FF}" sibTransId="{965B1D62-314E-44DF-9157-AFF9BA8804B9}"/>
    <dgm:cxn modelId="{8AB61822-6496-4CF6-B18C-37CABE6A40C8}" type="presOf" srcId="{DE1ADEED-121E-4D22-9934-22FE25BC0234}" destId="{12BD07A2-A5EC-4990-94B6-B8BDC8F55AF1}" srcOrd="0" destOrd="0" presId="urn:microsoft.com/office/officeart/2005/8/layout/hierarchy1"/>
    <dgm:cxn modelId="{A11CFE5F-5E16-4032-A9C4-997A724A7F1A}" srcId="{500D312B-924A-4BAF-A47E-64FA694B0EC2}" destId="{990BAC51-F6D5-4FCA-9F38-3382B3CB8270}" srcOrd="0" destOrd="0" parTransId="{22C5D736-06B5-4768-AA4A-342F938C8AA0}" sibTransId="{3FF77AD9-F9A6-4F74-A314-388B34FFF997}"/>
    <dgm:cxn modelId="{75947176-E2A9-4D4B-8104-2523D9AA971E}" type="presOf" srcId="{10069299-8415-4F73-ADBD-0A0736AD54D2}" destId="{C2A71973-EAF7-45D9-A401-CB0F1E8EAEA8}" srcOrd="0" destOrd="0" presId="urn:microsoft.com/office/officeart/2005/8/layout/hierarchy1"/>
    <dgm:cxn modelId="{DA3C1283-388E-476D-98AD-1294094384F3}" type="presOf" srcId="{97B4F90E-74EE-4A63-B662-D9A90F4D9DE6}" destId="{D0545277-DAD3-498B-BA0D-8999B1A3B819}" srcOrd="0" destOrd="0" presId="urn:microsoft.com/office/officeart/2005/8/layout/hierarchy1"/>
    <dgm:cxn modelId="{EEE26599-A7D1-4DA1-98B6-9CBF47C6DE99}" type="presOf" srcId="{A7D9A6DB-9DD3-404C-9F04-DC438949A6FF}" destId="{0701FDF6-D7DF-4CCC-B59E-EA038F5F8503}" srcOrd="0" destOrd="0" presId="urn:microsoft.com/office/officeart/2005/8/layout/hierarchy1"/>
    <dgm:cxn modelId="{8F6D00A9-9A19-487E-B2F4-D1D0B1C8571D}" type="presOf" srcId="{990BAC51-F6D5-4FCA-9F38-3382B3CB8270}" destId="{8D88E6E9-E14F-40DA-8334-42E21F52674E}" srcOrd="0" destOrd="0" presId="urn:microsoft.com/office/officeart/2005/8/layout/hierarchy1"/>
    <dgm:cxn modelId="{054FBEAC-91B0-41BA-8B82-A914AB2A3936}" type="presOf" srcId="{0DD851E7-CBB9-4570-B203-E16BD9454763}" destId="{8C0EF809-9D23-464F-8B0C-D493172F7E81}" srcOrd="0" destOrd="0" presId="urn:microsoft.com/office/officeart/2005/8/layout/hierarchy1"/>
    <dgm:cxn modelId="{7A2E21AE-F1BD-4FBA-9183-ED43D7780304}" srcId="{990BAC51-F6D5-4FCA-9F38-3382B3CB8270}" destId="{10069299-8415-4F73-ADBD-0A0736AD54D2}" srcOrd="0" destOrd="0" parTransId="{0DD851E7-CBB9-4570-B203-E16BD9454763}" sibTransId="{F4076021-059C-47AD-A9CC-5F884962370B}"/>
    <dgm:cxn modelId="{50ACB0B4-CCB7-4777-8153-D6BAA982C2D8}" type="presOf" srcId="{39694081-7492-4B4B-901A-E4B741963541}" destId="{07C87EC2-F03B-4D23-8439-B63D6519D288}" srcOrd="0" destOrd="0" presId="urn:microsoft.com/office/officeart/2005/8/layout/hierarchy1"/>
    <dgm:cxn modelId="{432E47D2-680D-4A6C-901A-A1CD78495112}" type="presOf" srcId="{500D312B-924A-4BAF-A47E-64FA694B0EC2}" destId="{B26355B3-28B8-45A6-BCE8-02DB82487C99}" srcOrd="0" destOrd="0" presId="urn:microsoft.com/office/officeart/2005/8/layout/hierarchy1"/>
    <dgm:cxn modelId="{DC0D4E2E-F7D8-4F22-8FC7-16E34533FC56}" type="presParOf" srcId="{B26355B3-28B8-45A6-BCE8-02DB82487C99}" destId="{BB86DD9B-04BC-4CE6-A218-FDC8206A11DF}" srcOrd="0" destOrd="0" presId="urn:microsoft.com/office/officeart/2005/8/layout/hierarchy1"/>
    <dgm:cxn modelId="{D5D22A0C-F4AA-4D48-B95A-DBF7BF148BEE}" type="presParOf" srcId="{BB86DD9B-04BC-4CE6-A218-FDC8206A11DF}" destId="{AF83983F-5D10-4549-A7D5-71BBE7BF3BED}" srcOrd="0" destOrd="0" presId="urn:microsoft.com/office/officeart/2005/8/layout/hierarchy1"/>
    <dgm:cxn modelId="{8533AA65-78DD-40EB-8D12-1E25A12BF488}" type="presParOf" srcId="{AF83983F-5D10-4549-A7D5-71BBE7BF3BED}" destId="{C77E013F-7CDD-4925-875D-2926E8247230}" srcOrd="0" destOrd="0" presId="urn:microsoft.com/office/officeart/2005/8/layout/hierarchy1"/>
    <dgm:cxn modelId="{1423CE61-B5E2-461C-8D6C-1AC516E1F6BF}" type="presParOf" srcId="{AF83983F-5D10-4549-A7D5-71BBE7BF3BED}" destId="{8D88E6E9-E14F-40DA-8334-42E21F52674E}" srcOrd="1" destOrd="0" presId="urn:microsoft.com/office/officeart/2005/8/layout/hierarchy1"/>
    <dgm:cxn modelId="{88BB06F1-1DF1-4E00-8789-8CA5E0623C9F}" type="presParOf" srcId="{BB86DD9B-04BC-4CE6-A218-FDC8206A11DF}" destId="{DE553BB3-EB7A-4CD0-BBF4-786EF29D6D44}" srcOrd="1" destOrd="0" presId="urn:microsoft.com/office/officeart/2005/8/layout/hierarchy1"/>
    <dgm:cxn modelId="{5CF03B79-4C55-430B-8E0E-D647F96FA7EF}" type="presParOf" srcId="{DE553BB3-EB7A-4CD0-BBF4-786EF29D6D44}" destId="{8C0EF809-9D23-464F-8B0C-D493172F7E81}" srcOrd="0" destOrd="0" presId="urn:microsoft.com/office/officeart/2005/8/layout/hierarchy1"/>
    <dgm:cxn modelId="{4FB353C8-06BD-4403-A5EC-2542276D89C4}" type="presParOf" srcId="{DE553BB3-EB7A-4CD0-BBF4-786EF29D6D44}" destId="{C25A220A-B7A9-4A02-A18C-B1DACCAF9281}" srcOrd="1" destOrd="0" presId="urn:microsoft.com/office/officeart/2005/8/layout/hierarchy1"/>
    <dgm:cxn modelId="{7AD1FC5E-EE56-468B-8879-AE0ACE774E21}" type="presParOf" srcId="{C25A220A-B7A9-4A02-A18C-B1DACCAF9281}" destId="{E307E9FC-19C7-4F55-9AAB-5AAB3E5BCEB3}" srcOrd="0" destOrd="0" presId="urn:microsoft.com/office/officeart/2005/8/layout/hierarchy1"/>
    <dgm:cxn modelId="{EADD5693-9CDC-400F-A87F-FAB593A67FBF}" type="presParOf" srcId="{E307E9FC-19C7-4F55-9AAB-5AAB3E5BCEB3}" destId="{20C404EB-BCFB-48DD-B096-4ECBFA12D9FA}" srcOrd="0" destOrd="0" presId="urn:microsoft.com/office/officeart/2005/8/layout/hierarchy1"/>
    <dgm:cxn modelId="{C96276BA-0754-482E-92ED-5CE05E473D7E}" type="presParOf" srcId="{E307E9FC-19C7-4F55-9AAB-5AAB3E5BCEB3}" destId="{C2A71973-EAF7-45D9-A401-CB0F1E8EAEA8}" srcOrd="1" destOrd="0" presId="urn:microsoft.com/office/officeart/2005/8/layout/hierarchy1"/>
    <dgm:cxn modelId="{8D013B45-6CB0-4E87-8EDC-833E5D73D336}" type="presParOf" srcId="{C25A220A-B7A9-4A02-A18C-B1DACCAF9281}" destId="{C2E39495-8ED8-4DD8-98EF-538DF60B45FD}" srcOrd="1" destOrd="0" presId="urn:microsoft.com/office/officeart/2005/8/layout/hierarchy1"/>
    <dgm:cxn modelId="{0D4BF788-A9F5-41C4-A6AD-8F90CDE9A94D}" type="presParOf" srcId="{DE553BB3-EB7A-4CD0-BBF4-786EF29D6D44}" destId="{0701FDF6-D7DF-4CCC-B59E-EA038F5F8503}" srcOrd="2" destOrd="0" presId="urn:microsoft.com/office/officeart/2005/8/layout/hierarchy1"/>
    <dgm:cxn modelId="{6414AB50-59BA-4474-9BF1-0E6FEA6B04F3}" type="presParOf" srcId="{DE553BB3-EB7A-4CD0-BBF4-786EF29D6D44}" destId="{C61990C7-AEE0-440F-AF53-DD54190A4FE7}" srcOrd="3" destOrd="0" presId="urn:microsoft.com/office/officeart/2005/8/layout/hierarchy1"/>
    <dgm:cxn modelId="{93A4375A-7C7A-4C63-9177-8916F0A804A5}" type="presParOf" srcId="{C61990C7-AEE0-440F-AF53-DD54190A4FE7}" destId="{8495F540-0DD3-4E39-BD3A-2F8BEE7E6FC2}" srcOrd="0" destOrd="0" presId="urn:microsoft.com/office/officeart/2005/8/layout/hierarchy1"/>
    <dgm:cxn modelId="{448C8DD0-3167-4DEB-9648-F1BCAB9AFD23}" type="presParOf" srcId="{8495F540-0DD3-4E39-BD3A-2F8BEE7E6FC2}" destId="{178E0CE2-E735-4E52-B8DE-2941C858CD62}" srcOrd="0" destOrd="0" presId="urn:microsoft.com/office/officeart/2005/8/layout/hierarchy1"/>
    <dgm:cxn modelId="{B4788DF3-5E21-4BA4-8448-C9F085313739}" type="presParOf" srcId="{8495F540-0DD3-4E39-BD3A-2F8BEE7E6FC2}" destId="{12BD07A2-A5EC-4990-94B6-B8BDC8F55AF1}" srcOrd="1" destOrd="0" presId="urn:microsoft.com/office/officeart/2005/8/layout/hierarchy1"/>
    <dgm:cxn modelId="{5824B526-D030-4847-AF33-50E35924D072}" type="presParOf" srcId="{C61990C7-AEE0-440F-AF53-DD54190A4FE7}" destId="{103C01CE-B7A9-4B50-BB4B-5BF54EBB27E8}" srcOrd="1" destOrd="0" presId="urn:microsoft.com/office/officeart/2005/8/layout/hierarchy1"/>
    <dgm:cxn modelId="{E861C6E6-2657-401C-9157-AB56E37904BE}" type="presParOf" srcId="{DE553BB3-EB7A-4CD0-BBF4-786EF29D6D44}" destId="{07C87EC2-F03B-4D23-8439-B63D6519D288}" srcOrd="4" destOrd="0" presId="urn:microsoft.com/office/officeart/2005/8/layout/hierarchy1"/>
    <dgm:cxn modelId="{DC97794B-668D-422E-9180-64C220FA49CC}" type="presParOf" srcId="{DE553BB3-EB7A-4CD0-BBF4-786EF29D6D44}" destId="{91B6EAAE-DB1A-4A4E-8536-85EE08D8DD83}" srcOrd="5" destOrd="0" presId="urn:microsoft.com/office/officeart/2005/8/layout/hierarchy1"/>
    <dgm:cxn modelId="{38CBD2C6-9AD2-4ECA-86C7-9FE7006AD0CB}" type="presParOf" srcId="{91B6EAAE-DB1A-4A4E-8536-85EE08D8DD83}" destId="{B6B94F2E-3480-46D8-824D-042A45A8F359}" srcOrd="0" destOrd="0" presId="urn:microsoft.com/office/officeart/2005/8/layout/hierarchy1"/>
    <dgm:cxn modelId="{A66C131D-AFA9-41F8-97FF-FC71243A037E}" type="presParOf" srcId="{B6B94F2E-3480-46D8-824D-042A45A8F359}" destId="{38648ABF-1001-44D0-9685-5FEC467BA0DB}" srcOrd="0" destOrd="0" presId="urn:microsoft.com/office/officeart/2005/8/layout/hierarchy1"/>
    <dgm:cxn modelId="{CC2A9429-D1F2-4BC0-80F6-2D7E62006E17}" type="presParOf" srcId="{B6B94F2E-3480-46D8-824D-042A45A8F359}" destId="{D0545277-DAD3-498B-BA0D-8999B1A3B819}" srcOrd="1" destOrd="0" presId="urn:microsoft.com/office/officeart/2005/8/layout/hierarchy1"/>
    <dgm:cxn modelId="{3E2EF6C5-43D5-4B5F-A198-357E4DCE004B}" type="presParOf" srcId="{91B6EAAE-DB1A-4A4E-8536-85EE08D8DD83}" destId="{3907C4AC-374F-4555-A95C-B7CF6A5EDBF3}"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00D312B-924A-4BAF-A47E-64FA694B0EC2}" type="doc">
      <dgm:prSet loTypeId="urn:microsoft.com/office/officeart/2005/8/layout/hierarchy1" loCatId="hierarchy" qsTypeId="urn:microsoft.com/office/officeart/2005/8/quickstyle/simple1" qsCatId="simple" csTypeId="urn:microsoft.com/office/officeart/2005/8/colors/colorful4" csCatId="colorful" phldr="1"/>
      <dgm:spPr/>
      <dgm:t>
        <a:bodyPr/>
        <a:lstStyle/>
        <a:p>
          <a:endParaRPr lang="en-US"/>
        </a:p>
      </dgm:t>
    </dgm:pt>
    <dgm:pt modelId="{990BAC51-F6D5-4FCA-9F38-3382B3CB8270}">
      <dgm:prSet phldrT="[Text]"/>
      <dgm:spPr/>
      <dgm:t>
        <a:bodyPr/>
        <a:lstStyle/>
        <a:p>
          <a:r>
            <a:rPr lang="en-US" dirty="0"/>
            <a:t>Membership</a:t>
          </a:r>
        </a:p>
      </dgm:t>
    </dgm:pt>
    <dgm:pt modelId="{22C5D736-06B5-4768-AA4A-342F938C8AA0}" type="parTrans" cxnId="{A11CFE5F-5E16-4032-A9C4-997A724A7F1A}">
      <dgm:prSet/>
      <dgm:spPr/>
      <dgm:t>
        <a:bodyPr/>
        <a:lstStyle/>
        <a:p>
          <a:endParaRPr lang="en-US"/>
        </a:p>
      </dgm:t>
    </dgm:pt>
    <dgm:pt modelId="{3FF77AD9-F9A6-4F74-A314-388B34FFF997}" type="sibTrans" cxnId="{A11CFE5F-5E16-4032-A9C4-997A724A7F1A}">
      <dgm:prSet/>
      <dgm:spPr/>
      <dgm:t>
        <a:bodyPr/>
        <a:lstStyle/>
        <a:p>
          <a:endParaRPr lang="en-US"/>
        </a:p>
      </dgm:t>
    </dgm:pt>
    <dgm:pt modelId="{10069299-8415-4F73-ADBD-0A0736AD54D2}">
      <dgm:prSet phldrT="[Text]"/>
      <dgm:spPr/>
      <dgm:t>
        <a:bodyPr/>
        <a:lstStyle/>
        <a:p>
          <a:r>
            <a:rPr lang="en-US" dirty="0"/>
            <a:t>Plus Membership</a:t>
          </a:r>
        </a:p>
      </dgm:t>
    </dgm:pt>
    <dgm:pt modelId="{0DD851E7-CBB9-4570-B203-E16BD9454763}" type="parTrans" cxnId="{7A2E21AE-F1BD-4FBA-9183-ED43D7780304}">
      <dgm:prSet/>
      <dgm:spPr/>
      <dgm:t>
        <a:bodyPr/>
        <a:lstStyle/>
        <a:p>
          <a:endParaRPr lang="en-US"/>
        </a:p>
      </dgm:t>
    </dgm:pt>
    <dgm:pt modelId="{F4076021-059C-47AD-A9CC-5F884962370B}" type="sibTrans" cxnId="{7A2E21AE-F1BD-4FBA-9183-ED43D7780304}">
      <dgm:prSet/>
      <dgm:spPr/>
      <dgm:t>
        <a:bodyPr/>
        <a:lstStyle/>
        <a:p>
          <a:endParaRPr lang="en-US"/>
        </a:p>
      </dgm:t>
    </dgm:pt>
    <dgm:pt modelId="{DE1ADEED-121E-4D22-9934-22FE25BC0234}">
      <dgm:prSet phldrT="[Text]"/>
      <dgm:spPr/>
      <dgm:t>
        <a:bodyPr/>
        <a:lstStyle/>
        <a:p>
          <a:r>
            <a:rPr lang="en-US" dirty="0"/>
            <a:t>Pro Membership</a:t>
          </a:r>
        </a:p>
      </dgm:t>
    </dgm:pt>
    <dgm:pt modelId="{A7D9A6DB-9DD3-404C-9F04-DC438949A6FF}" type="parTrans" cxnId="{CADB0C22-8F32-473D-A101-6FBFC03EA094}">
      <dgm:prSet/>
      <dgm:spPr/>
      <dgm:t>
        <a:bodyPr/>
        <a:lstStyle/>
        <a:p>
          <a:endParaRPr lang="en-US"/>
        </a:p>
      </dgm:t>
    </dgm:pt>
    <dgm:pt modelId="{965B1D62-314E-44DF-9157-AFF9BA8804B9}" type="sibTrans" cxnId="{CADB0C22-8F32-473D-A101-6FBFC03EA094}">
      <dgm:prSet/>
      <dgm:spPr/>
      <dgm:t>
        <a:bodyPr/>
        <a:lstStyle/>
        <a:p>
          <a:endParaRPr lang="en-US"/>
        </a:p>
      </dgm:t>
    </dgm:pt>
    <dgm:pt modelId="{B26355B3-28B8-45A6-BCE8-02DB82487C99}" type="pres">
      <dgm:prSet presAssocID="{500D312B-924A-4BAF-A47E-64FA694B0EC2}" presName="hierChild1" presStyleCnt="0">
        <dgm:presLayoutVars>
          <dgm:chPref val="1"/>
          <dgm:dir/>
          <dgm:animOne val="branch"/>
          <dgm:animLvl val="lvl"/>
          <dgm:resizeHandles/>
        </dgm:presLayoutVars>
      </dgm:prSet>
      <dgm:spPr/>
    </dgm:pt>
    <dgm:pt modelId="{BB86DD9B-04BC-4CE6-A218-FDC8206A11DF}" type="pres">
      <dgm:prSet presAssocID="{990BAC51-F6D5-4FCA-9F38-3382B3CB8270}" presName="hierRoot1" presStyleCnt="0"/>
      <dgm:spPr/>
    </dgm:pt>
    <dgm:pt modelId="{AF83983F-5D10-4549-A7D5-71BBE7BF3BED}" type="pres">
      <dgm:prSet presAssocID="{990BAC51-F6D5-4FCA-9F38-3382B3CB8270}" presName="composite" presStyleCnt="0"/>
      <dgm:spPr/>
    </dgm:pt>
    <dgm:pt modelId="{C77E013F-7CDD-4925-875D-2926E8247230}" type="pres">
      <dgm:prSet presAssocID="{990BAC51-F6D5-4FCA-9F38-3382B3CB8270}" presName="background" presStyleLbl="node0" presStyleIdx="0" presStyleCnt="1"/>
      <dgm:spPr/>
    </dgm:pt>
    <dgm:pt modelId="{8D88E6E9-E14F-40DA-8334-42E21F52674E}" type="pres">
      <dgm:prSet presAssocID="{990BAC51-F6D5-4FCA-9F38-3382B3CB8270}" presName="text" presStyleLbl="fgAcc0" presStyleIdx="0" presStyleCnt="1">
        <dgm:presLayoutVars>
          <dgm:chPref val="3"/>
        </dgm:presLayoutVars>
      </dgm:prSet>
      <dgm:spPr/>
    </dgm:pt>
    <dgm:pt modelId="{DE553BB3-EB7A-4CD0-BBF4-786EF29D6D44}" type="pres">
      <dgm:prSet presAssocID="{990BAC51-F6D5-4FCA-9F38-3382B3CB8270}" presName="hierChild2" presStyleCnt="0"/>
      <dgm:spPr/>
    </dgm:pt>
    <dgm:pt modelId="{8C0EF809-9D23-464F-8B0C-D493172F7E81}" type="pres">
      <dgm:prSet presAssocID="{0DD851E7-CBB9-4570-B203-E16BD9454763}" presName="Name10" presStyleLbl="parChTrans1D2" presStyleIdx="0" presStyleCnt="2"/>
      <dgm:spPr/>
    </dgm:pt>
    <dgm:pt modelId="{C25A220A-B7A9-4A02-A18C-B1DACCAF9281}" type="pres">
      <dgm:prSet presAssocID="{10069299-8415-4F73-ADBD-0A0736AD54D2}" presName="hierRoot2" presStyleCnt="0"/>
      <dgm:spPr/>
    </dgm:pt>
    <dgm:pt modelId="{E307E9FC-19C7-4F55-9AAB-5AAB3E5BCEB3}" type="pres">
      <dgm:prSet presAssocID="{10069299-8415-4F73-ADBD-0A0736AD54D2}" presName="composite2" presStyleCnt="0"/>
      <dgm:spPr/>
    </dgm:pt>
    <dgm:pt modelId="{20C404EB-BCFB-48DD-B096-4ECBFA12D9FA}" type="pres">
      <dgm:prSet presAssocID="{10069299-8415-4F73-ADBD-0A0736AD54D2}" presName="background2" presStyleLbl="node2" presStyleIdx="0" presStyleCnt="2"/>
      <dgm:spPr/>
    </dgm:pt>
    <dgm:pt modelId="{C2A71973-EAF7-45D9-A401-CB0F1E8EAEA8}" type="pres">
      <dgm:prSet presAssocID="{10069299-8415-4F73-ADBD-0A0736AD54D2}" presName="text2" presStyleLbl="fgAcc2" presStyleIdx="0" presStyleCnt="2">
        <dgm:presLayoutVars>
          <dgm:chPref val="3"/>
        </dgm:presLayoutVars>
      </dgm:prSet>
      <dgm:spPr/>
    </dgm:pt>
    <dgm:pt modelId="{C2E39495-8ED8-4DD8-98EF-538DF60B45FD}" type="pres">
      <dgm:prSet presAssocID="{10069299-8415-4F73-ADBD-0A0736AD54D2}" presName="hierChild3" presStyleCnt="0"/>
      <dgm:spPr/>
    </dgm:pt>
    <dgm:pt modelId="{0701FDF6-D7DF-4CCC-B59E-EA038F5F8503}" type="pres">
      <dgm:prSet presAssocID="{A7D9A6DB-9DD3-404C-9F04-DC438949A6FF}" presName="Name10" presStyleLbl="parChTrans1D2" presStyleIdx="1" presStyleCnt="2"/>
      <dgm:spPr/>
    </dgm:pt>
    <dgm:pt modelId="{C61990C7-AEE0-440F-AF53-DD54190A4FE7}" type="pres">
      <dgm:prSet presAssocID="{DE1ADEED-121E-4D22-9934-22FE25BC0234}" presName="hierRoot2" presStyleCnt="0"/>
      <dgm:spPr/>
    </dgm:pt>
    <dgm:pt modelId="{8495F540-0DD3-4E39-BD3A-2F8BEE7E6FC2}" type="pres">
      <dgm:prSet presAssocID="{DE1ADEED-121E-4D22-9934-22FE25BC0234}" presName="composite2" presStyleCnt="0"/>
      <dgm:spPr/>
    </dgm:pt>
    <dgm:pt modelId="{178E0CE2-E735-4E52-B8DE-2941C858CD62}" type="pres">
      <dgm:prSet presAssocID="{DE1ADEED-121E-4D22-9934-22FE25BC0234}" presName="background2" presStyleLbl="node2" presStyleIdx="1" presStyleCnt="2"/>
      <dgm:spPr/>
    </dgm:pt>
    <dgm:pt modelId="{12BD07A2-A5EC-4990-94B6-B8BDC8F55AF1}" type="pres">
      <dgm:prSet presAssocID="{DE1ADEED-121E-4D22-9934-22FE25BC0234}" presName="text2" presStyleLbl="fgAcc2" presStyleIdx="1" presStyleCnt="2">
        <dgm:presLayoutVars>
          <dgm:chPref val="3"/>
        </dgm:presLayoutVars>
      </dgm:prSet>
      <dgm:spPr/>
    </dgm:pt>
    <dgm:pt modelId="{103C01CE-B7A9-4B50-BB4B-5BF54EBB27E8}" type="pres">
      <dgm:prSet presAssocID="{DE1ADEED-121E-4D22-9934-22FE25BC0234}" presName="hierChild3" presStyleCnt="0"/>
      <dgm:spPr/>
    </dgm:pt>
  </dgm:ptLst>
  <dgm:cxnLst>
    <dgm:cxn modelId="{CADB0C22-8F32-473D-A101-6FBFC03EA094}" srcId="{990BAC51-F6D5-4FCA-9F38-3382B3CB8270}" destId="{DE1ADEED-121E-4D22-9934-22FE25BC0234}" srcOrd="1" destOrd="0" parTransId="{A7D9A6DB-9DD3-404C-9F04-DC438949A6FF}" sibTransId="{965B1D62-314E-44DF-9157-AFF9BA8804B9}"/>
    <dgm:cxn modelId="{8AB61822-6496-4CF6-B18C-37CABE6A40C8}" type="presOf" srcId="{DE1ADEED-121E-4D22-9934-22FE25BC0234}" destId="{12BD07A2-A5EC-4990-94B6-B8BDC8F55AF1}" srcOrd="0" destOrd="0" presId="urn:microsoft.com/office/officeart/2005/8/layout/hierarchy1"/>
    <dgm:cxn modelId="{A11CFE5F-5E16-4032-A9C4-997A724A7F1A}" srcId="{500D312B-924A-4BAF-A47E-64FA694B0EC2}" destId="{990BAC51-F6D5-4FCA-9F38-3382B3CB8270}" srcOrd="0" destOrd="0" parTransId="{22C5D736-06B5-4768-AA4A-342F938C8AA0}" sibTransId="{3FF77AD9-F9A6-4F74-A314-388B34FFF997}"/>
    <dgm:cxn modelId="{75947176-E2A9-4D4B-8104-2523D9AA971E}" type="presOf" srcId="{10069299-8415-4F73-ADBD-0A0736AD54D2}" destId="{C2A71973-EAF7-45D9-A401-CB0F1E8EAEA8}" srcOrd="0" destOrd="0" presId="urn:microsoft.com/office/officeart/2005/8/layout/hierarchy1"/>
    <dgm:cxn modelId="{EEE26599-A7D1-4DA1-98B6-9CBF47C6DE99}" type="presOf" srcId="{A7D9A6DB-9DD3-404C-9F04-DC438949A6FF}" destId="{0701FDF6-D7DF-4CCC-B59E-EA038F5F8503}" srcOrd="0" destOrd="0" presId="urn:microsoft.com/office/officeart/2005/8/layout/hierarchy1"/>
    <dgm:cxn modelId="{8F6D00A9-9A19-487E-B2F4-D1D0B1C8571D}" type="presOf" srcId="{990BAC51-F6D5-4FCA-9F38-3382B3CB8270}" destId="{8D88E6E9-E14F-40DA-8334-42E21F52674E}" srcOrd="0" destOrd="0" presId="urn:microsoft.com/office/officeart/2005/8/layout/hierarchy1"/>
    <dgm:cxn modelId="{054FBEAC-91B0-41BA-8B82-A914AB2A3936}" type="presOf" srcId="{0DD851E7-CBB9-4570-B203-E16BD9454763}" destId="{8C0EF809-9D23-464F-8B0C-D493172F7E81}" srcOrd="0" destOrd="0" presId="urn:microsoft.com/office/officeart/2005/8/layout/hierarchy1"/>
    <dgm:cxn modelId="{7A2E21AE-F1BD-4FBA-9183-ED43D7780304}" srcId="{990BAC51-F6D5-4FCA-9F38-3382B3CB8270}" destId="{10069299-8415-4F73-ADBD-0A0736AD54D2}" srcOrd="0" destOrd="0" parTransId="{0DD851E7-CBB9-4570-B203-E16BD9454763}" sibTransId="{F4076021-059C-47AD-A9CC-5F884962370B}"/>
    <dgm:cxn modelId="{432E47D2-680D-4A6C-901A-A1CD78495112}" type="presOf" srcId="{500D312B-924A-4BAF-A47E-64FA694B0EC2}" destId="{B26355B3-28B8-45A6-BCE8-02DB82487C99}" srcOrd="0" destOrd="0" presId="urn:microsoft.com/office/officeart/2005/8/layout/hierarchy1"/>
    <dgm:cxn modelId="{DC0D4E2E-F7D8-4F22-8FC7-16E34533FC56}" type="presParOf" srcId="{B26355B3-28B8-45A6-BCE8-02DB82487C99}" destId="{BB86DD9B-04BC-4CE6-A218-FDC8206A11DF}" srcOrd="0" destOrd="0" presId="urn:microsoft.com/office/officeart/2005/8/layout/hierarchy1"/>
    <dgm:cxn modelId="{D5D22A0C-F4AA-4D48-B95A-DBF7BF148BEE}" type="presParOf" srcId="{BB86DD9B-04BC-4CE6-A218-FDC8206A11DF}" destId="{AF83983F-5D10-4549-A7D5-71BBE7BF3BED}" srcOrd="0" destOrd="0" presId="urn:microsoft.com/office/officeart/2005/8/layout/hierarchy1"/>
    <dgm:cxn modelId="{8533AA65-78DD-40EB-8D12-1E25A12BF488}" type="presParOf" srcId="{AF83983F-5D10-4549-A7D5-71BBE7BF3BED}" destId="{C77E013F-7CDD-4925-875D-2926E8247230}" srcOrd="0" destOrd="0" presId="urn:microsoft.com/office/officeart/2005/8/layout/hierarchy1"/>
    <dgm:cxn modelId="{1423CE61-B5E2-461C-8D6C-1AC516E1F6BF}" type="presParOf" srcId="{AF83983F-5D10-4549-A7D5-71BBE7BF3BED}" destId="{8D88E6E9-E14F-40DA-8334-42E21F52674E}" srcOrd="1" destOrd="0" presId="urn:microsoft.com/office/officeart/2005/8/layout/hierarchy1"/>
    <dgm:cxn modelId="{88BB06F1-1DF1-4E00-8789-8CA5E0623C9F}" type="presParOf" srcId="{BB86DD9B-04BC-4CE6-A218-FDC8206A11DF}" destId="{DE553BB3-EB7A-4CD0-BBF4-786EF29D6D44}" srcOrd="1" destOrd="0" presId="urn:microsoft.com/office/officeart/2005/8/layout/hierarchy1"/>
    <dgm:cxn modelId="{5CF03B79-4C55-430B-8E0E-D647F96FA7EF}" type="presParOf" srcId="{DE553BB3-EB7A-4CD0-BBF4-786EF29D6D44}" destId="{8C0EF809-9D23-464F-8B0C-D493172F7E81}" srcOrd="0" destOrd="0" presId="urn:microsoft.com/office/officeart/2005/8/layout/hierarchy1"/>
    <dgm:cxn modelId="{4FB353C8-06BD-4403-A5EC-2542276D89C4}" type="presParOf" srcId="{DE553BB3-EB7A-4CD0-BBF4-786EF29D6D44}" destId="{C25A220A-B7A9-4A02-A18C-B1DACCAF9281}" srcOrd="1" destOrd="0" presId="urn:microsoft.com/office/officeart/2005/8/layout/hierarchy1"/>
    <dgm:cxn modelId="{7AD1FC5E-EE56-468B-8879-AE0ACE774E21}" type="presParOf" srcId="{C25A220A-B7A9-4A02-A18C-B1DACCAF9281}" destId="{E307E9FC-19C7-4F55-9AAB-5AAB3E5BCEB3}" srcOrd="0" destOrd="0" presId="urn:microsoft.com/office/officeart/2005/8/layout/hierarchy1"/>
    <dgm:cxn modelId="{EADD5693-9CDC-400F-A87F-FAB593A67FBF}" type="presParOf" srcId="{E307E9FC-19C7-4F55-9AAB-5AAB3E5BCEB3}" destId="{20C404EB-BCFB-48DD-B096-4ECBFA12D9FA}" srcOrd="0" destOrd="0" presId="urn:microsoft.com/office/officeart/2005/8/layout/hierarchy1"/>
    <dgm:cxn modelId="{C96276BA-0754-482E-92ED-5CE05E473D7E}" type="presParOf" srcId="{E307E9FC-19C7-4F55-9AAB-5AAB3E5BCEB3}" destId="{C2A71973-EAF7-45D9-A401-CB0F1E8EAEA8}" srcOrd="1" destOrd="0" presId="urn:microsoft.com/office/officeart/2005/8/layout/hierarchy1"/>
    <dgm:cxn modelId="{8D013B45-6CB0-4E87-8EDC-833E5D73D336}" type="presParOf" srcId="{C25A220A-B7A9-4A02-A18C-B1DACCAF9281}" destId="{C2E39495-8ED8-4DD8-98EF-538DF60B45FD}" srcOrd="1" destOrd="0" presId="urn:microsoft.com/office/officeart/2005/8/layout/hierarchy1"/>
    <dgm:cxn modelId="{0D4BF788-A9F5-41C4-A6AD-8F90CDE9A94D}" type="presParOf" srcId="{DE553BB3-EB7A-4CD0-BBF4-786EF29D6D44}" destId="{0701FDF6-D7DF-4CCC-B59E-EA038F5F8503}" srcOrd="2" destOrd="0" presId="urn:microsoft.com/office/officeart/2005/8/layout/hierarchy1"/>
    <dgm:cxn modelId="{6414AB50-59BA-4474-9BF1-0E6FEA6B04F3}" type="presParOf" srcId="{DE553BB3-EB7A-4CD0-BBF4-786EF29D6D44}" destId="{C61990C7-AEE0-440F-AF53-DD54190A4FE7}" srcOrd="3" destOrd="0" presId="urn:microsoft.com/office/officeart/2005/8/layout/hierarchy1"/>
    <dgm:cxn modelId="{93A4375A-7C7A-4C63-9177-8916F0A804A5}" type="presParOf" srcId="{C61990C7-AEE0-440F-AF53-DD54190A4FE7}" destId="{8495F540-0DD3-4E39-BD3A-2F8BEE7E6FC2}" srcOrd="0" destOrd="0" presId="urn:microsoft.com/office/officeart/2005/8/layout/hierarchy1"/>
    <dgm:cxn modelId="{448C8DD0-3167-4DEB-9648-F1BCAB9AFD23}" type="presParOf" srcId="{8495F540-0DD3-4E39-BD3A-2F8BEE7E6FC2}" destId="{178E0CE2-E735-4E52-B8DE-2941C858CD62}" srcOrd="0" destOrd="0" presId="urn:microsoft.com/office/officeart/2005/8/layout/hierarchy1"/>
    <dgm:cxn modelId="{B4788DF3-5E21-4BA4-8448-C9F085313739}" type="presParOf" srcId="{8495F540-0DD3-4E39-BD3A-2F8BEE7E6FC2}" destId="{12BD07A2-A5EC-4990-94B6-B8BDC8F55AF1}" srcOrd="1" destOrd="0" presId="urn:microsoft.com/office/officeart/2005/8/layout/hierarchy1"/>
    <dgm:cxn modelId="{5824B526-D030-4847-AF33-50E35924D072}" type="presParOf" srcId="{C61990C7-AEE0-440F-AF53-DD54190A4FE7}" destId="{103C01CE-B7A9-4B50-BB4B-5BF54EBB27E8}" srcOrd="1" destOrd="0" presId="urn:microsoft.com/office/officeart/2005/8/layout/hierarchy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00D312B-924A-4BAF-A47E-64FA694B0EC2}" type="doc">
      <dgm:prSet loTypeId="urn:microsoft.com/office/officeart/2005/8/layout/hierarchy1" loCatId="hierarchy" qsTypeId="urn:microsoft.com/office/officeart/2005/8/quickstyle/simple1" qsCatId="simple" csTypeId="urn:microsoft.com/office/officeart/2005/8/colors/colorful4" csCatId="colorful" phldr="1"/>
      <dgm:spPr/>
      <dgm:t>
        <a:bodyPr/>
        <a:lstStyle/>
        <a:p>
          <a:endParaRPr lang="en-US"/>
        </a:p>
      </dgm:t>
    </dgm:pt>
    <dgm:pt modelId="{990BAC51-F6D5-4FCA-9F38-3382B3CB8270}">
      <dgm:prSet phldrT="[Text]"/>
      <dgm:spPr>
        <a:ln>
          <a:solidFill>
            <a:srgbClr val="0070C0"/>
          </a:solidFill>
        </a:ln>
      </dgm:spPr>
      <dgm:t>
        <a:bodyPr/>
        <a:lstStyle/>
        <a:p>
          <a:r>
            <a:rPr lang="en-US" dirty="0"/>
            <a:t>Membership</a:t>
          </a:r>
        </a:p>
      </dgm:t>
    </dgm:pt>
    <dgm:pt modelId="{22C5D736-06B5-4768-AA4A-342F938C8AA0}" type="parTrans" cxnId="{A11CFE5F-5E16-4032-A9C4-997A724A7F1A}">
      <dgm:prSet/>
      <dgm:spPr/>
      <dgm:t>
        <a:bodyPr/>
        <a:lstStyle/>
        <a:p>
          <a:endParaRPr lang="en-US"/>
        </a:p>
      </dgm:t>
    </dgm:pt>
    <dgm:pt modelId="{3FF77AD9-F9A6-4F74-A314-388B34FFF997}" type="sibTrans" cxnId="{A11CFE5F-5E16-4032-A9C4-997A724A7F1A}">
      <dgm:prSet/>
      <dgm:spPr/>
      <dgm:t>
        <a:bodyPr/>
        <a:lstStyle/>
        <a:p>
          <a:endParaRPr lang="en-US"/>
        </a:p>
      </dgm:t>
    </dgm:pt>
    <dgm:pt modelId="{10069299-8415-4F73-ADBD-0A0736AD54D2}">
      <dgm:prSet phldrT="[Text]"/>
      <dgm:spPr>
        <a:ln>
          <a:solidFill>
            <a:srgbClr val="00B0F0"/>
          </a:solidFill>
        </a:ln>
      </dgm:spPr>
      <dgm:t>
        <a:bodyPr/>
        <a:lstStyle/>
        <a:p>
          <a:r>
            <a:rPr lang="en-US" dirty="0"/>
            <a:t>Plus Membership</a:t>
          </a:r>
        </a:p>
      </dgm:t>
    </dgm:pt>
    <dgm:pt modelId="{0DD851E7-CBB9-4570-B203-E16BD9454763}" type="parTrans" cxnId="{7A2E21AE-F1BD-4FBA-9183-ED43D7780304}">
      <dgm:prSet/>
      <dgm:spPr/>
      <dgm:t>
        <a:bodyPr/>
        <a:lstStyle/>
        <a:p>
          <a:endParaRPr lang="en-US"/>
        </a:p>
      </dgm:t>
    </dgm:pt>
    <dgm:pt modelId="{F4076021-059C-47AD-A9CC-5F884962370B}" type="sibTrans" cxnId="{7A2E21AE-F1BD-4FBA-9183-ED43D7780304}">
      <dgm:prSet/>
      <dgm:spPr/>
      <dgm:t>
        <a:bodyPr/>
        <a:lstStyle/>
        <a:p>
          <a:endParaRPr lang="en-US"/>
        </a:p>
      </dgm:t>
    </dgm:pt>
    <dgm:pt modelId="{DE1ADEED-121E-4D22-9934-22FE25BC0234}">
      <dgm:prSet phldrT="[Text]"/>
      <dgm:spPr>
        <a:ln>
          <a:solidFill>
            <a:srgbClr val="002060"/>
          </a:solidFill>
        </a:ln>
      </dgm:spPr>
      <dgm:t>
        <a:bodyPr/>
        <a:lstStyle/>
        <a:p>
          <a:r>
            <a:rPr lang="en-US" dirty="0"/>
            <a:t>Pro Membership</a:t>
          </a:r>
        </a:p>
      </dgm:t>
    </dgm:pt>
    <dgm:pt modelId="{A7D9A6DB-9DD3-404C-9F04-DC438949A6FF}" type="parTrans" cxnId="{CADB0C22-8F32-473D-A101-6FBFC03EA094}">
      <dgm:prSet/>
      <dgm:spPr/>
      <dgm:t>
        <a:bodyPr/>
        <a:lstStyle/>
        <a:p>
          <a:endParaRPr lang="en-US"/>
        </a:p>
      </dgm:t>
    </dgm:pt>
    <dgm:pt modelId="{965B1D62-314E-44DF-9157-AFF9BA8804B9}" type="sibTrans" cxnId="{CADB0C22-8F32-473D-A101-6FBFC03EA094}">
      <dgm:prSet/>
      <dgm:spPr/>
      <dgm:t>
        <a:bodyPr/>
        <a:lstStyle/>
        <a:p>
          <a:endParaRPr lang="en-US"/>
        </a:p>
      </dgm:t>
    </dgm:pt>
    <dgm:pt modelId="{97B4F90E-74EE-4A63-B662-D9A90F4D9DE6}">
      <dgm:prSet phldrT="[Text]"/>
      <dgm:spPr>
        <a:ln>
          <a:solidFill>
            <a:srgbClr val="F4814E"/>
          </a:solidFill>
        </a:ln>
      </dgm:spPr>
      <dgm:t>
        <a:bodyPr/>
        <a:lstStyle/>
        <a:p>
          <a:r>
            <a:rPr lang="en-US" dirty="0"/>
            <a:t>Trial Membership</a:t>
          </a:r>
        </a:p>
      </dgm:t>
    </dgm:pt>
    <dgm:pt modelId="{39694081-7492-4B4B-901A-E4B741963541}" type="parTrans" cxnId="{41847C10-059C-41A4-8412-E61C4CEADA6E}">
      <dgm:prSet/>
      <dgm:spPr/>
      <dgm:t>
        <a:bodyPr/>
        <a:lstStyle/>
        <a:p>
          <a:endParaRPr lang="en-US"/>
        </a:p>
      </dgm:t>
    </dgm:pt>
    <dgm:pt modelId="{29562133-D71A-447F-AB30-D7FFA5E7A31D}" type="sibTrans" cxnId="{41847C10-059C-41A4-8412-E61C4CEADA6E}">
      <dgm:prSet/>
      <dgm:spPr/>
      <dgm:t>
        <a:bodyPr/>
        <a:lstStyle/>
        <a:p>
          <a:endParaRPr lang="en-US"/>
        </a:p>
      </dgm:t>
    </dgm:pt>
    <dgm:pt modelId="{B26355B3-28B8-45A6-BCE8-02DB82487C99}" type="pres">
      <dgm:prSet presAssocID="{500D312B-924A-4BAF-A47E-64FA694B0EC2}" presName="hierChild1" presStyleCnt="0">
        <dgm:presLayoutVars>
          <dgm:chPref val="1"/>
          <dgm:dir/>
          <dgm:animOne val="branch"/>
          <dgm:animLvl val="lvl"/>
          <dgm:resizeHandles/>
        </dgm:presLayoutVars>
      </dgm:prSet>
      <dgm:spPr/>
    </dgm:pt>
    <dgm:pt modelId="{BB86DD9B-04BC-4CE6-A218-FDC8206A11DF}" type="pres">
      <dgm:prSet presAssocID="{990BAC51-F6D5-4FCA-9F38-3382B3CB8270}" presName="hierRoot1" presStyleCnt="0"/>
      <dgm:spPr/>
    </dgm:pt>
    <dgm:pt modelId="{AF83983F-5D10-4549-A7D5-71BBE7BF3BED}" type="pres">
      <dgm:prSet presAssocID="{990BAC51-F6D5-4FCA-9F38-3382B3CB8270}" presName="composite" presStyleCnt="0"/>
      <dgm:spPr/>
    </dgm:pt>
    <dgm:pt modelId="{C77E013F-7CDD-4925-875D-2926E8247230}" type="pres">
      <dgm:prSet presAssocID="{990BAC51-F6D5-4FCA-9F38-3382B3CB8270}" presName="background" presStyleLbl="node0" presStyleIdx="0" presStyleCnt="1"/>
      <dgm:spPr>
        <a:solidFill>
          <a:srgbClr val="0070C0"/>
        </a:solidFill>
        <a:ln>
          <a:solidFill>
            <a:srgbClr val="0070C0"/>
          </a:solidFill>
        </a:ln>
      </dgm:spPr>
    </dgm:pt>
    <dgm:pt modelId="{8D88E6E9-E14F-40DA-8334-42E21F52674E}" type="pres">
      <dgm:prSet presAssocID="{990BAC51-F6D5-4FCA-9F38-3382B3CB8270}" presName="text" presStyleLbl="fgAcc0" presStyleIdx="0" presStyleCnt="1">
        <dgm:presLayoutVars>
          <dgm:chPref val="3"/>
        </dgm:presLayoutVars>
      </dgm:prSet>
      <dgm:spPr/>
    </dgm:pt>
    <dgm:pt modelId="{DE553BB3-EB7A-4CD0-BBF4-786EF29D6D44}" type="pres">
      <dgm:prSet presAssocID="{990BAC51-F6D5-4FCA-9F38-3382B3CB8270}" presName="hierChild2" presStyleCnt="0"/>
      <dgm:spPr/>
    </dgm:pt>
    <dgm:pt modelId="{8C0EF809-9D23-464F-8B0C-D493172F7E81}" type="pres">
      <dgm:prSet presAssocID="{0DD851E7-CBB9-4570-B203-E16BD9454763}" presName="Name10" presStyleLbl="parChTrans1D2" presStyleIdx="0" presStyleCnt="3"/>
      <dgm:spPr/>
    </dgm:pt>
    <dgm:pt modelId="{C25A220A-B7A9-4A02-A18C-B1DACCAF9281}" type="pres">
      <dgm:prSet presAssocID="{10069299-8415-4F73-ADBD-0A0736AD54D2}" presName="hierRoot2" presStyleCnt="0"/>
      <dgm:spPr/>
    </dgm:pt>
    <dgm:pt modelId="{E307E9FC-19C7-4F55-9AAB-5AAB3E5BCEB3}" type="pres">
      <dgm:prSet presAssocID="{10069299-8415-4F73-ADBD-0A0736AD54D2}" presName="composite2" presStyleCnt="0"/>
      <dgm:spPr/>
    </dgm:pt>
    <dgm:pt modelId="{20C404EB-BCFB-48DD-B096-4ECBFA12D9FA}" type="pres">
      <dgm:prSet presAssocID="{10069299-8415-4F73-ADBD-0A0736AD54D2}" presName="background2" presStyleLbl="node2" presStyleIdx="0" presStyleCnt="3"/>
      <dgm:spPr>
        <a:solidFill>
          <a:srgbClr val="00B0F0"/>
        </a:solidFill>
        <a:ln>
          <a:solidFill>
            <a:srgbClr val="00B0F0"/>
          </a:solidFill>
        </a:ln>
      </dgm:spPr>
    </dgm:pt>
    <dgm:pt modelId="{C2A71973-EAF7-45D9-A401-CB0F1E8EAEA8}" type="pres">
      <dgm:prSet presAssocID="{10069299-8415-4F73-ADBD-0A0736AD54D2}" presName="text2" presStyleLbl="fgAcc2" presStyleIdx="0" presStyleCnt="3">
        <dgm:presLayoutVars>
          <dgm:chPref val="3"/>
        </dgm:presLayoutVars>
      </dgm:prSet>
      <dgm:spPr/>
    </dgm:pt>
    <dgm:pt modelId="{C2E39495-8ED8-4DD8-98EF-538DF60B45FD}" type="pres">
      <dgm:prSet presAssocID="{10069299-8415-4F73-ADBD-0A0736AD54D2}" presName="hierChild3" presStyleCnt="0"/>
      <dgm:spPr/>
    </dgm:pt>
    <dgm:pt modelId="{0701FDF6-D7DF-4CCC-B59E-EA038F5F8503}" type="pres">
      <dgm:prSet presAssocID="{A7D9A6DB-9DD3-404C-9F04-DC438949A6FF}" presName="Name10" presStyleLbl="parChTrans1D2" presStyleIdx="1" presStyleCnt="3"/>
      <dgm:spPr/>
    </dgm:pt>
    <dgm:pt modelId="{C61990C7-AEE0-440F-AF53-DD54190A4FE7}" type="pres">
      <dgm:prSet presAssocID="{DE1ADEED-121E-4D22-9934-22FE25BC0234}" presName="hierRoot2" presStyleCnt="0"/>
      <dgm:spPr/>
    </dgm:pt>
    <dgm:pt modelId="{8495F540-0DD3-4E39-BD3A-2F8BEE7E6FC2}" type="pres">
      <dgm:prSet presAssocID="{DE1ADEED-121E-4D22-9934-22FE25BC0234}" presName="composite2" presStyleCnt="0"/>
      <dgm:spPr/>
    </dgm:pt>
    <dgm:pt modelId="{178E0CE2-E735-4E52-B8DE-2941C858CD62}" type="pres">
      <dgm:prSet presAssocID="{DE1ADEED-121E-4D22-9934-22FE25BC0234}" presName="background2" presStyleLbl="node2" presStyleIdx="1" presStyleCnt="3"/>
      <dgm:spPr>
        <a:solidFill>
          <a:srgbClr val="002060"/>
        </a:solidFill>
        <a:ln>
          <a:solidFill>
            <a:srgbClr val="002060"/>
          </a:solidFill>
        </a:ln>
      </dgm:spPr>
    </dgm:pt>
    <dgm:pt modelId="{12BD07A2-A5EC-4990-94B6-B8BDC8F55AF1}" type="pres">
      <dgm:prSet presAssocID="{DE1ADEED-121E-4D22-9934-22FE25BC0234}" presName="text2" presStyleLbl="fgAcc2" presStyleIdx="1" presStyleCnt="3">
        <dgm:presLayoutVars>
          <dgm:chPref val="3"/>
        </dgm:presLayoutVars>
      </dgm:prSet>
      <dgm:spPr/>
    </dgm:pt>
    <dgm:pt modelId="{103C01CE-B7A9-4B50-BB4B-5BF54EBB27E8}" type="pres">
      <dgm:prSet presAssocID="{DE1ADEED-121E-4D22-9934-22FE25BC0234}" presName="hierChild3" presStyleCnt="0"/>
      <dgm:spPr/>
    </dgm:pt>
    <dgm:pt modelId="{07C87EC2-F03B-4D23-8439-B63D6519D288}" type="pres">
      <dgm:prSet presAssocID="{39694081-7492-4B4B-901A-E4B741963541}" presName="Name10" presStyleLbl="parChTrans1D2" presStyleIdx="2" presStyleCnt="3"/>
      <dgm:spPr/>
    </dgm:pt>
    <dgm:pt modelId="{91B6EAAE-DB1A-4A4E-8536-85EE08D8DD83}" type="pres">
      <dgm:prSet presAssocID="{97B4F90E-74EE-4A63-B662-D9A90F4D9DE6}" presName="hierRoot2" presStyleCnt="0"/>
      <dgm:spPr/>
    </dgm:pt>
    <dgm:pt modelId="{B6B94F2E-3480-46D8-824D-042A45A8F359}" type="pres">
      <dgm:prSet presAssocID="{97B4F90E-74EE-4A63-B662-D9A90F4D9DE6}" presName="composite2" presStyleCnt="0"/>
      <dgm:spPr/>
    </dgm:pt>
    <dgm:pt modelId="{38648ABF-1001-44D0-9685-5FEC467BA0DB}" type="pres">
      <dgm:prSet presAssocID="{97B4F90E-74EE-4A63-B662-D9A90F4D9DE6}" presName="background2" presStyleLbl="node2" presStyleIdx="2" presStyleCnt="3"/>
      <dgm:spPr>
        <a:solidFill>
          <a:srgbClr val="F4814E"/>
        </a:solidFill>
        <a:ln>
          <a:solidFill>
            <a:srgbClr val="F4814E"/>
          </a:solidFill>
        </a:ln>
      </dgm:spPr>
    </dgm:pt>
    <dgm:pt modelId="{D0545277-DAD3-498B-BA0D-8999B1A3B819}" type="pres">
      <dgm:prSet presAssocID="{97B4F90E-74EE-4A63-B662-D9A90F4D9DE6}" presName="text2" presStyleLbl="fgAcc2" presStyleIdx="2" presStyleCnt="3">
        <dgm:presLayoutVars>
          <dgm:chPref val="3"/>
        </dgm:presLayoutVars>
      </dgm:prSet>
      <dgm:spPr/>
    </dgm:pt>
    <dgm:pt modelId="{3907C4AC-374F-4555-A95C-B7CF6A5EDBF3}" type="pres">
      <dgm:prSet presAssocID="{97B4F90E-74EE-4A63-B662-D9A90F4D9DE6}" presName="hierChild3" presStyleCnt="0"/>
      <dgm:spPr/>
    </dgm:pt>
  </dgm:ptLst>
  <dgm:cxnLst>
    <dgm:cxn modelId="{41847C10-059C-41A4-8412-E61C4CEADA6E}" srcId="{990BAC51-F6D5-4FCA-9F38-3382B3CB8270}" destId="{97B4F90E-74EE-4A63-B662-D9A90F4D9DE6}" srcOrd="2" destOrd="0" parTransId="{39694081-7492-4B4B-901A-E4B741963541}" sibTransId="{29562133-D71A-447F-AB30-D7FFA5E7A31D}"/>
    <dgm:cxn modelId="{CADB0C22-8F32-473D-A101-6FBFC03EA094}" srcId="{990BAC51-F6D5-4FCA-9F38-3382B3CB8270}" destId="{DE1ADEED-121E-4D22-9934-22FE25BC0234}" srcOrd="1" destOrd="0" parTransId="{A7D9A6DB-9DD3-404C-9F04-DC438949A6FF}" sibTransId="{965B1D62-314E-44DF-9157-AFF9BA8804B9}"/>
    <dgm:cxn modelId="{8AB61822-6496-4CF6-B18C-37CABE6A40C8}" type="presOf" srcId="{DE1ADEED-121E-4D22-9934-22FE25BC0234}" destId="{12BD07A2-A5EC-4990-94B6-B8BDC8F55AF1}" srcOrd="0" destOrd="0" presId="urn:microsoft.com/office/officeart/2005/8/layout/hierarchy1"/>
    <dgm:cxn modelId="{A11CFE5F-5E16-4032-A9C4-997A724A7F1A}" srcId="{500D312B-924A-4BAF-A47E-64FA694B0EC2}" destId="{990BAC51-F6D5-4FCA-9F38-3382B3CB8270}" srcOrd="0" destOrd="0" parTransId="{22C5D736-06B5-4768-AA4A-342F938C8AA0}" sibTransId="{3FF77AD9-F9A6-4F74-A314-388B34FFF997}"/>
    <dgm:cxn modelId="{75947176-E2A9-4D4B-8104-2523D9AA971E}" type="presOf" srcId="{10069299-8415-4F73-ADBD-0A0736AD54D2}" destId="{C2A71973-EAF7-45D9-A401-CB0F1E8EAEA8}" srcOrd="0" destOrd="0" presId="urn:microsoft.com/office/officeart/2005/8/layout/hierarchy1"/>
    <dgm:cxn modelId="{DA3C1283-388E-476D-98AD-1294094384F3}" type="presOf" srcId="{97B4F90E-74EE-4A63-B662-D9A90F4D9DE6}" destId="{D0545277-DAD3-498B-BA0D-8999B1A3B819}" srcOrd="0" destOrd="0" presId="urn:microsoft.com/office/officeart/2005/8/layout/hierarchy1"/>
    <dgm:cxn modelId="{EEE26599-A7D1-4DA1-98B6-9CBF47C6DE99}" type="presOf" srcId="{A7D9A6DB-9DD3-404C-9F04-DC438949A6FF}" destId="{0701FDF6-D7DF-4CCC-B59E-EA038F5F8503}" srcOrd="0" destOrd="0" presId="urn:microsoft.com/office/officeart/2005/8/layout/hierarchy1"/>
    <dgm:cxn modelId="{8F6D00A9-9A19-487E-B2F4-D1D0B1C8571D}" type="presOf" srcId="{990BAC51-F6D5-4FCA-9F38-3382B3CB8270}" destId="{8D88E6E9-E14F-40DA-8334-42E21F52674E}" srcOrd="0" destOrd="0" presId="urn:microsoft.com/office/officeart/2005/8/layout/hierarchy1"/>
    <dgm:cxn modelId="{054FBEAC-91B0-41BA-8B82-A914AB2A3936}" type="presOf" srcId="{0DD851E7-CBB9-4570-B203-E16BD9454763}" destId="{8C0EF809-9D23-464F-8B0C-D493172F7E81}" srcOrd="0" destOrd="0" presId="urn:microsoft.com/office/officeart/2005/8/layout/hierarchy1"/>
    <dgm:cxn modelId="{7A2E21AE-F1BD-4FBA-9183-ED43D7780304}" srcId="{990BAC51-F6D5-4FCA-9F38-3382B3CB8270}" destId="{10069299-8415-4F73-ADBD-0A0736AD54D2}" srcOrd="0" destOrd="0" parTransId="{0DD851E7-CBB9-4570-B203-E16BD9454763}" sibTransId="{F4076021-059C-47AD-A9CC-5F884962370B}"/>
    <dgm:cxn modelId="{50ACB0B4-CCB7-4777-8153-D6BAA982C2D8}" type="presOf" srcId="{39694081-7492-4B4B-901A-E4B741963541}" destId="{07C87EC2-F03B-4D23-8439-B63D6519D288}" srcOrd="0" destOrd="0" presId="urn:microsoft.com/office/officeart/2005/8/layout/hierarchy1"/>
    <dgm:cxn modelId="{432E47D2-680D-4A6C-901A-A1CD78495112}" type="presOf" srcId="{500D312B-924A-4BAF-A47E-64FA694B0EC2}" destId="{B26355B3-28B8-45A6-BCE8-02DB82487C99}" srcOrd="0" destOrd="0" presId="urn:microsoft.com/office/officeart/2005/8/layout/hierarchy1"/>
    <dgm:cxn modelId="{DC0D4E2E-F7D8-4F22-8FC7-16E34533FC56}" type="presParOf" srcId="{B26355B3-28B8-45A6-BCE8-02DB82487C99}" destId="{BB86DD9B-04BC-4CE6-A218-FDC8206A11DF}" srcOrd="0" destOrd="0" presId="urn:microsoft.com/office/officeart/2005/8/layout/hierarchy1"/>
    <dgm:cxn modelId="{D5D22A0C-F4AA-4D48-B95A-DBF7BF148BEE}" type="presParOf" srcId="{BB86DD9B-04BC-4CE6-A218-FDC8206A11DF}" destId="{AF83983F-5D10-4549-A7D5-71BBE7BF3BED}" srcOrd="0" destOrd="0" presId="urn:microsoft.com/office/officeart/2005/8/layout/hierarchy1"/>
    <dgm:cxn modelId="{8533AA65-78DD-40EB-8D12-1E25A12BF488}" type="presParOf" srcId="{AF83983F-5D10-4549-A7D5-71BBE7BF3BED}" destId="{C77E013F-7CDD-4925-875D-2926E8247230}" srcOrd="0" destOrd="0" presId="urn:microsoft.com/office/officeart/2005/8/layout/hierarchy1"/>
    <dgm:cxn modelId="{1423CE61-B5E2-461C-8D6C-1AC516E1F6BF}" type="presParOf" srcId="{AF83983F-5D10-4549-A7D5-71BBE7BF3BED}" destId="{8D88E6E9-E14F-40DA-8334-42E21F52674E}" srcOrd="1" destOrd="0" presId="urn:microsoft.com/office/officeart/2005/8/layout/hierarchy1"/>
    <dgm:cxn modelId="{88BB06F1-1DF1-4E00-8789-8CA5E0623C9F}" type="presParOf" srcId="{BB86DD9B-04BC-4CE6-A218-FDC8206A11DF}" destId="{DE553BB3-EB7A-4CD0-BBF4-786EF29D6D44}" srcOrd="1" destOrd="0" presId="urn:microsoft.com/office/officeart/2005/8/layout/hierarchy1"/>
    <dgm:cxn modelId="{5CF03B79-4C55-430B-8E0E-D647F96FA7EF}" type="presParOf" srcId="{DE553BB3-EB7A-4CD0-BBF4-786EF29D6D44}" destId="{8C0EF809-9D23-464F-8B0C-D493172F7E81}" srcOrd="0" destOrd="0" presId="urn:microsoft.com/office/officeart/2005/8/layout/hierarchy1"/>
    <dgm:cxn modelId="{4FB353C8-06BD-4403-A5EC-2542276D89C4}" type="presParOf" srcId="{DE553BB3-EB7A-4CD0-BBF4-786EF29D6D44}" destId="{C25A220A-B7A9-4A02-A18C-B1DACCAF9281}" srcOrd="1" destOrd="0" presId="urn:microsoft.com/office/officeart/2005/8/layout/hierarchy1"/>
    <dgm:cxn modelId="{7AD1FC5E-EE56-468B-8879-AE0ACE774E21}" type="presParOf" srcId="{C25A220A-B7A9-4A02-A18C-B1DACCAF9281}" destId="{E307E9FC-19C7-4F55-9AAB-5AAB3E5BCEB3}" srcOrd="0" destOrd="0" presId="urn:microsoft.com/office/officeart/2005/8/layout/hierarchy1"/>
    <dgm:cxn modelId="{EADD5693-9CDC-400F-A87F-FAB593A67FBF}" type="presParOf" srcId="{E307E9FC-19C7-4F55-9AAB-5AAB3E5BCEB3}" destId="{20C404EB-BCFB-48DD-B096-4ECBFA12D9FA}" srcOrd="0" destOrd="0" presId="urn:microsoft.com/office/officeart/2005/8/layout/hierarchy1"/>
    <dgm:cxn modelId="{C96276BA-0754-482E-92ED-5CE05E473D7E}" type="presParOf" srcId="{E307E9FC-19C7-4F55-9AAB-5AAB3E5BCEB3}" destId="{C2A71973-EAF7-45D9-A401-CB0F1E8EAEA8}" srcOrd="1" destOrd="0" presId="urn:microsoft.com/office/officeart/2005/8/layout/hierarchy1"/>
    <dgm:cxn modelId="{8D013B45-6CB0-4E87-8EDC-833E5D73D336}" type="presParOf" srcId="{C25A220A-B7A9-4A02-A18C-B1DACCAF9281}" destId="{C2E39495-8ED8-4DD8-98EF-538DF60B45FD}" srcOrd="1" destOrd="0" presId="urn:microsoft.com/office/officeart/2005/8/layout/hierarchy1"/>
    <dgm:cxn modelId="{0D4BF788-A9F5-41C4-A6AD-8F90CDE9A94D}" type="presParOf" srcId="{DE553BB3-EB7A-4CD0-BBF4-786EF29D6D44}" destId="{0701FDF6-D7DF-4CCC-B59E-EA038F5F8503}" srcOrd="2" destOrd="0" presId="urn:microsoft.com/office/officeart/2005/8/layout/hierarchy1"/>
    <dgm:cxn modelId="{6414AB50-59BA-4474-9BF1-0E6FEA6B04F3}" type="presParOf" srcId="{DE553BB3-EB7A-4CD0-BBF4-786EF29D6D44}" destId="{C61990C7-AEE0-440F-AF53-DD54190A4FE7}" srcOrd="3" destOrd="0" presId="urn:microsoft.com/office/officeart/2005/8/layout/hierarchy1"/>
    <dgm:cxn modelId="{93A4375A-7C7A-4C63-9177-8916F0A804A5}" type="presParOf" srcId="{C61990C7-AEE0-440F-AF53-DD54190A4FE7}" destId="{8495F540-0DD3-4E39-BD3A-2F8BEE7E6FC2}" srcOrd="0" destOrd="0" presId="urn:microsoft.com/office/officeart/2005/8/layout/hierarchy1"/>
    <dgm:cxn modelId="{448C8DD0-3167-4DEB-9648-F1BCAB9AFD23}" type="presParOf" srcId="{8495F540-0DD3-4E39-BD3A-2F8BEE7E6FC2}" destId="{178E0CE2-E735-4E52-B8DE-2941C858CD62}" srcOrd="0" destOrd="0" presId="urn:microsoft.com/office/officeart/2005/8/layout/hierarchy1"/>
    <dgm:cxn modelId="{B4788DF3-5E21-4BA4-8448-C9F085313739}" type="presParOf" srcId="{8495F540-0DD3-4E39-BD3A-2F8BEE7E6FC2}" destId="{12BD07A2-A5EC-4990-94B6-B8BDC8F55AF1}" srcOrd="1" destOrd="0" presId="urn:microsoft.com/office/officeart/2005/8/layout/hierarchy1"/>
    <dgm:cxn modelId="{5824B526-D030-4847-AF33-50E35924D072}" type="presParOf" srcId="{C61990C7-AEE0-440F-AF53-DD54190A4FE7}" destId="{103C01CE-B7A9-4B50-BB4B-5BF54EBB27E8}" srcOrd="1" destOrd="0" presId="urn:microsoft.com/office/officeart/2005/8/layout/hierarchy1"/>
    <dgm:cxn modelId="{E861C6E6-2657-401C-9157-AB56E37904BE}" type="presParOf" srcId="{DE553BB3-EB7A-4CD0-BBF4-786EF29D6D44}" destId="{07C87EC2-F03B-4D23-8439-B63D6519D288}" srcOrd="4" destOrd="0" presId="urn:microsoft.com/office/officeart/2005/8/layout/hierarchy1"/>
    <dgm:cxn modelId="{DC97794B-668D-422E-9180-64C220FA49CC}" type="presParOf" srcId="{DE553BB3-EB7A-4CD0-BBF4-786EF29D6D44}" destId="{91B6EAAE-DB1A-4A4E-8536-85EE08D8DD83}" srcOrd="5" destOrd="0" presId="urn:microsoft.com/office/officeart/2005/8/layout/hierarchy1"/>
    <dgm:cxn modelId="{38CBD2C6-9AD2-4ECA-86C7-9FE7006AD0CB}" type="presParOf" srcId="{91B6EAAE-DB1A-4A4E-8536-85EE08D8DD83}" destId="{B6B94F2E-3480-46D8-824D-042A45A8F359}" srcOrd="0" destOrd="0" presId="urn:microsoft.com/office/officeart/2005/8/layout/hierarchy1"/>
    <dgm:cxn modelId="{A66C131D-AFA9-41F8-97FF-FC71243A037E}" type="presParOf" srcId="{B6B94F2E-3480-46D8-824D-042A45A8F359}" destId="{38648ABF-1001-44D0-9685-5FEC467BA0DB}" srcOrd="0" destOrd="0" presId="urn:microsoft.com/office/officeart/2005/8/layout/hierarchy1"/>
    <dgm:cxn modelId="{CC2A9429-D1F2-4BC0-80F6-2D7E62006E17}" type="presParOf" srcId="{B6B94F2E-3480-46D8-824D-042A45A8F359}" destId="{D0545277-DAD3-498B-BA0D-8999B1A3B819}" srcOrd="1" destOrd="0" presId="urn:microsoft.com/office/officeart/2005/8/layout/hierarchy1"/>
    <dgm:cxn modelId="{3E2EF6C5-43D5-4B5F-A198-357E4DCE004B}" type="presParOf" srcId="{91B6EAAE-DB1A-4A4E-8536-85EE08D8DD83}" destId="{3907C4AC-374F-4555-A95C-B7CF6A5EDBF3}"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00D312B-924A-4BAF-A47E-64FA694B0EC2}" type="doc">
      <dgm:prSet loTypeId="urn:microsoft.com/office/officeart/2005/8/layout/hierarchy1" loCatId="hierarchy" qsTypeId="urn:microsoft.com/office/officeart/2005/8/quickstyle/simple1" qsCatId="simple" csTypeId="urn:microsoft.com/office/officeart/2005/8/colors/colorful4" csCatId="colorful" phldr="1"/>
      <dgm:spPr/>
      <dgm:t>
        <a:bodyPr/>
        <a:lstStyle/>
        <a:p>
          <a:endParaRPr lang="en-US"/>
        </a:p>
      </dgm:t>
    </dgm:pt>
    <dgm:pt modelId="{990BAC51-F6D5-4FCA-9F38-3382B3CB8270}">
      <dgm:prSet phldrT="[Text]"/>
      <dgm:spPr/>
      <dgm:t>
        <a:bodyPr/>
        <a:lstStyle/>
        <a:p>
          <a:r>
            <a:rPr lang="en-US" dirty="0"/>
            <a:t>Membership</a:t>
          </a:r>
        </a:p>
      </dgm:t>
    </dgm:pt>
    <dgm:pt modelId="{22C5D736-06B5-4768-AA4A-342F938C8AA0}" type="parTrans" cxnId="{A11CFE5F-5E16-4032-A9C4-997A724A7F1A}">
      <dgm:prSet/>
      <dgm:spPr/>
      <dgm:t>
        <a:bodyPr/>
        <a:lstStyle/>
        <a:p>
          <a:endParaRPr lang="en-US"/>
        </a:p>
      </dgm:t>
    </dgm:pt>
    <dgm:pt modelId="{3FF77AD9-F9A6-4F74-A314-388B34FFF997}" type="sibTrans" cxnId="{A11CFE5F-5E16-4032-A9C4-997A724A7F1A}">
      <dgm:prSet/>
      <dgm:spPr/>
      <dgm:t>
        <a:bodyPr/>
        <a:lstStyle/>
        <a:p>
          <a:endParaRPr lang="en-US"/>
        </a:p>
      </dgm:t>
    </dgm:pt>
    <dgm:pt modelId="{10069299-8415-4F73-ADBD-0A0736AD54D2}">
      <dgm:prSet phldrT="[Text]"/>
      <dgm:spPr/>
      <dgm:t>
        <a:bodyPr/>
        <a:lstStyle/>
        <a:p>
          <a:r>
            <a:rPr lang="en-US" dirty="0"/>
            <a:t>Plus Membership</a:t>
          </a:r>
        </a:p>
      </dgm:t>
    </dgm:pt>
    <dgm:pt modelId="{0DD851E7-CBB9-4570-B203-E16BD9454763}" type="parTrans" cxnId="{7A2E21AE-F1BD-4FBA-9183-ED43D7780304}">
      <dgm:prSet/>
      <dgm:spPr/>
      <dgm:t>
        <a:bodyPr/>
        <a:lstStyle/>
        <a:p>
          <a:endParaRPr lang="en-US"/>
        </a:p>
      </dgm:t>
    </dgm:pt>
    <dgm:pt modelId="{F4076021-059C-47AD-A9CC-5F884962370B}" type="sibTrans" cxnId="{7A2E21AE-F1BD-4FBA-9183-ED43D7780304}">
      <dgm:prSet/>
      <dgm:spPr/>
      <dgm:t>
        <a:bodyPr/>
        <a:lstStyle/>
        <a:p>
          <a:endParaRPr lang="en-US"/>
        </a:p>
      </dgm:t>
    </dgm:pt>
    <dgm:pt modelId="{DE1ADEED-121E-4D22-9934-22FE25BC0234}">
      <dgm:prSet phldrT="[Text]"/>
      <dgm:spPr/>
      <dgm:t>
        <a:bodyPr/>
        <a:lstStyle/>
        <a:p>
          <a:r>
            <a:rPr lang="en-US" dirty="0"/>
            <a:t>Pro Membership</a:t>
          </a:r>
        </a:p>
      </dgm:t>
    </dgm:pt>
    <dgm:pt modelId="{A7D9A6DB-9DD3-404C-9F04-DC438949A6FF}" type="parTrans" cxnId="{CADB0C22-8F32-473D-A101-6FBFC03EA094}">
      <dgm:prSet/>
      <dgm:spPr/>
      <dgm:t>
        <a:bodyPr/>
        <a:lstStyle/>
        <a:p>
          <a:endParaRPr lang="en-US"/>
        </a:p>
      </dgm:t>
    </dgm:pt>
    <dgm:pt modelId="{965B1D62-314E-44DF-9157-AFF9BA8804B9}" type="sibTrans" cxnId="{CADB0C22-8F32-473D-A101-6FBFC03EA094}">
      <dgm:prSet/>
      <dgm:spPr/>
      <dgm:t>
        <a:bodyPr/>
        <a:lstStyle/>
        <a:p>
          <a:endParaRPr lang="en-US"/>
        </a:p>
      </dgm:t>
    </dgm:pt>
    <dgm:pt modelId="{B26355B3-28B8-45A6-BCE8-02DB82487C99}" type="pres">
      <dgm:prSet presAssocID="{500D312B-924A-4BAF-A47E-64FA694B0EC2}" presName="hierChild1" presStyleCnt="0">
        <dgm:presLayoutVars>
          <dgm:chPref val="1"/>
          <dgm:dir/>
          <dgm:animOne val="branch"/>
          <dgm:animLvl val="lvl"/>
          <dgm:resizeHandles/>
        </dgm:presLayoutVars>
      </dgm:prSet>
      <dgm:spPr/>
    </dgm:pt>
    <dgm:pt modelId="{BB86DD9B-04BC-4CE6-A218-FDC8206A11DF}" type="pres">
      <dgm:prSet presAssocID="{990BAC51-F6D5-4FCA-9F38-3382B3CB8270}" presName="hierRoot1" presStyleCnt="0"/>
      <dgm:spPr/>
    </dgm:pt>
    <dgm:pt modelId="{AF83983F-5D10-4549-A7D5-71BBE7BF3BED}" type="pres">
      <dgm:prSet presAssocID="{990BAC51-F6D5-4FCA-9F38-3382B3CB8270}" presName="composite" presStyleCnt="0"/>
      <dgm:spPr/>
    </dgm:pt>
    <dgm:pt modelId="{C77E013F-7CDD-4925-875D-2926E8247230}" type="pres">
      <dgm:prSet presAssocID="{990BAC51-F6D5-4FCA-9F38-3382B3CB8270}" presName="background" presStyleLbl="node0" presStyleIdx="0" presStyleCnt="1"/>
      <dgm:spPr/>
    </dgm:pt>
    <dgm:pt modelId="{8D88E6E9-E14F-40DA-8334-42E21F52674E}" type="pres">
      <dgm:prSet presAssocID="{990BAC51-F6D5-4FCA-9F38-3382B3CB8270}" presName="text" presStyleLbl="fgAcc0" presStyleIdx="0" presStyleCnt="1">
        <dgm:presLayoutVars>
          <dgm:chPref val="3"/>
        </dgm:presLayoutVars>
      </dgm:prSet>
      <dgm:spPr/>
    </dgm:pt>
    <dgm:pt modelId="{DE553BB3-EB7A-4CD0-BBF4-786EF29D6D44}" type="pres">
      <dgm:prSet presAssocID="{990BAC51-F6D5-4FCA-9F38-3382B3CB8270}" presName="hierChild2" presStyleCnt="0"/>
      <dgm:spPr/>
    </dgm:pt>
    <dgm:pt modelId="{8C0EF809-9D23-464F-8B0C-D493172F7E81}" type="pres">
      <dgm:prSet presAssocID="{0DD851E7-CBB9-4570-B203-E16BD9454763}" presName="Name10" presStyleLbl="parChTrans1D2" presStyleIdx="0" presStyleCnt="2"/>
      <dgm:spPr/>
    </dgm:pt>
    <dgm:pt modelId="{C25A220A-B7A9-4A02-A18C-B1DACCAF9281}" type="pres">
      <dgm:prSet presAssocID="{10069299-8415-4F73-ADBD-0A0736AD54D2}" presName="hierRoot2" presStyleCnt="0"/>
      <dgm:spPr/>
    </dgm:pt>
    <dgm:pt modelId="{E307E9FC-19C7-4F55-9AAB-5AAB3E5BCEB3}" type="pres">
      <dgm:prSet presAssocID="{10069299-8415-4F73-ADBD-0A0736AD54D2}" presName="composite2" presStyleCnt="0"/>
      <dgm:spPr/>
    </dgm:pt>
    <dgm:pt modelId="{20C404EB-BCFB-48DD-B096-4ECBFA12D9FA}" type="pres">
      <dgm:prSet presAssocID="{10069299-8415-4F73-ADBD-0A0736AD54D2}" presName="background2" presStyleLbl="node2" presStyleIdx="0" presStyleCnt="2"/>
      <dgm:spPr/>
    </dgm:pt>
    <dgm:pt modelId="{C2A71973-EAF7-45D9-A401-CB0F1E8EAEA8}" type="pres">
      <dgm:prSet presAssocID="{10069299-8415-4F73-ADBD-0A0736AD54D2}" presName="text2" presStyleLbl="fgAcc2" presStyleIdx="0" presStyleCnt="2">
        <dgm:presLayoutVars>
          <dgm:chPref val="3"/>
        </dgm:presLayoutVars>
      </dgm:prSet>
      <dgm:spPr/>
    </dgm:pt>
    <dgm:pt modelId="{C2E39495-8ED8-4DD8-98EF-538DF60B45FD}" type="pres">
      <dgm:prSet presAssocID="{10069299-8415-4F73-ADBD-0A0736AD54D2}" presName="hierChild3" presStyleCnt="0"/>
      <dgm:spPr/>
    </dgm:pt>
    <dgm:pt modelId="{0701FDF6-D7DF-4CCC-B59E-EA038F5F8503}" type="pres">
      <dgm:prSet presAssocID="{A7D9A6DB-9DD3-404C-9F04-DC438949A6FF}" presName="Name10" presStyleLbl="parChTrans1D2" presStyleIdx="1" presStyleCnt="2"/>
      <dgm:spPr/>
    </dgm:pt>
    <dgm:pt modelId="{C61990C7-AEE0-440F-AF53-DD54190A4FE7}" type="pres">
      <dgm:prSet presAssocID="{DE1ADEED-121E-4D22-9934-22FE25BC0234}" presName="hierRoot2" presStyleCnt="0"/>
      <dgm:spPr/>
    </dgm:pt>
    <dgm:pt modelId="{8495F540-0DD3-4E39-BD3A-2F8BEE7E6FC2}" type="pres">
      <dgm:prSet presAssocID="{DE1ADEED-121E-4D22-9934-22FE25BC0234}" presName="composite2" presStyleCnt="0"/>
      <dgm:spPr/>
    </dgm:pt>
    <dgm:pt modelId="{178E0CE2-E735-4E52-B8DE-2941C858CD62}" type="pres">
      <dgm:prSet presAssocID="{DE1ADEED-121E-4D22-9934-22FE25BC0234}" presName="background2" presStyleLbl="node2" presStyleIdx="1" presStyleCnt="2"/>
      <dgm:spPr/>
    </dgm:pt>
    <dgm:pt modelId="{12BD07A2-A5EC-4990-94B6-B8BDC8F55AF1}" type="pres">
      <dgm:prSet presAssocID="{DE1ADEED-121E-4D22-9934-22FE25BC0234}" presName="text2" presStyleLbl="fgAcc2" presStyleIdx="1" presStyleCnt="2">
        <dgm:presLayoutVars>
          <dgm:chPref val="3"/>
        </dgm:presLayoutVars>
      </dgm:prSet>
      <dgm:spPr/>
    </dgm:pt>
    <dgm:pt modelId="{103C01CE-B7A9-4B50-BB4B-5BF54EBB27E8}" type="pres">
      <dgm:prSet presAssocID="{DE1ADEED-121E-4D22-9934-22FE25BC0234}" presName="hierChild3" presStyleCnt="0"/>
      <dgm:spPr/>
    </dgm:pt>
  </dgm:ptLst>
  <dgm:cxnLst>
    <dgm:cxn modelId="{CADB0C22-8F32-473D-A101-6FBFC03EA094}" srcId="{990BAC51-F6D5-4FCA-9F38-3382B3CB8270}" destId="{DE1ADEED-121E-4D22-9934-22FE25BC0234}" srcOrd="1" destOrd="0" parTransId="{A7D9A6DB-9DD3-404C-9F04-DC438949A6FF}" sibTransId="{965B1D62-314E-44DF-9157-AFF9BA8804B9}"/>
    <dgm:cxn modelId="{8AB61822-6496-4CF6-B18C-37CABE6A40C8}" type="presOf" srcId="{DE1ADEED-121E-4D22-9934-22FE25BC0234}" destId="{12BD07A2-A5EC-4990-94B6-B8BDC8F55AF1}" srcOrd="0" destOrd="0" presId="urn:microsoft.com/office/officeart/2005/8/layout/hierarchy1"/>
    <dgm:cxn modelId="{A11CFE5F-5E16-4032-A9C4-997A724A7F1A}" srcId="{500D312B-924A-4BAF-A47E-64FA694B0EC2}" destId="{990BAC51-F6D5-4FCA-9F38-3382B3CB8270}" srcOrd="0" destOrd="0" parTransId="{22C5D736-06B5-4768-AA4A-342F938C8AA0}" sibTransId="{3FF77AD9-F9A6-4F74-A314-388B34FFF997}"/>
    <dgm:cxn modelId="{75947176-E2A9-4D4B-8104-2523D9AA971E}" type="presOf" srcId="{10069299-8415-4F73-ADBD-0A0736AD54D2}" destId="{C2A71973-EAF7-45D9-A401-CB0F1E8EAEA8}" srcOrd="0" destOrd="0" presId="urn:microsoft.com/office/officeart/2005/8/layout/hierarchy1"/>
    <dgm:cxn modelId="{EEE26599-A7D1-4DA1-98B6-9CBF47C6DE99}" type="presOf" srcId="{A7D9A6DB-9DD3-404C-9F04-DC438949A6FF}" destId="{0701FDF6-D7DF-4CCC-B59E-EA038F5F8503}" srcOrd="0" destOrd="0" presId="urn:microsoft.com/office/officeart/2005/8/layout/hierarchy1"/>
    <dgm:cxn modelId="{8F6D00A9-9A19-487E-B2F4-D1D0B1C8571D}" type="presOf" srcId="{990BAC51-F6D5-4FCA-9F38-3382B3CB8270}" destId="{8D88E6E9-E14F-40DA-8334-42E21F52674E}" srcOrd="0" destOrd="0" presId="urn:microsoft.com/office/officeart/2005/8/layout/hierarchy1"/>
    <dgm:cxn modelId="{054FBEAC-91B0-41BA-8B82-A914AB2A3936}" type="presOf" srcId="{0DD851E7-CBB9-4570-B203-E16BD9454763}" destId="{8C0EF809-9D23-464F-8B0C-D493172F7E81}" srcOrd="0" destOrd="0" presId="urn:microsoft.com/office/officeart/2005/8/layout/hierarchy1"/>
    <dgm:cxn modelId="{7A2E21AE-F1BD-4FBA-9183-ED43D7780304}" srcId="{990BAC51-F6D5-4FCA-9F38-3382B3CB8270}" destId="{10069299-8415-4F73-ADBD-0A0736AD54D2}" srcOrd="0" destOrd="0" parTransId="{0DD851E7-CBB9-4570-B203-E16BD9454763}" sibTransId="{F4076021-059C-47AD-A9CC-5F884962370B}"/>
    <dgm:cxn modelId="{432E47D2-680D-4A6C-901A-A1CD78495112}" type="presOf" srcId="{500D312B-924A-4BAF-A47E-64FA694B0EC2}" destId="{B26355B3-28B8-45A6-BCE8-02DB82487C99}" srcOrd="0" destOrd="0" presId="urn:microsoft.com/office/officeart/2005/8/layout/hierarchy1"/>
    <dgm:cxn modelId="{DC0D4E2E-F7D8-4F22-8FC7-16E34533FC56}" type="presParOf" srcId="{B26355B3-28B8-45A6-BCE8-02DB82487C99}" destId="{BB86DD9B-04BC-4CE6-A218-FDC8206A11DF}" srcOrd="0" destOrd="0" presId="urn:microsoft.com/office/officeart/2005/8/layout/hierarchy1"/>
    <dgm:cxn modelId="{D5D22A0C-F4AA-4D48-B95A-DBF7BF148BEE}" type="presParOf" srcId="{BB86DD9B-04BC-4CE6-A218-FDC8206A11DF}" destId="{AF83983F-5D10-4549-A7D5-71BBE7BF3BED}" srcOrd="0" destOrd="0" presId="urn:microsoft.com/office/officeart/2005/8/layout/hierarchy1"/>
    <dgm:cxn modelId="{8533AA65-78DD-40EB-8D12-1E25A12BF488}" type="presParOf" srcId="{AF83983F-5D10-4549-A7D5-71BBE7BF3BED}" destId="{C77E013F-7CDD-4925-875D-2926E8247230}" srcOrd="0" destOrd="0" presId="urn:microsoft.com/office/officeart/2005/8/layout/hierarchy1"/>
    <dgm:cxn modelId="{1423CE61-B5E2-461C-8D6C-1AC516E1F6BF}" type="presParOf" srcId="{AF83983F-5D10-4549-A7D5-71BBE7BF3BED}" destId="{8D88E6E9-E14F-40DA-8334-42E21F52674E}" srcOrd="1" destOrd="0" presId="urn:microsoft.com/office/officeart/2005/8/layout/hierarchy1"/>
    <dgm:cxn modelId="{88BB06F1-1DF1-4E00-8789-8CA5E0623C9F}" type="presParOf" srcId="{BB86DD9B-04BC-4CE6-A218-FDC8206A11DF}" destId="{DE553BB3-EB7A-4CD0-BBF4-786EF29D6D44}" srcOrd="1" destOrd="0" presId="urn:microsoft.com/office/officeart/2005/8/layout/hierarchy1"/>
    <dgm:cxn modelId="{5CF03B79-4C55-430B-8E0E-D647F96FA7EF}" type="presParOf" srcId="{DE553BB3-EB7A-4CD0-BBF4-786EF29D6D44}" destId="{8C0EF809-9D23-464F-8B0C-D493172F7E81}" srcOrd="0" destOrd="0" presId="urn:microsoft.com/office/officeart/2005/8/layout/hierarchy1"/>
    <dgm:cxn modelId="{4FB353C8-06BD-4403-A5EC-2542276D89C4}" type="presParOf" srcId="{DE553BB3-EB7A-4CD0-BBF4-786EF29D6D44}" destId="{C25A220A-B7A9-4A02-A18C-B1DACCAF9281}" srcOrd="1" destOrd="0" presId="urn:microsoft.com/office/officeart/2005/8/layout/hierarchy1"/>
    <dgm:cxn modelId="{7AD1FC5E-EE56-468B-8879-AE0ACE774E21}" type="presParOf" srcId="{C25A220A-B7A9-4A02-A18C-B1DACCAF9281}" destId="{E307E9FC-19C7-4F55-9AAB-5AAB3E5BCEB3}" srcOrd="0" destOrd="0" presId="urn:microsoft.com/office/officeart/2005/8/layout/hierarchy1"/>
    <dgm:cxn modelId="{EADD5693-9CDC-400F-A87F-FAB593A67FBF}" type="presParOf" srcId="{E307E9FC-19C7-4F55-9AAB-5AAB3E5BCEB3}" destId="{20C404EB-BCFB-48DD-B096-4ECBFA12D9FA}" srcOrd="0" destOrd="0" presId="urn:microsoft.com/office/officeart/2005/8/layout/hierarchy1"/>
    <dgm:cxn modelId="{C96276BA-0754-482E-92ED-5CE05E473D7E}" type="presParOf" srcId="{E307E9FC-19C7-4F55-9AAB-5AAB3E5BCEB3}" destId="{C2A71973-EAF7-45D9-A401-CB0F1E8EAEA8}" srcOrd="1" destOrd="0" presId="urn:microsoft.com/office/officeart/2005/8/layout/hierarchy1"/>
    <dgm:cxn modelId="{8D013B45-6CB0-4E87-8EDC-833E5D73D336}" type="presParOf" srcId="{C25A220A-B7A9-4A02-A18C-B1DACCAF9281}" destId="{C2E39495-8ED8-4DD8-98EF-538DF60B45FD}" srcOrd="1" destOrd="0" presId="urn:microsoft.com/office/officeart/2005/8/layout/hierarchy1"/>
    <dgm:cxn modelId="{0D4BF788-A9F5-41C4-A6AD-8F90CDE9A94D}" type="presParOf" srcId="{DE553BB3-EB7A-4CD0-BBF4-786EF29D6D44}" destId="{0701FDF6-D7DF-4CCC-B59E-EA038F5F8503}" srcOrd="2" destOrd="0" presId="urn:microsoft.com/office/officeart/2005/8/layout/hierarchy1"/>
    <dgm:cxn modelId="{6414AB50-59BA-4474-9BF1-0E6FEA6B04F3}" type="presParOf" srcId="{DE553BB3-EB7A-4CD0-BBF4-786EF29D6D44}" destId="{C61990C7-AEE0-440F-AF53-DD54190A4FE7}" srcOrd="3" destOrd="0" presId="urn:microsoft.com/office/officeart/2005/8/layout/hierarchy1"/>
    <dgm:cxn modelId="{93A4375A-7C7A-4C63-9177-8916F0A804A5}" type="presParOf" srcId="{C61990C7-AEE0-440F-AF53-DD54190A4FE7}" destId="{8495F540-0DD3-4E39-BD3A-2F8BEE7E6FC2}" srcOrd="0" destOrd="0" presId="urn:microsoft.com/office/officeart/2005/8/layout/hierarchy1"/>
    <dgm:cxn modelId="{448C8DD0-3167-4DEB-9648-F1BCAB9AFD23}" type="presParOf" srcId="{8495F540-0DD3-4E39-BD3A-2F8BEE7E6FC2}" destId="{178E0CE2-E735-4E52-B8DE-2941C858CD62}" srcOrd="0" destOrd="0" presId="urn:microsoft.com/office/officeart/2005/8/layout/hierarchy1"/>
    <dgm:cxn modelId="{B4788DF3-5E21-4BA4-8448-C9F085313739}" type="presParOf" srcId="{8495F540-0DD3-4E39-BD3A-2F8BEE7E6FC2}" destId="{12BD07A2-A5EC-4990-94B6-B8BDC8F55AF1}" srcOrd="1" destOrd="0" presId="urn:microsoft.com/office/officeart/2005/8/layout/hierarchy1"/>
    <dgm:cxn modelId="{5824B526-D030-4847-AF33-50E35924D072}" type="presParOf" srcId="{C61990C7-AEE0-440F-AF53-DD54190A4FE7}" destId="{103C01CE-B7A9-4B50-BB4B-5BF54EBB27E8}" srcOrd="1" destOrd="0" presId="urn:microsoft.com/office/officeart/2005/8/layout/hierarchy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500D312B-924A-4BAF-A47E-64FA694B0EC2}" type="doc">
      <dgm:prSet loTypeId="urn:microsoft.com/office/officeart/2005/8/layout/hierarchy1" loCatId="hierarchy" qsTypeId="urn:microsoft.com/office/officeart/2005/8/quickstyle/simple1" qsCatId="simple" csTypeId="urn:microsoft.com/office/officeart/2005/8/colors/colorful4" csCatId="colorful" phldr="1"/>
      <dgm:spPr/>
      <dgm:t>
        <a:bodyPr/>
        <a:lstStyle/>
        <a:p>
          <a:endParaRPr lang="en-US"/>
        </a:p>
      </dgm:t>
    </dgm:pt>
    <dgm:pt modelId="{990BAC51-F6D5-4FCA-9F38-3382B3CB8270}">
      <dgm:prSet phldrT="[Text]" custT="1"/>
      <dgm:spPr/>
      <dgm:t>
        <a:bodyPr/>
        <a:lstStyle/>
        <a:p>
          <a:r>
            <a:rPr lang="en-US" sz="2800" dirty="0"/>
            <a:t>ILogger</a:t>
          </a:r>
        </a:p>
      </dgm:t>
    </dgm:pt>
    <dgm:pt modelId="{22C5D736-06B5-4768-AA4A-342F938C8AA0}" type="parTrans" cxnId="{A11CFE5F-5E16-4032-A9C4-997A724A7F1A}">
      <dgm:prSet/>
      <dgm:spPr/>
      <dgm:t>
        <a:bodyPr/>
        <a:lstStyle/>
        <a:p>
          <a:endParaRPr lang="en-US"/>
        </a:p>
      </dgm:t>
    </dgm:pt>
    <dgm:pt modelId="{3FF77AD9-F9A6-4F74-A314-388B34FFF997}" type="sibTrans" cxnId="{A11CFE5F-5E16-4032-A9C4-997A724A7F1A}">
      <dgm:prSet/>
      <dgm:spPr/>
      <dgm:t>
        <a:bodyPr/>
        <a:lstStyle/>
        <a:p>
          <a:endParaRPr lang="en-US"/>
        </a:p>
      </dgm:t>
    </dgm:pt>
    <dgm:pt modelId="{10069299-8415-4F73-ADBD-0A0736AD54D2}">
      <dgm:prSet phldrT="[Text]" custT="1"/>
      <dgm:spPr/>
      <dgm:t>
        <a:bodyPr/>
        <a:lstStyle/>
        <a:p>
          <a:r>
            <a:rPr lang="en-US" sz="2400" dirty="0"/>
            <a:t>Console Logger</a:t>
          </a:r>
        </a:p>
      </dgm:t>
    </dgm:pt>
    <dgm:pt modelId="{0DD851E7-CBB9-4570-B203-E16BD9454763}" type="parTrans" cxnId="{7A2E21AE-F1BD-4FBA-9183-ED43D7780304}">
      <dgm:prSet/>
      <dgm:spPr/>
      <dgm:t>
        <a:bodyPr/>
        <a:lstStyle/>
        <a:p>
          <a:endParaRPr lang="en-US"/>
        </a:p>
      </dgm:t>
    </dgm:pt>
    <dgm:pt modelId="{F4076021-059C-47AD-A9CC-5F884962370B}" type="sibTrans" cxnId="{7A2E21AE-F1BD-4FBA-9183-ED43D7780304}">
      <dgm:prSet/>
      <dgm:spPr/>
      <dgm:t>
        <a:bodyPr/>
        <a:lstStyle/>
        <a:p>
          <a:endParaRPr lang="en-US"/>
        </a:p>
      </dgm:t>
    </dgm:pt>
    <dgm:pt modelId="{DE1ADEED-121E-4D22-9934-22FE25BC0234}">
      <dgm:prSet phldrT="[Text]" custT="1"/>
      <dgm:spPr/>
      <dgm:t>
        <a:bodyPr/>
        <a:lstStyle/>
        <a:p>
          <a:r>
            <a:rPr lang="en-US" sz="2400" dirty="0"/>
            <a:t>File Logger</a:t>
          </a:r>
        </a:p>
      </dgm:t>
    </dgm:pt>
    <dgm:pt modelId="{A7D9A6DB-9DD3-404C-9F04-DC438949A6FF}" type="parTrans" cxnId="{CADB0C22-8F32-473D-A101-6FBFC03EA094}">
      <dgm:prSet/>
      <dgm:spPr/>
      <dgm:t>
        <a:bodyPr/>
        <a:lstStyle/>
        <a:p>
          <a:endParaRPr lang="en-US"/>
        </a:p>
      </dgm:t>
    </dgm:pt>
    <dgm:pt modelId="{965B1D62-314E-44DF-9157-AFF9BA8804B9}" type="sibTrans" cxnId="{CADB0C22-8F32-473D-A101-6FBFC03EA094}">
      <dgm:prSet/>
      <dgm:spPr/>
      <dgm:t>
        <a:bodyPr/>
        <a:lstStyle/>
        <a:p>
          <a:endParaRPr lang="en-US"/>
        </a:p>
      </dgm:t>
    </dgm:pt>
    <dgm:pt modelId="{37405DA6-58FB-4D5C-95D7-6146C5CAF6C2}">
      <dgm:prSet phldrT="[Text]" custT="1"/>
      <dgm:spPr/>
      <dgm:t>
        <a:bodyPr/>
        <a:lstStyle/>
        <a:p>
          <a:r>
            <a:rPr lang="en-US" sz="2400" dirty="0"/>
            <a:t>DB Logger</a:t>
          </a:r>
        </a:p>
      </dgm:t>
    </dgm:pt>
    <dgm:pt modelId="{0BDFA7D1-0647-492B-92CB-4D9FDCFFB49B}" type="parTrans" cxnId="{98A161C3-E146-41A8-B16C-843205D529DA}">
      <dgm:prSet/>
      <dgm:spPr/>
      <dgm:t>
        <a:bodyPr/>
        <a:lstStyle/>
        <a:p>
          <a:endParaRPr lang="en-US"/>
        </a:p>
      </dgm:t>
    </dgm:pt>
    <dgm:pt modelId="{4CEDAB52-FC50-4C59-95D3-BC3E04404EAC}" type="sibTrans" cxnId="{98A161C3-E146-41A8-B16C-843205D529DA}">
      <dgm:prSet/>
      <dgm:spPr/>
      <dgm:t>
        <a:bodyPr/>
        <a:lstStyle/>
        <a:p>
          <a:endParaRPr lang="en-US"/>
        </a:p>
      </dgm:t>
    </dgm:pt>
    <dgm:pt modelId="{B26355B3-28B8-45A6-BCE8-02DB82487C99}" type="pres">
      <dgm:prSet presAssocID="{500D312B-924A-4BAF-A47E-64FA694B0EC2}" presName="hierChild1" presStyleCnt="0">
        <dgm:presLayoutVars>
          <dgm:chPref val="1"/>
          <dgm:dir/>
          <dgm:animOne val="branch"/>
          <dgm:animLvl val="lvl"/>
          <dgm:resizeHandles/>
        </dgm:presLayoutVars>
      </dgm:prSet>
      <dgm:spPr/>
    </dgm:pt>
    <dgm:pt modelId="{BB86DD9B-04BC-4CE6-A218-FDC8206A11DF}" type="pres">
      <dgm:prSet presAssocID="{990BAC51-F6D5-4FCA-9F38-3382B3CB8270}" presName="hierRoot1" presStyleCnt="0"/>
      <dgm:spPr/>
    </dgm:pt>
    <dgm:pt modelId="{AF83983F-5D10-4549-A7D5-71BBE7BF3BED}" type="pres">
      <dgm:prSet presAssocID="{990BAC51-F6D5-4FCA-9F38-3382B3CB8270}" presName="composite" presStyleCnt="0"/>
      <dgm:spPr/>
    </dgm:pt>
    <dgm:pt modelId="{C77E013F-7CDD-4925-875D-2926E8247230}" type="pres">
      <dgm:prSet presAssocID="{990BAC51-F6D5-4FCA-9F38-3382B3CB8270}" presName="background" presStyleLbl="node0" presStyleIdx="0" presStyleCnt="1"/>
      <dgm:spPr/>
    </dgm:pt>
    <dgm:pt modelId="{8D88E6E9-E14F-40DA-8334-42E21F52674E}" type="pres">
      <dgm:prSet presAssocID="{990BAC51-F6D5-4FCA-9F38-3382B3CB8270}" presName="text" presStyleLbl="fgAcc0" presStyleIdx="0" presStyleCnt="1">
        <dgm:presLayoutVars>
          <dgm:chPref val="3"/>
        </dgm:presLayoutVars>
      </dgm:prSet>
      <dgm:spPr/>
    </dgm:pt>
    <dgm:pt modelId="{DE553BB3-EB7A-4CD0-BBF4-786EF29D6D44}" type="pres">
      <dgm:prSet presAssocID="{990BAC51-F6D5-4FCA-9F38-3382B3CB8270}" presName="hierChild2" presStyleCnt="0"/>
      <dgm:spPr/>
    </dgm:pt>
    <dgm:pt modelId="{8C0EF809-9D23-464F-8B0C-D493172F7E81}" type="pres">
      <dgm:prSet presAssocID="{0DD851E7-CBB9-4570-B203-E16BD9454763}" presName="Name10" presStyleLbl="parChTrans1D2" presStyleIdx="0" presStyleCnt="3"/>
      <dgm:spPr/>
    </dgm:pt>
    <dgm:pt modelId="{C25A220A-B7A9-4A02-A18C-B1DACCAF9281}" type="pres">
      <dgm:prSet presAssocID="{10069299-8415-4F73-ADBD-0A0736AD54D2}" presName="hierRoot2" presStyleCnt="0"/>
      <dgm:spPr/>
    </dgm:pt>
    <dgm:pt modelId="{E307E9FC-19C7-4F55-9AAB-5AAB3E5BCEB3}" type="pres">
      <dgm:prSet presAssocID="{10069299-8415-4F73-ADBD-0A0736AD54D2}" presName="composite2" presStyleCnt="0"/>
      <dgm:spPr/>
    </dgm:pt>
    <dgm:pt modelId="{20C404EB-BCFB-48DD-B096-4ECBFA12D9FA}" type="pres">
      <dgm:prSet presAssocID="{10069299-8415-4F73-ADBD-0A0736AD54D2}" presName="background2" presStyleLbl="node2" presStyleIdx="0" presStyleCnt="3"/>
      <dgm:spPr/>
    </dgm:pt>
    <dgm:pt modelId="{C2A71973-EAF7-45D9-A401-CB0F1E8EAEA8}" type="pres">
      <dgm:prSet presAssocID="{10069299-8415-4F73-ADBD-0A0736AD54D2}" presName="text2" presStyleLbl="fgAcc2" presStyleIdx="0" presStyleCnt="3">
        <dgm:presLayoutVars>
          <dgm:chPref val="3"/>
        </dgm:presLayoutVars>
      </dgm:prSet>
      <dgm:spPr/>
    </dgm:pt>
    <dgm:pt modelId="{C2E39495-8ED8-4DD8-98EF-538DF60B45FD}" type="pres">
      <dgm:prSet presAssocID="{10069299-8415-4F73-ADBD-0A0736AD54D2}" presName="hierChild3" presStyleCnt="0"/>
      <dgm:spPr/>
    </dgm:pt>
    <dgm:pt modelId="{0701FDF6-D7DF-4CCC-B59E-EA038F5F8503}" type="pres">
      <dgm:prSet presAssocID="{A7D9A6DB-9DD3-404C-9F04-DC438949A6FF}" presName="Name10" presStyleLbl="parChTrans1D2" presStyleIdx="1" presStyleCnt="3"/>
      <dgm:spPr/>
    </dgm:pt>
    <dgm:pt modelId="{C61990C7-AEE0-440F-AF53-DD54190A4FE7}" type="pres">
      <dgm:prSet presAssocID="{DE1ADEED-121E-4D22-9934-22FE25BC0234}" presName="hierRoot2" presStyleCnt="0"/>
      <dgm:spPr/>
    </dgm:pt>
    <dgm:pt modelId="{8495F540-0DD3-4E39-BD3A-2F8BEE7E6FC2}" type="pres">
      <dgm:prSet presAssocID="{DE1ADEED-121E-4D22-9934-22FE25BC0234}" presName="composite2" presStyleCnt="0"/>
      <dgm:spPr/>
    </dgm:pt>
    <dgm:pt modelId="{178E0CE2-E735-4E52-B8DE-2941C858CD62}" type="pres">
      <dgm:prSet presAssocID="{DE1ADEED-121E-4D22-9934-22FE25BC0234}" presName="background2" presStyleLbl="node2" presStyleIdx="1" presStyleCnt="3"/>
      <dgm:spPr/>
    </dgm:pt>
    <dgm:pt modelId="{12BD07A2-A5EC-4990-94B6-B8BDC8F55AF1}" type="pres">
      <dgm:prSet presAssocID="{DE1ADEED-121E-4D22-9934-22FE25BC0234}" presName="text2" presStyleLbl="fgAcc2" presStyleIdx="1" presStyleCnt="3">
        <dgm:presLayoutVars>
          <dgm:chPref val="3"/>
        </dgm:presLayoutVars>
      </dgm:prSet>
      <dgm:spPr/>
    </dgm:pt>
    <dgm:pt modelId="{103C01CE-B7A9-4B50-BB4B-5BF54EBB27E8}" type="pres">
      <dgm:prSet presAssocID="{DE1ADEED-121E-4D22-9934-22FE25BC0234}" presName="hierChild3" presStyleCnt="0"/>
      <dgm:spPr/>
    </dgm:pt>
    <dgm:pt modelId="{E4C59A9F-26DB-4FC7-8F6F-0D74819906DD}" type="pres">
      <dgm:prSet presAssocID="{0BDFA7D1-0647-492B-92CB-4D9FDCFFB49B}" presName="Name10" presStyleLbl="parChTrans1D2" presStyleIdx="2" presStyleCnt="3"/>
      <dgm:spPr/>
    </dgm:pt>
    <dgm:pt modelId="{C447A1F8-3591-4AD3-A42D-3182EB88693B}" type="pres">
      <dgm:prSet presAssocID="{37405DA6-58FB-4D5C-95D7-6146C5CAF6C2}" presName="hierRoot2" presStyleCnt="0"/>
      <dgm:spPr/>
    </dgm:pt>
    <dgm:pt modelId="{A453B6A0-EB51-4067-9E27-3AD7B2F91EE2}" type="pres">
      <dgm:prSet presAssocID="{37405DA6-58FB-4D5C-95D7-6146C5CAF6C2}" presName="composite2" presStyleCnt="0"/>
      <dgm:spPr/>
    </dgm:pt>
    <dgm:pt modelId="{EE63B956-9918-470B-BEE4-1EE961AFEE7D}" type="pres">
      <dgm:prSet presAssocID="{37405DA6-58FB-4D5C-95D7-6146C5CAF6C2}" presName="background2" presStyleLbl="node2" presStyleIdx="2" presStyleCnt="3"/>
      <dgm:spPr/>
    </dgm:pt>
    <dgm:pt modelId="{39408D67-752C-431B-AA07-062DDE054A0E}" type="pres">
      <dgm:prSet presAssocID="{37405DA6-58FB-4D5C-95D7-6146C5CAF6C2}" presName="text2" presStyleLbl="fgAcc2" presStyleIdx="2" presStyleCnt="3">
        <dgm:presLayoutVars>
          <dgm:chPref val="3"/>
        </dgm:presLayoutVars>
      </dgm:prSet>
      <dgm:spPr/>
    </dgm:pt>
    <dgm:pt modelId="{B4B62AC8-2826-486C-A900-BD0D431A0D4C}" type="pres">
      <dgm:prSet presAssocID="{37405DA6-58FB-4D5C-95D7-6146C5CAF6C2}" presName="hierChild3" presStyleCnt="0"/>
      <dgm:spPr/>
    </dgm:pt>
  </dgm:ptLst>
  <dgm:cxnLst>
    <dgm:cxn modelId="{CADB0C22-8F32-473D-A101-6FBFC03EA094}" srcId="{990BAC51-F6D5-4FCA-9F38-3382B3CB8270}" destId="{DE1ADEED-121E-4D22-9934-22FE25BC0234}" srcOrd="1" destOrd="0" parTransId="{A7D9A6DB-9DD3-404C-9F04-DC438949A6FF}" sibTransId="{965B1D62-314E-44DF-9157-AFF9BA8804B9}"/>
    <dgm:cxn modelId="{8AB61822-6496-4CF6-B18C-37CABE6A40C8}" type="presOf" srcId="{DE1ADEED-121E-4D22-9934-22FE25BC0234}" destId="{12BD07A2-A5EC-4990-94B6-B8BDC8F55AF1}" srcOrd="0" destOrd="0" presId="urn:microsoft.com/office/officeart/2005/8/layout/hierarchy1"/>
    <dgm:cxn modelId="{0BBC4925-B825-49F4-A0B6-36189DA1D066}" type="presOf" srcId="{37405DA6-58FB-4D5C-95D7-6146C5CAF6C2}" destId="{39408D67-752C-431B-AA07-062DDE054A0E}" srcOrd="0" destOrd="0" presId="urn:microsoft.com/office/officeart/2005/8/layout/hierarchy1"/>
    <dgm:cxn modelId="{A11CFE5F-5E16-4032-A9C4-997A724A7F1A}" srcId="{500D312B-924A-4BAF-A47E-64FA694B0EC2}" destId="{990BAC51-F6D5-4FCA-9F38-3382B3CB8270}" srcOrd="0" destOrd="0" parTransId="{22C5D736-06B5-4768-AA4A-342F938C8AA0}" sibTransId="{3FF77AD9-F9A6-4F74-A314-388B34FFF997}"/>
    <dgm:cxn modelId="{75947176-E2A9-4D4B-8104-2523D9AA971E}" type="presOf" srcId="{10069299-8415-4F73-ADBD-0A0736AD54D2}" destId="{C2A71973-EAF7-45D9-A401-CB0F1E8EAEA8}" srcOrd="0" destOrd="0" presId="urn:microsoft.com/office/officeart/2005/8/layout/hierarchy1"/>
    <dgm:cxn modelId="{EEE26599-A7D1-4DA1-98B6-9CBF47C6DE99}" type="presOf" srcId="{A7D9A6DB-9DD3-404C-9F04-DC438949A6FF}" destId="{0701FDF6-D7DF-4CCC-B59E-EA038F5F8503}" srcOrd="0" destOrd="0" presId="urn:microsoft.com/office/officeart/2005/8/layout/hierarchy1"/>
    <dgm:cxn modelId="{8F6D00A9-9A19-487E-B2F4-D1D0B1C8571D}" type="presOf" srcId="{990BAC51-F6D5-4FCA-9F38-3382B3CB8270}" destId="{8D88E6E9-E14F-40DA-8334-42E21F52674E}" srcOrd="0" destOrd="0" presId="urn:microsoft.com/office/officeart/2005/8/layout/hierarchy1"/>
    <dgm:cxn modelId="{054FBEAC-91B0-41BA-8B82-A914AB2A3936}" type="presOf" srcId="{0DD851E7-CBB9-4570-B203-E16BD9454763}" destId="{8C0EF809-9D23-464F-8B0C-D493172F7E81}" srcOrd="0" destOrd="0" presId="urn:microsoft.com/office/officeart/2005/8/layout/hierarchy1"/>
    <dgm:cxn modelId="{7A2E21AE-F1BD-4FBA-9183-ED43D7780304}" srcId="{990BAC51-F6D5-4FCA-9F38-3382B3CB8270}" destId="{10069299-8415-4F73-ADBD-0A0736AD54D2}" srcOrd="0" destOrd="0" parTransId="{0DD851E7-CBB9-4570-B203-E16BD9454763}" sibTransId="{F4076021-059C-47AD-A9CC-5F884962370B}"/>
    <dgm:cxn modelId="{98A161C3-E146-41A8-B16C-843205D529DA}" srcId="{990BAC51-F6D5-4FCA-9F38-3382B3CB8270}" destId="{37405DA6-58FB-4D5C-95D7-6146C5CAF6C2}" srcOrd="2" destOrd="0" parTransId="{0BDFA7D1-0647-492B-92CB-4D9FDCFFB49B}" sibTransId="{4CEDAB52-FC50-4C59-95D3-BC3E04404EAC}"/>
    <dgm:cxn modelId="{432E47D2-680D-4A6C-901A-A1CD78495112}" type="presOf" srcId="{500D312B-924A-4BAF-A47E-64FA694B0EC2}" destId="{B26355B3-28B8-45A6-BCE8-02DB82487C99}" srcOrd="0" destOrd="0" presId="urn:microsoft.com/office/officeart/2005/8/layout/hierarchy1"/>
    <dgm:cxn modelId="{0B3ED9EE-64BF-4D4A-A734-A1BD5EB17373}" type="presOf" srcId="{0BDFA7D1-0647-492B-92CB-4D9FDCFFB49B}" destId="{E4C59A9F-26DB-4FC7-8F6F-0D74819906DD}" srcOrd="0" destOrd="0" presId="urn:microsoft.com/office/officeart/2005/8/layout/hierarchy1"/>
    <dgm:cxn modelId="{DC0D4E2E-F7D8-4F22-8FC7-16E34533FC56}" type="presParOf" srcId="{B26355B3-28B8-45A6-BCE8-02DB82487C99}" destId="{BB86DD9B-04BC-4CE6-A218-FDC8206A11DF}" srcOrd="0" destOrd="0" presId="urn:microsoft.com/office/officeart/2005/8/layout/hierarchy1"/>
    <dgm:cxn modelId="{D5D22A0C-F4AA-4D48-B95A-DBF7BF148BEE}" type="presParOf" srcId="{BB86DD9B-04BC-4CE6-A218-FDC8206A11DF}" destId="{AF83983F-5D10-4549-A7D5-71BBE7BF3BED}" srcOrd="0" destOrd="0" presId="urn:microsoft.com/office/officeart/2005/8/layout/hierarchy1"/>
    <dgm:cxn modelId="{8533AA65-78DD-40EB-8D12-1E25A12BF488}" type="presParOf" srcId="{AF83983F-5D10-4549-A7D5-71BBE7BF3BED}" destId="{C77E013F-7CDD-4925-875D-2926E8247230}" srcOrd="0" destOrd="0" presId="urn:microsoft.com/office/officeart/2005/8/layout/hierarchy1"/>
    <dgm:cxn modelId="{1423CE61-B5E2-461C-8D6C-1AC516E1F6BF}" type="presParOf" srcId="{AF83983F-5D10-4549-A7D5-71BBE7BF3BED}" destId="{8D88E6E9-E14F-40DA-8334-42E21F52674E}" srcOrd="1" destOrd="0" presId="urn:microsoft.com/office/officeart/2005/8/layout/hierarchy1"/>
    <dgm:cxn modelId="{88BB06F1-1DF1-4E00-8789-8CA5E0623C9F}" type="presParOf" srcId="{BB86DD9B-04BC-4CE6-A218-FDC8206A11DF}" destId="{DE553BB3-EB7A-4CD0-BBF4-786EF29D6D44}" srcOrd="1" destOrd="0" presId="urn:microsoft.com/office/officeart/2005/8/layout/hierarchy1"/>
    <dgm:cxn modelId="{5CF03B79-4C55-430B-8E0E-D647F96FA7EF}" type="presParOf" srcId="{DE553BB3-EB7A-4CD0-BBF4-786EF29D6D44}" destId="{8C0EF809-9D23-464F-8B0C-D493172F7E81}" srcOrd="0" destOrd="0" presId="urn:microsoft.com/office/officeart/2005/8/layout/hierarchy1"/>
    <dgm:cxn modelId="{4FB353C8-06BD-4403-A5EC-2542276D89C4}" type="presParOf" srcId="{DE553BB3-EB7A-4CD0-BBF4-786EF29D6D44}" destId="{C25A220A-B7A9-4A02-A18C-B1DACCAF9281}" srcOrd="1" destOrd="0" presId="urn:microsoft.com/office/officeart/2005/8/layout/hierarchy1"/>
    <dgm:cxn modelId="{7AD1FC5E-EE56-468B-8879-AE0ACE774E21}" type="presParOf" srcId="{C25A220A-B7A9-4A02-A18C-B1DACCAF9281}" destId="{E307E9FC-19C7-4F55-9AAB-5AAB3E5BCEB3}" srcOrd="0" destOrd="0" presId="urn:microsoft.com/office/officeart/2005/8/layout/hierarchy1"/>
    <dgm:cxn modelId="{EADD5693-9CDC-400F-A87F-FAB593A67FBF}" type="presParOf" srcId="{E307E9FC-19C7-4F55-9AAB-5AAB3E5BCEB3}" destId="{20C404EB-BCFB-48DD-B096-4ECBFA12D9FA}" srcOrd="0" destOrd="0" presId="urn:microsoft.com/office/officeart/2005/8/layout/hierarchy1"/>
    <dgm:cxn modelId="{C96276BA-0754-482E-92ED-5CE05E473D7E}" type="presParOf" srcId="{E307E9FC-19C7-4F55-9AAB-5AAB3E5BCEB3}" destId="{C2A71973-EAF7-45D9-A401-CB0F1E8EAEA8}" srcOrd="1" destOrd="0" presId="urn:microsoft.com/office/officeart/2005/8/layout/hierarchy1"/>
    <dgm:cxn modelId="{8D013B45-6CB0-4E87-8EDC-833E5D73D336}" type="presParOf" srcId="{C25A220A-B7A9-4A02-A18C-B1DACCAF9281}" destId="{C2E39495-8ED8-4DD8-98EF-538DF60B45FD}" srcOrd="1" destOrd="0" presId="urn:microsoft.com/office/officeart/2005/8/layout/hierarchy1"/>
    <dgm:cxn modelId="{0D4BF788-A9F5-41C4-A6AD-8F90CDE9A94D}" type="presParOf" srcId="{DE553BB3-EB7A-4CD0-BBF4-786EF29D6D44}" destId="{0701FDF6-D7DF-4CCC-B59E-EA038F5F8503}" srcOrd="2" destOrd="0" presId="urn:microsoft.com/office/officeart/2005/8/layout/hierarchy1"/>
    <dgm:cxn modelId="{6414AB50-59BA-4474-9BF1-0E6FEA6B04F3}" type="presParOf" srcId="{DE553BB3-EB7A-4CD0-BBF4-786EF29D6D44}" destId="{C61990C7-AEE0-440F-AF53-DD54190A4FE7}" srcOrd="3" destOrd="0" presId="urn:microsoft.com/office/officeart/2005/8/layout/hierarchy1"/>
    <dgm:cxn modelId="{93A4375A-7C7A-4C63-9177-8916F0A804A5}" type="presParOf" srcId="{C61990C7-AEE0-440F-AF53-DD54190A4FE7}" destId="{8495F540-0DD3-4E39-BD3A-2F8BEE7E6FC2}" srcOrd="0" destOrd="0" presId="urn:microsoft.com/office/officeart/2005/8/layout/hierarchy1"/>
    <dgm:cxn modelId="{448C8DD0-3167-4DEB-9648-F1BCAB9AFD23}" type="presParOf" srcId="{8495F540-0DD3-4E39-BD3A-2F8BEE7E6FC2}" destId="{178E0CE2-E735-4E52-B8DE-2941C858CD62}" srcOrd="0" destOrd="0" presId="urn:microsoft.com/office/officeart/2005/8/layout/hierarchy1"/>
    <dgm:cxn modelId="{B4788DF3-5E21-4BA4-8448-C9F085313739}" type="presParOf" srcId="{8495F540-0DD3-4E39-BD3A-2F8BEE7E6FC2}" destId="{12BD07A2-A5EC-4990-94B6-B8BDC8F55AF1}" srcOrd="1" destOrd="0" presId="urn:microsoft.com/office/officeart/2005/8/layout/hierarchy1"/>
    <dgm:cxn modelId="{5824B526-D030-4847-AF33-50E35924D072}" type="presParOf" srcId="{C61990C7-AEE0-440F-AF53-DD54190A4FE7}" destId="{103C01CE-B7A9-4B50-BB4B-5BF54EBB27E8}" srcOrd="1" destOrd="0" presId="urn:microsoft.com/office/officeart/2005/8/layout/hierarchy1"/>
    <dgm:cxn modelId="{79BC0DB1-AF2B-4DF1-A03C-B8DA4F4ABB57}" type="presParOf" srcId="{DE553BB3-EB7A-4CD0-BBF4-786EF29D6D44}" destId="{E4C59A9F-26DB-4FC7-8F6F-0D74819906DD}" srcOrd="4" destOrd="0" presId="urn:microsoft.com/office/officeart/2005/8/layout/hierarchy1"/>
    <dgm:cxn modelId="{AEB31C18-C790-4256-8747-1F3FD2A828FE}" type="presParOf" srcId="{DE553BB3-EB7A-4CD0-BBF4-786EF29D6D44}" destId="{C447A1F8-3591-4AD3-A42D-3182EB88693B}" srcOrd="5" destOrd="0" presId="urn:microsoft.com/office/officeart/2005/8/layout/hierarchy1"/>
    <dgm:cxn modelId="{987269D1-D4E5-4642-AF39-FEC54ED3D230}" type="presParOf" srcId="{C447A1F8-3591-4AD3-A42D-3182EB88693B}" destId="{A453B6A0-EB51-4067-9E27-3AD7B2F91EE2}" srcOrd="0" destOrd="0" presId="urn:microsoft.com/office/officeart/2005/8/layout/hierarchy1"/>
    <dgm:cxn modelId="{F2F12CFD-00A4-49E3-8C67-36E63EF39FBF}" type="presParOf" srcId="{A453B6A0-EB51-4067-9E27-3AD7B2F91EE2}" destId="{EE63B956-9918-470B-BEE4-1EE961AFEE7D}" srcOrd="0" destOrd="0" presId="urn:microsoft.com/office/officeart/2005/8/layout/hierarchy1"/>
    <dgm:cxn modelId="{F2A16CFD-9F4D-4550-96D6-C1D8C56598D9}" type="presParOf" srcId="{A453B6A0-EB51-4067-9E27-3AD7B2F91EE2}" destId="{39408D67-752C-431B-AA07-062DDE054A0E}" srcOrd="1" destOrd="0" presId="urn:microsoft.com/office/officeart/2005/8/layout/hierarchy1"/>
    <dgm:cxn modelId="{A8676F01-D4AA-40FE-81CE-4B5E31B3F85B}" type="presParOf" srcId="{C447A1F8-3591-4AD3-A42D-3182EB88693B}" destId="{B4B62AC8-2826-486C-A900-BD0D431A0D4C}"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01FDF6-D7DF-4CCC-B59E-EA038F5F8503}">
      <dsp:nvSpPr>
        <dsp:cNvPr id="0" name=""/>
        <dsp:cNvSpPr/>
      </dsp:nvSpPr>
      <dsp:spPr>
        <a:xfrm>
          <a:off x="2731612" y="1132074"/>
          <a:ext cx="1088553" cy="518052"/>
        </a:xfrm>
        <a:custGeom>
          <a:avLst/>
          <a:gdLst/>
          <a:ahLst/>
          <a:cxnLst/>
          <a:rect l="0" t="0" r="0" b="0"/>
          <a:pathLst>
            <a:path>
              <a:moveTo>
                <a:pt x="0" y="0"/>
              </a:moveTo>
              <a:lnTo>
                <a:pt x="0" y="353037"/>
              </a:lnTo>
              <a:lnTo>
                <a:pt x="1088553" y="353037"/>
              </a:lnTo>
              <a:lnTo>
                <a:pt x="1088553" y="518052"/>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C0EF809-9D23-464F-8B0C-D493172F7E81}">
      <dsp:nvSpPr>
        <dsp:cNvPr id="0" name=""/>
        <dsp:cNvSpPr/>
      </dsp:nvSpPr>
      <dsp:spPr>
        <a:xfrm>
          <a:off x="1643058" y="1132074"/>
          <a:ext cx="1088553" cy="518052"/>
        </a:xfrm>
        <a:custGeom>
          <a:avLst/>
          <a:gdLst/>
          <a:ahLst/>
          <a:cxnLst/>
          <a:rect l="0" t="0" r="0" b="0"/>
          <a:pathLst>
            <a:path>
              <a:moveTo>
                <a:pt x="1088553" y="0"/>
              </a:moveTo>
              <a:lnTo>
                <a:pt x="1088553" y="353037"/>
              </a:lnTo>
              <a:lnTo>
                <a:pt x="0" y="353037"/>
              </a:lnTo>
              <a:lnTo>
                <a:pt x="0" y="518052"/>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77E013F-7CDD-4925-875D-2926E8247230}">
      <dsp:nvSpPr>
        <dsp:cNvPr id="0" name=""/>
        <dsp:cNvSpPr/>
      </dsp:nvSpPr>
      <dsp:spPr>
        <a:xfrm>
          <a:off x="1840977" y="967"/>
          <a:ext cx="1781269" cy="1131106"/>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D88E6E9-E14F-40DA-8334-42E21F52674E}">
      <dsp:nvSpPr>
        <dsp:cNvPr id="0" name=""/>
        <dsp:cNvSpPr/>
      </dsp:nvSpPr>
      <dsp:spPr>
        <a:xfrm>
          <a:off x="2038896" y="188990"/>
          <a:ext cx="1781269" cy="1131106"/>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Membership</a:t>
          </a:r>
        </a:p>
      </dsp:txBody>
      <dsp:txXfrm>
        <a:off x="2072025" y="222119"/>
        <a:ext cx="1715011" cy="1064848"/>
      </dsp:txXfrm>
    </dsp:sp>
    <dsp:sp modelId="{20C404EB-BCFB-48DD-B096-4ECBFA12D9FA}">
      <dsp:nvSpPr>
        <dsp:cNvPr id="0" name=""/>
        <dsp:cNvSpPr/>
      </dsp:nvSpPr>
      <dsp:spPr>
        <a:xfrm>
          <a:off x="752423" y="1650126"/>
          <a:ext cx="1781269" cy="1131106"/>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2A71973-EAF7-45D9-A401-CB0F1E8EAEA8}">
      <dsp:nvSpPr>
        <dsp:cNvPr id="0" name=""/>
        <dsp:cNvSpPr/>
      </dsp:nvSpPr>
      <dsp:spPr>
        <a:xfrm>
          <a:off x="950342" y="1838149"/>
          <a:ext cx="1781269" cy="1131106"/>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Plus Membership</a:t>
          </a:r>
        </a:p>
      </dsp:txBody>
      <dsp:txXfrm>
        <a:off x="983471" y="1871278"/>
        <a:ext cx="1715011" cy="1064848"/>
      </dsp:txXfrm>
    </dsp:sp>
    <dsp:sp modelId="{178E0CE2-E735-4E52-B8DE-2941C858CD62}">
      <dsp:nvSpPr>
        <dsp:cNvPr id="0" name=""/>
        <dsp:cNvSpPr/>
      </dsp:nvSpPr>
      <dsp:spPr>
        <a:xfrm>
          <a:off x="2929530" y="1650126"/>
          <a:ext cx="1781269" cy="1131106"/>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2BD07A2-A5EC-4990-94B6-B8BDC8F55AF1}">
      <dsp:nvSpPr>
        <dsp:cNvPr id="0" name=""/>
        <dsp:cNvSpPr/>
      </dsp:nvSpPr>
      <dsp:spPr>
        <a:xfrm>
          <a:off x="3127449" y="1838149"/>
          <a:ext cx="1781269" cy="1131106"/>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Pro Membership</a:t>
          </a:r>
        </a:p>
      </dsp:txBody>
      <dsp:txXfrm>
        <a:off x="3160578" y="1871278"/>
        <a:ext cx="1715011" cy="106484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01FDF6-D7DF-4CCC-B59E-EA038F5F8503}">
      <dsp:nvSpPr>
        <dsp:cNvPr id="0" name=""/>
        <dsp:cNvSpPr/>
      </dsp:nvSpPr>
      <dsp:spPr>
        <a:xfrm>
          <a:off x="2731612" y="1132074"/>
          <a:ext cx="1088553" cy="518052"/>
        </a:xfrm>
        <a:custGeom>
          <a:avLst/>
          <a:gdLst/>
          <a:ahLst/>
          <a:cxnLst/>
          <a:rect l="0" t="0" r="0" b="0"/>
          <a:pathLst>
            <a:path>
              <a:moveTo>
                <a:pt x="0" y="0"/>
              </a:moveTo>
              <a:lnTo>
                <a:pt x="0" y="353037"/>
              </a:lnTo>
              <a:lnTo>
                <a:pt x="1088553" y="353037"/>
              </a:lnTo>
              <a:lnTo>
                <a:pt x="1088553" y="518052"/>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C0EF809-9D23-464F-8B0C-D493172F7E81}">
      <dsp:nvSpPr>
        <dsp:cNvPr id="0" name=""/>
        <dsp:cNvSpPr/>
      </dsp:nvSpPr>
      <dsp:spPr>
        <a:xfrm>
          <a:off x="1643058" y="1132074"/>
          <a:ext cx="1088553" cy="518052"/>
        </a:xfrm>
        <a:custGeom>
          <a:avLst/>
          <a:gdLst/>
          <a:ahLst/>
          <a:cxnLst/>
          <a:rect l="0" t="0" r="0" b="0"/>
          <a:pathLst>
            <a:path>
              <a:moveTo>
                <a:pt x="1088553" y="0"/>
              </a:moveTo>
              <a:lnTo>
                <a:pt x="1088553" y="353037"/>
              </a:lnTo>
              <a:lnTo>
                <a:pt x="0" y="353037"/>
              </a:lnTo>
              <a:lnTo>
                <a:pt x="0" y="518052"/>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77E013F-7CDD-4925-875D-2926E8247230}">
      <dsp:nvSpPr>
        <dsp:cNvPr id="0" name=""/>
        <dsp:cNvSpPr/>
      </dsp:nvSpPr>
      <dsp:spPr>
        <a:xfrm>
          <a:off x="1840977" y="967"/>
          <a:ext cx="1781269" cy="1131106"/>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D88E6E9-E14F-40DA-8334-42E21F52674E}">
      <dsp:nvSpPr>
        <dsp:cNvPr id="0" name=""/>
        <dsp:cNvSpPr/>
      </dsp:nvSpPr>
      <dsp:spPr>
        <a:xfrm>
          <a:off x="2038896" y="188990"/>
          <a:ext cx="1781269" cy="1131106"/>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Bank Account</a:t>
          </a:r>
        </a:p>
      </dsp:txBody>
      <dsp:txXfrm>
        <a:off x="2072025" y="222119"/>
        <a:ext cx="1715011" cy="1064848"/>
      </dsp:txXfrm>
    </dsp:sp>
    <dsp:sp modelId="{20C404EB-BCFB-48DD-B096-4ECBFA12D9FA}">
      <dsp:nvSpPr>
        <dsp:cNvPr id="0" name=""/>
        <dsp:cNvSpPr/>
      </dsp:nvSpPr>
      <dsp:spPr>
        <a:xfrm>
          <a:off x="752423" y="1650126"/>
          <a:ext cx="1781269" cy="1131106"/>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2A71973-EAF7-45D9-A401-CB0F1E8EAEA8}">
      <dsp:nvSpPr>
        <dsp:cNvPr id="0" name=""/>
        <dsp:cNvSpPr/>
      </dsp:nvSpPr>
      <dsp:spPr>
        <a:xfrm>
          <a:off x="950342" y="1838149"/>
          <a:ext cx="1781269" cy="1131106"/>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Current Account</a:t>
          </a:r>
        </a:p>
      </dsp:txBody>
      <dsp:txXfrm>
        <a:off x="983471" y="1871278"/>
        <a:ext cx="1715011" cy="1064848"/>
      </dsp:txXfrm>
    </dsp:sp>
    <dsp:sp modelId="{178E0CE2-E735-4E52-B8DE-2941C858CD62}">
      <dsp:nvSpPr>
        <dsp:cNvPr id="0" name=""/>
        <dsp:cNvSpPr/>
      </dsp:nvSpPr>
      <dsp:spPr>
        <a:xfrm>
          <a:off x="2929530" y="1650126"/>
          <a:ext cx="1781269" cy="1131106"/>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2BD07A2-A5EC-4990-94B6-B8BDC8F55AF1}">
      <dsp:nvSpPr>
        <dsp:cNvPr id="0" name=""/>
        <dsp:cNvSpPr/>
      </dsp:nvSpPr>
      <dsp:spPr>
        <a:xfrm>
          <a:off x="3127449" y="1838149"/>
          <a:ext cx="1781269" cy="1131106"/>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Saving Account</a:t>
          </a:r>
        </a:p>
      </dsp:txBody>
      <dsp:txXfrm>
        <a:off x="3160578" y="1871278"/>
        <a:ext cx="1715011" cy="106484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C87EC2-F03B-4D23-8439-B63D6519D288}">
      <dsp:nvSpPr>
        <dsp:cNvPr id="0" name=""/>
        <dsp:cNvSpPr/>
      </dsp:nvSpPr>
      <dsp:spPr>
        <a:xfrm>
          <a:off x="2742116" y="1169547"/>
          <a:ext cx="1946017" cy="463063"/>
        </a:xfrm>
        <a:custGeom>
          <a:avLst/>
          <a:gdLst/>
          <a:ahLst/>
          <a:cxnLst/>
          <a:rect l="0" t="0" r="0" b="0"/>
          <a:pathLst>
            <a:path>
              <a:moveTo>
                <a:pt x="0" y="0"/>
              </a:moveTo>
              <a:lnTo>
                <a:pt x="0" y="315564"/>
              </a:lnTo>
              <a:lnTo>
                <a:pt x="1946017" y="315564"/>
              </a:lnTo>
              <a:lnTo>
                <a:pt x="1946017" y="463063"/>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701FDF6-D7DF-4CCC-B59E-EA038F5F8503}">
      <dsp:nvSpPr>
        <dsp:cNvPr id="0" name=""/>
        <dsp:cNvSpPr/>
      </dsp:nvSpPr>
      <dsp:spPr>
        <a:xfrm>
          <a:off x="2696396" y="1169547"/>
          <a:ext cx="91440" cy="463063"/>
        </a:xfrm>
        <a:custGeom>
          <a:avLst/>
          <a:gdLst/>
          <a:ahLst/>
          <a:cxnLst/>
          <a:rect l="0" t="0" r="0" b="0"/>
          <a:pathLst>
            <a:path>
              <a:moveTo>
                <a:pt x="45720" y="0"/>
              </a:moveTo>
              <a:lnTo>
                <a:pt x="45720" y="463063"/>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C0EF809-9D23-464F-8B0C-D493172F7E81}">
      <dsp:nvSpPr>
        <dsp:cNvPr id="0" name=""/>
        <dsp:cNvSpPr/>
      </dsp:nvSpPr>
      <dsp:spPr>
        <a:xfrm>
          <a:off x="796098" y="1169547"/>
          <a:ext cx="1946017" cy="463063"/>
        </a:xfrm>
        <a:custGeom>
          <a:avLst/>
          <a:gdLst/>
          <a:ahLst/>
          <a:cxnLst/>
          <a:rect l="0" t="0" r="0" b="0"/>
          <a:pathLst>
            <a:path>
              <a:moveTo>
                <a:pt x="1946017" y="0"/>
              </a:moveTo>
              <a:lnTo>
                <a:pt x="1946017" y="315564"/>
              </a:lnTo>
              <a:lnTo>
                <a:pt x="0" y="315564"/>
              </a:lnTo>
              <a:lnTo>
                <a:pt x="0" y="463063"/>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77E013F-7CDD-4925-875D-2926E8247230}">
      <dsp:nvSpPr>
        <dsp:cNvPr id="0" name=""/>
        <dsp:cNvSpPr/>
      </dsp:nvSpPr>
      <dsp:spPr>
        <a:xfrm>
          <a:off x="1946017" y="158502"/>
          <a:ext cx="1592196" cy="1011044"/>
        </a:xfrm>
        <a:prstGeom prst="roundRect">
          <a:avLst>
            <a:gd name="adj" fmla="val 10000"/>
          </a:avLst>
        </a:prstGeom>
        <a:solidFill>
          <a:srgbClr val="0070C0"/>
        </a:solidFill>
        <a:ln w="12700" cap="flat" cmpd="sng" algn="ctr">
          <a:solidFill>
            <a:srgbClr val="0070C0"/>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D88E6E9-E14F-40DA-8334-42E21F52674E}">
      <dsp:nvSpPr>
        <dsp:cNvPr id="0" name=""/>
        <dsp:cNvSpPr/>
      </dsp:nvSpPr>
      <dsp:spPr>
        <a:xfrm>
          <a:off x="2122928" y="326567"/>
          <a:ext cx="1592196" cy="1011044"/>
        </a:xfrm>
        <a:prstGeom prst="roundRect">
          <a:avLst>
            <a:gd name="adj" fmla="val 10000"/>
          </a:avLst>
        </a:prstGeom>
        <a:solidFill>
          <a:schemeClr val="lt1">
            <a:alpha val="90000"/>
            <a:hueOff val="0"/>
            <a:satOff val="0"/>
            <a:lumOff val="0"/>
            <a:alphaOff val="0"/>
          </a:schemeClr>
        </a:solidFill>
        <a:ln w="12700" cap="flat" cmpd="sng" algn="ctr">
          <a:solidFill>
            <a:srgbClr val="0070C0"/>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Membership</a:t>
          </a:r>
        </a:p>
      </dsp:txBody>
      <dsp:txXfrm>
        <a:off x="2152540" y="356179"/>
        <a:ext cx="1532972" cy="951820"/>
      </dsp:txXfrm>
    </dsp:sp>
    <dsp:sp modelId="{20C404EB-BCFB-48DD-B096-4ECBFA12D9FA}">
      <dsp:nvSpPr>
        <dsp:cNvPr id="0" name=""/>
        <dsp:cNvSpPr/>
      </dsp:nvSpPr>
      <dsp:spPr>
        <a:xfrm>
          <a:off x="0" y="1632611"/>
          <a:ext cx="1592196" cy="1011044"/>
        </a:xfrm>
        <a:prstGeom prst="roundRect">
          <a:avLst>
            <a:gd name="adj" fmla="val 10000"/>
          </a:avLst>
        </a:prstGeom>
        <a:solidFill>
          <a:srgbClr val="00B0F0"/>
        </a:solidFill>
        <a:ln w="12700" cap="flat" cmpd="sng" algn="ctr">
          <a:solidFill>
            <a:srgbClr val="00B0F0"/>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2A71973-EAF7-45D9-A401-CB0F1E8EAEA8}">
      <dsp:nvSpPr>
        <dsp:cNvPr id="0" name=""/>
        <dsp:cNvSpPr/>
      </dsp:nvSpPr>
      <dsp:spPr>
        <a:xfrm>
          <a:off x="176910" y="1800676"/>
          <a:ext cx="1592196" cy="1011044"/>
        </a:xfrm>
        <a:prstGeom prst="roundRect">
          <a:avLst>
            <a:gd name="adj" fmla="val 10000"/>
          </a:avLst>
        </a:prstGeom>
        <a:solidFill>
          <a:schemeClr val="lt1">
            <a:alpha val="90000"/>
            <a:hueOff val="0"/>
            <a:satOff val="0"/>
            <a:lumOff val="0"/>
            <a:alphaOff val="0"/>
          </a:schemeClr>
        </a:solidFill>
        <a:ln w="12700" cap="flat" cmpd="sng" algn="ctr">
          <a:solidFill>
            <a:srgbClr val="00B0F0"/>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Plus Membership</a:t>
          </a:r>
        </a:p>
      </dsp:txBody>
      <dsp:txXfrm>
        <a:off x="206522" y="1830288"/>
        <a:ext cx="1532972" cy="951820"/>
      </dsp:txXfrm>
    </dsp:sp>
    <dsp:sp modelId="{178E0CE2-E735-4E52-B8DE-2941C858CD62}">
      <dsp:nvSpPr>
        <dsp:cNvPr id="0" name=""/>
        <dsp:cNvSpPr/>
      </dsp:nvSpPr>
      <dsp:spPr>
        <a:xfrm>
          <a:off x="1946017" y="1632611"/>
          <a:ext cx="1592196" cy="1011044"/>
        </a:xfrm>
        <a:prstGeom prst="roundRect">
          <a:avLst>
            <a:gd name="adj" fmla="val 10000"/>
          </a:avLst>
        </a:prstGeom>
        <a:solidFill>
          <a:srgbClr val="002060"/>
        </a:solidFill>
        <a:ln w="12700" cap="flat" cmpd="sng" algn="ctr">
          <a:solidFill>
            <a:srgbClr val="002060"/>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2BD07A2-A5EC-4990-94B6-B8BDC8F55AF1}">
      <dsp:nvSpPr>
        <dsp:cNvPr id="0" name=""/>
        <dsp:cNvSpPr/>
      </dsp:nvSpPr>
      <dsp:spPr>
        <a:xfrm>
          <a:off x="2122928" y="1800676"/>
          <a:ext cx="1592196" cy="1011044"/>
        </a:xfrm>
        <a:prstGeom prst="roundRect">
          <a:avLst>
            <a:gd name="adj" fmla="val 10000"/>
          </a:avLst>
        </a:prstGeom>
        <a:solidFill>
          <a:schemeClr val="lt1">
            <a:alpha val="90000"/>
            <a:hueOff val="0"/>
            <a:satOff val="0"/>
            <a:lumOff val="0"/>
            <a:alphaOff val="0"/>
          </a:schemeClr>
        </a:solidFill>
        <a:ln w="12700" cap="flat" cmpd="sng" algn="ctr">
          <a:solidFill>
            <a:srgbClr val="002060"/>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Pro Membership</a:t>
          </a:r>
        </a:p>
      </dsp:txBody>
      <dsp:txXfrm>
        <a:off x="2152540" y="1830288"/>
        <a:ext cx="1532972" cy="951820"/>
      </dsp:txXfrm>
    </dsp:sp>
    <dsp:sp modelId="{38648ABF-1001-44D0-9685-5FEC467BA0DB}">
      <dsp:nvSpPr>
        <dsp:cNvPr id="0" name=""/>
        <dsp:cNvSpPr/>
      </dsp:nvSpPr>
      <dsp:spPr>
        <a:xfrm>
          <a:off x="3892035" y="1632611"/>
          <a:ext cx="1592196" cy="1011044"/>
        </a:xfrm>
        <a:prstGeom prst="roundRect">
          <a:avLst>
            <a:gd name="adj" fmla="val 10000"/>
          </a:avLst>
        </a:prstGeom>
        <a:solidFill>
          <a:srgbClr val="F4814E"/>
        </a:solidFill>
        <a:ln w="12700" cap="flat" cmpd="sng" algn="ctr">
          <a:solidFill>
            <a:srgbClr val="F4814E"/>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0545277-DAD3-498B-BA0D-8999B1A3B819}">
      <dsp:nvSpPr>
        <dsp:cNvPr id="0" name=""/>
        <dsp:cNvSpPr/>
      </dsp:nvSpPr>
      <dsp:spPr>
        <a:xfrm>
          <a:off x="4068946" y="1800676"/>
          <a:ext cx="1592196" cy="1011044"/>
        </a:xfrm>
        <a:prstGeom prst="roundRect">
          <a:avLst>
            <a:gd name="adj" fmla="val 10000"/>
          </a:avLst>
        </a:prstGeom>
        <a:solidFill>
          <a:schemeClr val="lt1">
            <a:alpha val="90000"/>
            <a:hueOff val="0"/>
            <a:satOff val="0"/>
            <a:lumOff val="0"/>
            <a:alphaOff val="0"/>
          </a:schemeClr>
        </a:solidFill>
        <a:ln w="12700" cap="flat" cmpd="sng" algn="ctr">
          <a:solidFill>
            <a:srgbClr val="F4814E"/>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Trial Membership</a:t>
          </a:r>
        </a:p>
      </dsp:txBody>
      <dsp:txXfrm>
        <a:off x="4098558" y="1830288"/>
        <a:ext cx="1532972" cy="95182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01FDF6-D7DF-4CCC-B59E-EA038F5F8503}">
      <dsp:nvSpPr>
        <dsp:cNvPr id="0" name=""/>
        <dsp:cNvSpPr/>
      </dsp:nvSpPr>
      <dsp:spPr>
        <a:xfrm>
          <a:off x="2598287" y="1012437"/>
          <a:ext cx="972619" cy="462878"/>
        </a:xfrm>
        <a:custGeom>
          <a:avLst/>
          <a:gdLst/>
          <a:ahLst/>
          <a:cxnLst/>
          <a:rect l="0" t="0" r="0" b="0"/>
          <a:pathLst>
            <a:path>
              <a:moveTo>
                <a:pt x="0" y="0"/>
              </a:moveTo>
              <a:lnTo>
                <a:pt x="0" y="315438"/>
              </a:lnTo>
              <a:lnTo>
                <a:pt x="972619" y="315438"/>
              </a:lnTo>
              <a:lnTo>
                <a:pt x="972619" y="462878"/>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C0EF809-9D23-464F-8B0C-D493172F7E81}">
      <dsp:nvSpPr>
        <dsp:cNvPr id="0" name=""/>
        <dsp:cNvSpPr/>
      </dsp:nvSpPr>
      <dsp:spPr>
        <a:xfrm>
          <a:off x="1625667" y="1012437"/>
          <a:ext cx="972619" cy="462878"/>
        </a:xfrm>
        <a:custGeom>
          <a:avLst/>
          <a:gdLst/>
          <a:ahLst/>
          <a:cxnLst/>
          <a:rect l="0" t="0" r="0" b="0"/>
          <a:pathLst>
            <a:path>
              <a:moveTo>
                <a:pt x="972619" y="0"/>
              </a:moveTo>
              <a:lnTo>
                <a:pt x="972619" y="315438"/>
              </a:lnTo>
              <a:lnTo>
                <a:pt x="0" y="315438"/>
              </a:lnTo>
              <a:lnTo>
                <a:pt x="0" y="462878"/>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77E013F-7CDD-4925-875D-2926E8247230}">
      <dsp:nvSpPr>
        <dsp:cNvPr id="0" name=""/>
        <dsp:cNvSpPr/>
      </dsp:nvSpPr>
      <dsp:spPr>
        <a:xfrm>
          <a:off x="1802507" y="1797"/>
          <a:ext cx="1591559" cy="1010640"/>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D88E6E9-E14F-40DA-8334-42E21F52674E}">
      <dsp:nvSpPr>
        <dsp:cNvPr id="0" name=""/>
        <dsp:cNvSpPr/>
      </dsp:nvSpPr>
      <dsp:spPr>
        <a:xfrm>
          <a:off x="1979347" y="169795"/>
          <a:ext cx="1591559" cy="1010640"/>
        </a:xfrm>
        <a:prstGeom prst="roundRect">
          <a:avLst>
            <a:gd name="adj" fmla="val 10000"/>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Membership</a:t>
          </a:r>
        </a:p>
      </dsp:txBody>
      <dsp:txXfrm>
        <a:off x="2008948" y="199396"/>
        <a:ext cx="1532357" cy="951438"/>
      </dsp:txXfrm>
    </dsp:sp>
    <dsp:sp modelId="{20C404EB-BCFB-48DD-B096-4ECBFA12D9FA}">
      <dsp:nvSpPr>
        <dsp:cNvPr id="0" name=""/>
        <dsp:cNvSpPr/>
      </dsp:nvSpPr>
      <dsp:spPr>
        <a:xfrm>
          <a:off x="829888" y="1475315"/>
          <a:ext cx="1591559" cy="1010640"/>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2A71973-EAF7-45D9-A401-CB0F1E8EAEA8}">
      <dsp:nvSpPr>
        <dsp:cNvPr id="0" name=""/>
        <dsp:cNvSpPr/>
      </dsp:nvSpPr>
      <dsp:spPr>
        <a:xfrm>
          <a:off x="1006728" y="1643313"/>
          <a:ext cx="1591559" cy="1010640"/>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Plus Membership</a:t>
          </a:r>
        </a:p>
      </dsp:txBody>
      <dsp:txXfrm>
        <a:off x="1036329" y="1672914"/>
        <a:ext cx="1532357" cy="951438"/>
      </dsp:txXfrm>
    </dsp:sp>
    <dsp:sp modelId="{178E0CE2-E735-4E52-B8DE-2941C858CD62}">
      <dsp:nvSpPr>
        <dsp:cNvPr id="0" name=""/>
        <dsp:cNvSpPr/>
      </dsp:nvSpPr>
      <dsp:spPr>
        <a:xfrm>
          <a:off x="2775127" y="1475315"/>
          <a:ext cx="1591559" cy="1010640"/>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2BD07A2-A5EC-4990-94B6-B8BDC8F55AF1}">
      <dsp:nvSpPr>
        <dsp:cNvPr id="0" name=""/>
        <dsp:cNvSpPr/>
      </dsp:nvSpPr>
      <dsp:spPr>
        <a:xfrm>
          <a:off x="2951967" y="1643313"/>
          <a:ext cx="1591559" cy="1010640"/>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Pro Membership</a:t>
          </a:r>
        </a:p>
      </dsp:txBody>
      <dsp:txXfrm>
        <a:off x="2981568" y="1672914"/>
        <a:ext cx="1532357" cy="95143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C87EC2-F03B-4D23-8439-B63D6519D288}">
      <dsp:nvSpPr>
        <dsp:cNvPr id="0" name=""/>
        <dsp:cNvSpPr/>
      </dsp:nvSpPr>
      <dsp:spPr>
        <a:xfrm>
          <a:off x="2742116" y="1169547"/>
          <a:ext cx="1946017" cy="463063"/>
        </a:xfrm>
        <a:custGeom>
          <a:avLst/>
          <a:gdLst/>
          <a:ahLst/>
          <a:cxnLst/>
          <a:rect l="0" t="0" r="0" b="0"/>
          <a:pathLst>
            <a:path>
              <a:moveTo>
                <a:pt x="0" y="0"/>
              </a:moveTo>
              <a:lnTo>
                <a:pt x="0" y="315564"/>
              </a:lnTo>
              <a:lnTo>
                <a:pt x="1946017" y="315564"/>
              </a:lnTo>
              <a:lnTo>
                <a:pt x="1946017" y="463063"/>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701FDF6-D7DF-4CCC-B59E-EA038F5F8503}">
      <dsp:nvSpPr>
        <dsp:cNvPr id="0" name=""/>
        <dsp:cNvSpPr/>
      </dsp:nvSpPr>
      <dsp:spPr>
        <a:xfrm>
          <a:off x="2696396" y="1169547"/>
          <a:ext cx="91440" cy="463063"/>
        </a:xfrm>
        <a:custGeom>
          <a:avLst/>
          <a:gdLst/>
          <a:ahLst/>
          <a:cxnLst/>
          <a:rect l="0" t="0" r="0" b="0"/>
          <a:pathLst>
            <a:path>
              <a:moveTo>
                <a:pt x="45720" y="0"/>
              </a:moveTo>
              <a:lnTo>
                <a:pt x="45720" y="463063"/>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C0EF809-9D23-464F-8B0C-D493172F7E81}">
      <dsp:nvSpPr>
        <dsp:cNvPr id="0" name=""/>
        <dsp:cNvSpPr/>
      </dsp:nvSpPr>
      <dsp:spPr>
        <a:xfrm>
          <a:off x="796098" y="1169547"/>
          <a:ext cx="1946017" cy="463063"/>
        </a:xfrm>
        <a:custGeom>
          <a:avLst/>
          <a:gdLst/>
          <a:ahLst/>
          <a:cxnLst/>
          <a:rect l="0" t="0" r="0" b="0"/>
          <a:pathLst>
            <a:path>
              <a:moveTo>
                <a:pt x="1946017" y="0"/>
              </a:moveTo>
              <a:lnTo>
                <a:pt x="1946017" y="315564"/>
              </a:lnTo>
              <a:lnTo>
                <a:pt x="0" y="315564"/>
              </a:lnTo>
              <a:lnTo>
                <a:pt x="0" y="463063"/>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77E013F-7CDD-4925-875D-2926E8247230}">
      <dsp:nvSpPr>
        <dsp:cNvPr id="0" name=""/>
        <dsp:cNvSpPr/>
      </dsp:nvSpPr>
      <dsp:spPr>
        <a:xfrm>
          <a:off x="1946017" y="158502"/>
          <a:ext cx="1592196" cy="1011044"/>
        </a:xfrm>
        <a:prstGeom prst="roundRect">
          <a:avLst>
            <a:gd name="adj" fmla="val 10000"/>
          </a:avLst>
        </a:prstGeom>
        <a:solidFill>
          <a:srgbClr val="0070C0"/>
        </a:solidFill>
        <a:ln w="12700" cap="flat" cmpd="sng" algn="ctr">
          <a:solidFill>
            <a:srgbClr val="0070C0"/>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D88E6E9-E14F-40DA-8334-42E21F52674E}">
      <dsp:nvSpPr>
        <dsp:cNvPr id="0" name=""/>
        <dsp:cNvSpPr/>
      </dsp:nvSpPr>
      <dsp:spPr>
        <a:xfrm>
          <a:off x="2122928" y="326567"/>
          <a:ext cx="1592196" cy="1011044"/>
        </a:xfrm>
        <a:prstGeom prst="roundRect">
          <a:avLst>
            <a:gd name="adj" fmla="val 10000"/>
          </a:avLst>
        </a:prstGeom>
        <a:solidFill>
          <a:schemeClr val="lt1">
            <a:alpha val="90000"/>
            <a:hueOff val="0"/>
            <a:satOff val="0"/>
            <a:lumOff val="0"/>
            <a:alphaOff val="0"/>
          </a:schemeClr>
        </a:solidFill>
        <a:ln w="12700" cap="flat" cmpd="sng" algn="ctr">
          <a:solidFill>
            <a:srgbClr val="0070C0"/>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Membership</a:t>
          </a:r>
        </a:p>
      </dsp:txBody>
      <dsp:txXfrm>
        <a:off x="2152540" y="356179"/>
        <a:ext cx="1532972" cy="951820"/>
      </dsp:txXfrm>
    </dsp:sp>
    <dsp:sp modelId="{20C404EB-BCFB-48DD-B096-4ECBFA12D9FA}">
      <dsp:nvSpPr>
        <dsp:cNvPr id="0" name=""/>
        <dsp:cNvSpPr/>
      </dsp:nvSpPr>
      <dsp:spPr>
        <a:xfrm>
          <a:off x="0" y="1632611"/>
          <a:ext cx="1592196" cy="1011044"/>
        </a:xfrm>
        <a:prstGeom prst="roundRect">
          <a:avLst>
            <a:gd name="adj" fmla="val 10000"/>
          </a:avLst>
        </a:prstGeom>
        <a:solidFill>
          <a:srgbClr val="00B0F0"/>
        </a:solidFill>
        <a:ln w="12700" cap="flat" cmpd="sng" algn="ctr">
          <a:solidFill>
            <a:srgbClr val="00B0F0"/>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2A71973-EAF7-45D9-A401-CB0F1E8EAEA8}">
      <dsp:nvSpPr>
        <dsp:cNvPr id="0" name=""/>
        <dsp:cNvSpPr/>
      </dsp:nvSpPr>
      <dsp:spPr>
        <a:xfrm>
          <a:off x="176910" y="1800676"/>
          <a:ext cx="1592196" cy="1011044"/>
        </a:xfrm>
        <a:prstGeom prst="roundRect">
          <a:avLst>
            <a:gd name="adj" fmla="val 10000"/>
          </a:avLst>
        </a:prstGeom>
        <a:solidFill>
          <a:schemeClr val="lt1">
            <a:alpha val="90000"/>
            <a:hueOff val="0"/>
            <a:satOff val="0"/>
            <a:lumOff val="0"/>
            <a:alphaOff val="0"/>
          </a:schemeClr>
        </a:solidFill>
        <a:ln w="12700" cap="flat" cmpd="sng" algn="ctr">
          <a:solidFill>
            <a:srgbClr val="00B0F0"/>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Plus Membership</a:t>
          </a:r>
        </a:p>
      </dsp:txBody>
      <dsp:txXfrm>
        <a:off x="206522" y="1830288"/>
        <a:ext cx="1532972" cy="951820"/>
      </dsp:txXfrm>
    </dsp:sp>
    <dsp:sp modelId="{178E0CE2-E735-4E52-B8DE-2941C858CD62}">
      <dsp:nvSpPr>
        <dsp:cNvPr id="0" name=""/>
        <dsp:cNvSpPr/>
      </dsp:nvSpPr>
      <dsp:spPr>
        <a:xfrm>
          <a:off x="1946017" y="1632611"/>
          <a:ext cx="1592196" cy="1011044"/>
        </a:xfrm>
        <a:prstGeom prst="roundRect">
          <a:avLst>
            <a:gd name="adj" fmla="val 10000"/>
          </a:avLst>
        </a:prstGeom>
        <a:solidFill>
          <a:srgbClr val="002060"/>
        </a:solidFill>
        <a:ln w="12700" cap="flat" cmpd="sng" algn="ctr">
          <a:solidFill>
            <a:srgbClr val="002060"/>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2BD07A2-A5EC-4990-94B6-B8BDC8F55AF1}">
      <dsp:nvSpPr>
        <dsp:cNvPr id="0" name=""/>
        <dsp:cNvSpPr/>
      </dsp:nvSpPr>
      <dsp:spPr>
        <a:xfrm>
          <a:off x="2122928" y="1800676"/>
          <a:ext cx="1592196" cy="1011044"/>
        </a:xfrm>
        <a:prstGeom prst="roundRect">
          <a:avLst>
            <a:gd name="adj" fmla="val 10000"/>
          </a:avLst>
        </a:prstGeom>
        <a:solidFill>
          <a:schemeClr val="lt1">
            <a:alpha val="90000"/>
            <a:hueOff val="0"/>
            <a:satOff val="0"/>
            <a:lumOff val="0"/>
            <a:alphaOff val="0"/>
          </a:schemeClr>
        </a:solidFill>
        <a:ln w="12700" cap="flat" cmpd="sng" algn="ctr">
          <a:solidFill>
            <a:srgbClr val="002060"/>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Pro Membership</a:t>
          </a:r>
        </a:p>
      </dsp:txBody>
      <dsp:txXfrm>
        <a:off x="2152540" y="1830288"/>
        <a:ext cx="1532972" cy="951820"/>
      </dsp:txXfrm>
    </dsp:sp>
    <dsp:sp modelId="{38648ABF-1001-44D0-9685-5FEC467BA0DB}">
      <dsp:nvSpPr>
        <dsp:cNvPr id="0" name=""/>
        <dsp:cNvSpPr/>
      </dsp:nvSpPr>
      <dsp:spPr>
        <a:xfrm>
          <a:off x="3892035" y="1632611"/>
          <a:ext cx="1592196" cy="1011044"/>
        </a:xfrm>
        <a:prstGeom prst="roundRect">
          <a:avLst>
            <a:gd name="adj" fmla="val 10000"/>
          </a:avLst>
        </a:prstGeom>
        <a:solidFill>
          <a:srgbClr val="F4814E"/>
        </a:solidFill>
        <a:ln w="12700" cap="flat" cmpd="sng" algn="ctr">
          <a:solidFill>
            <a:srgbClr val="F4814E"/>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0545277-DAD3-498B-BA0D-8999B1A3B819}">
      <dsp:nvSpPr>
        <dsp:cNvPr id="0" name=""/>
        <dsp:cNvSpPr/>
      </dsp:nvSpPr>
      <dsp:spPr>
        <a:xfrm>
          <a:off x="4068946" y="1800676"/>
          <a:ext cx="1592196" cy="1011044"/>
        </a:xfrm>
        <a:prstGeom prst="roundRect">
          <a:avLst>
            <a:gd name="adj" fmla="val 10000"/>
          </a:avLst>
        </a:prstGeom>
        <a:solidFill>
          <a:schemeClr val="lt1">
            <a:alpha val="90000"/>
            <a:hueOff val="0"/>
            <a:satOff val="0"/>
            <a:lumOff val="0"/>
            <a:alphaOff val="0"/>
          </a:schemeClr>
        </a:solidFill>
        <a:ln w="12700" cap="flat" cmpd="sng" algn="ctr">
          <a:solidFill>
            <a:srgbClr val="F4814E"/>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Trial Membership</a:t>
          </a:r>
        </a:p>
      </dsp:txBody>
      <dsp:txXfrm>
        <a:off x="4098558" y="1830288"/>
        <a:ext cx="1532972" cy="95182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01FDF6-D7DF-4CCC-B59E-EA038F5F8503}">
      <dsp:nvSpPr>
        <dsp:cNvPr id="0" name=""/>
        <dsp:cNvSpPr/>
      </dsp:nvSpPr>
      <dsp:spPr>
        <a:xfrm>
          <a:off x="2598287" y="1012437"/>
          <a:ext cx="972619" cy="462878"/>
        </a:xfrm>
        <a:custGeom>
          <a:avLst/>
          <a:gdLst/>
          <a:ahLst/>
          <a:cxnLst/>
          <a:rect l="0" t="0" r="0" b="0"/>
          <a:pathLst>
            <a:path>
              <a:moveTo>
                <a:pt x="0" y="0"/>
              </a:moveTo>
              <a:lnTo>
                <a:pt x="0" y="315438"/>
              </a:lnTo>
              <a:lnTo>
                <a:pt x="972619" y="315438"/>
              </a:lnTo>
              <a:lnTo>
                <a:pt x="972619" y="462878"/>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C0EF809-9D23-464F-8B0C-D493172F7E81}">
      <dsp:nvSpPr>
        <dsp:cNvPr id="0" name=""/>
        <dsp:cNvSpPr/>
      </dsp:nvSpPr>
      <dsp:spPr>
        <a:xfrm>
          <a:off x="1625667" y="1012437"/>
          <a:ext cx="972619" cy="462878"/>
        </a:xfrm>
        <a:custGeom>
          <a:avLst/>
          <a:gdLst/>
          <a:ahLst/>
          <a:cxnLst/>
          <a:rect l="0" t="0" r="0" b="0"/>
          <a:pathLst>
            <a:path>
              <a:moveTo>
                <a:pt x="972619" y="0"/>
              </a:moveTo>
              <a:lnTo>
                <a:pt x="972619" y="315438"/>
              </a:lnTo>
              <a:lnTo>
                <a:pt x="0" y="315438"/>
              </a:lnTo>
              <a:lnTo>
                <a:pt x="0" y="462878"/>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77E013F-7CDD-4925-875D-2926E8247230}">
      <dsp:nvSpPr>
        <dsp:cNvPr id="0" name=""/>
        <dsp:cNvSpPr/>
      </dsp:nvSpPr>
      <dsp:spPr>
        <a:xfrm>
          <a:off x="1802507" y="1797"/>
          <a:ext cx="1591559" cy="1010640"/>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D88E6E9-E14F-40DA-8334-42E21F52674E}">
      <dsp:nvSpPr>
        <dsp:cNvPr id="0" name=""/>
        <dsp:cNvSpPr/>
      </dsp:nvSpPr>
      <dsp:spPr>
        <a:xfrm>
          <a:off x="1979347" y="169795"/>
          <a:ext cx="1591559" cy="1010640"/>
        </a:xfrm>
        <a:prstGeom prst="roundRect">
          <a:avLst>
            <a:gd name="adj" fmla="val 10000"/>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Membership</a:t>
          </a:r>
        </a:p>
      </dsp:txBody>
      <dsp:txXfrm>
        <a:off x="2008948" y="199396"/>
        <a:ext cx="1532357" cy="951438"/>
      </dsp:txXfrm>
    </dsp:sp>
    <dsp:sp modelId="{20C404EB-BCFB-48DD-B096-4ECBFA12D9FA}">
      <dsp:nvSpPr>
        <dsp:cNvPr id="0" name=""/>
        <dsp:cNvSpPr/>
      </dsp:nvSpPr>
      <dsp:spPr>
        <a:xfrm>
          <a:off x="829888" y="1475315"/>
          <a:ext cx="1591559" cy="1010640"/>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2A71973-EAF7-45D9-A401-CB0F1E8EAEA8}">
      <dsp:nvSpPr>
        <dsp:cNvPr id="0" name=""/>
        <dsp:cNvSpPr/>
      </dsp:nvSpPr>
      <dsp:spPr>
        <a:xfrm>
          <a:off x="1006728" y="1643313"/>
          <a:ext cx="1591559" cy="1010640"/>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Plus Membership</a:t>
          </a:r>
        </a:p>
      </dsp:txBody>
      <dsp:txXfrm>
        <a:off x="1036329" y="1672914"/>
        <a:ext cx="1532357" cy="951438"/>
      </dsp:txXfrm>
    </dsp:sp>
    <dsp:sp modelId="{178E0CE2-E735-4E52-B8DE-2941C858CD62}">
      <dsp:nvSpPr>
        <dsp:cNvPr id="0" name=""/>
        <dsp:cNvSpPr/>
      </dsp:nvSpPr>
      <dsp:spPr>
        <a:xfrm>
          <a:off x="2775127" y="1475315"/>
          <a:ext cx="1591559" cy="1010640"/>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2BD07A2-A5EC-4990-94B6-B8BDC8F55AF1}">
      <dsp:nvSpPr>
        <dsp:cNvPr id="0" name=""/>
        <dsp:cNvSpPr/>
      </dsp:nvSpPr>
      <dsp:spPr>
        <a:xfrm>
          <a:off x="2951967" y="1643313"/>
          <a:ext cx="1591559" cy="1010640"/>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Pro Membership</a:t>
          </a:r>
        </a:p>
      </dsp:txBody>
      <dsp:txXfrm>
        <a:off x="2981568" y="1672914"/>
        <a:ext cx="1532357" cy="95143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C59A9F-26DB-4FC7-8F6F-0D74819906DD}">
      <dsp:nvSpPr>
        <dsp:cNvPr id="0" name=""/>
        <dsp:cNvSpPr/>
      </dsp:nvSpPr>
      <dsp:spPr>
        <a:xfrm>
          <a:off x="2968155" y="1219208"/>
          <a:ext cx="2106432" cy="501235"/>
        </a:xfrm>
        <a:custGeom>
          <a:avLst/>
          <a:gdLst/>
          <a:ahLst/>
          <a:cxnLst/>
          <a:rect l="0" t="0" r="0" b="0"/>
          <a:pathLst>
            <a:path>
              <a:moveTo>
                <a:pt x="0" y="0"/>
              </a:moveTo>
              <a:lnTo>
                <a:pt x="0" y="341577"/>
              </a:lnTo>
              <a:lnTo>
                <a:pt x="2106432" y="341577"/>
              </a:lnTo>
              <a:lnTo>
                <a:pt x="2106432" y="501235"/>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701FDF6-D7DF-4CCC-B59E-EA038F5F8503}">
      <dsp:nvSpPr>
        <dsp:cNvPr id="0" name=""/>
        <dsp:cNvSpPr/>
      </dsp:nvSpPr>
      <dsp:spPr>
        <a:xfrm>
          <a:off x="2922435" y="1219208"/>
          <a:ext cx="91440" cy="501235"/>
        </a:xfrm>
        <a:custGeom>
          <a:avLst/>
          <a:gdLst/>
          <a:ahLst/>
          <a:cxnLst/>
          <a:rect l="0" t="0" r="0" b="0"/>
          <a:pathLst>
            <a:path>
              <a:moveTo>
                <a:pt x="45720" y="0"/>
              </a:moveTo>
              <a:lnTo>
                <a:pt x="45720" y="501235"/>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C0EF809-9D23-464F-8B0C-D493172F7E81}">
      <dsp:nvSpPr>
        <dsp:cNvPr id="0" name=""/>
        <dsp:cNvSpPr/>
      </dsp:nvSpPr>
      <dsp:spPr>
        <a:xfrm>
          <a:off x="861722" y="1219208"/>
          <a:ext cx="2106432" cy="501235"/>
        </a:xfrm>
        <a:custGeom>
          <a:avLst/>
          <a:gdLst/>
          <a:ahLst/>
          <a:cxnLst/>
          <a:rect l="0" t="0" r="0" b="0"/>
          <a:pathLst>
            <a:path>
              <a:moveTo>
                <a:pt x="2106432" y="0"/>
              </a:moveTo>
              <a:lnTo>
                <a:pt x="2106432" y="341577"/>
              </a:lnTo>
              <a:lnTo>
                <a:pt x="0" y="341577"/>
              </a:lnTo>
              <a:lnTo>
                <a:pt x="0" y="501235"/>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77E013F-7CDD-4925-875D-2926E8247230}">
      <dsp:nvSpPr>
        <dsp:cNvPr id="0" name=""/>
        <dsp:cNvSpPr/>
      </dsp:nvSpPr>
      <dsp:spPr>
        <a:xfrm>
          <a:off x="2106432" y="124821"/>
          <a:ext cx="1723445" cy="1094387"/>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D88E6E9-E14F-40DA-8334-42E21F52674E}">
      <dsp:nvSpPr>
        <dsp:cNvPr id="0" name=""/>
        <dsp:cNvSpPr/>
      </dsp:nvSpPr>
      <dsp:spPr>
        <a:xfrm>
          <a:off x="2297926" y="306740"/>
          <a:ext cx="1723445" cy="1094387"/>
        </a:xfrm>
        <a:prstGeom prst="roundRect">
          <a:avLst>
            <a:gd name="adj" fmla="val 10000"/>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ILogger</a:t>
          </a:r>
        </a:p>
      </dsp:txBody>
      <dsp:txXfrm>
        <a:off x="2329980" y="338794"/>
        <a:ext cx="1659337" cy="1030279"/>
      </dsp:txXfrm>
    </dsp:sp>
    <dsp:sp modelId="{20C404EB-BCFB-48DD-B096-4ECBFA12D9FA}">
      <dsp:nvSpPr>
        <dsp:cNvPr id="0" name=""/>
        <dsp:cNvSpPr/>
      </dsp:nvSpPr>
      <dsp:spPr>
        <a:xfrm>
          <a:off x="0" y="1720444"/>
          <a:ext cx="1723445" cy="1094387"/>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2A71973-EAF7-45D9-A401-CB0F1E8EAEA8}">
      <dsp:nvSpPr>
        <dsp:cNvPr id="0" name=""/>
        <dsp:cNvSpPr/>
      </dsp:nvSpPr>
      <dsp:spPr>
        <a:xfrm>
          <a:off x="191493" y="1902363"/>
          <a:ext cx="1723445" cy="1094387"/>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Console Logger</a:t>
          </a:r>
        </a:p>
      </dsp:txBody>
      <dsp:txXfrm>
        <a:off x="223547" y="1934417"/>
        <a:ext cx="1659337" cy="1030279"/>
      </dsp:txXfrm>
    </dsp:sp>
    <dsp:sp modelId="{178E0CE2-E735-4E52-B8DE-2941C858CD62}">
      <dsp:nvSpPr>
        <dsp:cNvPr id="0" name=""/>
        <dsp:cNvSpPr/>
      </dsp:nvSpPr>
      <dsp:spPr>
        <a:xfrm>
          <a:off x="2106432" y="1720444"/>
          <a:ext cx="1723445" cy="1094387"/>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2BD07A2-A5EC-4990-94B6-B8BDC8F55AF1}">
      <dsp:nvSpPr>
        <dsp:cNvPr id="0" name=""/>
        <dsp:cNvSpPr/>
      </dsp:nvSpPr>
      <dsp:spPr>
        <a:xfrm>
          <a:off x="2297926" y="1902363"/>
          <a:ext cx="1723445" cy="1094387"/>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File Logger</a:t>
          </a:r>
        </a:p>
      </dsp:txBody>
      <dsp:txXfrm>
        <a:off x="2329980" y="1934417"/>
        <a:ext cx="1659337" cy="1030279"/>
      </dsp:txXfrm>
    </dsp:sp>
    <dsp:sp modelId="{EE63B956-9918-470B-BEE4-1EE961AFEE7D}">
      <dsp:nvSpPr>
        <dsp:cNvPr id="0" name=""/>
        <dsp:cNvSpPr/>
      </dsp:nvSpPr>
      <dsp:spPr>
        <a:xfrm>
          <a:off x="4212865" y="1720444"/>
          <a:ext cx="1723445" cy="1094387"/>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9408D67-752C-431B-AA07-062DDE054A0E}">
      <dsp:nvSpPr>
        <dsp:cNvPr id="0" name=""/>
        <dsp:cNvSpPr/>
      </dsp:nvSpPr>
      <dsp:spPr>
        <a:xfrm>
          <a:off x="4404359" y="1902363"/>
          <a:ext cx="1723445" cy="1094387"/>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DB Logger</a:t>
          </a:r>
        </a:p>
      </dsp:txBody>
      <dsp:txXfrm>
        <a:off x="4436413" y="1934417"/>
        <a:ext cx="1659337" cy="1030279"/>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3515C61-0398-4C51-8D5A-E7C1224117FB}" type="datetimeFigureOut">
              <a:rPr lang="en-US" smtClean="0"/>
              <a:t>3/9/2025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CB3E6D-78B7-448A-943B-FF5E6AE15AF2}"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28773F-F672-41CF-AE0C-76B333D9A322}" type="datetimeFigureOut">
              <a:rPr lang="en-US" smtClean="0"/>
              <a:t>3/9/2025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2DD7D5-A1E7-4E59-B251-136D919D9E0A}"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lnSpc>
                <a:spcPct val="100000"/>
              </a:lnSpc>
            </a:pPr>
            <a:r>
              <a:rPr lang="en-US" sz="1200" dirty="0"/>
              <a:t>Single Responsibility Principle (SRP): A class should have one and only one responsibility</a:t>
            </a:r>
          </a:p>
          <a:p>
            <a:pPr lvl="1">
              <a:lnSpc>
                <a:spcPct val="100000"/>
              </a:lnSpc>
            </a:pPr>
            <a:r>
              <a:rPr lang="en-US" sz="1200" dirty="0"/>
              <a:t>Open/Closed Principle (OCP): A class should open for extension but closed for modification.</a:t>
            </a:r>
          </a:p>
          <a:p>
            <a:pPr lvl="1">
              <a:lnSpc>
                <a:spcPct val="100000"/>
              </a:lnSpc>
            </a:pPr>
            <a:r>
              <a:rPr lang="en-US" sz="1200" dirty="0" err="1"/>
              <a:t>Liskov</a:t>
            </a:r>
            <a:r>
              <a:rPr lang="en-US" sz="1200" dirty="0"/>
              <a:t> Substitution Principle (LSP): Derived classes must be substitute for their base class.</a:t>
            </a:r>
          </a:p>
          <a:p>
            <a:pPr lvl="1">
              <a:lnSpc>
                <a:spcPct val="100000"/>
              </a:lnSpc>
            </a:pPr>
            <a:r>
              <a:rPr lang="en-US" sz="1200" dirty="0"/>
              <a:t>Interface Segregation Principle (ISP): Clients should not be forced to depend upon interfaces that they do not use </a:t>
            </a:r>
          </a:p>
          <a:p>
            <a:pPr lvl="1">
              <a:lnSpc>
                <a:spcPct val="100000"/>
              </a:lnSpc>
            </a:pPr>
            <a:r>
              <a:rPr lang="en-US" sz="1200" dirty="0"/>
              <a:t>Dependency Inversion Principle (DIP): </a:t>
            </a:r>
            <a:r>
              <a:rPr lang="en-US" b="0" i="0" dirty="0">
                <a:solidFill>
                  <a:srgbClr val="000000"/>
                </a:solidFill>
                <a:effectLst/>
                <a:latin typeface="ForoSans-Light"/>
              </a:rPr>
              <a:t>High-level modules should not depend on low-level modules. Both should depend on abstractions.</a:t>
            </a:r>
          </a:p>
          <a:p>
            <a:pPr lvl="1">
              <a:lnSpc>
                <a:spcPct val="100000"/>
              </a:lnSpc>
            </a:pPr>
            <a:endParaRPr lang="en-US" b="0" i="0" dirty="0">
              <a:solidFill>
                <a:srgbClr val="000000"/>
              </a:solidFill>
              <a:effectLst/>
              <a:latin typeface="ForoSans-Light"/>
            </a:endParaRPr>
          </a:p>
          <a:p>
            <a:pPr lvl="1">
              <a:lnSpc>
                <a:spcPct val="100000"/>
              </a:lnSpc>
            </a:pPr>
            <a:endParaRPr lang="en-US" b="0" i="0" dirty="0">
              <a:solidFill>
                <a:srgbClr val="000000"/>
              </a:solidFill>
              <a:effectLst/>
              <a:latin typeface="ForoSans-Light"/>
            </a:endParaRPr>
          </a:p>
          <a:p>
            <a:pPr lvl="1">
              <a:lnSpc>
                <a:spcPct val="100000"/>
              </a:lnSpc>
            </a:pPr>
            <a:r>
              <a:rPr lang="en-US" sz="1200" dirty="0">
                <a:solidFill>
                  <a:srgbClr val="002060"/>
                </a:solidFill>
              </a:rPr>
              <a:t>Singleton</a:t>
            </a:r>
          </a:p>
          <a:p>
            <a:pPr lvl="1">
              <a:lnSpc>
                <a:spcPct val="100000"/>
              </a:lnSpc>
            </a:pPr>
            <a:r>
              <a:rPr lang="en-US" sz="1200" dirty="0">
                <a:solidFill>
                  <a:srgbClr val="002060"/>
                </a:solidFill>
              </a:rPr>
              <a:t>Factory</a:t>
            </a:r>
          </a:p>
          <a:p>
            <a:pPr lvl="1">
              <a:lnSpc>
                <a:spcPct val="100000"/>
              </a:lnSpc>
            </a:pPr>
            <a:r>
              <a:rPr lang="en-US" sz="1200" dirty="0">
                <a:solidFill>
                  <a:srgbClr val="002060"/>
                </a:solidFill>
              </a:rPr>
              <a:t>Abstract Factory</a:t>
            </a:r>
          </a:p>
          <a:p>
            <a:pPr lvl="1">
              <a:lnSpc>
                <a:spcPct val="100000"/>
              </a:lnSpc>
            </a:pPr>
            <a:r>
              <a:rPr lang="en-US" sz="1200" dirty="0">
                <a:solidFill>
                  <a:srgbClr val="002060"/>
                </a:solidFill>
              </a:rPr>
              <a:t>Builder</a:t>
            </a:r>
          </a:p>
          <a:p>
            <a:pPr lvl="1">
              <a:lnSpc>
                <a:spcPct val="100000"/>
              </a:lnSpc>
            </a:pPr>
            <a:r>
              <a:rPr lang="en-US" sz="1200" dirty="0">
                <a:solidFill>
                  <a:srgbClr val="002060"/>
                </a:solidFill>
              </a:rPr>
              <a:t>Adapter</a:t>
            </a:r>
          </a:p>
          <a:p>
            <a:pPr lvl="1">
              <a:lnSpc>
                <a:spcPct val="100000"/>
              </a:lnSpc>
            </a:pPr>
            <a:r>
              <a:rPr lang="en-US" sz="1200" dirty="0">
                <a:solidFill>
                  <a:srgbClr val="002060"/>
                </a:solidFill>
              </a:rPr>
              <a:t>Bridge</a:t>
            </a:r>
          </a:p>
          <a:p>
            <a:pPr lvl="1">
              <a:lnSpc>
                <a:spcPct val="100000"/>
              </a:lnSpc>
            </a:pPr>
            <a:r>
              <a:rPr lang="en-US" sz="1200" dirty="0">
                <a:solidFill>
                  <a:srgbClr val="002060"/>
                </a:solidFill>
              </a:rPr>
              <a:t>Façade</a:t>
            </a:r>
          </a:p>
          <a:p>
            <a:pPr lvl="1">
              <a:lnSpc>
                <a:spcPct val="100000"/>
              </a:lnSpc>
            </a:pPr>
            <a:r>
              <a:rPr lang="en-US" sz="1200" dirty="0">
                <a:solidFill>
                  <a:srgbClr val="002060"/>
                </a:solidFill>
              </a:rPr>
              <a:t>Proxy</a:t>
            </a:r>
          </a:p>
          <a:p>
            <a:pPr lvl="1">
              <a:lnSpc>
                <a:spcPct val="100000"/>
              </a:lnSpc>
            </a:pPr>
            <a:r>
              <a:rPr lang="en-US" sz="1200" dirty="0">
                <a:solidFill>
                  <a:srgbClr val="002060"/>
                </a:solidFill>
              </a:rPr>
              <a:t>Command</a:t>
            </a:r>
          </a:p>
          <a:p>
            <a:pPr lvl="1">
              <a:lnSpc>
                <a:spcPct val="100000"/>
              </a:lnSpc>
            </a:pPr>
            <a:r>
              <a:rPr lang="en-US" sz="1200" dirty="0">
                <a:solidFill>
                  <a:srgbClr val="002060"/>
                </a:solidFill>
              </a:rPr>
              <a:t>Iterator </a:t>
            </a:r>
          </a:p>
          <a:p>
            <a:pPr lvl="1">
              <a:lnSpc>
                <a:spcPct val="100000"/>
              </a:lnSpc>
            </a:pPr>
            <a:r>
              <a:rPr lang="en-US" sz="1200" dirty="0">
                <a:solidFill>
                  <a:srgbClr val="002060"/>
                </a:solidFill>
              </a:rPr>
              <a:t>State</a:t>
            </a:r>
          </a:p>
          <a:p>
            <a:pPr lvl="1">
              <a:lnSpc>
                <a:spcPct val="100000"/>
              </a:lnSpc>
            </a:pPr>
            <a:r>
              <a:rPr lang="en-US" sz="1200" dirty="0">
                <a:solidFill>
                  <a:srgbClr val="002060"/>
                </a:solidFill>
              </a:rPr>
              <a:t>Strategy</a:t>
            </a:r>
          </a:p>
          <a:p>
            <a:pPr lvl="1">
              <a:lnSpc>
                <a:spcPct val="100000"/>
              </a:lnSpc>
            </a:pPr>
            <a:endParaRPr lang="en-US" b="0" i="0" dirty="0">
              <a:solidFill>
                <a:srgbClr val="000000"/>
              </a:solidFill>
              <a:effectLst/>
              <a:latin typeface="ForoSans-Light"/>
            </a:endParaRPr>
          </a:p>
          <a:p>
            <a:endParaRPr lang="en-US" dirty="0"/>
          </a:p>
        </p:txBody>
      </p:sp>
      <p:sp>
        <p:nvSpPr>
          <p:cNvPr id="4" name="Slide Number Placeholder 3"/>
          <p:cNvSpPr>
            <a:spLocks noGrp="1"/>
          </p:cNvSpPr>
          <p:nvPr>
            <p:ph type="sldNum" sz="quarter" idx="5"/>
          </p:nvPr>
        </p:nvSpPr>
        <p:spPr/>
        <p:txBody>
          <a:bodyPr/>
          <a:lstStyle/>
          <a:p>
            <a:fld id="{ECE61652-CEBC-41D6-BACA-1A524BB70242}" type="slidenum">
              <a:rPr lang="en-US" smtClean="0"/>
              <a:t>3</a:t>
            </a:fld>
            <a:endParaRPr lang="en-US"/>
          </a:p>
        </p:txBody>
      </p:sp>
    </p:spTree>
    <p:extLst>
      <p:ext uri="{BB962C8B-B14F-4D97-AF65-F5344CB8AC3E}">
        <p14:creationId xmlns:p14="http://schemas.microsoft.com/office/powerpoint/2010/main" val="5061062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t>SOLID principles form the fundamental guidelines for building object-oriented applications.</a:t>
            </a:r>
          </a:p>
        </p:txBody>
      </p:sp>
      <p:sp>
        <p:nvSpPr>
          <p:cNvPr id="4" name="Slide Number Placeholder 3"/>
          <p:cNvSpPr>
            <a:spLocks noGrp="1"/>
          </p:cNvSpPr>
          <p:nvPr>
            <p:ph type="sldNum" sz="quarter" idx="10"/>
          </p:nvPr>
        </p:nvSpPr>
        <p:spPr/>
        <p:txBody>
          <a:bodyPr/>
          <a:lstStyle/>
          <a:p>
            <a:fld id="{572DD7D5-A1E7-4E59-B251-136D919D9E0A}" type="slidenum">
              <a:rPr lang="en-US" smtClean="0"/>
              <a:t>4</a:t>
            </a:fld>
            <a:endParaRPr lang="en-US"/>
          </a:p>
        </p:txBody>
      </p:sp>
    </p:spTree>
    <p:extLst>
      <p:ext uri="{BB962C8B-B14F-4D97-AF65-F5344CB8AC3E}">
        <p14:creationId xmlns:p14="http://schemas.microsoft.com/office/powerpoint/2010/main" val="8082810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Separation of Concerns (</a:t>
            </a:r>
            <a:r>
              <a:rPr lang="en-US" sz="1200" b="0" i="0" u="none" strike="noStrike" kern="1200" baseline="0" dirty="0" err="1">
                <a:solidFill>
                  <a:schemeClr val="tx1"/>
                </a:solidFill>
                <a:latin typeface="+mn-lt"/>
                <a:ea typeface="+mn-ea"/>
                <a:cs typeface="+mn-cs"/>
              </a:rPr>
              <a:t>SoC</a:t>
            </a:r>
            <a:r>
              <a:rPr lang="en-US" sz="1200" b="0" i="0" u="none" strike="noStrike" kern="1200" baseline="0" dirty="0">
                <a:solidFill>
                  <a:schemeClr val="tx1"/>
                </a:solidFill>
                <a:latin typeface="+mn-lt"/>
                <a:ea typeface="+mn-ea"/>
                <a:cs typeface="+mn-cs"/>
              </a:rPr>
              <a:t>) also conveys a similar idea.</a:t>
            </a:r>
            <a:endParaRPr lang="en-US" dirty="0"/>
          </a:p>
        </p:txBody>
      </p:sp>
      <p:sp>
        <p:nvSpPr>
          <p:cNvPr id="4" name="Slide Number Placeholder 3"/>
          <p:cNvSpPr>
            <a:spLocks noGrp="1"/>
          </p:cNvSpPr>
          <p:nvPr>
            <p:ph type="sldNum" sz="quarter" idx="10"/>
          </p:nvPr>
        </p:nvSpPr>
        <p:spPr/>
        <p:txBody>
          <a:bodyPr/>
          <a:lstStyle/>
          <a:p>
            <a:fld id="{572DD7D5-A1E7-4E59-B251-136D919D9E0A}" type="slidenum">
              <a:rPr lang="en-US" smtClean="0"/>
              <a:t>5</a:t>
            </a:fld>
            <a:endParaRPr lang="en-US"/>
          </a:p>
        </p:txBody>
      </p:sp>
    </p:spTree>
    <p:extLst>
      <p:ext uri="{BB962C8B-B14F-4D97-AF65-F5344CB8AC3E}">
        <p14:creationId xmlns:p14="http://schemas.microsoft.com/office/powerpoint/2010/main" val="7502875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72DD7D5-A1E7-4E59-B251-136D919D9E0A}" type="slidenum">
              <a:rPr lang="en-US" smtClean="0"/>
              <a:t>6</a:t>
            </a:fld>
            <a:endParaRPr lang="en-US"/>
          </a:p>
        </p:txBody>
      </p:sp>
    </p:spTree>
    <p:extLst>
      <p:ext uri="{BB962C8B-B14F-4D97-AF65-F5344CB8AC3E}">
        <p14:creationId xmlns:p14="http://schemas.microsoft.com/office/powerpoint/2010/main" val="30552378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Separation of Concerns (</a:t>
            </a:r>
            <a:r>
              <a:rPr lang="en-US" sz="1200" b="0" i="0" u="none" strike="noStrike" kern="1200" baseline="0" dirty="0" err="1">
                <a:solidFill>
                  <a:schemeClr val="tx1"/>
                </a:solidFill>
                <a:latin typeface="+mn-lt"/>
                <a:ea typeface="+mn-ea"/>
                <a:cs typeface="+mn-cs"/>
              </a:rPr>
              <a:t>SoC</a:t>
            </a:r>
            <a:r>
              <a:rPr lang="en-US" sz="1200" b="0" i="0" u="none" strike="noStrike" kern="1200" baseline="0" dirty="0">
                <a:solidFill>
                  <a:schemeClr val="tx1"/>
                </a:solidFill>
                <a:latin typeface="+mn-lt"/>
                <a:ea typeface="+mn-ea"/>
                <a:cs typeface="+mn-cs"/>
              </a:rPr>
              <a:t>) also conveys a similar idea.</a:t>
            </a:r>
            <a:endParaRPr lang="en-US" dirty="0"/>
          </a:p>
        </p:txBody>
      </p:sp>
      <p:sp>
        <p:nvSpPr>
          <p:cNvPr id="4" name="Slide Number Placeholder 3"/>
          <p:cNvSpPr>
            <a:spLocks noGrp="1"/>
          </p:cNvSpPr>
          <p:nvPr>
            <p:ph type="sldNum" sz="quarter" idx="10"/>
          </p:nvPr>
        </p:nvSpPr>
        <p:spPr/>
        <p:txBody>
          <a:bodyPr/>
          <a:lstStyle/>
          <a:p>
            <a:fld id="{572DD7D5-A1E7-4E59-B251-136D919D9E0A}" type="slidenum">
              <a:rPr lang="en-US" smtClean="0"/>
              <a:t>7</a:t>
            </a:fld>
            <a:endParaRPr lang="en-US"/>
          </a:p>
        </p:txBody>
      </p:sp>
    </p:spTree>
    <p:extLst>
      <p:ext uri="{BB962C8B-B14F-4D97-AF65-F5344CB8AC3E}">
        <p14:creationId xmlns:p14="http://schemas.microsoft.com/office/powerpoint/2010/main" val="40337595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72DD7D5-A1E7-4E59-B251-136D919D9E0A}" type="slidenum">
              <a:rPr lang="en-US" smtClean="0"/>
              <a:t>9</a:t>
            </a:fld>
            <a:endParaRPr lang="en-US"/>
          </a:p>
        </p:txBody>
      </p:sp>
    </p:spTree>
    <p:extLst>
      <p:ext uri="{BB962C8B-B14F-4D97-AF65-F5344CB8AC3E}">
        <p14:creationId xmlns:p14="http://schemas.microsoft.com/office/powerpoint/2010/main" val="23169617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72DD7D5-A1E7-4E59-B251-136D919D9E0A}" type="slidenum">
              <a:rPr lang="en-US" smtClean="0"/>
              <a:t>13</a:t>
            </a:fld>
            <a:endParaRPr lang="en-US"/>
          </a:p>
        </p:txBody>
      </p:sp>
    </p:spTree>
    <p:extLst>
      <p:ext uri="{BB962C8B-B14F-4D97-AF65-F5344CB8AC3E}">
        <p14:creationId xmlns:p14="http://schemas.microsoft.com/office/powerpoint/2010/main" val="15134014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Think of a class that has ten methods—five are needed by desktop clients and five are needed by mobile clients. Thus, the same interface consisting of ten methods is being used by both desktop and mobile clients. Now, tomorrow if a method required by a desktop client changes, you will need to update both versions of your application, because even the mobile client is dependent on the same interface, even though it is not using the changed method. </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This is unnecessary, and ISP suggests you avoid such situations. So, as per ISP, you would have to create two separate interfaces—one containing the five methods required by the desktop client and the other consisting of the remaining five required by the mobile client.</a:t>
            </a:r>
            <a:endParaRPr lang="en-US" dirty="0"/>
          </a:p>
        </p:txBody>
      </p:sp>
      <p:sp>
        <p:nvSpPr>
          <p:cNvPr id="4" name="Slide Number Placeholder 3"/>
          <p:cNvSpPr>
            <a:spLocks noGrp="1"/>
          </p:cNvSpPr>
          <p:nvPr>
            <p:ph type="sldNum" sz="quarter" idx="10"/>
          </p:nvPr>
        </p:nvSpPr>
        <p:spPr/>
        <p:txBody>
          <a:bodyPr/>
          <a:lstStyle/>
          <a:p>
            <a:fld id="{572DD7D5-A1E7-4E59-B251-136D919D9E0A}" type="slidenum">
              <a:rPr lang="en-US" smtClean="0"/>
              <a:t>14</a:t>
            </a:fld>
            <a:endParaRPr lang="en-US"/>
          </a:p>
        </p:txBody>
      </p:sp>
    </p:spTree>
    <p:extLst>
      <p:ext uri="{BB962C8B-B14F-4D97-AF65-F5344CB8AC3E}">
        <p14:creationId xmlns:p14="http://schemas.microsoft.com/office/powerpoint/2010/main" val="33963331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72DD7D5-A1E7-4E59-B251-136D919D9E0A}" type="slidenum">
              <a:rPr lang="en-US" smtClean="0"/>
              <a:t>16</a:t>
            </a:fld>
            <a:endParaRPr lang="en-US"/>
          </a:p>
        </p:txBody>
      </p:sp>
    </p:spTree>
    <p:extLst>
      <p:ext uri="{BB962C8B-B14F-4D97-AF65-F5344CB8AC3E}">
        <p14:creationId xmlns:p14="http://schemas.microsoft.com/office/powerpoint/2010/main" val="29629204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 </a:t>
            </a:r>
            <a:r>
              <a:rPr lang="en-US" sz="1200" b="1" i="0" kern="1200" dirty="0">
                <a:solidFill>
                  <a:schemeClr val="tx1"/>
                </a:solidFill>
                <a:effectLst/>
                <a:latin typeface="+mn-lt"/>
                <a:ea typeface="+mn-ea"/>
                <a:cs typeface="+mn-cs"/>
              </a:rPr>
              <a:t>concrete class</a:t>
            </a:r>
            <a:r>
              <a:rPr lang="en-US" sz="1200" b="0" i="0" kern="1200" dirty="0">
                <a:solidFill>
                  <a:schemeClr val="tx1"/>
                </a:solidFill>
                <a:effectLst/>
                <a:latin typeface="+mn-lt"/>
                <a:ea typeface="+mn-ea"/>
                <a:cs typeface="+mn-cs"/>
              </a:rPr>
              <a:t> is a </a:t>
            </a:r>
            <a:r>
              <a:rPr lang="en-US" sz="1200" b="1" i="0" kern="1200" dirty="0">
                <a:solidFill>
                  <a:schemeClr val="tx1"/>
                </a:solidFill>
                <a:effectLst/>
                <a:latin typeface="+mn-lt"/>
                <a:ea typeface="+mn-ea"/>
                <a:cs typeface="+mn-cs"/>
              </a:rPr>
              <a:t>class</a:t>
            </a:r>
            <a:r>
              <a:rPr lang="en-US" sz="1200" b="0" i="0" kern="1200" dirty="0">
                <a:solidFill>
                  <a:schemeClr val="tx1"/>
                </a:solidFill>
                <a:effectLst/>
                <a:latin typeface="+mn-lt"/>
                <a:ea typeface="+mn-ea"/>
                <a:cs typeface="+mn-cs"/>
              </a:rPr>
              <a:t> that has an implementation for all of its methods. They cannot have any unimplemented methods. It can also extend an abstract </a:t>
            </a:r>
            <a:r>
              <a:rPr lang="en-US" sz="1200" b="1" i="0" kern="1200" dirty="0">
                <a:solidFill>
                  <a:schemeClr val="tx1"/>
                </a:solidFill>
                <a:effectLst/>
                <a:latin typeface="+mn-lt"/>
                <a:ea typeface="+mn-ea"/>
                <a:cs typeface="+mn-cs"/>
              </a:rPr>
              <a:t>class</a:t>
            </a:r>
            <a:r>
              <a:rPr lang="en-US" sz="1200" b="0" i="0" kern="1200" dirty="0">
                <a:solidFill>
                  <a:schemeClr val="tx1"/>
                </a:solidFill>
                <a:effectLst/>
                <a:latin typeface="+mn-lt"/>
                <a:ea typeface="+mn-ea"/>
                <a:cs typeface="+mn-cs"/>
              </a:rPr>
              <a:t> or implement an interface as long as it implements all their methods. It is a complete </a:t>
            </a:r>
            <a:r>
              <a:rPr lang="en-US" sz="1200" b="1" i="0" kern="1200" dirty="0">
                <a:solidFill>
                  <a:schemeClr val="tx1"/>
                </a:solidFill>
                <a:effectLst/>
                <a:latin typeface="+mn-lt"/>
                <a:ea typeface="+mn-ea"/>
                <a:cs typeface="+mn-cs"/>
              </a:rPr>
              <a:t>class</a:t>
            </a:r>
            <a:r>
              <a:rPr lang="en-US" sz="1200" b="0" i="0" kern="1200" dirty="0">
                <a:solidFill>
                  <a:schemeClr val="tx1"/>
                </a:solidFill>
                <a:effectLst/>
                <a:latin typeface="+mn-lt"/>
                <a:ea typeface="+mn-ea"/>
                <a:cs typeface="+mn-cs"/>
              </a:rPr>
              <a:t> and can be instantiated.</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High-level modules, which provide complex logic, should be easily reusable and unaffected by changes in low-level modules, which provide utility features.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For example, creating report is high-level while getting data for that report and printing those data are low-level operations.</a:t>
            </a:r>
            <a:endParaRPr lang="en-US" dirty="0"/>
          </a:p>
        </p:txBody>
      </p:sp>
      <p:sp>
        <p:nvSpPr>
          <p:cNvPr id="4" name="Slide Number Placeholder 3"/>
          <p:cNvSpPr>
            <a:spLocks noGrp="1"/>
          </p:cNvSpPr>
          <p:nvPr>
            <p:ph type="sldNum" sz="quarter" idx="10"/>
          </p:nvPr>
        </p:nvSpPr>
        <p:spPr/>
        <p:txBody>
          <a:bodyPr/>
          <a:lstStyle/>
          <a:p>
            <a:fld id="{572DD7D5-A1E7-4E59-B251-136D919D9E0A}" type="slidenum">
              <a:rPr lang="en-US" smtClean="0"/>
              <a:t>17</a:t>
            </a:fld>
            <a:endParaRPr lang="en-US"/>
          </a:p>
        </p:txBody>
      </p:sp>
    </p:spTree>
    <p:extLst>
      <p:ext uri="{BB962C8B-B14F-4D97-AF65-F5344CB8AC3E}">
        <p14:creationId xmlns:p14="http://schemas.microsoft.com/office/powerpoint/2010/main" val="36675560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72DD7D5-A1E7-4E59-B251-136D919D9E0A}" type="slidenum">
              <a:rPr lang="en-US" smtClean="0"/>
              <a:t>19</a:t>
            </a:fld>
            <a:endParaRPr lang="en-US"/>
          </a:p>
        </p:txBody>
      </p:sp>
    </p:spTree>
    <p:extLst>
      <p:ext uri="{BB962C8B-B14F-4D97-AF65-F5344CB8AC3E}">
        <p14:creationId xmlns:p14="http://schemas.microsoft.com/office/powerpoint/2010/main" val="21798997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lnSpc>
                <a:spcPct val="100000"/>
              </a:lnSpc>
            </a:pPr>
            <a:r>
              <a:rPr lang="en-US" sz="1200" dirty="0"/>
              <a:t>Single Responsibility Principle (SRP): A class should have one and only one responsibility</a:t>
            </a:r>
          </a:p>
          <a:p>
            <a:pPr lvl="1">
              <a:lnSpc>
                <a:spcPct val="100000"/>
              </a:lnSpc>
            </a:pPr>
            <a:r>
              <a:rPr lang="en-US" sz="1200" dirty="0"/>
              <a:t>Open/Closed Principle (OCP): A class should open for extension but closed for modification.</a:t>
            </a:r>
          </a:p>
          <a:p>
            <a:pPr lvl="1">
              <a:lnSpc>
                <a:spcPct val="100000"/>
              </a:lnSpc>
            </a:pPr>
            <a:r>
              <a:rPr lang="en-US" sz="1200" dirty="0" err="1"/>
              <a:t>Liskov</a:t>
            </a:r>
            <a:r>
              <a:rPr lang="en-US" sz="1200" dirty="0"/>
              <a:t> Substitution Principle (LSP): Derived classes must be substitute for their base class.</a:t>
            </a:r>
          </a:p>
          <a:p>
            <a:pPr lvl="1">
              <a:lnSpc>
                <a:spcPct val="100000"/>
              </a:lnSpc>
            </a:pPr>
            <a:r>
              <a:rPr lang="en-US" sz="1200" dirty="0"/>
              <a:t>Interface Segregation Principle (ISP): Clients should not be forced to depend upon interfaces that they do not use </a:t>
            </a:r>
          </a:p>
          <a:p>
            <a:pPr lvl="1">
              <a:lnSpc>
                <a:spcPct val="100000"/>
              </a:lnSpc>
            </a:pPr>
            <a:r>
              <a:rPr lang="en-US" sz="1200" dirty="0"/>
              <a:t>Dependency Inversion Principle (DIP): </a:t>
            </a:r>
            <a:r>
              <a:rPr lang="en-US" b="0" i="0" dirty="0">
                <a:solidFill>
                  <a:srgbClr val="000000"/>
                </a:solidFill>
                <a:effectLst/>
                <a:latin typeface="ForoSans-Light"/>
              </a:rPr>
              <a:t>High-level modules should not depend on low-level modules. Both should depend on abstractions.</a:t>
            </a:r>
          </a:p>
          <a:p>
            <a:endParaRPr lang="en-US" dirty="0"/>
          </a:p>
        </p:txBody>
      </p:sp>
      <p:sp>
        <p:nvSpPr>
          <p:cNvPr id="4" name="Slide Number Placeholder 3"/>
          <p:cNvSpPr>
            <a:spLocks noGrp="1"/>
          </p:cNvSpPr>
          <p:nvPr>
            <p:ph type="sldNum" sz="quarter" idx="5"/>
          </p:nvPr>
        </p:nvSpPr>
        <p:spPr/>
        <p:txBody>
          <a:bodyPr/>
          <a:lstStyle/>
          <a:p>
            <a:fld id="{ECE61652-CEBC-41D6-BACA-1A524BB70242}" type="slidenum">
              <a:rPr lang="en-US" smtClean="0"/>
              <a:t>21</a:t>
            </a:fld>
            <a:endParaRPr lang="en-US"/>
          </a:p>
        </p:txBody>
      </p:sp>
    </p:spTree>
    <p:extLst>
      <p:ext uri="{BB962C8B-B14F-4D97-AF65-F5344CB8AC3E}">
        <p14:creationId xmlns:p14="http://schemas.microsoft.com/office/powerpoint/2010/main" val="3111869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lnSpc>
                <a:spcPct val="100000"/>
              </a:lnSpc>
            </a:pPr>
            <a:r>
              <a:rPr lang="en-US" sz="1200" dirty="0"/>
              <a:t>Single Responsibility Principle (SRP): A class should have one and only one responsibility</a:t>
            </a:r>
          </a:p>
          <a:p>
            <a:pPr lvl="1">
              <a:lnSpc>
                <a:spcPct val="100000"/>
              </a:lnSpc>
            </a:pPr>
            <a:r>
              <a:rPr lang="en-US" sz="1200" dirty="0"/>
              <a:t>Open/Closed Principle (OCP): A class should open for extension but closed for modification.</a:t>
            </a:r>
          </a:p>
          <a:p>
            <a:pPr lvl="1">
              <a:lnSpc>
                <a:spcPct val="100000"/>
              </a:lnSpc>
            </a:pPr>
            <a:r>
              <a:rPr lang="en-US" sz="1200" dirty="0" err="1"/>
              <a:t>Liskov</a:t>
            </a:r>
            <a:r>
              <a:rPr lang="en-US" sz="1200" dirty="0"/>
              <a:t> Substitution Principle (LSP): Derived classes must be substitute for their base class.</a:t>
            </a:r>
          </a:p>
          <a:p>
            <a:pPr lvl="1">
              <a:lnSpc>
                <a:spcPct val="100000"/>
              </a:lnSpc>
            </a:pPr>
            <a:r>
              <a:rPr lang="en-US" sz="1200" dirty="0"/>
              <a:t>Interface Segregation Principle (ISP): Clients should not be forced to depend upon interfaces that they do not use </a:t>
            </a:r>
          </a:p>
          <a:p>
            <a:pPr lvl="1">
              <a:lnSpc>
                <a:spcPct val="100000"/>
              </a:lnSpc>
            </a:pPr>
            <a:r>
              <a:rPr lang="en-US" sz="1200" dirty="0"/>
              <a:t>Dependency Inversion Principle (DIP): </a:t>
            </a:r>
            <a:r>
              <a:rPr lang="en-US" b="0" i="0" dirty="0">
                <a:solidFill>
                  <a:srgbClr val="000000"/>
                </a:solidFill>
                <a:effectLst/>
                <a:latin typeface="ForoSans-Light"/>
              </a:rPr>
              <a:t>High-level modules should not depend on low-level modules. Both should depend on abstractions.</a:t>
            </a:r>
          </a:p>
          <a:p>
            <a:endParaRPr lang="en-US" dirty="0"/>
          </a:p>
        </p:txBody>
      </p:sp>
      <p:sp>
        <p:nvSpPr>
          <p:cNvPr id="4" name="Slide Number Placeholder 3"/>
          <p:cNvSpPr>
            <a:spLocks noGrp="1"/>
          </p:cNvSpPr>
          <p:nvPr>
            <p:ph type="sldNum" sz="quarter" idx="5"/>
          </p:nvPr>
        </p:nvSpPr>
        <p:spPr/>
        <p:txBody>
          <a:bodyPr/>
          <a:lstStyle/>
          <a:p>
            <a:fld id="{ECE61652-CEBC-41D6-BACA-1A524BB70242}" type="slidenum">
              <a:rPr lang="en-US" smtClean="0"/>
              <a:t>22</a:t>
            </a:fld>
            <a:endParaRPr lang="en-US"/>
          </a:p>
        </p:txBody>
      </p:sp>
    </p:spTree>
    <p:extLst>
      <p:ext uri="{BB962C8B-B14F-4D97-AF65-F5344CB8AC3E}">
        <p14:creationId xmlns:p14="http://schemas.microsoft.com/office/powerpoint/2010/main" val="4620820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lnSpc>
                <a:spcPct val="100000"/>
              </a:lnSpc>
            </a:pPr>
            <a:r>
              <a:rPr lang="en-US" sz="1200" dirty="0"/>
              <a:t>Single Responsibility Principle (SRP): A class should have one and only one responsibility</a:t>
            </a:r>
          </a:p>
          <a:p>
            <a:pPr lvl="1">
              <a:lnSpc>
                <a:spcPct val="100000"/>
              </a:lnSpc>
            </a:pPr>
            <a:r>
              <a:rPr lang="en-US" sz="1200" dirty="0"/>
              <a:t>Open/Closed Principle (OCP): A class should open for extension but closed for modification.</a:t>
            </a:r>
          </a:p>
          <a:p>
            <a:pPr lvl="1">
              <a:lnSpc>
                <a:spcPct val="100000"/>
              </a:lnSpc>
            </a:pPr>
            <a:r>
              <a:rPr lang="en-US" sz="1200" dirty="0" err="1"/>
              <a:t>Liskov</a:t>
            </a:r>
            <a:r>
              <a:rPr lang="en-US" sz="1200" dirty="0"/>
              <a:t> Substitution Principle (LSP): Derived classes must be substitute for their base class.</a:t>
            </a:r>
          </a:p>
          <a:p>
            <a:pPr lvl="1">
              <a:lnSpc>
                <a:spcPct val="100000"/>
              </a:lnSpc>
            </a:pPr>
            <a:r>
              <a:rPr lang="en-US" sz="1200" dirty="0"/>
              <a:t>Interface Segregation Principle (ISP): Clients should not be forced to depend upon interfaces that they do not use </a:t>
            </a:r>
          </a:p>
          <a:p>
            <a:pPr lvl="1">
              <a:lnSpc>
                <a:spcPct val="100000"/>
              </a:lnSpc>
            </a:pPr>
            <a:r>
              <a:rPr lang="en-US" sz="1200" dirty="0"/>
              <a:t>Dependency Inversion Principle (DIP): </a:t>
            </a:r>
            <a:r>
              <a:rPr lang="en-US" b="0" i="0" dirty="0">
                <a:solidFill>
                  <a:srgbClr val="000000"/>
                </a:solidFill>
                <a:effectLst/>
                <a:latin typeface="ForoSans-Light"/>
              </a:rPr>
              <a:t>High-level modules should not depend on low-level modules. Both should depend on abstractions.</a:t>
            </a:r>
          </a:p>
          <a:p>
            <a:endParaRPr lang="en-US" dirty="0"/>
          </a:p>
        </p:txBody>
      </p:sp>
      <p:sp>
        <p:nvSpPr>
          <p:cNvPr id="4" name="Slide Number Placeholder 3"/>
          <p:cNvSpPr>
            <a:spLocks noGrp="1"/>
          </p:cNvSpPr>
          <p:nvPr>
            <p:ph type="sldNum" sz="quarter" idx="5"/>
          </p:nvPr>
        </p:nvSpPr>
        <p:spPr/>
        <p:txBody>
          <a:bodyPr/>
          <a:lstStyle/>
          <a:p>
            <a:fld id="{ECE61652-CEBC-41D6-BACA-1A524BB70242}" type="slidenum">
              <a:rPr lang="en-US" smtClean="0"/>
              <a:t>23</a:t>
            </a:fld>
            <a:endParaRPr lang="en-US"/>
          </a:p>
        </p:txBody>
      </p:sp>
    </p:spTree>
    <p:extLst>
      <p:ext uri="{BB962C8B-B14F-4D97-AF65-F5344CB8AC3E}">
        <p14:creationId xmlns:p14="http://schemas.microsoft.com/office/powerpoint/2010/main" val="8725658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lnSpc>
                <a:spcPct val="100000"/>
              </a:lnSpc>
            </a:pPr>
            <a:r>
              <a:rPr lang="en-US" sz="1200" dirty="0"/>
              <a:t>Single Responsibility Principle (SRP): A class should have one and only one responsibility</a:t>
            </a:r>
          </a:p>
          <a:p>
            <a:pPr lvl="1">
              <a:lnSpc>
                <a:spcPct val="100000"/>
              </a:lnSpc>
            </a:pPr>
            <a:r>
              <a:rPr lang="en-US" sz="1200" dirty="0"/>
              <a:t>Open/Closed Principle (OCP): A class should open for extension but closed for modification.</a:t>
            </a:r>
          </a:p>
          <a:p>
            <a:pPr lvl="1">
              <a:lnSpc>
                <a:spcPct val="100000"/>
              </a:lnSpc>
            </a:pPr>
            <a:r>
              <a:rPr lang="en-US" sz="1200" dirty="0" err="1"/>
              <a:t>Liskov</a:t>
            </a:r>
            <a:r>
              <a:rPr lang="en-US" sz="1200" dirty="0"/>
              <a:t> Substitution Principle (LSP): Derived classes must be substitute for their base class.</a:t>
            </a:r>
          </a:p>
          <a:p>
            <a:pPr lvl="1">
              <a:lnSpc>
                <a:spcPct val="100000"/>
              </a:lnSpc>
            </a:pPr>
            <a:r>
              <a:rPr lang="en-US" sz="1200" dirty="0"/>
              <a:t>Interface Segregation Principle (ISP): Clients should not be forced to depend upon interfaces that they do not use </a:t>
            </a:r>
          </a:p>
          <a:p>
            <a:pPr lvl="1">
              <a:lnSpc>
                <a:spcPct val="100000"/>
              </a:lnSpc>
            </a:pPr>
            <a:r>
              <a:rPr lang="en-US" sz="1200" dirty="0"/>
              <a:t>Dependency Inversion Principle (DIP): </a:t>
            </a:r>
            <a:r>
              <a:rPr lang="en-US" b="0" i="0" dirty="0">
                <a:solidFill>
                  <a:srgbClr val="000000"/>
                </a:solidFill>
                <a:effectLst/>
                <a:latin typeface="ForoSans-Light"/>
              </a:rPr>
              <a:t>High-level modules should not depend on low-level modules. Both should depend on abstractions.</a:t>
            </a:r>
          </a:p>
          <a:p>
            <a:endParaRPr lang="en-US" dirty="0"/>
          </a:p>
        </p:txBody>
      </p:sp>
      <p:sp>
        <p:nvSpPr>
          <p:cNvPr id="4" name="Slide Number Placeholder 3"/>
          <p:cNvSpPr>
            <a:spLocks noGrp="1"/>
          </p:cNvSpPr>
          <p:nvPr>
            <p:ph type="sldNum" sz="quarter" idx="5"/>
          </p:nvPr>
        </p:nvSpPr>
        <p:spPr/>
        <p:txBody>
          <a:bodyPr/>
          <a:lstStyle/>
          <a:p>
            <a:fld id="{ECE61652-CEBC-41D6-BACA-1A524BB70242}" type="slidenum">
              <a:rPr lang="en-US" smtClean="0"/>
              <a:t>24</a:t>
            </a:fld>
            <a:endParaRPr lang="en-US"/>
          </a:p>
        </p:txBody>
      </p:sp>
    </p:spTree>
    <p:extLst>
      <p:ext uri="{BB962C8B-B14F-4D97-AF65-F5344CB8AC3E}">
        <p14:creationId xmlns:p14="http://schemas.microsoft.com/office/powerpoint/2010/main" val="38725076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lnSpc>
                <a:spcPct val="100000"/>
              </a:lnSpc>
            </a:pPr>
            <a:r>
              <a:rPr lang="en-US" sz="1200" dirty="0"/>
              <a:t>Single Responsibility Principle (SRP): A class should have one and only one responsibility</a:t>
            </a:r>
          </a:p>
          <a:p>
            <a:pPr lvl="1">
              <a:lnSpc>
                <a:spcPct val="100000"/>
              </a:lnSpc>
            </a:pPr>
            <a:r>
              <a:rPr lang="en-US" sz="1200" dirty="0"/>
              <a:t>Open/Closed Principle (OCP): A class should open for extension but closed for modification.</a:t>
            </a:r>
          </a:p>
          <a:p>
            <a:pPr lvl="1">
              <a:lnSpc>
                <a:spcPct val="100000"/>
              </a:lnSpc>
            </a:pPr>
            <a:r>
              <a:rPr lang="en-US" sz="1200" dirty="0" err="1"/>
              <a:t>Liskov</a:t>
            </a:r>
            <a:r>
              <a:rPr lang="en-US" sz="1200" dirty="0"/>
              <a:t> Substitution Principle (LSP): Derived classes must be substitute for their base class.</a:t>
            </a:r>
          </a:p>
          <a:p>
            <a:pPr lvl="1">
              <a:lnSpc>
                <a:spcPct val="100000"/>
              </a:lnSpc>
            </a:pPr>
            <a:r>
              <a:rPr lang="en-US" sz="1200" dirty="0"/>
              <a:t>Interface Segregation Principle (ISP): Clients should not be forced to depend upon interfaces that they do not use </a:t>
            </a:r>
          </a:p>
          <a:p>
            <a:pPr lvl="1">
              <a:lnSpc>
                <a:spcPct val="100000"/>
              </a:lnSpc>
            </a:pPr>
            <a:r>
              <a:rPr lang="en-US" sz="1200" dirty="0"/>
              <a:t>Dependency Inversion Principle (DIP): </a:t>
            </a:r>
            <a:r>
              <a:rPr lang="en-US" b="0" i="0" dirty="0">
                <a:solidFill>
                  <a:srgbClr val="000000"/>
                </a:solidFill>
                <a:effectLst/>
                <a:latin typeface="ForoSans-Light"/>
              </a:rPr>
              <a:t>High-level modules should not depend on low-level modules. Both should depend on abstractions.</a:t>
            </a:r>
          </a:p>
          <a:p>
            <a:endParaRPr lang="en-US" dirty="0"/>
          </a:p>
        </p:txBody>
      </p:sp>
      <p:sp>
        <p:nvSpPr>
          <p:cNvPr id="4" name="Slide Number Placeholder 3"/>
          <p:cNvSpPr>
            <a:spLocks noGrp="1"/>
          </p:cNvSpPr>
          <p:nvPr>
            <p:ph type="sldNum" sz="quarter" idx="5"/>
          </p:nvPr>
        </p:nvSpPr>
        <p:spPr/>
        <p:txBody>
          <a:bodyPr/>
          <a:lstStyle/>
          <a:p>
            <a:fld id="{ECE61652-CEBC-41D6-BACA-1A524BB70242}" type="slidenum">
              <a:rPr lang="en-US" smtClean="0"/>
              <a:t>25</a:t>
            </a:fld>
            <a:endParaRPr lang="en-US"/>
          </a:p>
        </p:txBody>
      </p:sp>
    </p:spTree>
    <p:extLst>
      <p:ext uri="{BB962C8B-B14F-4D97-AF65-F5344CB8AC3E}">
        <p14:creationId xmlns:p14="http://schemas.microsoft.com/office/powerpoint/2010/main" val="10784238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lnSpc>
                <a:spcPct val="100000"/>
              </a:lnSpc>
            </a:pPr>
            <a:r>
              <a:rPr lang="en-US" sz="1200" dirty="0"/>
              <a:t>Single Responsibility Principle (SRP): A class should have one and only one responsibility</a:t>
            </a:r>
          </a:p>
          <a:p>
            <a:pPr lvl="1">
              <a:lnSpc>
                <a:spcPct val="100000"/>
              </a:lnSpc>
            </a:pPr>
            <a:r>
              <a:rPr lang="en-US" sz="1200" dirty="0"/>
              <a:t>Open/Closed Principle (OCP): A class should open for extension but closed for modification.</a:t>
            </a:r>
          </a:p>
          <a:p>
            <a:pPr lvl="1">
              <a:lnSpc>
                <a:spcPct val="100000"/>
              </a:lnSpc>
            </a:pPr>
            <a:r>
              <a:rPr lang="en-US" sz="1200" dirty="0" err="1"/>
              <a:t>Liskov</a:t>
            </a:r>
            <a:r>
              <a:rPr lang="en-US" sz="1200" dirty="0"/>
              <a:t> Substitution Principle (LSP): Derived classes must be substitute for their base class.</a:t>
            </a:r>
          </a:p>
          <a:p>
            <a:pPr lvl="1">
              <a:lnSpc>
                <a:spcPct val="100000"/>
              </a:lnSpc>
            </a:pPr>
            <a:r>
              <a:rPr lang="en-US" sz="1200" dirty="0"/>
              <a:t>Interface Segregation Principle (ISP): Clients should not be forced to depend upon interfaces that they do not use </a:t>
            </a:r>
          </a:p>
          <a:p>
            <a:pPr lvl="1">
              <a:lnSpc>
                <a:spcPct val="100000"/>
              </a:lnSpc>
            </a:pPr>
            <a:r>
              <a:rPr lang="en-US" sz="1200" dirty="0"/>
              <a:t>Dependency Inversion Principle (DIP): </a:t>
            </a:r>
            <a:r>
              <a:rPr lang="en-US" b="0" i="0" dirty="0">
                <a:solidFill>
                  <a:srgbClr val="000000"/>
                </a:solidFill>
                <a:effectLst/>
                <a:latin typeface="ForoSans-Light"/>
              </a:rPr>
              <a:t>High-level modules should not depend on low-level modules. Both should depend on abstractions.</a:t>
            </a:r>
          </a:p>
          <a:p>
            <a:endParaRPr lang="en-US" dirty="0"/>
          </a:p>
        </p:txBody>
      </p:sp>
      <p:sp>
        <p:nvSpPr>
          <p:cNvPr id="4" name="Slide Number Placeholder 3"/>
          <p:cNvSpPr>
            <a:spLocks noGrp="1"/>
          </p:cNvSpPr>
          <p:nvPr>
            <p:ph type="sldNum" sz="quarter" idx="5"/>
          </p:nvPr>
        </p:nvSpPr>
        <p:spPr/>
        <p:txBody>
          <a:bodyPr/>
          <a:lstStyle/>
          <a:p>
            <a:fld id="{ECE61652-CEBC-41D6-BACA-1A524BB70242}" type="slidenum">
              <a:rPr lang="en-US" smtClean="0"/>
              <a:t>26</a:t>
            </a:fld>
            <a:endParaRPr lang="en-US"/>
          </a:p>
        </p:txBody>
      </p:sp>
    </p:spTree>
    <p:extLst>
      <p:ext uri="{BB962C8B-B14F-4D97-AF65-F5344CB8AC3E}">
        <p14:creationId xmlns:p14="http://schemas.microsoft.com/office/powerpoint/2010/main" val="41853182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lnSpc>
                <a:spcPct val="100000"/>
              </a:lnSpc>
            </a:pPr>
            <a:r>
              <a:rPr lang="en-US" sz="1200" dirty="0"/>
              <a:t>Single Responsibility Principle (SRP): A class should have one and only one responsibility</a:t>
            </a:r>
          </a:p>
          <a:p>
            <a:pPr lvl="1">
              <a:lnSpc>
                <a:spcPct val="100000"/>
              </a:lnSpc>
            </a:pPr>
            <a:r>
              <a:rPr lang="en-US" sz="1200" dirty="0"/>
              <a:t>Open/Closed Principle (OCP): A class should open for extension but closed for modification.</a:t>
            </a:r>
          </a:p>
          <a:p>
            <a:pPr lvl="1">
              <a:lnSpc>
                <a:spcPct val="100000"/>
              </a:lnSpc>
            </a:pPr>
            <a:r>
              <a:rPr lang="en-US" sz="1200" dirty="0" err="1"/>
              <a:t>Liskov</a:t>
            </a:r>
            <a:r>
              <a:rPr lang="en-US" sz="1200" dirty="0"/>
              <a:t> Substitution Principle (LSP): Derived classes must be substitute for their base class.</a:t>
            </a:r>
          </a:p>
          <a:p>
            <a:pPr lvl="1">
              <a:lnSpc>
                <a:spcPct val="100000"/>
              </a:lnSpc>
            </a:pPr>
            <a:r>
              <a:rPr lang="en-US" sz="1200" dirty="0"/>
              <a:t>Interface Segregation Principle (ISP): Clients should not be forced to depend upon interfaces that they do not use </a:t>
            </a:r>
          </a:p>
          <a:p>
            <a:pPr lvl="1">
              <a:lnSpc>
                <a:spcPct val="100000"/>
              </a:lnSpc>
            </a:pPr>
            <a:r>
              <a:rPr lang="en-US" sz="1200" dirty="0"/>
              <a:t>Dependency Inversion Principle (DIP): </a:t>
            </a:r>
            <a:r>
              <a:rPr lang="en-US" b="0" i="0" dirty="0">
                <a:solidFill>
                  <a:srgbClr val="000000"/>
                </a:solidFill>
                <a:effectLst/>
                <a:latin typeface="ForoSans-Light"/>
              </a:rPr>
              <a:t>High-level modules should not depend on low-level modules. Both should depend on abstractions.</a:t>
            </a:r>
          </a:p>
          <a:p>
            <a:endParaRPr lang="en-US" dirty="0"/>
          </a:p>
        </p:txBody>
      </p:sp>
      <p:sp>
        <p:nvSpPr>
          <p:cNvPr id="4" name="Slide Number Placeholder 3"/>
          <p:cNvSpPr>
            <a:spLocks noGrp="1"/>
          </p:cNvSpPr>
          <p:nvPr>
            <p:ph type="sldNum" sz="quarter" idx="5"/>
          </p:nvPr>
        </p:nvSpPr>
        <p:spPr/>
        <p:txBody>
          <a:bodyPr/>
          <a:lstStyle/>
          <a:p>
            <a:fld id="{ECE61652-CEBC-41D6-BACA-1A524BB70242}" type="slidenum">
              <a:rPr lang="en-US" smtClean="0"/>
              <a:t>27</a:t>
            </a:fld>
            <a:endParaRPr lang="en-US"/>
          </a:p>
        </p:txBody>
      </p:sp>
    </p:spTree>
    <p:extLst>
      <p:ext uri="{BB962C8B-B14F-4D97-AF65-F5344CB8AC3E}">
        <p14:creationId xmlns:p14="http://schemas.microsoft.com/office/powerpoint/2010/main" val="24160341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Introduction and Speaker">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493295" y="2535606"/>
            <a:ext cx="11143910" cy="738664"/>
          </a:xfrm>
          <a:prstGeom prst="rect">
            <a:avLst/>
          </a:prstGeom>
          <a:noFill/>
        </p:spPr>
        <p:txBody>
          <a:bodyPr wrap="square" tIns="91440" bIns="91440" anchor="t" anchorCtr="0">
            <a:spAutoFit/>
          </a:bodyPr>
          <a:lstStyle>
            <a:lvl1pPr>
              <a:defRPr sz="4000" spc="-100" baseline="0">
                <a:solidFill>
                  <a:srgbClr val="00F0EA"/>
                </a:solidFill>
                <a:latin typeface="+mj-lt"/>
                <a:ea typeface="Roboto Light" panose="02000000000000000000" pitchFamily="2" charset="0"/>
              </a:defRPr>
            </a:lvl1pPr>
          </a:lstStyle>
          <a:p>
            <a:r>
              <a:rPr lang="en-US" dirty="0"/>
              <a:t>Module Title</a:t>
            </a:r>
          </a:p>
        </p:txBody>
      </p:sp>
      <p:sp>
        <p:nvSpPr>
          <p:cNvPr id="14" name="Content Placeholder 2"/>
          <p:cNvSpPr>
            <a:spLocks noGrp="1"/>
          </p:cNvSpPr>
          <p:nvPr>
            <p:ph sz="half" idx="1" hasCustomPrompt="1"/>
          </p:nvPr>
        </p:nvSpPr>
        <p:spPr>
          <a:xfrm>
            <a:off x="2646866" y="3545457"/>
            <a:ext cx="6026871" cy="533139"/>
          </a:xfrm>
          <a:prstGeom prst="rect">
            <a:avLst/>
          </a:prstGeom>
        </p:spPr>
        <p:txBody>
          <a:bodyPr lIns="91440">
            <a:normAutofit/>
          </a:bodyPr>
          <a:lstStyle>
            <a:lvl1pPr marL="0" indent="0">
              <a:buFont typeface="Arial" panose="020B0604020202020204" pitchFamily="34" charset="0"/>
              <a:buNone/>
              <a:defRPr sz="2800">
                <a:solidFill>
                  <a:srgbClr val="00F0EA"/>
                </a:solidFill>
                <a:latin typeface="+mj-lt"/>
                <a:ea typeface="Roboto Light" panose="02000000000000000000" pitchFamily="2" charset="0"/>
              </a:defRPr>
            </a:lvl1pPr>
          </a:lstStyle>
          <a:p>
            <a:pPr lvl="0"/>
            <a:r>
              <a:rPr lang="en-US" dirty="0"/>
              <a:t>Speaker Name</a:t>
            </a:r>
          </a:p>
        </p:txBody>
      </p:sp>
      <p:sp>
        <p:nvSpPr>
          <p:cNvPr id="15" name="Content Placeholder 2"/>
          <p:cNvSpPr>
            <a:spLocks noGrp="1"/>
          </p:cNvSpPr>
          <p:nvPr>
            <p:ph sz="half" idx="10" hasCustomPrompt="1"/>
          </p:nvPr>
        </p:nvSpPr>
        <p:spPr>
          <a:xfrm>
            <a:off x="2646866" y="4195390"/>
            <a:ext cx="6026871" cy="738664"/>
          </a:xfrm>
          <a:prstGeom prst="rect">
            <a:avLst/>
          </a:prstGeom>
        </p:spPr>
        <p:txBody>
          <a:bodyPr lIns="91440">
            <a:normAutofit/>
          </a:bodyPr>
          <a:lstStyle>
            <a:lvl1pPr marL="0" indent="0">
              <a:buFont typeface="Arial" panose="020B0604020202020204" pitchFamily="34" charset="0"/>
              <a:buNone/>
              <a:defRPr sz="2400">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Designation</a:t>
            </a:r>
          </a:p>
        </p:txBody>
      </p:sp>
      <p:sp>
        <p:nvSpPr>
          <p:cNvPr id="16" name="Content Placeholder 2"/>
          <p:cNvSpPr>
            <a:spLocks noGrp="1"/>
          </p:cNvSpPr>
          <p:nvPr>
            <p:ph sz="half" idx="11" hasCustomPrompt="1"/>
          </p:nvPr>
        </p:nvSpPr>
        <p:spPr>
          <a:xfrm>
            <a:off x="493295" y="3446463"/>
            <a:ext cx="1975585" cy="1586663"/>
          </a:xfrm>
          <a:prstGeom prst="rect">
            <a:avLst/>
          </a:prstGeom>
        </p:spPr>
        <p:txBody>
          <a:bodyPr lIns="91440">
            <a:normAutofit/>
          </a:bodyPr>
          <a:lstStyle>
            <a:lvl1pPr marL="0" indent="0" algn="ctr">
              <a:buFont typeface="Arial" panose="020B0604020202020204" pitchFamily="34" charset="0"/>
              <a:buNone/>
              <a:defRPr sz="2000">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Photo</a:t>
            </a:r>
          </a:p>
        </p:txBody>
      </p:sp>
      <p:cxnSp>
        <p:nvCxnSpPr>
          <p:cNvPr id="18" name="Straight Connector 17"/>
          <p:cNvCxnSpPr>
            <a:cxnSpLocks/>
          </p:cNvCxnSpPr>
          <p:nvPr/>
        </p:nvCxnSpPr>
        <p:spPr>
          <a:xfrm>
            <a:off x="2658569" y="4127748"/>
            <a:ext cx="8978636"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7061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
                                            <p:txEl>
                                              <p:pRg st="0" end="0"/>
                                            </p:txEl>
                                          </p:spTgt>
                                        </p:tgtEl>
                                        <p:attrNameLst>
                                          <p:attrName>style.visibility</p:attrName>
                                        </p:attrNameLst>
                                      </p:cBhvr>
                                      <p:to>
                                        <p:strVal val="visible"/>
                                      </p:to>
                                    </p:set>
                                    <p:animEffect transition="in" filter="fade">
                                      <p:cBhvr>
                                        <p:cTn id="12" dur="500"/>
                                        <p:tgtEl>
                                          <p:spTgt spid="16">
                                            <p:txEl>
                                              <p:pRg st="0" end="0"/>
                                            </p:txEl>
                                          </p:spTgt>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14">
                                            <p:txEl>
                                              <p:pRg st="0" end="0"/>
                                            </p:txEl>
                                          </p:spTgt>
                                        </p:tgtEl>
                                        <p:attrNameLst>
                                          <p:attrName>style.visibility</p:attrName>
                                        </p:attrNameLst>
                                      </p:cBhvr>
                                      <p:to>
                                        <p:strVal val="visible"/>
                                      </p:to>
                                    </p:set>
                                    <p:animEffect transition="in" filter="fade">
                                      <p:cBhvr>
                                        <p:cTn id="16" dur="500"/>
                                        <p:tgtEl>
                                          <p:spTgt spid="14">
                                            <p:txEl>
                                              <p:pRg st="0" end="0"/>
                                            </p:txEl>
                                          </p:spTgt>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500"/>
                                        <p:tgtEl>
                                          <p:spTgt spid="1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5">
                                            <p:txEl>
                                              <p:pRg st="0" end="0"/>
                                            </p:txEl>
                                          </p:spTgt>
                                        </p:tgtEl>
                                        <p:attrNameLst>
                                          <p:attrName>style.visibility</p:attrName>
                                        </p:attrNameLst>
                                      </p:cBhvr>
                                      <p:to>
                                        <p:strVal val="visible"/>
                                      </p:to>
                                    </p:set>
                                    <p:animEffect transition="in" filter="fade">
                                      <p:cBhvr>
                                        <p:cTn id="23" dur="5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4" grpId="0" build="p">
        <p:tmplLst>
          <p:tmpl lvl="1">
            <p:tnLst>
              <p:par>
                <p:cTn presetID="10" presetClass="entr" presetSubtype="0" fill="hold" nodeType="afterEffect">
                  <p:stCondLst>
                    <p:cond delay="0"/>
                  </p:stCondLst>
                  <p:childTnLst>
                    <p:set>
                      <p:cBhvr>
                        <p:cTn dur="1" fill="hold">
                          <p:stCondLst>
                            <p:cond delay="0"/>
                          </p:stCondLst>
                        </p:cTn>
                        <p:tgtEl>
                          <p:spTgt spid="14"/>
                        </p:tgtEl>
                        <p:attrNameLst>
                          <p:attrName>style.visibility</p:attrName>
                        </p:attrNameLst>
                      </p:cBhvr>
                      <p:to>
                        <p:strVal val="visible"/>
                      </p:to>
                    </p:set>
                    <p:animEffect transition="in" filter="fade">
                      <p:cBhvr>
                        <p:cTn dur="500"/>
                        <p:tgtEl>
                          <p:spTgt spid="14"/>
                        </p:tgtEl>
                      </p:cBhvr>
                    </p:animEffect>
                  </p:childTnLst>
                </p:cTn>
              </p:par>
            </p:tnLst>
          </p:tmpl>
        </p:tmplLst>
      </p:bldP>
      <p:bldP spid="15" grpId="0" build="p">
        <p:tmplLst>
          <p:tmpl lvl="1">
            <p:tnLst>
              <p:par>
                <p:cTn presetID="10" presetClass="entr" presetSubtype="0" fill="hold" nodeType="withEffect">
                  <p:stCondLst>
                    <p:cond delay="0"/>
                  </p:stCondLst>
                  <p:childTnLst>
                    <p:set>
                      <p:cBhvr>
                        <p:cTn dur="1" fill="hold">
                          <p:stCondLst>
                            <p:cond delay="0"/>
                          </p:stCondLst>
                        </p:cTn>
                        <p:tgtEl>
                          <p:spTgt spid="15"/>
                        </p:tgtEl>
                        <p:attrNameLst>
                          <p:attrName>style.visibility</p:attrName>
                        </p:attrNameLst>
                      </p:cBhvr>
                      <p:to>
                        <p:strVal val="visible"/>
                      </p:to>
                    </p:set>
                    <p:animEffect transition="in" filter="fade">
                      <p:cBhvr>
                        <p:cTn dur="500"/>
                        <p:tgtEl>
                          <p:spTgt spid="15"/>
                        </p:tgtEl>
                      </p:cBhvr>
                    </p:animEffect>
                  </p:childTnLst>
                </p:cTn>
              </p:par>
            </p:tnLst>
          </p:tmpl>
        </p:tmplLst>
      </p:bldP>
      <p:bldP spid="16" grpId="0" uiExpand="1" build="p">
        <p:tmplLst>
          <p:tmpl lvl="1">
            <p:tnLst>
              <p:par>
                <p:cTn presetID="10" presetClass="entr" presetSubtype="0" fill="hold" nodeType="clickEffect">
                  <p:stCondLst>
                    <p:cond delay="0"/>
                  </p:stCondLst>
                  <p:childTnLst>
                    <p:set>
                      <p:cBhvr>
                        <p:cTn dur="1" fill="hold">
                          <p:stCondLst>
                            <p:cond delay="0"/>
                          </p:stCondLst>
                        </p:cTn>
                        <p:tgtEl>
                          <p:spTgt spid="16"/>
                        </p:tgtEl>
                        <p:attrNameLst>
                          <p:attrName>style.visibility</p:attrName>
                        </p:attrNameLst>
                      </p:cBhvr>
                      <p:to>
                        <p:strVal val="visible"/>
                      </p:to>
                    </p:set>
                    <p:animEffect transition="in" filter="fade">
                      <p:cBhvr>
                        <p:cTn dur="500"/>
                        <p:tgtEl>
                          <p:spTgt spid="16"/>
                        </p:tgtEl>
                      </p:cBhvr>
                    </p:animEffect>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genda_Conte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1340BAD-F134-4A9B-BB47-F01A0DB9BE57}"/>
              </a:ext>
            </a:extLst>
          </p:cNvPr>
          <p:cNvSpPr/>
          <p:nvPr/>
        </p:nvSpPr>
        <p:spPr bwMode="auto">
          <a:xfrm>
            <a:off x="0" y="0"/>
            <a:ext cx="5255418" cy="6858000"/>
          </a:xfrm>
          <a:prstGeom prst="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stStyle>
          <a:p>
            <a:pPr algn="l" defTabSz="932472" fontAlgn="base">
              <a:spcBef>
                <a:spcPct val="0"/>
              </a:spcBef>
              <a:spcAft>
                <a:spcPct val="0"/>
              </a:spcAft>
            </a:pPr>
            <a:endParaRPr lang="en-US" sz="2000" dirty="0">
              <a:solidFill>
                <a:srgbClr val="3B2E58"/>
              </a:solidFill>
              <a:ea typeface="Segoe UI" pitchFamily="34" charset="0"/>
              <a:cs typeface="Segoe UI" pitchFamily="34" charset="0"/>
            </a:endParaRPr>
          </a:p>
        </p:txBody>
      </p:sp>
      <p:cxnSp>
        <p:nvCxnSpPr>
          <p:cNvPr id="5" name="Straight Connector 4">
            <a:extLst>
              <a:ext uri="{FF2B5EF4-FFF2-40B4-BE49-F238E27FC236}">
                <a16:creationId xmlns:a16="http://schemas.microsoft.com/office/drawing/2014/main" id="{8CBB1D18-B779-46CB-8922-58A7E189328F}"/>
              </a:ext>
            </a:extLst>
          </p:cNvPr>
          <p:cNvCxnSpPr>
            <a:cxnSpLocks/>
          </p:cNvCxnSpPr>
          <p:nvPr/>
        </p:nvCxnSpPr>
        <p:spPr>
          <a:xfrm>
            <a:off x="5268195"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6" name="Content Placeholder 2">
            <a:extLst>
              <a:ext uri="{FF2B5EF4-FFF2-40B4-BE49-F238E27FC236}">
                <a16:creationId xmlns:a16="http://schemas.microsoft.com/office/drawing/2014/main" id="{2C1690B5-E6B0-489E-9947-42FF8A998CB2}"/>
              </a:ext>
            </a:extLst>
          </p:cNvPr>
          <p:cNvSpPr>
            <a:spLocks noGrp="1"/>
          </p:cNvSpPr>
          <p:nvPr>
            <p:ph sz="half" idx="1" hasCustomPrompt="1"/>
          </p:nvPr>
        </p:nvSpPr>
        <p:spPr>
          <a:xfrm>
            <a:off x="5719315" y="1276150"/>
            <a:ext cx="6098863" cy="4960013"/>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4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sz="2000">
                <a:solidFill>
                  <a:schemeClr val="tx2">
                    <a:lumMod val="10000"/>
                    <a:lumOff val="90000"/>
                  </a:schemeClr>
                </a:solidFill>
              </a:defRPr>
            </a:lvl2pPr>
            <a:lvl3pPr>
              <a:buClr>
                <a:schemeClr val="tx2">
                  <a:lumMod val="10000"/>
                  <a:lumOff val="90000"/>
                </a:schemeClr>
              </a:buClr>
              <a:defRPr sz="1800">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8" name="Content Placeholder 2">
            <a:extLst>
              <a:ext uri="{FF2B5EF4-FFF2-40B4-BE49-F238E27FC236}">
                <a16:creationId xmlns:a16="http://schemas.microsoft.com/office/drawing/2014/main" id="{58F43BE9-EBA0-4400-9E48-87F01782F126}"/>
              </a:ext>
            </a:extLst>
          </p:cNvPr>
          <p:cNvSpPr>
            <a:spLocks noGrp="1"/>
          </p:cNvSpPr>
          <p:nvPr>
            <p:ph sz="half" idx="10" hasCustomPrompt="1"/>
          </p:nvPr>
        </p:nvSpPr>
        <p:spPr>
          <a:xfrm>
            <a:off x="5719316" y="422699"/>
            <a:ext cx="6098865" cy="552091"/>
          </a:xfrm>
          <a:prstGeom prst="rect">
            <a:avLst/>
          </a:prstGeom>
        </p:spPr>
        <p:txBody>
          <a:bodyPr lIns="91440">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sp>
        <p:nvSpPr>
          <p:cNvPr id="9" name="Title 1">
            <a:extLst>
              <a:ext uri="{FF2B5EF4-FFF2-40B4-BE49-F238E27FC236}">
                <a16:creationId xmlns:a16="http://schemas.microsoft.com/office/drawing/2014/main" id="{F4755BF9-73C5-D8AB-816C-90E629949EC7}"/>
              </a:ext>
            </a:extLst>
          </p:cNvPr>
          <p:cNvSpPr>
            <a:spLocks noGrp="1"/>
          </p:cNvSpPr>
          <p:nvPr>
            <p:ph type="title" hasCustomPrompt="1"/>
          </p:nvPr>
        </p:nvSpPr>
        <p:spPr>
          <a:xfrm>
            <a:off x="373823" y="2690336"/>
            <a:ext cx="4443252" cy="738664"/>
          </a:xfrm>
          <a:prstGeom prst="rect">
            <a:avLst/>
          </a:prstGeom>
          <a:noFill/>
        </p:spPr>
        <p:txBody>
          <a:bodyPr wrap="square" tIns="91440" bIns="91440" anchor="t" anchorCtr="0">
            <a:spAutoFit/>
          </a:bodyPr>
          <a:lstStyle>
            <a:lvl1pPr algn="ctr">
              <a:defRPr sz="4000" spc="-100" baseline="0">
                <a:solidFill>
                  <a:srgbClr val="00F0EA"/>
                </a:solidFill>
                <a:latin typeface="+mj-lt"/>
                <a:ea typeface="Roboto Light" panose="02000000000000000000" pitchFamily="2" charset="0"/>
              </a:defRPr>
            </a:lvl1pPr>
          </a:lstStyle>
          <a:p>
            <a:r>
              <a:rPr lang="en-US" dirty="0"/>
              <a:t>Heading Text</a:t>
            </a:r>
          </a:p>
        </p:txBody>
      </p:sp>
      <p:pic>
        <p:nvPicPr>
          <p:cNvPr id="4" name="Picture 3" descr="A black and white logo&#10;&#10;Description automatically generated">
            <a:extLst>
              <a:ext uri="{FF2B5EF4-FFF2-40B4-BE49-F238E27FC236}">
                <a16:creationId xmlns:a16="http://schemas.microsoft.com/office/drawing/2014/main" id="{2403F204-1D2A-936B-B63A-B88F4147509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Tree>
    <p:extLst>
      <p:ext uri="{BB962C8B-B14F-4D97-AF65-F5344CB8AC3E}">
        <p14:creationId xmlns:p14="http://schemas.microsoft.com/office/powerpoint/2010/main" val="388576288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tmplLst>
          <p:tmpl lvl="1">
            <p:tnLst>
              <p:par>
                <p:cTn presetID="10"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P spid="9" grpId="0"/>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Heading and Content">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493295" y="1268098"/>
            <a:ext cx="11122056"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20" name="Content Placeholder 2"/>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5" name="Straight Connector 4">
            <a:extLst>
              <a:ext uri="{FF2B5EF4-FFF2-40B4-BE49-F238E27FC236}">
                <a16:creationId xmlns:a16="http://schemas.microsoft.com/office/drawing/2014/main" id="{884DA1FA-3368-49F7-9F19-9EF4CCD41CC0}"/>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99813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fade">
                                      <p:cBhvr>
                                        <p:cTn id="7" dur="500"/>
                                        <p:tgtEl>
                                          <p:spTgt spid="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uild="p">
        <p:tmplLst>
          <p:tmpl lvl="1">
            <p:tnLst>
              <p:par>
                <p:cTn presetID="10" presetClass="entr" presetSubtype="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fade">
                      <p:cBhvr>
                        <p:cTn dur="500"/>
                        <p:tgtEl>
                          <p:spTgt spid="20"/>
                        </p:tgtEl>
                      </p:cBhvr>
                    </p:animEffect>
                  </p:childTnLst>
                </p:cTn>
              </p:par>
            </p:tnLst>
          </p:tmpl>
        </p:tmplLst>
      </p:bldP>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ouble Heading and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93295" y="1457864"/>
            <a:ext cx="11122056" cy="470139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a:t>Click to edit Master text styles</a:t>
            </a:r>
          </a:p>
          <a:p>
            <a:pPr lvl="1"/>
            <a:r>
              <a:rPr lang="en-US"/>
              <a:t>Second level</a:t>
            </a:r>
          </a:p>
          <a:p>
            <a:pPr lvl="2"/>
            <a:r>
              <a:rPr lang="en-US"/>
              <a:t>Third level</a:t>
            </a:r>
          </a:p>
        </p:txBody>
      </p:sp>
      <p:sp>
        <p:nvSpPr>
          <p:cNvPr id="20" name="Content Placeholder 2"/>
          <p:cNvSpPr>
            <a:spLocks noGrp="1"/>
          </p:cNvSpPr>
          <p:nvPr>
            <p:ph sz="half" idx="10" hasCustomPrompt="1"/>
          </p:nvPr>
        </p:nvSpPr>
        <p:spPr>
          <a:xfrm>
            <a:off x="493295" y="276049"/>
            <a:ext cx="11122056" cy="879891"/>
          </a:xfrm>
          <a:prstGeom prst="rect">
            <a:avLst/>
          </a:prstGeom>
        </p:spPr>
        <p:txBody>
          <a:bodyPr lIns="91440" anchor="t">
            <a:normAutofit/>
          </a:bodyPr>
          <a:lstStyle>
            <a:lvl1pPr marL="0" indent="0">
              <a:spcBef>
                <a:spcPts val="0"/>
              </a:spcBef>
              <a:buFontTx/>
              <a:buNone/>
              <a:defRPr sz="3200" b="0">
                <a:solidFill>
                  <a:srgbClr val="00F0EA"/>
                </a:solidFill>
                <a:latin typeface="+mj-lt"/>
                <a:ea typeface="Roboto Light" panose="02000000000000000000" pitchFamily="2" charset="0"/>
              </a:defRPr>
            </a:lvl1pPr>
          </a:lstStyle>
          <a:p>
            <a:pPr lvl="0"/>
            <a:r>
              <a:rPr lang="en-US" dirty="0"/>
              <a:t>Two Lines</a:t>
            </a:r>
          </a:p>
          <a:p>
            <a:pPr lvl="0"/>
            <a:r>
              <a:rPr lang="en-US" dirty="0"/>
              <a:t>Heading Text</a:t>
            </a:r>
          </a:p>
        </p:txBody>
      </p:sp>
      <p:cxnSp>
        <p:nvCxnSpPr>
          <p:cNvPr id="5" name="Straight Connector 4">
            <a:extLst>
              <a:ext uri="{FF2B5EF4-FFF2-40B4-BE49-F238E27FC236}">
                <a16:creationId xmlns:a16="http://schemas.microsoft.com/office/drawing/2014/main" id="{884DA1FA-3368-49F7-9F19-9EF4CCD41CC0}"/>
              </a:ext>
            </a:extLst>
          </p:cNvPr>
          <p:cNvCxnSpPr>
            <a:cxnSpLocks/>
          </p:cNvCxnSpPr>
          <p:nvPr/>
        </p:nvCxnSpPr>
        <p:spPr>
          <a:xfrm>
            <a:off x="-8626" y="1216948"/>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41550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fade">
                                      <p:cBhvr>
                                        <p:cTn id="7" dur="500"/>
                                        <p:tgtEl>
                                          <p:spTgt spid="20">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xEl>
                                              <p:pRg st="1" end="1"/>
                                            </p:txEl>
                                          </p:spTgt>
                                        </p:tgtEl>
                                        <p:attrNameLst>
                                          <p:attrName>style.visibility</p:attrName>
                                        </p:attrNameLst>
                                      </p:cBhvr>
                                      <p:to>
                                        <p:strVal val="visible"/>
                                      </p:to>
                                    </p:set>
                                    <p:animEffect transition="in" filter="fade">
                                      <p:cBhvr>
                                        <p:cTn id="10" dur="500"/>
                                        <p:tgtEl>
                                          <p:spTgt spid="2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uild="p">
        <p:tmplLst>
          <p:tmpl lvl="1">
            <p:tnLst>
              <p:par>
                <p:cTn presetID="10" presetClass="entr" presetSubtype="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fade">
                      <p:cBhvr>
                        <p:cTn dur="500"/>
                        <p:tgtEl>
                          <p:spTgt spid="20"/>
                        </p:tgtEl>
                      </p:cBhvr>
                    </p:animEffect>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Heading and 50X50 Content">
    <p:spTree>
      <p:nvGrpSpPr>
        <p:cNvPr id="1" name=""/>
        <p:cNvGrpSpPr/>
        <p:nvPr/>
      </p:nvGrpSpPr>
      <p:grpSpPr>
        <a:xfrm>
          <a:off x="0" y="0"/>
          <a:ext cx="0" cy="0"/>
          <a:chOff x="0" y="0"/>
          <a:chExt cx="0" cy="0"/>
        </a:xfrm>
      </p:grpSpPr>
      <p:sp>
        <p:nvSpPr>
          <p:cNvPr id="6" name="Content Placeholder 2">
            <a:extLst>
              <a:ext uri="{FF2B5EF4-FFF2-40B4-BE49-F238E27FC236}">
                <a16:creationId xmlns:a16="http://schemas.microsoft.com/office/drawing/2014/main" id="{E96A12E5-B765-A316-598E-79FCC3546E58}"/>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7" name="Straight Connector 6">
            <a:extLst>
              <a:ext uri="{FF2B5EF4-FFF2-40B4-BE49-F238E27FC236}">
                <a16:creationId xmlns:a16="http://schemas.microsoft.com/office/drawing/2014/main" id="{73C33269-C4E9-ECDC-EFF1-00EDC8F021B0}"/>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9" name="Content Placeholder 2">
            <a:extLst>
              <a:ext uri="{FF2B5EF4-FFF2-40B4-BE49-F238E27FC236}">
                <a16:creationId xmlns:a16="http://schemas.microsoft.com/office/drawing/2014/main" id="{960ABE32-DEB1-638B-DBEF-113B4466A218}"/>
              </a:ext>
            </a:extLst>
          </p:cNvPr>
          <p:cNvSpPr>
            <a:spLocks noGrp="1"/>
          </p:cNvSpPr>
          <p:nvPr>
            <p:ph sz="half" idx="11" hasCustomPrompt="1"/>
          </p:nvPr>
        </p:nvSpPr>
        <p:spPr>
          <a:xfrm>
            <a:off x="6144892" y="1268098"/>
            <a:ext cx="5470460"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10" name="Content Placeholder 2">
            <a:extLst>
              <a:ext uri="{FF2B5EF4-FFF2-40B4-BE49-F238E27FC236}">
                <a16:creationId xmlns:a16="http://schemas.microsoft.com/office/drawing/2014/main" id="{2CB300AE-1402-CDA0-A938-939F32869FB8}"/>
              </a:ext>
            </a:extLst>
          </p:cNvPr>
          <p:cNvSpPr>
            <a:spLocks noGrp="1"/>
          </p:cNvSpPr>
          <p:nvPr>
            <p:ph sz="half" idx="1" hasCustomPrompt="1"/>
          </p:nvPr>
        </p:nvSpPr>
        <p:spPr>
          <a:xfrm>
            <a:off x="493295" y="1268098"/>
            <a:ext cx="5415799"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1333506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0" presetClass="entr" presetSubtype="0" fill="hold" nodeType="with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childTnLst>
                </p:cTn>
              </p:par>
            </p:tnLst>
          </p:tmpl>
        </p:tmplLst>
      </p:bldP>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Heading and Comparison">
    <p:spTree>
      <p:nvGrpSpPr>
        <p:cNvPr id="1" name=""/>
        <p:cNvGrpSpPr/>
        <p:nvPr/>
      </p:nvGrpSpPr>
      <p:grpSpPr>
        <a:xfrm>
          <a:off x="0" y="0"/>
          <a:ext cx="0" cy="0"/>
          <a:chOff x="0" y="0"/>
          <a:chExt cx="0" cy="0"/>
        </a:xfrm>
      </p:grpSpPr>
      <p:cxnSp>
        <p:nvCxnSpPr>
          <p:cNvPr id="7" name="Straight Connector 6"/>
          <p:cNvCxnSpPr>
            <a:cxnSpLocks/>
          </p:cNvCxnSpPr>
          <p:nvPr/>
        </p:nvCxnSpPr>
        <p:spPr>
          <a:xfrm>
            <a:off x="6026992" y="1268087"/>
            <a:ext cx="0" cy="4877624"/>
          </a:xfrm>
          <a:prstGeom prst="line">
            <a:avLst/>
          </a:prstGeom>
          <a:ln w="28575">
            <a:solidFill>
              <a:srgbClr val="00D1CF"/>
            </a:solidFill>
          </a:ln>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DA7A390F-F982-47EC-24A7-50208BCC4F9B}"/>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4" name="Straight Connector 3">
            <a:extLst>
              <a:ext uri="{FF2B5EF4-FFF2-40B4-BE49-F238E27FC236}">
                <a16:creationId xmlns:a16="http://schemas.microsoft.com/office/drawing/2014/main" id="{6AD5A432-AC3D-5822-6821-0D13158E63F4}"/>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6" name="Content Placeholder 2">
            <a:extLst>
              <a:ext uri="{FF2B5EF4-FFF2-40B4-BE49-F238E27FC236}">
                <a16:creationId xmlns:a16="http://schemas.microsoft.com/office/drawing/2014/main" id="{5E38A476-939B-F252-631A-BE94D9A4BB2A}"/>
              </a:ext>
            </a:extLst>
          </p:cNvPr>
          <p:cNvSpPr>
            <a:spLocks noGrp="1"/>
          </p:cNvSpPr>
          <p:nvPr>
            <p:ph sz="half" idx="11" hasCustomPrompt="1"/>
          </p:nvPr>
        </p:nvSpPr>
        <p:spPr>
          <a:xfrm>
            <a:off x="6144892" y="1268098"/>
            <a:ext cx="5470460"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9" name="Content Placeholder 2">
            <a:extLst>
              <a:ext uri="{FF2B5EF4-FFF2-40B4-BE49-F238E27FC236}">
                <a16:creationId xmlns:a16="http://schemas.microsoft.com/office/drawing/2014/main" id="{BC8E9192-631B-274D-CE53-FF3C8CFC7CDA}"/>
              </a:ext>
            </a:extLst>
          </p:cNvPr>
          <p:cNvSpPr>
            <a:spLocks noGrp="1"/>
          </p:cNvSpPr>
          <p:nvPr>
            <p:ph sz="half" idx="1" hasCustomPrompt="1"/>
          </p:nvPr>
        </p:nvSpPr>
        <p:spPr>
          <a:xfrm>
            <a:off x="493295" y="1268098"/>
            <a:ext cx="5415799"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586657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tmplLst>
          <p:tmpl lvl="1">
            <p:tnLst>
              <p:par>
                <p:cTn presetID="10" presetClass="entr" presetSubtype="0" fill="hold" nodeType="with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fade">
                      <p:cBhvr>
                        <p:cTn dur="500"/>
                        <p:tgtEl>
                          <p:spTgt spid="2"/>
                        </p:tgtEl>
                      </p:cBhvr>
                    </p:animEffect>
                  </p:childTnLst>
                </p:cTn>
              </p:par>
            </p:tnLst>
          </p:tmpl>
        </p:tmplLst>
      </p:bldP>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Heading, Content and Image Horizontal">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5B4CCE-59D3-C027-843D-E2F26AE032BA}"/>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6" name="Straight Connector 5">
            <a:extLst>
              <a:ext uri="{FF2B5EF4-FFF2-40B4-BE49-F238E27FC236}">
                <a16:creationId xmlns:a16="http://schemas.microsoft.com/office/drawing/2014/main" id="{7F3739F4-3F13-0704-9D4B-73CB2DF95DC9}"/>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7" name="Content Placeholder 2">
            <a:extLst>
              <a:ext uri="{FF2B5EF4-FFF2-40B4-BE49-F238E27FC236}">
                <a16:creationId xmlns:a16="http://schemas.microsoft.com/office/drawing/2014/main" id="{21204C57-DA88-64F5-98EC-2BBD5C1A59A3}"/>
              </a:ext>
            </a:extLst>
          </p:cNvPr>
          <p:cNvSpPr>
            <a:spLocks noGrp="1"/>
          </p:cNvSpPr>
          <p:nvPr>
            <p:ph sz="half" idx="1" hasCustomPrompt="1"/>
          </p:nvPr>
        </p:nvSpPr>
        <p:spPr>
          <a:xfrm>
            <a:off x="493295" y="1268098"/>
            <a:ext cx="6692509"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1434577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Heading Content and Image Vertical">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FD712C30-FC98-4B35-653F-C664E715A71C}"/>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6" name="Straight Connector 5">
            <a:extLst>
              <a:ext uri="{FF2B5EF4-FFF2-40B4-BE49-F238E27FC236}">
                <a16:creationId xmlns:a16="http://schemas.microsoft.com/office/drawing/2014/main" id="{22B2798B-8FA7-BD6B-6F3F-5844CD4A4CC4}"/>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7" name="Content Placeholder 2">
            <a:extLst>
              <a:ext uri="{FF2B5EF4-FFF2-40B4-BE49-F238E27FC236}">
                <a16:creationId xmlns:a16="http://schemas.microsoft.com/office/drawing/2014/main" id="{7C023B4F-B1EE-8820-2299-7FEEE89E1467}"/>
              </a:ext>
            </a:extLst>
          </p:cNvPr>
          <p:cNvSpPr>
            <a:spLocks noGrp="1"/>
          </p:cNvSpPr>
          <p:nvPr>
            <p:ph sz="half" idx="1" hasCustomPrompt="1"/>
          </p:nvPr>
        </p:nvSpPr>
        <p:spPr>
          <a:xfrm>
            <a:off x="493295" y="1268098"/>
            <a:ext cx="11122056" cy="2424007"/>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246142751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tmplLst>
          <p:tmpl lvl="1">
            <p:tnLst>
              <p:par>
                <p:cTn presetID="10" presetClass="entr" presetSubtype="0" fill="hold" nodeType="with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fade">
                      <p:cBhvr>
                        <p:cTn dur="500"/>
                        <p:tgtEl>
                          <p:spTgt spid="2"/>
                        </p:tgtEl>
                      </p:cBhvr>
                    </p:animEffect>
                  </p:childTnLst>
                </p:cTn>
              </p:par>
            </p:tnLst>
          </p:tmpl>
        </p:tmplLst>
      </p:bldP>
    </p:bld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eading and Image">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A3D5DC78-B617-F542-BE22-DE3865674D50}"/>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5" name="Straight Connector 4">
            <a:extLst>
              <a:ext uri="{FF2B5EF4-FFF2-40B4-BE49-F238E27FC236}">
                <a16:creationId xmlns:a16="http://schemas.microsoft.com/office/drawing/2014/main" id="{93BBF960-78E3-C281-C2B7-60720E032B7E}"/>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96411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tmplLst>
          <p:tmpl lvl="1">
            <p:tnLst>
              <p:par>
                <p:cTn presetID="10" presetClass="entr" presetSubtype="0" fill="hold" nodeType="with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fade">
                      <p:cBhvr>
                        <p:cTn dur="500"/>
                        <p:tgtEl>
                          <p:spTgt spid="2"/>
                        </p:tgtEl>
                      </p:cBhvr>
                    </p:animEffect>
                  </p:childTnLst>
                </p:cTn>
              </p:par>
            </p:tnLst>
          </p:tmpl>
        </p:tmplLst>
      </p:bldP>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Heading and Content - Light Theme">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F488631-35A3-4F61-C943-9B2BFF32C47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4" name="TextBox 3">
            <a:extLst>
              <a:ext uri="{FF2B5EF4-FFF2-40B4-BE49-F238E27FC236}">
                <a16:creationId xmlns:a16="http://schemas.microsoft.com/office/drawing/2014/main" id="{4C4A1324-6B3C-BE00-19F4-70450903AEE3}"/>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
        <p:nvSpPr>
          <p:cNvPr id="7" name="Content Placeholder 2">
            <a:extLst>
              <a:ext uri="{FF2B5EF4-FFF2-40B4-BE49-F238E27FC236}">
                <a16:creationId xmlns:a16="http://schemas.microsoft.com/office/drawing/2014/main" id="{25192635-521E-502F-8451-5FB12A798FE6}"/>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cxnSp>
        <p:nvCxnSpPr>
          <p:cNvPr id="10" name="Straight Connector 9">
            <a:extLst>
              <a:ext uri="{FF2B5EF4-FFF2-40B4-BE49-F238E27FC236}">
                <a16:creationId xmlns:a16="http://schemas.microsoft.com/office/drawing/2014/main" id="{06FE78FC-0FC4-1656-5703-EFCA022CDB30}"/>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11" name="Content Placeholder 2">
            <a:extLst>
              <a:ext uri="{FF2B5EF4-FFF2-40B4-BE49-F238E27FC236}">
                <a16:creationId xmlns:a16="http://schemas.microsoft.com/office/drawing/2014/main" id="{10E85BF5-779B-9199-ACC3-E02B8F0F4C05}"/>
              </a:ext>
            </a:extLst>
          </p:cNvPr>
          <p:cNvSpPr>
            <a:spLocks noGrp="1"/>
          </p:cNvSpPr>
          <p:nvPr>
            <p:ph sz="half" idx="1" hasCustomPrompt="1"/>
          </p:nvPr>
        </p:nvSpPr>
        <p:spPr>
          <a:xfrm>
            <a:off x="493295" y="1268098"/>
            <a:ext cx="11122056" cy="4877624"/>
          </a:xfrm>
          <a:prstGeom prst="rect">
            <a:avLst/>
          </a:prstGeom>
        </p:spPr>
        <p:txBody>
          <a:bodyPr lIns="91440">
            <a:normAutofit/>
          </a:bodyPr>
          <a:lstStyle>
            <a:lvl1pPr marL="228600" indent="-228600">
              <a:lnSpc>
                <a:spcPct val="100000"/>
              </a:lnSpc>
              <a:buClrTx/>
              <a:buFont typeface="Arial" panose="020B0604020202020204" pitchFamily="34" charset="0"/>
              <a:buChar char="•"/>
              <a:defRPr sz="2800">
                <a:solidFill>
                  <a:srgbClr val="0D3B4F"/>
                </a:solidFill>
                <a:latin typeface="Roboto Light" panose="02000000000000000000" pitchFamily="2" charset="0"/>
                <a:ea typeface="Roboto Light" panose="02000000000000000000" pitchFamily="2" charset="0"/>
              </a:defRPr>
            </a:lvl1pPr>
            <a:lvl2pPr>
              <a:buClrTx/>
              <a:defRPr>
                <a:solidFill>
                  <a:srgbClr val="0D3B4F"/>
                </a:solidFill>
              </a:defRPr>
            </a:lvl2pPr>
            <a:lvl3pPr>
              <a:buClrTx/>
              <a:defRPr>
                <a:solidFill>
                  <a:srgbClr val="0D3B4F"/>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3854920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10" presetClass="entr" presetSubtype="0"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fade">
                      <p:cBhvr>
                        <p:cTn dur="500"/>
                        <p:tgtEl>
                          <p:spTgt spid="7"/>
                        </p:tgtEl>
                      </p:cBhvr>
                    </p:animEffect>
                  </p:childTnLst>
                </p:cTn>
              </p:par>
            </p:tnLst>
          </p:tmpl>
        </p:tmplLst>
      </p:bldP>
    </p:bld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Double Heading and Content - Light Theme">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93295" y="1457864"/>
            <a:ext cx="11122056" cy="4701394"/>
          </a:xfrm>
          <a:prstGeom prst="rect">
            <a:avLst/>
          </a:prstGeom>
        </p:spPr>
        <p:txBody>
          <a:bodyPr lIns="91440">
            <a:normAutofit/>
          </a:bodyPr>
          <a:lstStyle>
            <a:lvl1pPr marL="228600" indent="-228600">
              <a:lnSpc>
                <a:spcPct val="100000"/>
              </a:lnSpc>
              <a:buClrTx/>
              <a:buFont typeface="Arial" panose="020B0604020202020204" pitchFamily="34" charset="0"/>
              <a:buChar char="•"/>
              <a:defRPr sz="2800">
                <a:solidFill>
                  <a:srgbClr val="0D3B4F"/>
                </a:solidFill>
                <a:latin typeface="Roboto Light" panose="02000000000000000000" pitchFamily="2" charset="0"/>
                <a:ea typeface="Roboto Light" panose="02000000000000000000" pitchFamily="2" charset="0"/>
              </a:defRPr>
            </a:lvl1pPr>
            <a:lvl2pPr>
              <a:buClrTx/>
              <a:defRPr>
                <a:solidFill>
                  <a:srgbClr val="0D3B4F"/>
                </a:solidFill>
              </a:defRPr>
            </a:lvl2pPr>
            <a:lvl3pPr>
              <a:buClrTx/>
              <a:defRPr>
                <a:solidFill>
                  <a:srgbClr val="0D3B4F"/>
                </a:solidFill>
              </a:defRPr>
            </a:lvl3pPr>
          </a:lstStyle>
          <a:p>
            <a:pPr lvl="0"/>
            <a:r>
              <a:rPr lang="en-US"/>
              <a:t>Click to edit Master text styles</a:t>
            </a:r>
          </a:p>
          <a:p>
            <a:pPr lvl="1"/>
            <a:r>
              <a:rPr lang="en-US"/>
              <a:t>Second level</a:t>
            </a:r>
          </a:p>
          <a:p>
            <a:pPr lvl="2"/>
            <a:r>
              <a:rPr lang="en-US"/>
              <a:t>Third level</a:t>
            </a:r>
          </a:p>
        </p:txBody>
      </p:sp>
      <p:sp>
        <p:nvSpPr>
          <p:cNvPr id="20" name="Content Placeholder 2"/>
          <p:cNvSpPr>
            <a:spLocks noGrp="1"/>
          </p:cNvSpPr>
          <p:nvPr>
            <p:ph sz="half" idx="10" hasCustomPrompt="1"/>
          </p:nvPr>
        </p:nvSpPr>
        <p:spPr>
          <a:xfrm>
            <a:off x="493295" y="276049"/>
            <a:ext cx="11122056" cy="879891"/>
          </a:xfrm>
          <a:prstGeom prst="rect">
            <a:avLst/>
          </a:prstGeom>
        </p:spPr>
        <p:txBody>
          <a:bodyPr lIns="91440" anchor="t">
            <a:normAutofit/>
          </a:bodyPr>
          <a:lstStyle>
            <a:lvl1pPr marL="0" indent="0">
              <a:spcBef>
                <a:spcPts val="0"/>
              </a:spcBef>
              <a:buFontTx/>
              <a:buNone/>
              <a:defRPr sz="3200" b="0">
                <a:solidFill>
                  <a:srgbClr val="0D3B4F"/>
                </a:solidFill>
                <a:latin typeface="+mj-lt"/>
                <a:ea typeface="Roboto Light" panose="02000000000000000000" pitchFamily="2" charset="0"/>
              </a:defRPr>
            </a:lvl1pPr>
          </a:lstStyle>
          <a:p>
            <a:pPr lvl="0"/>
            <a:r>
              <a:rPr lang="en-US" dirty="0"/>
              <a:t>Two Lines</a:t>
            </a:r>
          </a:p>
          <a:p>
            <a:pPr lvl="0"/>
            <a:r>
              <a:rPr lang="en-US" dirty="0"/>
              <a:t>Heading Text</a:t>
            </a:r>
          </a:p>
        </p:txBody>
      </p:sp>
      <p:cxnSp>
        <p:nvCxnSpPr>
          <p:cNvPr id="5" name="Straight Connector 4">
            <a:extLst>
              <a:ext uri="{FF2B5EF4-FFF2-40B4-BE49-F238E27FC236}">
                <a16:creationId xmlns:a16="http://schemas.microsoft.com/office/drawing/2014/main" id="{884DA1FA-3368-49F7-9F19-9EF4CCD41CC0}"/>
              </a:ext>
            </a:extLst>
          </p:cNvPr>
          <p:cNvCxnSpPr>
            <a:cxnSpLocks/>
          </p:cNvCxnSpPr>
          <p:nvPr/>
        </p:nvCxnSpPr>
        <p:spPr>
          <a:xfrm>
            <a:off x="-8626" y="1216948"/>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96CF70EC-83CE-E5E3-D8F1-DDD8587049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4" name="TextBox 3">
            <a:extLst>
              <a:ext uri="{FF2B5EF4-FFF2-40B4-BE49-F238E27FC236}">
                <a16:creationId xmlns:a16="http://schemas.microsoft.com/office/drawing/2014/main" id="{0ACD6EA5-6A65-0363-EB73-5A2B18D82053}"/>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313668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fade">
                                      <p:cBhvr>
                                        <p:cTn id="7" dur="500"/>
                                        <p:tgtEl>
                                          <p:spTgt spid="20">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xEl>
                                              <p:pRg st="1" end="1"/>
                                            </p:txEl>
                                          </p:spTgt>
                                        </p:tgtEl>
                                        <p:attrNameLst>
                                          <p:attrName>style.visibility</p:attrName>
                                        </p:attrNameLst>
                                      </p:cBhvr>
                                      <p:to>
                                        <p:strVal val="visible"/>
                                      </p:to>
                                    </p:set>
                                    <p:animEffect transition="in" filter="fade">
                                      <p:cBhvr>
                                        <p:cTn id="10" dur="500"/>
                                        <p:tgtEl>
                                          <p:spTgt spid="2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uild="p">
        <p:tmplLst>
          <p:tmpl lvl="1">
            <p:tnLst>
              <p:par>
                <p:cTn presetID="10" presetClass="entr" presetSubtype="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fade">
                      <p:cBhvr>
                        <p:cTn dur="500"/>
                        <p:tgtEl>
                          <p:spTgt spid="20"/>
                        </p:tgtEl>
                      </p:cBhvr>
                    </p:animEffect>
                  </p:childTnLst>
                </p:cTn>
              </p:par>
            </p:tnLst>
          </p:tmpl>
        </p:tmplLst>
      </p:bldP>
    </p:bld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Heading, Content and Image Horizontal - Light Theme">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03D440-C62C-19B5-98B0-DEBDF6B4CE17}"/>
              </a:ext>
            </a:extLst>
          </p:cNvPr>
          <p:cNvSpPr>
            <a:spLocks noGrp="1"/>
          </p:cNvSpPr>
          <p:nvPr>
            <p:ph sz="half" idx="1"/>
          </p:nvPr>
        </p:nvSpPr>
        <p:spPr>
          <a:xfrm>
            <a:off x="493295" y="1272484"/>
            <a:ext cx="6613183" cy="4877624"/>
          </a:xfrm>
          <a:prstGeom prst="rect">
            <a:avLst/>
          </a:prstGeom>
        </p:spPr>
        <p:txBody>
          <a:bodyPr lIns="91440">
            <a:normAutofit/>
          </a:bodyPr>
          <a:lstStyle>
            <a:lvl1pPr marL="228600" indent="-228600">
              <a:lnSpc>
                <a:spcPct val="100000"/>
              </a:lnSpc>
              <a:buClr>
                <a:srgbClr val="0D3B4F"/>
              </a:buClr>
              <a:buFont typeface="Arial" panose="020B0604020202020204" pitchFamily="34" charset="0"/>
              <a:buChar char="•"/>
              <a:defRPr sz="2800">
                <a:solidFill>
                  <a:srgbClr val="0D3B4F"/>
                </a:solidFill>
                <a:latin typeface="Roboto Light" panose="02000000000000000000" pitchFamily="2" charset="0"/>
                <a:ea typeface="Roboto Light" panose="02000000000000000000" pitchFamily="2" charset="0"/>
              </a:defRPr>
            </a:lvl1pPr>
            <a:lvl2pPr>
              <a:buClr>
                <a:srgbClr val="0D3B4F"/>
              </a:buClr>
              <a:defRPr>
                <a:solidFill>
                  <a:srgbClr val="0D3B4F"/>
                </a:solidFill>
                <a:latin typeface="Roboto Light" panose="02000000000000000000" pitchFamily="2" charset="0"/>
                <a:ea typeface="Roboto Light" panose="02000000000000000000" pitchFamily="2" charset="0"/>
              </a:defRPr>
            </a:lvl2pPr>
            <a:lvl3pPr>
              <a:buClr>
                <a:srgbClr val="0D3B4F"/>
              </a:buClr>
              <a:defRPr>
                <a:solidFill>
                  <a:srgbClr val="0D3B4F"/>
                </a:solidFill>
                <a:latin typeface="Roboto Light" panose="02000000000000000000" pitchFamily="2" charset="0"/>
                <a:ea typeface="Roboto Light" panose="02000000000000000000" pitchFamily="2" charset="0"/>
              </a:defRPr>
            </a:lvl3pPr>
          </a:lstStyle>
          <a:p>
            <a:pPr lvl="0"/>
            <a:r>
              <a:rPr lang="en-US"/>
              <a:t>Click to edit Master text styles</a:t>
            </a:r>
          </a:p>
          <a:p>
            <a:pPr lvl="1"/>
            <a:r>
              <a:rPr lang="en-US"/>
              <a:t>Second level</a:t>
            </a:r>
          </a:p>
          <a:p>
            <a:pPr lvl="2"/>
            <a:r>
              <a:rPr lang="en-US"/>
              <a:t>Third level</a:t>
            </a:r>
          </a:p>
        </p:txBody>
      </p:sp>
      <p:pic>
        <p:nvPicPr>
          <p:cNvPr id="2" name="Picture 1">
            <a:extLst>
              <a:ext uri="{FF2B5EF4-FFF2-40B4-BE49-F238E27FC236}">
                <a16:creationId xmlns:a16="http://schemas.microsoft.com/office/drawing/2014/main" id="{573E270D-8E27-43C3-1CFA-AE933E98D95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7" name="TextBox 6">
            <a:extLst>
              <a:ext uri="{FF2B5EF4-FFF2-40B4-BE49-F238E27FC236}">
                <a16:creationId xmlns:a16="http://schemas.microsoft.com/office/drawing/2014/main" id="{BE98E921-6245-1FEC-223E-A51E004E63E9}"/>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
        <p:nvSpPr>
          <p:cNvPr id="9" name="Content Placeholder 2">
            <a:extLst>
              <a:ext uri="{FF2B5EF4-FFF2-40B4-BE49-F238E27FC236}">
                <a16:creationId xmlns:a16="http://schemas.microsoft.com/office/drawing/2014/main" id="{1B01110F-3187-24A0-57E8-EE1DED0DC212}"/>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cxnSp>
        <p:nvCxnSpPr>
          <p:cNvPr id="10" name="Straight Connector 9">
            <a:extLst>
              <a:ext uri="{FF2B5EF4-FFF2-40B4-BE49-F238E27FC236}">
                <a16:creationId xmlns:a16="http://schemas.microsoft.com/office/drawing/2014/main" id="{F9889FEC-E510-C186-0EC9-024E667186E2}"/>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31589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tmplLst>
          <p:tmpl lvl="1">
            <p:tnLst>
              <p:par>
                <p:cTn presetID="10" presetClass="entr" presetSubtype="0" fill="hold" nodeType="with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childTnLst>
                </p:cTn>
              </p:par>
            </p:tnLst>
          </p:tmpl>
        </p:tmplLst>
      </p:bldP>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Heading, Content and Image Vertical - Light Theme">
    <p:bg>
      <p:bgPr>
        <a:solidFill>
          <a:schemeClr val="bg1"/>
        </a:solidFill>
        <a:effectLst/>
      </p:bgPr>
    </p:bg>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AD55CEA4-E206-DAB7-8B5B-9B1ABBCB8E4D}"/>
              </a:ext>
            </a:extLst>
          </p:cNvPr>
          <p:cNvSpPr>
            <a:spLocks noGrp="1"/>
          </p:cNvSpPr>
          <p:nvPr>
            <p:ph sz="half" idx="1"/>
          </p:nvPr>
        </p:nvSpPr>
        <p:spPr>
          <a:xfrm>
            <a:off x="493295" y="1276715"/>
            <a:ext cx="11122056" cy="2289188"/>
          </a:xfrm>
          <a:prstGeom prst="rect">
            <a:avLst/>
          </a:prstGeom>
        </p:spPr>
        <p:txBody>
          <a:bodyPr lIns="91440">
            <a:normAutofit/>
          </a:bodyPr>
          <a:lstStyle>
            <a:lvl1pPr marL="228600" indent="-228600">
              <a:lnSpc>
                <a:spcPct val="100000"/>
              </a:lnSpc>
              <a:buClr>
                <a:srgbClr val="0D3B4F"/>
              </a:buClr>
              <a:buFont typeface="Arial" panose="020B0604020202020204" pitchFamily="34" charset="0"/>
              <a:buChar char="•"/>
              <a:defRPr sz="2800">
                <a:solidFill>
                  <a:srgbClr val="0D3B4F"/>
                </a:solidFill>
                <a:latin typeface="Roboto Light" panose="02000000000000000000" pitchFamily="2" charset="0"/>
                <a:ea typeface="Roboto Light" panose="02000000000000000000" pitchFamily="2" charset="0"/>
              </a:defRPr>
            </a:lvl1pPr>
            <a:lvl2pPr>
              <a:buClr>
                <a:srgbClr val="0D3B4F"/>
              </a:buClr>
              <a:defRPr>
                <a:solidFill>
                  <a:srgbClr val="0D3B4F"/>
                </a:solidFill>
                <a:latin typeface="Roboto Light" panose="02000000000000000000" pitchFamily="2" charset="0"/>
                <a:ea typeface="Roboto Light" panose="02000000000000000000" pitchFamily="2" charset="0"/>
              </a:defRPr>
            </a:lvl2pPr>
            <a:lvl3pPr>
              <a:buClr>
                <a:srgbClr val="0D3B4F"/>
              </a:buClr>
              <a:defRPr>
                <a:solidFill>
                  <a:srgbClr val="0D3B4F"/>
                </a:solidFill>
                <a:latin typeface="Roboto Light" panose="02000000000000000000" pitchFamily="2" charset="0"/>
                <a:ea typeface="Roboto Light" panose="02000000000000000000" pitchFamily="2" charset="0"/>
              </a:defRPr>
            </a:lvl3pPr>
          </a:lstStyle>
          <a:p>
            <a:pPr lvl="0"/>
            <a:r>
              <a:rPr lang="en-US"/>
              <a:t>Click to edit Master text styles</a:t>
            </a:r>
          </a:p>
          <a:p>
            <a:pPr lvl="1"/>
            <a:r>
              <a:rPr lang="en-US"/>
              <a:t>Second level</a:t>
            </a:r>
          </a:p>
          <a:p>
            <a:pPr lvl="2"/>
            <a:r>
              <a:rPr lang="en-US"/>
              <a:t>Third level</a:t>
            </a:r>
          </a:p>
        </p:txBody>
      </p:sp>
      <p:pic>
        <p:nvPicPr>
          <p:cNvPr id="4" name="Picture 3">
            <a:extLst>
              <a:ext uri="{FF2B5EF4-FFF2-40B4-BE49-F238E27FC236}">
                <a16:creationId xmlns:a16="http://schemas.microsoft.com/office/drawing/2014/main" id="{B8E7CD97-BF95-AF28-447D-BB1E2EDFBB2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7" name="TextBox 6">
            <a:extLst>
              <a:ext uri="{FF2B5EF4-FFF2-40B4-BE49-F238E27FC236}">
                <a16:creationId xmlns:a16="http://schemas.microsoft.com/office/drawing/2014/main" id="{BD15C720-9D69-8C23-58AD-23F46026915A}"/>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
        <p:nvSpPr>
          <p:cNvPr id="10" name="Content Placeholder 2">
            <a:extLst>
              <a:ext uri="{FF2B5EF4-FFF2-40B4-BE49-F238E27FC236}">
                <a16:creationId xmlns:a16="http://schemas.microsoft.com/office/drawing/2014/main" id="{E242FC20-AD5F-00A9-16A6-C284D0D466C9}"/>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cxnSp>
        <p:nvCxnSpPr>
          <p:cNvPr id="11" name="Straight Connector 10">
            <a:extLst>
              <a:ext uri="{FF2B5EF4-FFF2-40B4-BE49-F238E27FC236}">
                <a16:creationId xmlns:a16="http://schemas.microsoft.com/office/drawing/2014/main" id="{89287459-B6A1-E08F-15D2-D77E87D9A983}"/>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28621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5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tmplLst>
          <p:tmpl lvl="1">
            <p:tnLst>
              <p:par>
                <p:cTn presetID="10" presetClass="entr" presetSubtype="0" fill="hold" nodeType="with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fade">
                      <p:cBhvr>
                        <p:cTn dur="500"/>
                        <p:tgtEl>
                          <p:spTgt spid="10"/>
                        </p:tgtEl>
                      </p:cBhvr>
                    </p:animEffect>
                  </p:childTnLst>
                </p:cTn>
              </p:par>
            </p:tnLst>
          </p:tmpl>
        </p:tmplLst>
      </p:bldP>
    </p:bld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Heading and Image - Light Theme">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D58C075-9A2A-EDE0-63C2-EBE96D93954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7" name="TextBox 6">
            <a:extLst>
              <a:ext uri="{FF2B5EF4-FFF2-40B4-BE49-F238E27FC236}">
                <a16:creationId xmlns:a16="http://schemas.microsoft.com/office/drawing/2014/main" id="{E35370DA-0C40-FE6A-9E5C-347165ED93C9}"/>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
        <p:nvSpPr>
          <p:cNvPr id="8" name="Content Placeholder 2">
            <a:extLst>
              <a:ext uri="{FF2B5EF4-FFF2-40B4-BE49-F238E27FC236}">
                <a16:creationId xmlns:a16="http://schemas.microsoft.com/office/drawing/2014/main" id="{FC10E24D-4C7D-D667-FE78-B7ED99A0DDFE}"/>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cxnSp>
        <p:nvCxnSpPr>
          <p:cNvPr id="9" name="Straight Connector 8">
            <a:extLst>
              <a:ext uri="{FF2B5EF4-FFF2-40B4-BE49-F238E27FC236}">
                <a16:creationId xmlns:a16="http://schemas.microsoft.com/office/drawing/2014/main" id="{1663113E-FA48-4730-D9F0-33740E995D89}"/>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94147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tmplLst>
          <p:tmpl lvl="1">
            <p:tnLst>
              <p:par>
                <p:cTn presetID="10"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Agenda Light">
    <p:bg>
      <p:bgPr>
        <a:solidFill>
          <a:schemeClr val="bg1"/>
        </a:solidFill>
        <a:effectLst/>
      </p:bgPr>
    </p:bg>
    <p:spTree>
      <p:nvGrpSpPr>
        <p:cNvPr id="1" name=""/>
        <p:cNvGrpSpPr/>
        <p:nvPr/>
      </p:nvGrpSpPr>
      <p:grpSpPr>
        <a:xfrm>
          <a:off x="0" y="0"/>
          <a:ext cx="0" cy="0"/>
          <a:chOff x="0" y="0"/>
          <a:chExt cx="0" cy="0"/>
        </a:xfrm>
      </p:grpSpPr>
      <p:pic>
        <p:nvPicPr>
          <p:cNvPr id="5" name="Picture 4" descr="A black and white logo&#10;&#10;Description automatically generated">
            <a:extLst>
              <a:ext uri="{FF2B5EF4-FFF2-40B4-BE49-F238E27FC236}">
                <a16:creationId xmlns:a16="http://schemas.microsoft.com/office/drawing/2014/main" id="{C6DF01AD-F736-C2C7-0FAA-55FF8A2CFFB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08962" y="6383986"/>
            <a:ext cx="1494944" cy="319988"/>
          </a:xfrm>
          <a:prstGeom prst="rect">
            <a:avLst/>
          </a:prstGeom>
        </p:spPr>
      </p:pic>
      <p:sp>
        <p:nvSpPr>
          <p:cNvPr id="8" name="Content Placeholder 2">
            <a:extLst>
              <a:ext uri="{FF2B5EF4-FFF2-40B4-BE49-F238E27FC236}">
                <a16:creationId xmlns:a16="http://schemas.microsoft.com/office/drawing/2014/main" id="{1D19E02B-56E8-ACD8-1B70-805BA4633E04}"/>
              </a:ext>
            </a:extLst>
          </p:cNvPr>
          <p:cNvSpPr>
            <a:spLocks noGrp="1"/>
          </p:cNvSpPr>
          <p:nvPr>
            <p:ph sz="half" idx="1" hasCustomPrompt="1"/>
          </p:nvPr>
        </p:nvSpPr>
        <p:spPr>
          <a:xfrm>
            <a:off x="5719315" y="1276150"/>
            <a:ext cx="6098863" cy="4960013"/>
          </a:xfrm>
          <a:prstGeom prst="rect">
            <a:avLst/>
          </a:prstGeom>
        </p:spPr>
        <p:txBody>
          <a:bodyPr lIns="91440">
            <a:normAutofit/>
          </a:bodyPr>
          <a:lstStyle>
            <a:lvl1pPr marL="228600" indent="-228600">
              <a:lnSpc>
                <a:spcPct val="100000"/>
              </a:lnSpc>
              <a:buClrTx/>
              <a:buFont typeface="Arial" panose="020B0604020202020204" pitchFamily="34" charset="0"/>
              <a:buChar char="•"/>
              <a:defRPr sz="2400">
                <a:solidFill>
                  <a:srgbClr val="0D3B4F"/>
                </a:solidFill>
                <a:latin typeface="Roboto Light" panose="02000000000000000000" pitchFamily="2" charset="0"/>
                <a:ea typeface="Roboto Light" panose="02000000000000000000" pitchFamily="2" charset="0"/>
              </a:defRPr>
            </a:lvl1pPr>
            <a:lvl2pPr>
              <a:buClrTx/>
              <a:defRPr sz="2000">
                <a:solidFill>
                  <a:srgbClr val="0D3B4F"/>
                </a:solidFill>
              </a:defRPr>
            </a:lvl2pPr>
            <a:lvl3pPr>
              <a:buClrTx/>
              <a:defRPr sz="1800">
                <a:solidFill>
                  <a:srgbClr val="0D3B4F"/>
                </a:solidFill>
              </a:defRPr>
            </a:lvl3pPr>
          </a:lstStyle>
          <a:p>
            <a:pPr lvl="0"/>
            <a:r>
              <a:rPr lang="en-US" dirty="0"/>
              <a:t>First Level</a:t>
            </a:r>
          </a:p>
          <a:p>
            <a:pPr lvl="1"/>
            <a:r>
              <a:rPr lang="en-US" dirty="0"/>
              <a:t>Second Level</a:t>
            </a:r>
          </a:p>
          <a:p>
            <a:pPr lvl="2"/>
            <a:r>
              <a:rPr lang="en-US" dirty="0"/>
              <a:t>Third Level</a:t>
            </a:r>
          </a:p>
          <a:p>
            <a:pPr lvl="0"/>
            <a:endParaRPr lang="en-US" dirty="0"/>
          </a:p>
          <a:p>
            <a:pPr lvl="0"/>
            <a:endParaRPr lang="en-US" dirty="0"/>
          </a:p>
        </p:txBody>
      </p:sp>
      <p:sp>
        <p:nvSpPr>
          <p:cNvPr id="9" name="Content Placeholder 2">
            <a:extLst>
              <a:ext uri="{FF2B5EF4-FFF2-40B4-BE49-F238E27FC236}">
                <a16:creationId xmlns:a16="http://schemas.microsoft.com/office/drawing/2014/main" id="{444138E5-EED3-8D63-A785-F95739F3F154}"/>
              </a:ext>
            </a:extLst>
          </p:cNvPr>
          <p:cNvSpPr>
            <a:spLocks noGrp="1"/>
          </p:cNvSpPr>
          <p:nvPr>
            <p:ph sz="half" idx="10" hasCustomPrompt="1"/>
          </p:nvPr>
        </p:nvSpPr>
        <p:spPr>
          <a:xfrm>
            <a:off x="5719316" y="422703"/>
            <a:ext cx="6098865" cy="552091"/>
          </a:xfrm>
          <a:prstGeom prst="rect">
            <a:avLst/>
          </a:prstGeom>
        </p:spPr>
        <p:txBody>
          <a:bodyPr lIns="91440">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sp>
        <p:nvSpPr>
          <p:cNvPr id="10" name="Rectangle 9">
            <a:extLst>
              <a:ext uri="{FF2B5EF4-FFF2-40B4-BE49-F238E27FC236}">
                <a16:creationId xmlns:a16="http://schemas.microsoft.com/office/drawing/2014/main" id="{E9C55C16-DF64-F949-0239-27F0F3861759}"/>
              </a:ext>
            </a:extLst>
          </p:cNvPr>
          <p:cNvSpPr/>
          <p:nvPr/>
        </p:nvSpPr>
        <p:spPr bwMode="auto">
          <a:xfrm>
            <a:off x="0" y="0"/>
            <a:ext cx="5255418" cy="6858000"/>
          </a:xfrm>
          <a:prstGeom prst="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stStyle>
          <a:p>
            <a:pPr algn="l" defTabSz="932472" fontAlgn="base">
              <a:spcBef>
                <a:spcPct val="0"/>
              </a:spcBef>
              <a:spcAft>
                <a:spcPct val="0"/>
              </a:spcAft>
            </a:pPr>
            <a:endParaRPr lang="en-US" sz="2000" dirty="0">
              <a:solidFill>
                <a:srgbClr val="3B2E58"/>
              </a:solidFill>
              <a:ea typeface="Segoe UI" pitchFamily="34" charset="0"/>
              <a:cs typeface="Segoe UI" pitchFamily="34" charset="0"/>
            </a:endParaRPr>
          </a:p>
        </p:txBody>
      </p:sp>
      <p:cxnSp>
        <p:nvCxnSpPr>
          <p:cNvPr id="12" name="Straight Connector 11">
            <a:extLst>
              <a:ext uri="{FF2B5EF4-FFF2-40B4-BE49-F238E27FC236}">
                <a16:creationId xmlns:a16="http://schemas.microsoft.com/office/drawing/2014/main" id="{31A9AEAF-EC84-0313-4DD0-1538620521F6}"/>
              </a:ext>
            </a:extLst>
          </p:cNvPr>
          <p:cNvCxnSpPr>
            <a:cxnSpLocks/>
          </p:cNvCxnSpPr>
          <p:nvPr/>
        </p:nvCxnSpPr>
        <p:spPr>
          <a:xfrm>
            <a:off x="5259569"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13" name="Title 1">
            <a:extLst>
              <a:ext uri="{FF2B5EF4-FFF2-40B4-BE49-F238E27FC236}">
                <a16:creationId xmlns:a16="http://schemas.microsoft.com/office/drawing/2014/main" id="{9943E9D6-1CCF-2BAA-1FB2-4053F7BD1BFD}"/>
              </a:ext>
            </a:extLst>
          </p:cNvPr>
          <p:cNvSpPr>
            <a:spLocks noGrp="1"/>
          </p:cNvSpPr>
          <p:nvPr>
            <p:ph type="title" hasCustomPrompt="1"/>
          </p:nvPr>
        </p:nvSpPr>
        <p:spPr>
          <a:xfrm>
            <a:off x="373823" y="2690336"/>
            <a:ext cx="4443252" cy="738664"/>
          </a:xfrm>
          <a:prstGeom prst="rect">
            <a:avLst/>
          </a:prstGeom>
          <a:noFill/>
        </p:spPr>
        <p:txBody>
          <a:bodyPr wrap="square" tIns="91440" bIns="91440" anchor="t" anchorCtr="0">
            <a:spAutoFit/>
          </a:bodyPr>
          <a:lstStyle>
            <a:lvl1pPr algn="ctr">
              <a:defRPr sz="4000" spc="-100" baseline="0">
                <a:solidFill>
                  <a:srgbClr val="00F0EA"/>
                </a:solidFill>
                <a:latin typeface="+mj-lt"/>
                <a:ea typeface="Roboto Light" panose="02000000000000000000" pitchFamily="2" charset="0"/>
              </a:defRPr>
            </a:lvl1pPr>
          </a:lstStyle>
          <a:p>
            <a:r>
              <a:rPr lang="en-US" dirty="0"/>
              <a:t>Heading Text</a:t>
            </a:r>
          </a:p>
        </p:txBody>
      </p:sp>
      <p:pic>
        <p:nvPicPr>
          <p:cNvPr id="3" name="Picture 2" descr="A black and white logo&#10;&#10;Description automatically generated">
            <a:extLst>
              <a:ext uri="{FF2B5EF4-FFF2-40B4-BE49-F238E27FC236}">
                <a16:creationId xmlns:a16="http://schemas.microsoft.com/office/drawing/2014/main" id="{59073438-1C62-6B9F-70AD-9967DD33250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
        <p:nvSpPr>
          <p:cNvPr id="4" name="TextBox 3">
            <a:extLst>
              <a:ext uri="{FF2B5EF4-FFF2-40B4-BE49-F238E27FC236}">
                <a16:creationId xmlns:a16="http://schemas.microsoft.com/office/drawing/2014/main" id="{5BF99588-797B-A32D-414C-F7D05E0D5EFD}"/>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820347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tmplLst>
          <p:tmpl lvl="1">
            <p:tnLst>
              <p:par>
                <p:cTn presetID="10" presetClass="entr" presetSubtype="0" fill="hold" nodeType="with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childTnLst>
                </p:cTn>
              </p:par>
            </p:tnLst>
          </p:tmpl>
        </p:tmplLst>
      </p:bldP>
      <p:bldP spid="13" grpId="0"/>
    </p:bld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Vertical Heading and Large Image">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4D5B20-1B62-EA2E-28AF-620EDB3FFC14}"/>
              </a:ext>
            </a:extLst>
          </p:cNvPr>
          <p:cNvSpPr/>
          <p:nvPr/>
        </p:nvSpPr>
        <p:spPr>
          <a:xfrm>
            <a:off x="0" y="0"/>
            <a:ext cx="2473485" cy="6858000"/>
          </a:xfrm>
          <a:prstGeom prst="rect">
            <a:avLst/>
          </a:prstGeom>
          <a:solidFill>
            <a:schemeClr val="accent1">
              <a:lumMod val="50000"/>
            </a:schemeClr>
          </a:solidFill>
          <a:ln>
            <a:solidFill>
              <a:schemeClr val="tx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9">
            <a:extLst>
              <a:ext uri="{FF2B5EF4-FFF2-40B4-BE49-F238E27FC236}">
                <a16:creationId xmlns:a16="http://schemas.microsoft.com/office/drawing/2014/main" id="{0954F7F8-633C-1056-C63B-72D51AC724CC}"/>
              </a:ext>
            </a:extLst>
          </p:cNvPr>
          <p:cNvSpPr>
            <a:spLocks noGrp="1"/>
          </p:cNvSpPr>
          <p:nvPr>
            <p:ph type="title" hasCustomPrompt="1"/>
          </p:nvPr>
        </p:nvSpPr>
        <p:spPr>
          <a:xfrm>
            <a:off x="302520" y="2357938"/>
            <a:ext cx="1907827" cy="627864"/>
          </a:xfrm>
          <a:prstGeom prst="rect">
            <a:avLst/>
          </a:prstGeom>
        </p:spPr>
        <p:txBody>
          <a:bodyPr wrap="square" lIns="91440" tIns="91440" rIns="91440" bIns="91440" anchor="t" anchorCtr="0">
            <a:spAutoFit/>
          </a:bodyPr>
          <a:lstStyle>
            <a:lvl1pPr>
              <a:defRPr sz="3200">
                <a:solidFill>
                  <a:srgbClr val="00F0EA"/>
                </a:solidFill>
                <a:latin typeface="+mj-lt"/>
                <a:ea typeface="Roboto Light" panose="02000000000000000000" pitchFamily="2" charset="0"/>
              </a:defRPr>
            </a:lvl1pPr>
          </a:lstStyle>
          <a:p>
            <a:r>
              <a:rPr lang="en-US" dirty="0"/>
              <a:t>Heading</a:t>
            </a:r>
            <a:endParaRPr lang="en-US" dirty="0">
              <a:cs typeface="Calibri Light"/>
            </a:endParaRPr>
          </a:p>
        </p:txBody>
      </p:sp>
      <p:cxnSp>
        <p:nvCxnSpPr>
          <p:cNvPr id="6" name="Straight Connector 5">
            <a:extLst>
              <a:ext uri="{FF2B5EF4-FFF2-40B4-BE49-F238E27FC236}">
                <a16:creationId xmlns:a16="http://schemas.microsoft.com/office/drawing/2014/main" id="{459766FA-AF47-1934-153F-656BC7B60605}"/>
              </a:ext>
            </a:extLst>
          </p:cNvPr>
          <p:cNvCxnSpPr>
            <a:cxnSpLocks/>
          </p:cNvCxnSpPr>
          <p:nvPr/>
        </p:nvCxnSpPr>
        <p:spPr>
          <a:xfrm>
            <a:off x="2485245"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pic>
        <p:nvPicPr>
          <p:cNvPr id="2" name="Picture 1" descr="A black and white logo&#10;&#10;Description automatically generated">
            <a:extLst>
              <a:ext uri="{FF2B5EF4-FFF2-40B4-BE49-F238E27FC236}">
                <a16:creationId xmlns:a16="http://schemas.microsoft.com/office/drawing/2014/main" id="{C8F4B77F-0D0D-0DC6-3F9E-303AAF78DE0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
        <p:nvSpPr>
          <p:cNvPr id="8" name="TextBox 7">
            <a:extLst>
              <a:ext uri="{FF2B5EF4-FFF2-40B4-BE49-F238E27FC236}">
                <a16:creationId xmlns:a16="http://schemas.microsoft.com/office/drawing/2014/main" id="{12F5F5B0-3542-BD53-B3C3-511B7DF3B642}"/>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11205754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Vertical Heading and Image">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4D5B20-1B62-EA2E-28AF-620EDB3FFC14}"/>
              </a:ext>
            </a:extLst>
          </p:cNvPr>
          <p:cNvSpPr/>
          <p:nvPr/>
        </p:nvSpPr>
        <p:spPr>
          <a:xfrm>
            <a:off x="0" y="0"/>
            <a:ext cx="3657600" cy="6858000"/>
          </a:xfrm>
          <a:prstGeom prst="rect">
            <a:avLst/>
          </a:prstGeom>
          <a:solidFill>
            <a:schemeClr val="accent1">
              <a:lumMod val="50000"/>
            </a:schemeClr>
          </a:solidFill>
          <a:ln>
            <a:solidFill>
              <a:schemeClr val="tx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9">
            <a:extLst>
              <a:ext uri="{FF2B5EF4-FFF2-40B4-BE49-F238E27FC236}">
                <a16:creationId xmlns:a16="http://schemas.microsoft.com/office/drawing/2014/main" id="{0954F7F8-633C-1056-C63B-72D51AC724CC}"/>
              </a:ext>
            </a:extLst>
          </p:cNvPr>
          <p:cNvSpPr>
            <a:spLocks noGrp="1"/>
          </p:cNvSpPr>
          <p:nvPr>
            <p:ph type="title" hasCustomPrompt="1"/>
          </p:nvPr>
        </p:nvSpPr>
        <p:spPr>
          <a:xfrm>
            <a:off x="280562" y="2801136"/>
            <a:ext cx="3096475" cy="627864"/>
          </a:xfrm>
          <a:prstGeom prst="rect">
            <a:avLst/>
          </a:prstGeom>
        </p:spPr>
        <p:txBody>
          <a:bodyPr wrap="square" lIns="91440" tIns="91440" rIns="91440" bIns="91440" anchor="t" anchorCtr="0">
            <a:spAutoFit/>
          </a:bodyPr>
          <a:lstStyle>
            <a:lvl1pPr>
              <a:defRPr sz="3200">
                <a:solidFill>
                  <a:srgbClr val="00F0EA"/>
                </a:solidFill>
                <a:latin typeface="+mj-lt"/>
                <a:ea typeface="Roboto Light" panose="02000000000000000000" pitchFamily="2" charset="0"/>
              </a:defRPr>
            </a:lvl1pPr>
          </a:lstStyle>
          <a:p>
            <a:r>
              <a:rPr lang="en-US" dirty="0"/>
              <a:t>Heading Text</a:t>
            </a:r>
            <a:endParaRPr lang="en-US" dirty="0">
              <a:cs typeface="Calibri Light"/>
            </a:endParaRPr>
          </a:p>
        </p:txBody>
      </p:sp>
      <p:cxnSp>
        <p:nvCxnSpPr>
          <p:cNvPr id="6" name="Straight Connector 5">
            <a:extLst>
              <a:ext uri="{FF2B5EF4-FFF2-40B4-BE49-F238E27FC236}">
                <a16:creationId xmlns:a16="http://schemas.microsoft.com/office/drawing/2014/main" id="{459766FA-AF47-1934-153F-656BC7B60605}"/>
              </a:ext>
            </a:extLst>
          </p:cNvPr>
          <p:cNvCxnSpPr>
            <a:cxnSpLocks/>
          </p:cNvCxnSpPr>
          <p:nvPr/>
        </p:nvCxnSpPr>
        <p:spPr>
          <a:xfrm>
            <a:off x="3677942"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pic>
        <p:nvPicPr>
          <p:cNvPr id="7" name="Picture 6" descr="A black and white logo&#10;&#10;Description automatically generated">
            <a:extLst>
              <a:ext uri="{FF2B5EF4-FFF2-40B4-BE49-F238E27FC236}">
                <a16:creationId xmlns:a16="http://schemas.microsoft.com/office/drawing/2014/main" id="{7CA36C7E-9368-2FEC-4C6C-0E9EE11FC64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
        <p:nvSpPr>
          <p:cNvPr id="8" name="TextBox 7">
            <a:extLst>
              <a:ext uri="{FF2B5EF4-FFF2-40B4-BE49-F238E27FC236}">
                <a16:creationId xmlns:a16="http://schemas.microsoft.com/office/drawing/2014/main" id="{E0F102C1-9945-8365-90E1-0591D7ABB75E}"/>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238636659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Demo">
    <p:bg>
      <p:bgPr>
        <a:solidFill>
          <a:schemeClr val="accent1">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869CE-B64A-A2B7-78A0-47FAA9EBFAF3}"/>
              </a:ext>
            </a:extLst>
          </p:cNvPr>
          <p:cNvSpPr>
            <a:spLocks noGrp="1"/>
          </p:cNvSpPr>
          <p:nvPr>
            <p:ph type="title" hasCustomPrompt="1"/>
          </p:nvPr>
        </p:nvSpPr>
        <p:spPr>
          <a:xfrm>
            <a:off x="493295" y="1989612"/>
            <a:ext cx="11113251" cy="738664"/>
          </a:xfrm>
          <a:prstGeom prst="rect">
            <a:avLst/>
          </a:prstGeom>
          <a:noFill/>
        </p:spPr>
        <p:txBody>
          <a:bodyPr wrap="square" tIns="91440" bIns="91440" anchor="t" anchorCtr="0">
            <a:spAutoFit/>
          </a:bodyPr>
          <a:lstStyle>
            <a:lvl1pPr>
              <a:defRPr sz="4000" spc="-100" baseline="0">
                <a:solidFill>
                  <a:srgbClr val="00F0EA"/>
                </a:solidFill>
                <a:latin typeface="+mj-lt"/>
                <a:ea typeface="Roboto Light" panose="02000000000000000000" pitchFamily="2" charset="0"/>
              </a:defRPr>
            </a:lvl1pPr>
          </a:lstStyle>
          <a:p>
            <a:r>
              <a:rPr lang="en-US" dirty="0"/>
              <a:t>DEMO</a:t>
            </a:r>
          </a:p>
        </p:txBody>
      </p:sp>
      <p:sp>
        <p:nvSpPr>
          <p:cNvPr id="4" name="Content Placeholder 2">
            <a:extLst>
              <a:ext uri="{FF2B5EF4-FFF2-40B4-BE49-F238E27FC236}">
                <a16:creationId xmlns:a16="http://schemas.microsoft.com/office/drawing/2014/main" id="{66B66E12-9BB3-7E03-ED63-6F68DD490DDA}"/>
              </a:ext>
            </a:extLst>
          </p:cNvPr>
          <p:cNvSpPr>
            <a:spLocks noGrp="1"/>
          </p:cNvSpPr>
          <p:nvPr>
            <p:ph sz="half" idx="1" hasCustomPrompt="1"/>
          </p:nvPr>
        </p:nvSpPr>
        <p:spPr>
          <a:xfrm>
            <a:off x="484490" y="2854475"/>
            <a:ext cx="11122056" cy="2673061"/>
          </a:xfrm>
          <a:prstGeom prst="rect">
            <a:avLst/>
          </a:prstGeom>
        </p:spPr>
        <p:txBody>
          <a:bodyPr lIns="91440">
            <a:normAutofit/>
          </a:bodyPr>
          <a:lstStyle>
            <a:lvl1pPr marL="0" indent="0">
              <a:buFont typeface="Arial" panose="020B0604020202020204" pitchFamily="34" charset="0"/>
              <a:buNone/>
              <a:defRPr sz="3200">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Title text</a:t>
            </a:r>
          </a:p>
        </p:txBody>
      </p:sp>
    </p:spTree>
    <p:extLst>
      <p:ext uri="{BB962C8B-B14F-4D97-AF65-F5344CB8AC3E}">
        <p14:creationId xmlns:p14="http://schemas.microsoft.com/office/powerpoint/2010/main" val="2644018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tmplLst>
          <p:tmpl lvl="1">
            <p:tnLst>
              <p:par>
                <p:cTn presetID="10"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500"/>
                        <p:tgtEl>
                          <p:spTgt spid="4"/>
                        </p:tgtEl>
                      </p:cBhvr>
                    </p:animEffect>
                  </p:childTnLst>
                </p:cTn>
              </p:par>
            </p:tnLst>
          </p:tmpl>
        </p:tmplLst>
      </p:bldP>
    </p:bld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Demo Dark">
    <p:bg>
      <p:bgPr>
        <a:solidFill>
          <a:srgbClr val="0821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869CE-B64A-A2B7-78A0-47FAA9EBFAF3}"/>
              </a:ext>
            </a:extLst>
          </p:cNvPr>
          <p:cNvSpPr>
            <a:spLocks noGrp="1"/>
          </p:cNvSpPr>
          <p:nvPr>
            <p:ph type="title" hasCustomPrompt="1"/>
          </p:nvPr>
        </p:nvSpPr>
        <p:spPr>
          <a:xfrm>
            <a:off x="493295" y="1989612"/>
            <a:ext cx="11113251" cy="738664"/>
          </a:xfrm>
          <a:prstGeom prst="rect">
            <a:avLst/>
          </a:prstGeom>
          <a:noFill/>
        </p:spPr>
        <p:txBody>
          <a:bodyPr wrap="square" tIns="91440" bIns="91440" anchor="t" anchorCtr="0">
            <a:spAutoFit/>
          </a:bodyPr>
          <a:lstStyle>
            <a:lvl1pPr>
              <a:defRPr sz="4000" spc="-100" baseline="0">
                <a:solidFill>
                  <a:srgbClr val="00F0EA"/>
                </a:solidFill>
                <a:latin typeface="+mj-lt"/>
                <a:ea typeface="Roboto Light" panose="02000000000000000000" pitchFamily="2" charset="0"/>
              </a:defRPr>
            </a:lvl1pPr>
          </a:lstStyle>
          <a:p>
            <a:r>
              <a:rPr lang="en-US" dirty="0"/>
              <a:t>DEMO</a:t>
            </a:r>
          </a:p>
        </p:txBody>
      </p:sp>
      <p:sp>
        <p:nvSpPr>
          <p:cNvPr id="3" name="Content Placeholder 2">
            <a:extLst>
              <a:ext uri="{FF2B5EF4-FFF2-40B4-BE49-F238E27FC236}">
                <a16:creationId xmlns:a16="http://schemas.microsoft.com/office/drawing/2014/main" id="{C5DA8C8F-C9FF-E150-0975-AC8DD67162F4}"/>
              </a:ext>
            </a:extLst>
          </p:cNvPr>
          <p:cNvSpPr>
            <a:spLocks noGrp="1"/>
          </p:cNvSpPr>
          <p:nvPr>
            <p:ph sz="half" idx="1" hasCustomPrompt="1"/>
          </p:nvPr>
        </p:nvSpPr>
        <p:spPr>
          <a:xfrm>
            <a:off x="484490" y="2854475"/>
            <a:ext cx="11122056" cy="2673061"/>
          </a:xfrm>
          <a:prstGeom prst="rect">
            <a:avLst/>
          </a:prstGeom>
        </p:spPr>
        <p:txBody>
          <a:bodyPr lIns="91440">
            <a:normAutofit/>
          </a:bodyPr>
          <a:lstStyle>
            <a:lvl1pPr marL="0" indent="0">
              <a:buFont typeface="Arial" panose="020B0604020202020204" pitchFamily="34" charset="0"/>
              <a:buNone/>
              <a:defRPr sz="3200">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Title text</a:t>
            </a:r>
          </a:p>
        </p:txBody>
      </p:sp>
    </p:spTree>
    <p:extLst>
      <p:ext uri="{BB962C8B-B14F-4D97-AF65-F5344CB8AC3E}">
        <p14:creationId xmlns:p14="http://schemas.microsoft.com/office/powerpoint/2010/main" val="1245756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New Section">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549B69F4-6542-CC32-13BB-1EDC8016C7F0}"/>
              </a:ext>
            </a:extLst>
          </p:cNvPr>
          <p:cNvSpPr>
            <a:spLocks noGrp="1"/>
          </p:cNvSpPr>
          <p:nvPr>
            <p:ph type="title" hasCustomPrompt="1"/>
          </p:nvPr>
        </p:nvSpPr>
        <p:spPr>
          <a:xfrm>
            <a:off x="539374" y="2690336"/>
            <a:ext cx="11113251" cy="738664"/>
          </a:xfrm>
          <a:prstGeom prst="rect">
            <a:avLst/>
          </a:prstGeom>
          <a:noFill/>
        </p:spPr>
        <p:txBody>
          <a:bodyPr wrap="square" tIns="91440" bIns="91440" anchor="t" anchorCtr="0">
            <a:spAutoFit/>
          </a:bodyPr>
          <a:lstStyle>
            <a:lvl1pPr algn="ctr">
              <a:defRPr sz="4000" spc="-100" baseline="0">
                <a:solidFill>
                  <a:srgbClr val="00F0EA"/>
                </a:solidFill>
                <a:latin typeface="+mj-lt"/>
                <a:ea typeface="Roboto Light" panose="02000000000000000000" pitchFamily="2" charset="0"/>
              </a:defRPr>
            </a:lvl1pPr>
          </a:lstStyle>
          <a:p>
            <a:r>
              <a:rPr lang="en-US" dirty="0"/>
              <a:t>Section Heading Text</a:t>
            </a:r>
          </a:p>
        </p:txBody>
      </p:sp>
    </p:spTree>
    <p:extLst>
      <p:ext uri="{BB962C8B-B14F-4D97-AF65-F5344CB8AC3E}">
        <p14:creationId xmlns:p14="http://schemas.microsoft.com/office/powerpoint/2010/main" val="19552379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New Section Dark">
    <p:bg>
      <p:bgPr>
        <a:solidFill>
          <a:srgbClr val="0821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9197C-A14F-EF49-12E9-8F9D65AAF709}"/>
              </a:ext>
            </a:extLst>
          </p:cNvPr>
          <p:cNvSpPr>
            <a:spLocks noGrp="1"/>
          </p:cNvSpPr>
          <p:nvPr>
            <p:ph type="title" hasCustomPrompt="1"/>
          </p:nvPr>
        </p:nvSpPr>
        <p:spPr>
          <a:xfrm>
            <a:off x="539374" y="2690336"/>
            <a:ext cx="11113251" cy="738664"/>
          </a:xfrm>
          <a:prstGeom prst="rect">
            <a:avLst/>
          </a:prstGeom>
          <a:noFill/>
        </p:spPr>
        <p:txBody>
          <a:bodyPr wrap="square" tIns="91440" bIns="91440" anchor="t" anchorCtr="0">
            <a:spAutoFit/>
          </a:bodyPr>
          <a:lstStyle>
            <a:lvl1pPr algn="ctr">
              <a:defRPr sz="4000" spc="-100" baseline="0">
                <a:solidFill>
                  <a:srgbClr val="00F0EA"/>
                </a:solidFill>
                <a:latin typeface="+mj-lt"/>
                <a:ea typeface="Roboto Light" panose="02000000000000000000" pitchFamily="2" charset="0"/>
              </a:defRPr>
            </a:lvl1pPr>
          </a:lstStyle>
          <a:p>
            <a:r>
              <a:rPr lang="en-US" dirty="0"/>
              <a:t>Section Heading Text</a:t>
            </a:r>
          </a:p>
        </p:txBody>
      </p:sp>
    </p:spTree>
    <p:extLst>
      <p:ext uri="{BB962C8B-B14F-4D97-AF65-F5344CB8AC3E}">
        <p14:creationId xmlns:p14="http://schemas.microsoft.com/office/powerpoint/2010/main" val="3390661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Demo Horizontal">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86C3A6A-52AD-4603-A315-FB85F98EFFD0}"/>
              </a:ext>
            </a:extLst>
          </p:cNvPr>
          <p:cNvSpPr/>
          <p:nvPr/>
        </p:nvSpPr>
        <p:spPr bwMode="auto">
          <a:xfrm>
            <a:off x="5951538" y="0"/>
            <a:ext cx="6240462" cy="6858000"/>
          </a:xfrm>
          <a:prstGeom prst="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cxnSp>
        <p:nvCxnSpPr>
          <p:cNvPr id="27" name="Straight Connector 26">
            <a:extLst>
              <a:ext uri="{FF2B5EF4-FFF2-40B4-BE49-F238E27FC236}">
                <a16:creationId xmlns:a16="http://schemas.microsoft.com/office/drawing/2014/main" id="{6E4957CE-9F1E-48E5-9589-60C25FE5C6E1}"/>
              </a:ext>
            </a:extLst>
          </p:cNvPr>
          <p:cNvCxnSpPr>
            <a:cxnSpLocks/>
          </p:cNvCxnSpPr>
          <p:nvPr/>
        </p:nvCxnSpPr>
        <p:spPr>
          <a:xfrm>
            <a:off x="5934945"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6" name="Content Placeholder 2">
            <a:extLst>
              <a:ext uri="{FF2B5EF4-FFF2-40B4-BE49-F238E27FC236}">
                <a16:creationId xmlns:a16="http://schemas.microsoft.com/office/drawing/2014/main" id="{4F10F2F3-E7C9-5A3B-5A3A-2F657B7544C5}"/>
              </a:ext>
            </a:extLst>
          </p:cNvPr>
          <p:cNvSpPr>
            <a:spLocks noGrp="1"/>
          </p:cNvSpPr>
          <p:nvPr>
            <p:ph sz="half" idx="1" hasCustomPrompt="1"/>
          </p:nvPr>
        </p:nvSpPr>
        <p:spPr>
          <a:xfrm>
            <a:off x="493295" y="1276153"/>
            <a:ext cx="5156998"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5" name="Content Placeholder 2">
            <a:extLst>
              <a:ext uri="{FF2B5EF4-FFF2-40B4-BE49-F238E27FC236}">
                <a16:creationId xmlns:a16="http://schemas.microsoft.com/office/drawing/2014/main" id="{16573F37-5E38-4DE7-D01D-29CB325BB933}"/>
              </a:ext>
            </a:extLst>
          </p:cNvPr>
          <p:cNvSpPr>
            <a:spLocks noGrp="1"/>
          </p:cNvSpPr>
          <p:nvPr>
            <p:ph sz="half" idx="10" hasCustomPrompt="1"/>
          </p:nvPr>
        </p:nvSpPr>
        <p:spPr>
          <a:xfrm>
            <a:off x="493295" y="431324"/>
            <a:ext cx="5156994"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sp>
        <p:nvSpPr>
          <p:cNvPr id="8" name="TextBox 7">
            <a:extLst>
              <a:ext uri="{FF2B5EF4-FFF2-40B4-BE49-F238E27FC236}">
                <a16:creationId xmlns:a16="http://schemas.microsoft.com/office/drawing/2014/main" id="{DFAAD7D6-23BD-096F-D2AC-99E21B392F8C}"/>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chemeClr val="tx2">
                    <a:lumMod val="10000"/>
                    <a:lumOff val="90000"/>
                  </a:schemeClr>
                </a:solidFill>
                <a:effectLst/>
                <a:latin typeface="Roboto" panose="02000000000000000000" pitchFamily="2" charset="0"/>
                <a:ea typeface="Roboto" panose="02000000000000000000" pitchFamily="2" charset="0"/>
              </a:rPr>
              <a:t>©</a:t>
            </a:r>
            <a:r>
              <a:rPr lang="en-US" sz="800" b="0" i="0" dirty="0">
                <a:solidFill>
                  <a:schemeClr val="tx2">
                    <a:lumMod val="10000"/>
                    <a:lumOff val="90000"/>
                  </a:schemeClr>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chemeClr val="tx2">
                  <a:lumMod val="10000"/>
                  <a:lumOff val="90000"/>
                </a:schemeClr>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257939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tmplLst>
          <p:tmpl lvl="1">
            <p:tnLst>
              <p:par>
                <p:cTn presetID="10" presetClass="entr" presetSubtype="0" fill="hold" nodeType="with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fade">
                      <p:cBhvr>
                        <p:cTn dur="500"/>
                        <p:tgtEl>
                          <p:spTgt spid="5"/>
                        </p:tgtEl>
                      </p:cBhvr>
                    </p:animEffect>
                  </p:childTnLst>
                </p:cTn>
              </p:par>
            </p:tnLst>
          </p:tmpl>
        </p:tmplLst>
      </p:bldP>
    </p:bld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Demo Block">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86C3A6A-52AD-4603-A315-FB85F98EFFD0}"/>
              </a:ext>
            </a:extLst>
          </p:cNvPr>
          <p:cNvSpPr/>
          <p:nvPr/>
        </p:nvSpPr>
        <p:spPr bwMode="auto">
          <a:xfrm>
            <a:off x="5951538" y="0"/>
            <a:ext cx="6240462" cy="6858000"/>
          </a:xfrm>
          <a:prstGeom prst="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cxnSp>
        <p:nvCxnSpPr>
          <p:cNvPr id="27" name="Straight Connector 26">
            <a:extLst>
              <a:ext uri="{FF2B5EF4-FFF2-40B4-BE49-F238E27FC236}">
                <a16:creationId xmlns:a16="http://schemas.microsoft.com/office/drawing/2014/main" id="{6E4957CE-9F1E-48E5-9589-60C25FE5C6E1}"/>
              </a:ext>
            </a:extLst>
          </p:cNvPr>
          <p:cNvCxnSpPr>
            <a:cxnSpLocks/>
          </p:cNvCxnSpPr>
          <p:nvPr/>
        </p:nvCxnSpPr>
        <p:spPr>
          <a:xfrm>
            <a:off x="5934945"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C1B2F07E-0C00-421A-9195-523EDBF7749E}"/>
              </a:ext>
            </a:extLst>
          </p:cNvPr>
          <p:cNvPicPr>
            <a:picLocks noChangeAspect="1"/>
          </p:cNvPicPr>
          <p:nvPr/>
        </p:nvPicPr>
        <p:blipFill>
          <a:blip r:embed="rId2">
            <a:duotone>
              <a:schemeClr val="accent4">
                <a:shade val="45000"/>
                <a:satMod val="135000"/>
              </a:schemeClr>
              <a:prstClr val="white"/>
            </a:duotone>
          </a:blip>
          <a:stretch>
            <a:fillRect/>
          </a:stretch>
        </p:blipFill>
        <p:spPr>
          <a:xfrm>
            <a:off x="4307351" y="837219"/>
            <a:ext cx="8605921" cy="6110204"/>
          </a:xfrm>
          <a:prstGeom prst="rect">
            <a:avLst/>
          </a:prstGeom>
        </p:spPr>
      </p:pic>
      <p:sp>
        <p:nvSpPr>
          <p:cNvPr id="5" name="Rectangle 4">
            <a:extLst>
              <a:ext uri="{FF2B5EF4-FFF2-40B4-BE49-F238E27FC236}">
                <a16:creationId xmlns:a16="http://schemas.microsoft.com/office/drawing/2014/main" id="{31334A2F-1DF6-47E4-9342-6176E6E9DA35}"/>
              </a:ext>
            </a:extLst>
          </p:cNvPr>
          <p:cNvSpPr/>
          <p:nvPr/>
        </p:nvSpPr>
        <p:spPr bwMode="auto">
          <a:xfrm>
            <a:off x="5600700" y="1883304"/>
            <a:ext cx="6000750" cy="335799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7" name="Content Placeholder 2">
            <a:extLst>
              <a:ext uri="{FF2B5EF4-FFF2-40B4-BE49-F238E27FC236}">
                <a16:creationId xmlns:a16="http://schemas.microsoft.com/office/drawing/2014/main" id="{1B189F03-5212-6C02-3901-900E58D9C2EB}"/>
              </a:ext>
            </a:extLst>
          </p:cNvPr>
          <p:cNvSpPr>
            <a:spLocks noGrp="1"/>
          </p:cNvSpPr>
          <p:nvPr>
            <p:ph sz="half" idx="1" hasCustomPrompt="1"/>
          </p:nvPr>
        </p:nvSpPr>
        <p:spPr>
          <a:xfrm>
            <a:off x="493295" y="1282787"/>
            <a:ext cx="4736970"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8" name="Content Placeholder 2">
            <a:extLst>
              <a:ext uri="{FF2B5EF4-FFF2-40B4-BE49-F238E27FC236}">
                <a16:creationId xmlns:a16="http://schemas.microsoft.com/office/drawing/2014/main" id="{78DCC069-2BEA-5F9E-9129-62A5B1B8703F}"/>
              </a:ext>
            </a:extLst>
          </p:cNvPr>
          <p:cNvSpPr>
            <a:spLocks noGrp="1"/>
          </p:cNvSpPr>
          <p:nvPr>
            <p:ph sz="half" idx="10" hasCustomPrompt="1"/>
          </p:nvPr>
        </p:nvSpPr>
        <p:spPr>
          <a:xfrm>
            <a:off x="493295" y="431324"/>
            <a:ext cx="4736967"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sp>
        <p:nvSpPr>
          <p:cNvPr id="10" name="TextBox 9">
            <a:extLst>
              <a:ext uri="{FF2B5EF4-FFF2-40B4-BE49-F238E27FC236}">
                <a16:creationId xmlns:a16="http://schemas.microsoft.com/office/drawing/2014/main" id="{4E8A636B-F90E-6AC1-F66C-DD7F07E87CA1}"/>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chemeClr val="tx2">
                    <a:lumMod val="10000"/>
                    <a:lumOff val="90000"/>
                  </a:schemeClr>
                </a:solidFill>
                <a:effectLst/>
                <a:latin typeface="Roboto" panose="02000000000000000000" pitchFamily="2" charset="0"/>
                <a:ea typeface="Roboto" panose="02000000000000000000" pitchFamily="2" charset="0"/>
              </a:rPr>
              <a:t>©</a:t>
            </a:r>
            <a:r>
              <a:rPr lang="en-US" sz="800" b="0" i="0" dirty="0">
                <a:solidFill>
                  <a:schemeClr val="tx2">
                    <a:lumMod val="10000"/>
                    <a:lumOff val="90000"/>
                  </a:schemeClr>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chemeClr val="tx2">
                  <a:lumMod val="10000"/>
                  <a:lumOff val="90000"/>
                </a:schemeClr>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2561383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tmplLst>
          <p:tmpl lvl="1">
            <p:tnLst>
              <p:par>
                <p:cTn presetID="10"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ection Title diagonal">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E6DD577C-C13B-4699-AEF8-7A86F0FC6BC3}"/>
              </a:ext>
            </a:extLst>
          </p:cNvPr>
          <p:cNvSpPr/>
          <p:nvPr/>
        </p:nvSpPr>
        <p:spPr bwMode="auto">
          <a:xfrm>
            <a:off x="5088049" y="0"/>
            <a:ext cx="7103952" cy="6858000"/>
          </a:xfrm>
          <a:custGeom>
            <a:avLst/>
            <a:gdLst>
              <a:gd name="connsiteX0" fmla="*/ 1544125 w 8382633"/>
              <a:gd name="connsiteY0" fmla="*/ 0 h 6858000"/>
              <a:gd name="connsiteX1" fmla="*/ 3077650 w 8382633"/>
              <a:gd name="connsiteY1" fmla="*/ 0 h 6858000"/>
              <a:gd name="connsiteX2" fmla="*/ 6849108 w 8382633"/>
              <a:gd name="connsiteY2" fmla="*/ 0 h 6858000"/>
              <a:gd name="connsiteX3" fmla="*/ 8382633 w 8382633"/>
              <a:gd name="connsiteY3" fmla="*/ 0 h 6858000"/>
              <a:gd name="connsiteX4" fmla="*/ 8382633 w 8382633"/>
              <a:gd name="connsiteY4" fmla="*/ 6858000 h 6858000"/>
              <a:gd name="connsiteX5" fmla="*/ 6849108 w 8382633"/>
              <a:gd name="connsiteY5" fmla="*/ 6858000 h 6858000"/>
              <a:gd name="connsiteX6" fmla="*/ 1533525 w 8382633"/>
              <a:gd name="connsiteY6" fmla="*/ 6858000 h 6858000"/>
              <a:gd name="connsiteX7" fmla="*/ 0 w 8382633"/>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382633" h="6858000">
                <a:moveTo>
                  <a:pt x="1544125" y="0"/>
                </a:moveTo>
                <a:lnTo>
                  <a:pt x="3077650" y="0"/>
                </a:lnTo>
                <a:lnTo>
                  <a:pt x="6849108" y="0"/>
                </a:lnTo>
                <a:lnTo>
                  <a:pt x="8382633" y="0"/>
                </a:lnTo>
                <a:lnTo>
                  <a:pt x="8382633" y="6858000"/>
                </a:lnTo>
                <a:lnTo>
                  <a:pt x="6849108" y="6858000"/>
                </a:lnTo>
                <a:lnTo>
                  <a:pt x="1533525" y="6858000"/>
                </a:lnTo>
                <a:lnTo>
                  <a:pt x="0" y="6858000"/>
                </a:lnTo>
                <a:close/>
              </a:path>
            </a:pathLst>
          </a:cu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4" name="Text Placeholder 16">
            <a:extLst>
              <a:ext uri="{FF2B5EF4-FFF2-40B4-BE49-F238E27FC236}">
                <a16:creationId xmlns:a16="http://schemas.microsoft.com/office/drawing/2014/main" id="{90A267F1-327F-405E-AAAF-F4D7F4F5399C}"/>
              </a:ext>
            </a:extLst>
          </p:cNvPr>
          <p:cNvSpPr>
            <a:spLocks noGrp="1"/>
          </p:cNvSpPr>
          <p:nvPr>
            <p:ph type="body" sz="quarter" idx="10" hasCustomPrompt="1"/>
          </p:nvPr>
        </p:nvSpPr>
        <p:spPr>
          <a:xfrm>
            <a:off x="534713" y="3306563"/>
            <a:ext cx="4563275" cy="430887"/>
          </a:xfrm>
        </p:spPr>
        <p:txBody>
          <a:bodyPr/>
          <a:lstStyle>
            <a:lvl1pPr marL="0" indent="0" algn="l">
              <a:buNone/>
              <a:defRPr>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Subheading Text</a:t>
            </a:r>
          </a:p>
        </p:txBody>
      </p:sp>
      <p:cxnSp>
        <p:nvCxnSpPr>
          <p:cNvPr id="5" name="Straight Connector 4">
            <a:extLst>
              <a:ext uri="{FF2B5EF4-FFF2-40B4-BE49-F238E27FC236}">
                <a16:creationId xmlns:a16="http://schemas.microsoft.com/office/drawing/2014/main" id="{67B110AE-7CE8-4541-ACC8-0A2D5097F2B6}"/>
              </a:ext>
            </a:extLst>
          </p:cNvPr>
          <p:cNvCxnSpPr>
            <a:cxnSpLocks/>
            <a:stCxn id="10" idx="0"/>
          </p:cNvCxnSpPr>
          <p:nvPr/>
        </p:nvCxnSpPr>
        <p:spPr>
          <a:xfrm flipH="1">
            <a:off x="5088049" y="0"/>
            <a:ext cx="1308585"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7" name="Title 9">
            <a:extLst>
              <a:ext uri="{FF2B5EF4-FFF2-40B4-BE49-F238E27FC236}">
                <a16:creationId xmlns:a16="http://schemas.microsoft.com/office/drawing/2014/main" id="{302E1A16-F6D6-87D2-5332-F90F1125F35A}"/>
              </a:ext>
            </a:extLst>
          </p:cNvPr>
          <p:cNvSpPr txBox="1">
            <a:spLocks/>
          </p:cNvSpPr>
          <p:nvPr/>
        </p:nvSpPr>
        <p:spPr>
          <a:xfrm>
            <a:off x="524774" y="2592697"/>
            <a:ext cx="4563275" cy="627864"/>
          </a:xfrm>
          <a:prstGeom prst="rect">
            <a:avLst/>
          </a:prstGeom>
        </p:spPr>
        <p:txBody>
          <a:bodyPr wrap="square" lIns="91440" tIns="91440" rIns="91440" bIns="91440" anchor="t" anchorCtr="0">
            <a:spAutoFit/>
          </a:bodyPr>
          <a:lstStyle>
            <a:lvl1pPr algn="l" defTabSz="914400" rtl="0" eaLnBrk="1" latinLnBrk="0" hangingPunct="1">
              <a:lnSpc>
                <a:spcPct val="90000"/>
              </a:lnSpc>
              <a:spcBef>
                <a:spcPct val="0"/>
              </a:spcBef>
              <a:buNone/>
              <a:defRPr sz="3200" kern="1200">
                <a:solidFill>
                  <a:srgbClr val="00F0EA"/>
                </a:solidFill>
                <a:latin typeface="+mj-lt"/>
                <a:ea typeface="Roboto Light" panose="02000000000000000000" pitchFamily="2" charset="0"/>
                <a:cs typeface="+mj-cs"/>
              </a:defRPr>
            </a:lvl1pPr>
          </a:lstStyle>
          <a:p>
            <a:r>
              <a:rPr lang="en-US" dirty="0"/>
              <a:t>Heading Text</a:t>
            </a:r>
            <a:endParaRPr lang="en-US" dirty="0">
              <a:cs typeface="Calibri Light"/>
            </a:endParaRPr>
          </a:p>
        </p:txBody>
      </p:sp>
      <p:sp>
        <p:nvSpPr>
          <p:cNvPr id="2" name="TextBox 1">
            <a:extLst>
              <a:ext uri="{FF2B5EF4-FFF2-40B4-BE49-F238E27FC236}">
                <a16:creationId xmlns:a16="http://schemas.microsoft.com/office/drawing/2014/main" id="{FC610E22-E52D-0F2B-F3EC-79E2497C0DC6}"/>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chemeClr val="tx2">
                    <a:lumMod val="10000"/>
                    <a:lumOff val="90000"/>
                  </a:schemeClr>
                </a:solidFill>
                <a:effectLst/>
                <a:latin typeface="Roboto" panose="02000000000000000000" pitchFamily="2" charset="0"/>
                <a:ea typeface="Roboto" panose="02000000000000000000" pitchFamily="2" charset="0"/>
              </a:rPr>
              <a:t>©</a:t>
            </a:r>
            <a:r>
              <a:rPr lang="en-US" sz="800" b="0" i="0" dirty="0">
                <a:solidFill>
                  <a:schemeClr val="tx2">
                    <a:lumMod val="10000"/>
                    <a:lumOff val="90000"/>
                  </a:schemeClr>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chemeClr val="tx2">
                  <a:lumMod val="10000"/>
                  <a:lumOff val="90000"/>
                </a:schemeClr>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42514735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2400">
          <p15:clr>
            <a:srgbClr val="5ACBF0"/>
          </p15:clr>
        </p15:guide>
        <p15:guide id="3" orient="horz" pos="1910">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Thanks and Questions">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E84F745-6E6C-4684-863E-D8BE5579F4B8}"/>
              </a:ext>
            </a:extLst>
          </p:cNvPr>
          <p:cNvPicPr>
            <a:picLocks noChangeAspect="1"/>
          </p:cNvPicPr>
          <p:nvPr/>
        </p:nvPicPr>
        <p:blipFill rotWithShape="1">
          <a:blip r:embed="rId2">
            <a:extLst>
              <a:ext uri="{28A0092B-C50C-407E-A947-70E740481C1C}">
                <a14:useLocalDpi xmlns:a14="http://schemas.microsoft.com/office/drawing/2010/main" val="0"/>
              </a:ext>
            </a:extLst>
          </a:blip>
          <a:srcRect b="1947"/>
          <a:stretch/>
        </p:blipFill>
        <p:spPr>
          <a:xfrm>
            <a:off x="6876547" y="1736436"/>
            <a:ext cx="5223242" cy="5121564"/>
          </a:xfrm>
          <a:prstGeom prst="rect">
            <a:avLst/>
          </a:prstGeom>
        </p:spPr>
      </p:pic>
      <p:sp>
        <p:nvSpPr>
          <p:cNvPr id="11" name="TextBox 10">
            <a:extLst>
              <a:ext uri="{FF2B5EF4-FFF2-40B4-BE49-F238E27FC236}">
                <a16:creationId xmlns:a16="http://schemas.microsoft.com/office/drawing/2014/main" id="{A6428E25-5016-4039-B7A7-2F931DFE040A}"/>
              </a:ext>
            </a:extLst>
          </p:cNvPr>
          <p:cNvSpPr txBox="1"/>
          <p:nvPr/>
        </p:nvSpPr>
        <p:spPr>
          <a:xfrm>
            <a:off x="1192928" y="1913415"/>
            <a:ext cx="4988932" cy="132343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0" dirty="0">
                <a:solidFill>
                  <a:srgbClr val="00F0EA"/>
                </a:solidFill>
                <a:latin typeface="+mj-lt"/>
                <a:ea typeface="Roboto Light" panose="02000000000000000000" pitchFamily="2" charset="0"/>
              </a:rPr>
              <a:t>THANKS</a:t>
            </a:r>
          </a:p>
        </p:txBody>
      </p:sp>
      <p:sp>
        <p:nvSpPr>
          <p:cNvPr id="12" name="TextBox 11">
            <a:extLst>
              <a:ext uri="{FF2B5EF4-FFF2-40B4-BE49-F238E27FC236}">
                <a16:creationId xmlns:a16="http://schemas.microsoft.com/office/drawing/2014/main" id="{AA060C8B-A3BA-485F-8BFF-B1AF78623F0F}"/>
              </a:ext>
            </a:extLst>
          </p:cNvPr>
          <p:cNvSpPr txBox="1"/>
          <p:nvPr/>
        </p:nvSpPr>
        <p:spPr>
          <a:xfrm>
            <a:off x="1253192" y="3167420"/>
            <a:ext cx="4813528"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4000" dirty="0">
                <a:solidFill>
                  <a:schemeClr val="tx2">
                    <a:lumMod val="10000"/>
                    <a:lumOff val="90000"/>
                  </a:schemeClr>
                </a:solidFill>
                <a:latin typeface="Roboto Light" panose="02000000000000000000" pitchFamily="2" charset="0"/>
                <a:ea typeface="Roboto Light" panose="02000000000000000000" pitchFamily="2" charset="0"/>
              </a:rPr>
              <a:t>Any Questions?</a:t>
            </a:r>
          </a:p>
        </p:txBody>
      </p:sp>
      <p:pic>
        <p:nvPicPr>
          <p:cNvPr id="2" name="Picture 1" descr="A black and white logo&#10;&#10;Description automatically generated">
            <a:extLst>
              <a:ext uri="{FF2B5EF4-FFF2-40B4-BE49-F238E27FC236}">
                <a16:creationId xmlns:a16="http://schemas.microsoft.com/office/drawing/2014/main" id="{730FCD30-4F72-67F5-7820-B4427DFB43F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Tree>
    <p:extLst>
      <p:ext uri="{BB962C8B-B14F-4D97-AF65-F5344CB8AC3E}">
        <p14:creationId xmlns:p14="http://schemas.microsoft.com/office/powerpoint/2010/main" val="1882042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1">
            <a:lumMod val="75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AB23353-AC87-47E7-BD54-928306F48010}"/>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chemeClr val="tx2">
                    <a:lumMod val="10000"/>
                    <a:lumOff val="90000"/>
                  </a:schemeClr>
                </a:solidFill>
                <a:effectLst/>
                <a:latin typeface="Roboto" panose="02000000000000000000" pitchFamily="2" charset="0"/>
                <a:ea typeface="Roboto" panose="02000000000000000000" pitchFamily="2" charset="0"/>
              </a:rPr>
              <a:t>©</a:t>
            </a:r>
            <a:r>
              <a:rPr lang="en-US" sz="800" b="0" i="0" dirty="0">
                <a:solidFill>
                  <a:schemeClr val="tx2">
                    <a:lumMod val="10000"/>
                    <a:lumOff val="90000"/>
                  </a:schemeClr>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chemeClr val="tx2">
                  <a:lumMod val="10000"/>
                  <a:lumOff val="90000"/>
                </a:schemeClr>
              </a:solidFill>
              <a:latin typeface="Roboto" panose="02000000000000000000" pitchFamily="2" charset="0"/>
              <a:ea typeface="Roboto" panose="02000000000000000000" pitchFamily="2" charset="0"/>
            </a:endParaRPr>
          </a:p>
        </p:txBody>
      </p:sp>
      <p:pic>
        <p:nvPicPr>
          <p:cNvPr id="5" name="Picture 4" descr="A black and white logo&#10;&#10;Description automatically generated">
            <a:extLst>
              <a:ext uri="{FF2B5EF4-FFF2-40B4-BE49-F238E27FC236}">
                <a16:creationId xmlns:a16="http://schemas.microsoft.com/office/drawing/2014/main" id="{A4BB0AE5-CB5F-4D47-C947-B0E87FD9B4F0}"/>
              </a:ext>
            </a:extLst>
          </p:cNvPr>
          <p:cNvPicPr>
            <a:picLocks noChangeAspect="1"/>
          </p:cNvPicPr>
          <p:nvPr/>
        </p:nvPicPr>
        <p:blipFill>
          <a:blip r:embed="rId27"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Tree>
    <p:extLst>
      <p:ext uri="{BB962C8B-B14F-4D97-AF65-F5344CB8AC3E}">
        <p14:creationId xmlns:p14="http://schemas.microsoft.com/office/powerpoint/2010/main" val="1075372877"/>
      </p:ext>
    </p:extLst>
  </p:cSld>
  <p:clrMap bg1="lt1" tx1="dk1" bg2="lt2" tx2="dk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 id="2147483746" r:id="rId12"/>
    <p:sldLayoutId id="2147483747" r:id="rId13"/>
    <p:sldLayoutId id="2147483748" r:id="rId14"/>
    <p:sldLayoutId id="2147483749" r:id="rId15"/>
    <p:sldLayoutId id="2147483750" r:id="rId16"/>
    <p:sldLayoutId id="2147483751" r:id="rId17"/>
    <p:sldLayoutId id="2147483752" r:id="rId18"/>
    <p:sldLayoutId id="2147483753" r:id="rId19"/>
    <p:sldLayoutId id="2147483754" r:id="rId20"/>
    <p:sldLayoutId id="2147483755" r:id="rId21"/>
    <p:sldLayoutId id="2147483756" r:id="rId22"/>
    <p:sldLayoutId id="2147483757" r:id="rId23"/>
    <p:sldLayoutId id="2147483758" r:id="rId24"/>
    <p:sldLayoutId id="2147483759" r:id="rId2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9.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8" Type="http://schemas.openxmlformats.org/officeDocument/2006/relationships/diagramLayout" Target="../diagrams/layout4.xml"/><Relationship Id="rId3" Type="http://schemas.openxmlformats.org/officeDocument/2006/relationships/diagramLayout" Target="../diagrams/layout3.xml"/><Relationship Id="rId7" Type="http://schemas.openxmlformats.org/officeDocument/2006/relationships/diagramData" Target="../diagrams/data4.xml"/><Relationship Id="rId2" Type="http://schemas.openxmlformats.org/officeDocument/2006/relationships/diagramData" Target="../diagrams/data3.xml"/><Relationship Id="rId1" Type="http://schemas.openxmlformats.org/officeDocument/2006/relationships/slideLayout" Target="../slideLayouts/slideLayout9.xml"/><Relationship Id="rId6" Type="http://schemas.microsoft.com/office/2007/relationships/diagramDrawing" Target="../diagrams/drawing3.xml"/><Relationship Id="rId11" Type="http://schemas.microsoft.com/office/2007/relationships/diagramDrawing" Target="../diagrams/drawing4.xml"/><Relationship Id="rId5" Type="http://schemas.openxmlformats.org/officeDocument/2006/relationships/diagramColors" Target="../diagrams/colors3.xml"/><Relationship Id="rId10" Type="http://schemas.openxmlformats.org/officeDocument/2006/relationships/diagramColors" Target="../diagrams/colors4.xml"/><Relationship Id="rId4" Type="http://schemas.openxmlformats.org/officeDocument/2006/relationships/diagramQuickStyle" Target="../diagrams/quickStyle3.xml"/><Relationship Id="rId9" Type="http://schemas.openxmlformats.org/officeDocument/2006/relationships/diagramQuickStyle" Target="../diagrams/quickStyle4.xml"/></Relationships>
</file>

<file path=ppt/slides/_rels/slide12.xml.rels><?xml version="1.0" encoding="UTF-8" standalone="yes"?>
<Relationships xmlns="http://schemas.openxmlformats.org/package/2006/relationships"><Relationship Id="rId8" Type="http://schemas.openxmlformats.org/officeDocument/2006/relationships/diagramLayout" Target="../diagrams/layout6.xml"/><Relationship Id="rId3" Type="http://schemas.openxmlformats.org/officeDocument/2006/relationships/diagramLayout" Target="../diagrams/layout5.xml"/><Relationship Id="rId7" Type="http://schemas.openxmlformats.org/officeDocument/2006/relationships/diagramData" Target="../diagrams/data6.xml"/><Relationship Id="rId2" Type="http://schemas.openxmlformats.org/officeDocument/2006/relationships/diagramData" Target="../diagrams/data5.xml"/><Relationship Id="rId1" Type="http://schemas.openxmlformats.org/officeDocument/2006/relationships/slideLayout" Target="../slideLayouts/slideLayout9.xml"/><Relationship Id="rId6" Type="http://schemas.microsoft.com/office/2007/relationships/diagramDrawing" Target="../diagrams/drawing5.xml"/><Relationship Id="rId11" Type="http://schemas.microsoft.com/office/2007/relationships/diagramDrawing" Target="../diagrams/drawing6.xml"/><Relationship Id="rId5" Type="http://schemas.openxmlformats.org/officeDocument/2006/relationships/diagramColors" Target="../diagrams/colors5.xml"/><Relationship Id="rId10" Type="http://schemas.openxmlformats.org/officeDocument/2006/relationships/diagramColors" Target="../diagrams/colors6.xml"/><Relationship Id="rId4" Type="http://schemas.openxmlformats.org/officeDocument/2006/relationships/diagramQuickStyle" Target="../diagrams/quickStyle5.xml"/><Relationship Id="rId9" Type="http://schemas.openxmlformats.org/officeDocument/2006/relationships/diagramQuickStyle" Target="../diagrams/quickStyle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9.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82E5C18-6CBA-896A-CD99-78160F4D2AF0}"/>
              </a:ext>
            </a:extLst>
          </p:cNvPr>
          <p:cNvSpPr>
            <a:spLocks noGrp="1"/>
          </p:cNvSpPr>
          <p:nvPr>
            <p:ph sz="half" idx="1"/>
          </p:nvPr>
        </p:nvSpPr>
        <p:spPr/>
        <p:txBody>
          <a:bodyPr>
            <a:normAutofit/>
          </a:bodyPr>
          <a:lstStyle/>
          <a:p>
            <a:r>
              <a:rPr lang="en-US" dirty="0">
                <a:latin typeface="+mn-lt"/>
              </a:rPr>
              <a:t>Design Principles and Patterns</a:t>
            </a:r>
            <a:endParaRPr lang="en-US" sz="2800" dirty="0">
              <a:latin typeface="+mn-lt"/>
            </a:endParaRPr>
          </a:p>
          <a:p>
            <a:pPr>
              <a:lnSpc>
                <a:spcPct val="100000"/>
              </a:lnSpc>
            </a:pPr>
            <a:r>
              <a:rPr lang="en-US" dirty="0">
                <a:latin typeface="+mn-lt"/>
              </a:rPr>
              <a:t>SOLID Principles</a:t>
            </a:r>
          </a:p>
          <a:p>
            <a:pPr lvl="1">
              <a:lnSpc>
                <a:spcPct val="100000"/>
              </a:lnSpc>
            </a:pPr>
            <a:r>
              <a:rPr lang="en-US" dirty="0">
                <a:solidFill>
                  <a:schemeClr val="tx2">
                    <a:lumMod val="10000"/>
                    <a:lumOff val="90000"/>
                  </a:schemeClr>
                </a:solidFill>
              </a:rPr>
              <a:t>Single Responsibility Principle (SRP)</a:t>
            </a:r>
          </a:p>
          <a:p>
            <a:pPr lvl="1">
              <a:lnSpc>
                <a:spcPct val="100000"/>
              </a:lnSpc>
            </a:pPr>
            <a:r>
              <a:rPr lang="en-US" dirty="0">
                <a:solidFill>
                  <a:schemeClr val="tx2">
                    <a:lumMod val="10000"/>
                    <a:lumOff val="90000"/>
                  </a:schemeClr>
                </a:solidFill>
              </a:rPr>
              <a:t>Open/Closed Principle (OCP)</a:t>
            </a:r>
          </a:p>
          <a:p>
            <a:pPr lvl="1">
              <a:lnSpc>
                <a:spcPct val="100000"/>
              </a:lnSpc>
            </a:pPr>
            <a:r>
              <a:rPr lang="en-US" dirty="0" err="1">
                <a:solidFill>
                  <a:schemeClr val="tx2">
                    <a:lumMod val="10000"/>
                    <a:lumOff val="90000"/>
                  </a:schemeClr>
                </a:solidFill>
              </a:rPr>
              <a:t>Liskov</a:t>
            </a:r>
            <a:r>
              <a:rPr lang="en-US" dirty="0">
                <a:solidFill>
                  <a:schemeClr val="tx2">
                    <a:lumMod val="10000"/>
                    <a:lumOff val="90000"/>
                  </a:schemeClr>
                </a:solidFill>
              </a:rPr>
              <a:t> Substitution Principle (LSP)</a:t>
            </a:r>
          </a:p>
          <a:p>
            <a:pPr lvl="1">
              <a:lnSpc>
                <a:spcPct val="100000"/>
              </a:lnSpc>
            </a:pPr>
            <a:r>
              <a:rPr lang="en-US" dirty="0">
                <a:solidFill>
                  <a:schemeClr val="tx2">
                    <a:lumMod val="10000"/>
                    <a:lumOff val="90000"/>
                  </a:schemeClr>
                </a:solidFill>
              </a:rPr>
              <a:t>Interface Segregation Principle (ISP) </a:t>
            </a:r>
          </a:p>
          <a:p>
            <a:pPr lvl="1">
              <a:lnSpc>
                <a:spcPct val="100000"/>
              </a:lnSpc>
            </a:pPr>
            <a:r>
              <a:rPr lang="en-US" dirty="0">
                <a:solidFill>
                  <a:schemeClr val="tx2">
                    <a:lumMod val="10000"/>
                    <a:lumOff val="90000"/>
                  </a:schemeClr>
                </a:solidFill>
              </a:rPr>
              <a:t>Dependency Inversion Principle (DIP)</a:t>
            </a:r>
          </a:p>
          <a:p>
            <a:pPr>
              <a:lnSpc>
                <a:spcPct val="100000"/>
              </a:lnSpc>
            </a:pPr>
            <a:r>
              <a:rPr lang="en-US" dirty="0">
                <a:latin typeface="+mn-lt"/>
              </a:rPr>
              <a:t>Software Design Principles</a:t>
            </a:r>
          </a:p>
          <a:p>
            <a:pPr lvl="1">
              <a:lnSpc>
                <a:spcPct val="100000"/>
              </a:lnSpc>
            </a:pPr>
            <a:r>
              <a:rPr lang="en-US" dirty="0">
                <a:solidFill>
                  <a:schemeClr val="tx2">
                    <a:lumMod val="10000"/>
                    <a:lumOff val="90000"/>
                  </a:schemeClr>
                </a:solidFill>
              </a:rPr>
              <a:t>DRY (Don't Repeat Yourself)</a:t>
            </a:r>
          </a:p>
          <a:p>
            <a:pPr lvl="1">
              <a:lnSpc>
                <a:spcPct val="100000"/>
              </a:lnSpc>
            </a:pPr>
            <a:r>
              <a:rPr lang="en-US" dirty="0">
                <a:solidFill>
                  <a:schemeClr val="tx2">
                    <a:lumMod val="10000"/>
                    <a:lumOff val="90000"/>
                  </a:schemeClr>
                </a:solidFill>
              </a:rPr>
              <a:t>KISS (Keep It Simple, Stupid)</a:t>
            </a:r>
          </a:p>
          <a:p>
            <a:pPr lvl="1">
              <a:lnSpc>
                <a:spcPct val="100000"/>
              </a:lnSpc>
            </a:pPr>
            <a:r>
              <a:rPr lang="en-US" dirty="0">
                <a:solidFill>
                  <a:schemeClr val="tx2">
                    <a:lumMod val="10000"/>
                    <a:lumOff val="90000"/>
                  </a:schemeClr>
                </a:solidFill>
              </a:rPr>
              <a:t>YAGNI (You Aren't </a:t>
            </a:r>
            <a:r>
              <a:rPr lang="en-US" dirty="0" err="1">
                <a:solidFill>
                  <a:schemeClr val="tx2">
                    <a:lumMod val="10000"/>
                    <a:lumOff val="90000"/>
                  </a:schemeClr>
                </a:solidFill>
              </a:rPr>
              <a:t>Gonna</a:t>
            </a:r>
            <a:r>
              <a:rPr lang="en-US" dirty="0">
                <a:solidFill>
                  <a:schemeClr val="tx2">
                    <a:lumMod val="10000"/>
                    <a:lumOff val="90000"/>
                  </a:schemeClr>
                </a:solidFill>
              </a:rPr>
              <a:t> Need It)</a:t>
            </a:r>
          </a:p>
          <a:p>
            <a:pPr lvl="1">
              <a:lnSpc>
                <a:spcPct val="100000"/>
              </a:lnSpc>
            </a:pPr>
            <a:r>
              <a:rPr lang="en-US" dirty="0">
                <a:solidFill>
                  <a:schemeClr val="tx2">
                    <a:lumMod val="10000"/>
                    <a:lumOff val="90000"/>
                  </a:schemeClr>
                </a:solidFill>
              </a:rPr>
              <a:t>Composition over Inheritance</a:t>
            </a:r>
          </a:p>
        </p:txBody>
      </p:sp>
      <p:sp>
        <p:nvSpPr>
          <p:cNvPr id="4" name="Content Placeholder 3">
            <a:extLst>
              <a:ext uri="{FF2B5EF4-FFF2-40B4-BE49-F238E27FC236}">
                <a16:creationId xmlns:a16="http://schemas.microsoft.com/office/drawing/2014/main" id="{5D5BAAD7-C5EB-DB6B-6CD5-91EAF15D743C}"/>
              </a:ext>
            </a:extLst>
          </p:cNvPr>
          <p:cNvSpPr>
            <a:spLocks noGrp="1"/>
          </p:cNvSpPr>
          <p:nvPr>
            <p:ph sz="half" idx="10"/>
          </p:nvPr>
        </p:nvSpPr>
        <p:spPr>
          <a:xfrm>
            <a:off x="5719316" y="425063"/>
            <a:ext cx="6243558" cy="679118"/>
          </a:xfrm>
        </p:spPr>
        <p:txBody>
          <a:bodyPr>
            <a:normAutofit fontScale="92500"/>
          </a:bodyPr>
          <a:lstStyle/>
          <a:p>
            <a:r>
              <a:rPr lang="en-US" dirty="0"/>
              <a:t>SOLID &amp; Software Design Principles</a:t>
            </a:r>
            <a:endParaRPr lang="en-IN" dirty="0"/>
          </a:p>
        </p:txBody>
      </p:sp>
      <p:sp>
        <p:nvSpPr>
          <p:cNvPr id="2" name="Title 1">
            <a:extLst>
              <a:ext uri="{FF2B5EF4-FFF2-40B4-BE49-F238E27FC236}">
                <a16:creationId xmlns:a16="http://schemas.microsoft.com/office/drawing/2014/main" id="{C25C3EB7-8F6C-CFDB-289A-6BB54C526AE7}"/>
              </a:ext>
            </a:extLst>
          </p:cNvPr>
          <p:cNvSpPr>
            <a:spLocks noGrp="1"/>
          </p:cNvSpPr>
          <p:nvPr>
            <p:ph type="title"/>
          </p:nvPr>
        </p:nvSpPr>
        <p:spPr/>
        <p:txBody>
          <a:bodyPr/>
          <a:lstStyle/>
          <a:p>
            <a:r>
              <a:rPr lang="en-IN" dirty="0"/>
              <a:t>Agenda</a:t>
            </a:r>
          </a:p>
        </p:txBody>
      </p:sp>
    </p:spTree>
    <p:extLst>
      <p:ext uri="{BB962C8B-B14F-4D97-AF65-F5344CB8AC3E}">
        <p14:creationId xmlns:p14="http://schemas.microsoft.com/office/powerpoint/2010/main" val="3384716785"/>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D8E0857B-40EA-4715-BBF1-8C4F43107AA3}"/>
              </a:ext>
            </a:extLst>
          </p:cNvPr>
          <p:cNvSpPr>
            <a:spLocks noGrp="1"/>
          </p:cNvSpPr>
          <p:nvPr>
            <p:ph sz="half" idx="10"/>
          </p:nvPr>
        </p:nvSpPr>
        <p:spPr/>
        <p:txBody>
          <a:bodyPr/>
          <a:lstStyle/>
          <a:p>
            <a:r>
              <a:rPr lang="en-US" dirty="0"/>
              <a:t>About Mentor</a:t>
            </a:r>
          </a:p>
        </p:txBody>
      </p:sp>
      <p:sp>
        <p:nvSpPr>
          <p:cNvPr id="3" name="Content Placeholder 2">
            <a:extLst>
              <a:ext uri="{FF2B5EF4-FFF2-40B4-BE49-F238E27FC236}">
                <a16:creationId xmlns:a16="http://schemas.microsoft.com/office/drawing/2014/main" id="{7133378A-E25E-436D-8989-8BCAE0A17B11}"/>
              </a:ext>
            </a:extLst>
          </p:cNvPr>
          <p:cNvSpPr>
            <a:spLocks noGrp="1"/>
          </p:cNvSpPr>
          <p:nvPr>
            <p:ph sz="half" idx="1"/>
          </p:nvPr>
        </p:nvSpPr>
        <p:spPr>
          <a:xfrm>
            <a:off x="493295" y="1268098"/>
            <a:ext cx="7320586" cy="4877624"/>
          </a:xfrm>
        </p:spPr>
        <p:txBody>
          <a:bodyPr>
            <a:normAutofit/>
          </a:bodyPr>
          <a:lstStyle/>
          <a:p>
            <a:pPr>
              <a:lnSpc>
                <a:spcPct val="100000"/>
              </a:lnSpc>
            </a:pPr>
            <a:r>
              <a:rPr lang="en-US" sz="2400" dirty="0"/>
              <a:t>Founder &amp; CEO at </a:t>
            </a:r>
            <a:r>
              <a:rPr lang="en-US" sz="2400" dirty="0" err="1"/>
              <a:t>ScholarHat</a:t>
            </a:r>
            <a:endParaRPr lang="en-US" sz="2400" dirty="0"/>
          </a:p>
          <a:p>
            <a:pPr>
              <a:lnSpc>
                <a:spcPct val="100000"/>
              </a:lnSpc>
            </a:pPr>
            <a:r>
              <a:rPr lang="en-US" sz="2400" dirty="0"/>
              <a:t>Speaker and Technical Consultant</a:t>
            </a:r>
          </a:p>
          <a:p>
            <a:pPr>
              <a:lnSpc>
                <a:spcPct val="100000"/>
              </a:lnSpc>
            </a:pPr>
            <a:r>
              <a:rPr lang="en-US" sz="2400" dirty="0"/>
              <a:t>9th Times Microsoft MVP (2016-2024)</a:t>
            </a:r>
          </a:p>
          <a:p>
            <a:pPr>
              <a:lnSpc>
                <a:spcPct val="100000"/>
              </a:lnSpc>
            </a:pPr>
            <a:r>
              <a:rPr lang="en-US" sz="2400" dirty="0"/>
              <a:t>Corporate Trainer For IBM, Cognizant, TCS, Dell etc.</a:t>
            </a:r>
          </a:p>
          <a:p>
            <a:pPr>
              <a:lnSpc>
                <a:spcPct val="100000"/>
              </a:lnSpc>
            </a:pPr>
            <a:r>
              <a:rPr lang="en-US" sz="2400" dirty="0"/>
              <a:t>Microsoft Certified Azure Professional</a:t>
            </a:r>
          </a:p>
          <a:p>
            <a:pPr>
              <a:lnSpc>
                <a:spcPct val="100000"/>
              </a:lnSpc>
            </a:pPr>
            <a:r>
              <a:rPr lang="en-US" sz="2400" dirty="0"/>
              <a:t>Author of 15 eBooks on Interview Q&amp;A</a:t>
            </a:r>
          </a:p>
          <a:p>
            <a:r>
              <a:rPr lang="en-US" sz="2400" dirty="0"/>
              <a:t>Author of 120+ Video Based Courses</a:t>
            </a:r>
          </a:p>
          <a:p>
            <a:pPr>
              <a:lnSpc>
                <a:spcPct val="100000"/>
              </a:lnSpc>
            </a:pPr>
            <a:r>
              <a:rPr lang="en-US" sz="2400" dirty="0"/>
              <a:t>Author of 500+ Articles</a:t>
            </a:r>
          </a:p>
          <a:p>
            <a:pPr>
              <a:lnSpc>
                <a:spcPct val="100000"/>
              </a:lnSpc>
            </a:pPr>
            <a:r>
              <a:rPr lang="en-US" sz="2400" dirty="0"/>
              <a:t>Trained 1Lakh+ Students Across the World</a:t>
            </a:r>
          </a:p>
        </p:txBody>
      </p:sp>
      <p:grpSp>
        <p:nvGrpSpPr>
          <p:cNvPr id="9" name="Group 8">
            <a:extLst>
              <a:ext uri="{FF2B5EF4-FFF2-40B4-BE49-F238E27FC236}">
                <a16:creationId xmlns:a16="http://schemas.microsoft.com/office/drawing/2014/main" id="{39D8A2E3-C659-492A-A21C-4AF9FFDF5204}"/>
              </a:ext>
            </a:extLst>
          </p:cNvPr>
          <p:cNvGrpSpPr/>
          <p:nvPr/>
        </p:nvGrpSpPr>
        <p:grpSpPr>
          <a:xfrm>
            <a:off x="8389111" y="578062"/>
            <a:ext cx="3584709" cy="1357081"/>
            <a:chOff x="8342502" y="177777"/>
            <a:chExt cx="3608240" cy="1407823"/>
          </a:xfrm>
        </p:grpSpPr>
        <p:pic>
          <p:nvPicPr>
            <p:cNvPr id="5" name="Picture 4">
              <a:extLst>
                <a:ext uri="{FF2B5EF4-FFF2-40B4-BE49-F238E27FC236}">
                  <a16:creationId xmlns:a16="http://schemas.microsoft.com/office/drawing/2014/main" id="{4A6761D1-8486-469D-99C8-468882523398}"/>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42502" y="197224"/>
              <a:ext cx="828373" cy="1311430"/>
            </a:xfrm>
            <a:prstGeom prst="rect">
              <a:avLst/>
            </a:prstGeom>
            <a:noFill/>
            <a:ln>
              <a:noFill/>
            </a:ln>
          </p:spPr>
        </p:pic>
        <p:pic>
          <p:nvPicPr>
            <p:cNvPr id="7" name="Picture 6">
              <a:extLst>
                <a:ext uri="{FF2B5EF4-FFF2-40B4-BE49-F238E27FC236}">
                  <a16:creationId xmlns:a16="http://schemas.microsoft.com/office/drawing/2014/main" id="{C687206D-46E9-4162-85E7-07EBCB6D88F7}"/>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228152" y="177777"/>
              <a:ext cx="1407823" cy="1407823"/>
            </a:xfrm>
            <a:prstGeom prst="rect">
              <a:avLst/>
            </a:prstGeom>
            <a:noFill/>
            <a:ln>
              <a:noFill/>
            </a:ln>
          </p:spPr>
        </p:pic>
        <p:pic>
          <p:nvPicPr>
            <p:cNvPr id="8" name="Picture 7">
              <a:extLst>
                <a:ext uri="{FF2B5EF4-FFF2-40B4-BE49-F238E27FC236}">
                  <a16:creationId xmlns:a16="http://schemas.microsoft.com/office/drawing/2014/main" id="{31307936-EC80-435F-9608-015CFE788C99}"/>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655290" y="177777"/>
              <a:ext cx="1295452" cy="1407823"/>
            </a:xfrm>
            <a:prstGeom prst="rect">
              <a:avLst/>
            </a:prstGeom>
            <a:noFill/>
            <a:ln>
              <a:noFill/>
            </a:ln>
          </p:spPr>
        </p:pic>
      </p:grpSp>
      <p:pic>
        <p:nvPicPr>
          <p:cNvPr id="11" name="Picture 10">
            <a:extLst>
              <a:ext uri="{FF2B5EF4-FFF2-40B4-BE49-F238E27FC236}">
                <a16:creationId xmlns:a16="http://schemas.microsoft.com/office/drawing/2014/main" id="{B2F04F5A-6D05-9A2B-74A9-959D9C6D8A58}"/>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1770" t="-2745" r="-3915" b="2745"/>
          <a:stretch/>
        </p:blipFill>
        <p:spPr>
          <a:xfrm>
            <a:off x="8051629" y="1734335"/>
            <a:ext cx="4497421" cy="512366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551833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0" end="0"/>
                                            </p:txEl>
                                          </p:spTgt>
                                        </p:tgtEl>
                                        <p:attrNameLst>
                                          <p:attrName>style.visibility</p:attrName>
                                        </p:attrNameLst>
                                      </p:cBhvr>
                                      <p:to>
                                        <p:strVal val="visible"/>
                                      </p:to>
                                    </p:set>
                                    <p:animEffect transition="in" filter="fade">
                                      <p:cBhvr>
                                        <p:cTn id="18" dur="500"/>
                                        <p:tgtEl>
                                          <p:spTgt spid="3">
                                            <p:txEl>
                                              <p:pRg st="0" end="0"/>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500"/>
                                        <p:tgtEl>
                                          <p:spTgt spid="3">
                                            <p:txEl>
                                              <p:pRg st="2" end="2"/>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fade">
                                      <p:cBhvr>
                                        <p:cTn id="24" dur="500"/>
                                        <p:tgtEl>
                                          <p:spTgt spid="3">
                                            <p:txEl>
                                              <p:pRg st="3" end="3"/>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500"/>
                                        <p:tgtEl>
                                          <p:spTgt spid="3">
                                            <p:txEl>
                                              <p:pRg st="5" end="5"/>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fade">
                                      <p:cBhvr>
                                        <p:cTn id="33" dur="500"/>
                                        <p:tgtEl>
                                          <p:spTgt spid="3">
                                            <p:txEl>
                                              <p:pRg st="6" end="6"/>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3">
                                            <p:txEl>
                                              <p:pRg st="7" end="7"/>
                                            </p:txEl>
                                          </p:spTgt>
                                        </p:tgtEl>
                                        <p:attrNameLst>
                                          <p:attrName>style.visibility</p:attrName>
                                        </p:attrNameLst>
                                      </p:cBhvr>
                                      <p:to>
                                        <p:strVal val="visible"/>
                                      </p:to>
                                    </p:set>
                                    <p:animEffect transition="in" filter="fade">
                                      <p:cBhvr>
                                        <p:cTn id="36" dur="500"/>
                                        <p:tgtEl>
                                          <p:spTgt spid="3">
                                            <p:txEl>
                                              <p:pRg st="7" end="7"/>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animEffect transition="in" filter="fade">
                                      <p:cBhvr>
                                        <p:cTn id="39"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92484EA1-D8CB-4BBF-9FF8-B9A7078C19B9}"/>
              </a:ext>
            </a:extLst>
          </p:cNvPr>
          <p:cNvSpPr>
            <a:spLocks noGrp="1"/>
          </p:cNvSpPr>
          <p:nvPr>
            <p:ph sz="half" idx="10"/>
          </p:nvPr>
        </p:nvSpPr>
        <p:spPr/>
        <p:txBody>
          <a:bodyPr/>
          <a:lstStyle/>
          <a:p>
            <a:r>
              <a:rPr lang="en-US" dirty="0"/>
              <a:t>Design Principles and Patterns</a:t>
            </a:r>
          </a:p>
        </p:txBody>
      </p:sp>
      <p:sp>
        <p:nvSpPr>
          <p:cNvPr id="2" name="Content Placeholder 1">
            <a:extLst>
              <a:ext uri="{FF2B5EF4-FFF2-40B4-BE49-F238E27FC236}">
                <a16:creationId xmlns:a16="http://schemas.microsoft.com/office/drawing/2014/main" id="{C608E11D-F8C3-05C9-8CD6-AA75B69BE2A4}"/>
              </a:ext>
            </a:extLst>
          </p:cNvPr>
          <p:cNvSpPr>
            <a:spLocks noGrp="1"/>
          </p:cNvSpPr>
          <p:nvPr>
            <p:ph sz="half" idx="11"/>
          </p:nvPr>
        </p:nvSpPr>
        <p:spPr/>
        <p:txBody>
          <a:bodyPr>
            <a:normAutofit fontScale="62500" lnSpcReduction="20000"/>
          </a:bodyPr>
          <a:lstStyle/>
          <a:p>
            <a:r>
              <a:rPr lang="en-US" sz="3100" dirty="0">
                <a:solidFill>
                  <a:schemeClr val="tx2">
                    <a:lumMod val="10000"/>
                    <a:lumOff val="90000"/>
                  </a:schemeClr>
                </a:solidFill>
              </a:rPr>
              <a:t>Domain Driven Design Patterns</a:t>
            </a:r>
          </a:p>
          <a:p>
            <a:pPr lvl="1">
              <a:lnSpc>
                <a:spcPct val="100000"/>
              </a:lnSpc>
            </a:pPr>
            <a:r>
              <a:rPr lang="en-US" sz="2600" dirty="0">
                <a:solidFill>
                  <a:schemeClr val="tx2">
                    <a:lumMod val="10000"/>
                    <a:lumOff val="90000"/>
                  </a:schemeClr>
                </a:solidFill>
              </a:rPr>
              <a:t>Repository Pattern</a:t>
            </a:r>
          </a:p>
          <a:p>
            <a:pPr lvl="1">
              <a:lnSpc>
                <a:spcPct val="100000"/>
              </a:lnSpc>
            </a:pPr>
            <a:r>
              <a:rPr lang="en-US" sz="2600" dirty="0">
                <a:solidFill>
                  <a:schemeClr val="tx2">
                    <a:lumMod val="10000"/>
                    <a:lumOff val="90000"/>
                  </a:schemeClr>
                </a:solidFill>
              </a:rPr>
              <a:t>Unit Of Work Pattern</a:t>
            </a:r>
          </a:p>
          <a:p>
            <a:pPr lvl="1">
              <a:lnSpc>
                <a:spcPct val="100000"/>
              </a:lnSpc>
            </a:pPr>
            <a:r>
              <a:rPr lang="en-US" sz="2600" dirty="0">
                <a:solidFill>
                  <a:schemeClr val="tx2">
                    <a:lumMod val="10000"/>
                    <a:lumOff val="90000"/>
                  </a:schemeClr>
                </a:solidFill>
              </a:rPr>
              <a:t>Service Pattern</a:t>
            </a:r>
          </a:p>
          <a:p>
            <a:r>
              <a:rPr lang="en-US" sz="3100" dirty="0">
                <a:solidFill>
                  <a:schemeClr val="tx2">
                    <a:lumMod val="10000"/>
                    <a:lumOff val="90000"/>
                  </a:schemeClr>
                </a:solidFill>
              </a:rPr>
              <a:t>GOF Patterns</a:t>
            </a:r>
          </a:p>
          <a:p>
            <a:pPr lvl="1">
              <a:lnSpc>
                <a:spcPct val="100000"/>
              </a:lnSpc>
            </a:pPr>
            <a:r>
              <a:rPr lang="en-US" sz="2600" dirty="0">
                <a:solidFill>
                  <a:schemeClr val="tx2">
                    <a:lumMod val="10000"/>
                    <a:lumOff val="90000"/>
                  </a:schemeClr>
                </a:solidFill>
              </a:rPr>
              <a:t>Singleton</a:t>
            </a:r>
          </a:p>
          <a:p>
            <a:pPr lvl="1">
              <a:lnSpc>
                <a:spcPct val="100000"/>
              </a:lnSpc>
            </a:pPr>
            <a:r>
              <a:rPr lang="en-US" sz="2600" dirty="0">
                <a:solidFill>
                  <a:schemeClr val="tx2">
                    <a:lumMod val="10000"/>
                    <a:lumOff val="90000"/>
                  </a:schemeClr>
                </a:solidFill>
              </a:rPr>
              <a:t>Factory</a:t>
            </a:r>
          </a:p>
          <a:p>
            <a:pPr lvl="1">
              <a:lnSpc>
                <a:spcPct val="100000"/>
              </a:lnSpc>
            </a:pPr>
            <a:r>
              <a:rPr lang="en-US" sz="2600" dirty="0">
                <a:solidFill>
                  <a:schemeClr val="tx2">
                    <a:lumMod val="10000"/>
                    <a:lumOff val="90000"/>
                  </a:schemeClr>
                </a:solidFill>
              </a:rPr>
              <a:t>Abstract Factory</a:t>
            </a:r>
          </a:p>
          <a:p>
            <a:pPr lvl="1">
              <a:lnSpc>
                <a:spcPct val="100000"/>
              </a:lnSpc>
            </a:pPr>
            <a:r>
              <a:rPr lang="en-US" sz="2600" dirty="0">
                <a:solidFill>
                  <a:schemeClr val="tx2">
                    <a:lumMod val="10000"/>
                    <a:lumOff val="90000"/>
                  </a:schemeClr>
                </a:solidFill>
              </a:rPr>
              <a:t>Builder</a:t>
            </a:r>
          </a:p>
          <a:p>
            <a:pPr lvl="1">
              <a:lnSpc>
                <a:spcPct val="100000"/>
              </a:lnSpc>
            </a:pPr>
            <a:r>
              <a:rPr lang="en-US" sz="2600" dirty="0">
                <a:solidFill>
                  <a:schemeClr val="tx2">
                    <a:lumMod val="10000"/>
                    <a:lumOff val="90000"/>
                  </a:schemeClr>
                </a:solidFill>
              </a:rPr>
              <a:t>Adapter</a:t>
            </a:r>
          </a:p>
          <a:p>
            <a:pPr lvl="1">
              <a:lnSpc>
                <a:spcPct val="100000"/>
              </a:lnSpc>
            </a:pPr>
            <a:r>
              <a:rPr lang="en-US" sz="2600" dirty="0">
                <a:solidFill>
                  <a:schemeClr val="tx2">
                    <a:lumMod val="10000"/>
                    <a:lumOff val="90000"/>
                  </a:schemeClr>
                </a:solidFill>
              </a:rPr>
              <a:t>Bridge</a:t>
            </a:r>
          </a:p>
          <a:p>
            <a:pPr lvl="1">
              <a:lnSpc>
                <a:spcPct val="100000"/>
              </a:lnSpc>
            </a:pPr>
            <a:r>
              <a:rPr lang="en-US" sz="2600" dirty="0">
                <a:solidFill>
                  <a:schemeClr val="tx2">
                    <a:lumMod val="10000"/>
                    <a:lumOff val="90000"/>
                  </a:schemeClr>
                </a:solidFill>
              </a:rPr>
              <a:t>Façade</a:t>
            </a:r>
          </a:p>
          <a:p>
            <a:pPr lvl="1">
              <a:lnSpc>
                <a:spcPct val="100000"/>
              </a:lnSpc>
            </a:pPr>
            <a:r>
              <a:rPr lang="en-US" sz="2600" dirty="0">
                <a:solidFill>
                  <a:schemeClr val="tx2">
                    <a:lumMod val="10000"/>
                    <a:lumOff val="90000"/>
                  </a:schemeClr>
                </a:solidFill>
              </a:rPr>
              <a:t>Proxy</a:t>
            </a:r>
          </a:p>
          <a:p>
            <a:pPr lvl="1">
              <a:lnSpc>
                <a:spcPct val="100000"/>
              </a:lnSpc>
            </a:pPr>
            <a:r>
              <a:rPr lang="en-US" sz="2600" dirty="0">
                <a:solidFill>
                  <a:schemeClr val="tx2">
                    <a:lumMod val="10000"/>
                    <a:lumOff val="90000"/>
                  </a:schemeClr>
                </a:solidFill>
              </a:rPr>
              <a:t>Command</a:t>
            </a:r>
          </a:p>
          <a:p>
            <a:pPr lvl="1">
              <a:lnSpc>
                <a:spcPct val="100000"/>
              </a:lnSpc>
            </a:pPr>
            <a:r>
              <a:rPr lang="en-US" sz="2600" dirty="0">
                <a:solidFill>
                  <a:schemeClr val="tx2">
                    <a:lumMod val="10000"/>
                    <a:lumOff val="90000"/>
                  </a:schemeClr>
                </a:solidFill>
              </a:rPr>
              <a:t>Iterator </a:t>
            </a:r>
          </a:p>
          <a:p>
            <a:pPr lvl="1">
              <a:lnSpc>
                <a:spcPct val="100000"/>
              </a:lnSpc>
            </a:pPr>
            <a:r>
              <a:rPr lang="en-US" sz="2600" dirty="0">
                <a:solidFill>
                  <a:schemeClr val="tx2">
                    <a:lumMod val="10000"/>
                    <a:lumOff val="90000"/>
                  </a:schemeClr>
                </a:solidFill>
              </a:rPr>
              <a:t>State</a:t>
            </a:r>
          </a:p>
          <a:p>
            <a:pPr lvl="1">
              <a:lnSpc>
                <a:spcPct val="100000"/>
              </a:lnSpc>
            </a:pPr>
            <a:r>
              <a:rPr lang="en-US" sz="2600" dirty="0">
                <a:solidFill>
                  <a:schemeClr val="tx2">
                    <a:lumMod val="10000"/>
                    <a:lumOff val="90000"/>
                  </a:schemeClr>
                </a:solidFill>
              </a:rPr>
              <a:t>Strategy</a:t>
            </a:r>
          </a:p>
        </p:txBody>
      </p:sp>
      <p:sp>
        <p:nvSpPr>
          <p:cNvPr id="3" name="Content Placeholder 2">
            <a:extLst>
              <a:ext uri="{FF2B5EF4-FFF2-40B4-BE49-F238E27FC236}">
                <a16:creationId xmlns:a16="http://schemas.microsoft.com/office/drawing/2014/main" id="{754BD0C1-1C33-41F0-A363-D3AC6F17179F}"/>
              </a:ext>
            </a:extLst>
          </p:cNvPr>
          <p:cNvSpPr>
            <a:spLocks noGrp="1"/>
          </p:cNvSpPr>
          <p:nvPr>
            <p:ph sz="half" idx="1"/>
          </p:nvPr>
        </p:nvSpPr>
        <p:spPr/>
        <p:txBody>
          <a:bodyPr>
            <a:normAutofit fontScale="92500" lnSpcReduction="20000"/>
          </a:bodyPr>
          <a:lstStyle/>
          <a:p>
            <a:r>
              <a:rPr lang="en-US" sz="2600" dirty="0"/>
              <a:t>Software Design Principles</a:t>
            </a:r>
            <a:endParaRPr lang="en-IN" sz="2600" dirty="0"/>
          </a:p>
          <a:p>
            <a:pPr lvl="1">
              <a:lnSpc>
                <a:spcPct val="100000"/>
              </a:lnSpc>
            </a:pPr>
            <a:r>
              <a:rPr lang="en-US" sz="2200" dirty="0"/>
              <a:t>SOLID Principles</a:t>
            </a:r>
          </a:p>
          <a:p>
            <a:pPr lvl="1"/>
            <a:r>
              <a:rPr lang="en-US" sz="2200" dirty="0"/>
              <a:t>DRY (Don't Repeat Yourself)</a:t>
            </a:r>
          </a:p>
          <a:p>
            <a:pPr lvl="1"/>
            <a:r>
              <a:rPr lang="en-US" sz="2200" dirty="0"/>
              <a:t>KISS (Keep It Simple, Stupid)</a:t>
            </a:r>
          </a:p>
          <a:p>
            <a:pPr lvl="1"/>
            <a:r>
              <a:rPr lang="en-US" sz="2200" dirty="0"/>
              <a:t>YAGNI (You Aren't </a:t>
            </a:r>
            <a:r>
              <a:rPr lang="en-US" sz="2200" dirty="0" err="1"/>
              <a:t>Gonna</a:t>
            </a:r>
            <a:r>
              <a:rPr lang="en-US" sz="2200" dirty="0"/>
              <a:t> Need It)</a:t>
            </a:r>
          </a:p>
          <a:p>
            <a:pPr lvl="1"/>
            <a:r>
              <a:rPr lang="en-US" sz="2200" dirty="0"/>
              <a:t>Composition over Inheritance</a:t>
            </a:r>
          </a:p>
          <a:p>
            <a:r>
              <a:rPr lang="en-US" sz="2600" dirty="0"/>
              <a:t>Architectural Patterns</a:t>
            </a:r>
          </a:p>
          <a:p>
            <a:pPr lvl="1"/>
            <a:r>
              <a:rPr lang="en-US" sz="2200" dirty="0"/>
              <a:t>MVC</a:t>
            </a:r>
          </a:p>
          <a:p>
            <a:pPr lvl="1"/>
            <a:r>
              <a:rPr lang="en-US" sz="2200" dirty="0"/>
              <a:t>MVVM</a:t>
            </a:r>
          </a:p>
          <a:p>
            <a:pPr lvl="1"/>
            <a:r>
              <a:rPr lang="en-US" sz="2200" dirty="0"/>
              <a:t>N-Layer/N-Tier</a:t>
            </a:r>
          </a:p>
          <a:p>
            <a:pPr lvl="1"/>
            <a:r>
              <a:rPr lang="en-US" sz="2200" dirty="0"/>
              <a:t>Clean/Onion Architecture</a:t>
            </a:r>
          </a:p>
          <a:p>
            <a:pPr lvl="1"/>
            <a:r>
              <a:rPr lang="en-US" sz="2200" dirty="0"/>
              <a:t>SOA, REST</a:t>
            </a:r>
          </a:p>
          <a:p>
            <a:pPr lvl="1"/>
            <a:r>
              <a:rPr lang="en-US" sz="2200" dirty="0"/>
              <a:t>Microservices</a:t>
            </a:r>
          </a:p>
          <a:p>
            <a:pPr lvl="1"/>
            <a:r>
              <a:rPr lang="en-US" sz="2000" dirty="0"/>
              <a:t>Modular Monolith Architecture</a:t>
            </a:r>
          </a:p>
          <a:p>
            <a:pPr lvl="1"/>
            <a:r>
              <a:rPr lang="en-US" sz="2000" dirty="0"/>
              <a:t>Event-Driven Architecture</a:t>
            </a:r>
          </a:p>
        </p:txBody>
      </p:sp>
    </p:spTree>
    <p:extLst>
      <p:ext uri="{BB962C8B-B14F-4D97-AF65-F5344CB8AC3E}">
        <p14:creationId xmlns:p14="http://schemas.microsoft.com/office/powerpoint/2010/main" val="2015108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500"/>
                                        <p:tgtEl>
                                          <p:spTgt spid="3">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Effect transition="in" filter="fade">
                                      <p:cBhvr>
                                        <p:cTn id="30" dur="500"/>
                                        <p:tgtEl>
                                          <p:spTgt spid="3">
                                            <p:txEl>
                                              <p:pRg st="7" end="7"/>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animEffect transition="in" filter="fade">
                                      <p:cBhvr>
                                        <p:cTn id="33" dur="500"/>
                                        <p:tgtEl>
                                          <p:spTgt spid="3">
                                            <p:txEl>
                                              <p:pRg st="8" end="8"/>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3">
                                            <p:txEl>
                                              <p:pRg st="9" end="9"/>
                                            </p:txEl>
                                          </p:spTgt>
                                        </p:tgtEl>
                                        <p:attrNameLst>
                                          <p:attrName>style.visibility</p:attrName>
                                        </p:attrNameLst>
                                      </p:cBhvr>
                                      <p:to>
                                        <p:strVal val="visible"/>
                                      </p:to>
                                    </p:set>
                                    <p:animEffect transition="in" filter="fade">
                                      <p:cBhvr>
                                        <p:cTn id="36" dur="500"/>
                                        <p:tgtEl>
                                          <p:spTgt spid="3">
                                            <p:txEl>
                                              <p:pRg st="9" end="9"/>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animEffect transition="in" filter="fade">
                                      <p:cBhvr>
                                        <p:cTn id="39" dur="500"/>
                                        <p:tgtEl>
                                          <p:spTgt spid="3">
                                            <p:txEl>
                                              <p:pRg st="10" end="10"/>
                                            </p:txEl>
                                          </p:spTgt>
                                        </p:tgtEl>
                                      </p:cBhvr>
                                    </p:animEffect>
                                  </p:childTnLst>
                                </p:cTn>
                              </p:par>
                              <p:par>
                                <p:cTn id="40" presetID="10" presetClass="entr" presetSubtype="0" fill="hold" nodeType="withEffect">
                                  <p:stCondLst>
                                    <p:cond delay="0"/>
                                  </p:stCondLst>
                                  <p:childTnLst>
                                    <p:set>
                                      <p:cBhvr>
                                        <p:cTn id="41" dur="1" fill="hold">
                                          <p:stCondLst>
                                            <p:cond delay="0"/>
                                          </p:stCondLst>
                                        </p:cTn>
                                        <p:tgtEl>
                                          <p:spTgt spid="3">
                                            <p:txEl>
                                              <p:pRg st="11" end="11"/>
                                            </p:txEl>
                                          </p:spTgt>
                                        </p:tgtEl>
                                        <p:attrNameLst>
                                          <p:attrName>style.visibility</p:attrName>
                                        </p:attrNameLst>
                                      </p:cBhvr>
                                      <p:to>
                                        <p:strVal val="visible"/>
                                      </p:to>
                                    </p:set>
                                    <p:animEffect transition="in" filter="fade">
                                      <p:cBhvr>
                                        <p:cTn id="42" dur="500"/>
                                        <p:tgtEl>
                                          <p:spTgt spid="3">
                                            <p:txEl>
                                              <p:pRg st="11" end="11"/>
                                            </p:txEl>
                                          </p:spTgt>
                                        </p:tgtEl>
                                      </p:cBhvr>
                                    </p:animEffect>
                                  </p:childTnLst>
                                </p:cTn>
                              </p:par>
                              <p:par>
                                <p:cTn id="43" presetID="10" presetClass="entr" presetSubtype="0" fill="hold" nodeType="withEffect">
                                  <p:stCondLst>
                                    <p:cond delay="0"/>
                                  </p:stCondLst>
                                  <p:childTnLst>
                                    <p:set>
                                      <p:cBhvr>
                                        <p:cTn id="44" dur="1" fill="hold">
                                          <p:stCondLst>
                                            <p:cond delay="0"/>
                                          </p:stCondLst>
                                        </p:cTn>
                                        <p:tgtEl>
                                          <p:spTgt spid="3">
                                            <p:txEl>
                                              <p:pRg st="12" end="12"/>
                                            </p:txEl>
                                          </p:spTgt>
                                        </p:tgtEl>
                                        <p:attrNameLst>
                                          <p:attrName>style.visibility</p:attrName>
                                        </p:attrNameLst>
                                      </p:cBhvr>
                                      <p:to>
                                        <p:strVal val="visible"/>
                                      </p:to>
                                    </p:set>
                                    <p:animEffect transition="in" filter="fade">
                                      <p:cBhvr>
                                        <p:cTn id="45" dur="500"/>
                                        <p:tgtEl>
                                          <p:spTgt spid="3">
                                            <p:txEl>
                                              <p:pRg st="12" end="12"/>
                                            </p:txEl>
                                          </p:spTgt>
                                        </p:tgtEl>
                                      </p:cBhvr>
                                    </p:animEffect>
                                  </p:childTnLst>
                                </p:cTn>
                              </p:par>
                              <p:par>
                                <p:cTn id="46" presetID="10" presetClass="entr" presetSubtype="0" fill="hold" nodeType="withEffect">
                                  <p:stCondLst>
                                    <p:cond delay="0"/>
                                  </p:stCondLst>
                                  <p:childTnLst>
                                    <p:set>
                                      <p:cBhvr>
                                        <p:cTn id="47" dur="1" fill="hold">
                                          <p:stCondLst>
                                            <p:cond delay="0"/>
                                          </p:stCondLst>
                                        </p:cTn>
                                        <p:tgtEl>
                                          <p:spTgt spid="3">
                                            <p:txEl>
                                              <p:pRg st="13" end="13"/>
                                            </p:txEl>
                                          </p:spTgt>
                                        </p:tgtEl>
                                        <p:attrNameLst>
                                          <p:attrName>style.visibility</p:attrName>
                                        </p:attrNameLst>
                                      </p:cBhvr>
                                      <p:to>
                                        <p:strVal val="visible"/>
                                      </p:to>
                                    </p:set>
                                    <p:animEffect transition="in" filter="fade">
                                      <p:cBhvr>
                                        <p:cTn id="48" dur="500"/>
                                        <p:tgtEl>
                                          <p:spTgt spid="3">
                                            <p:txEl>
                                              <p:pRg st="13" end="13"/>
                                            </p:txEl>
                                          </p:spTgt>
                                        </p:tgtEl>
                                      </p:cBhvr>
                                    </p:animEffect>
                                  </p:childTnLst>
                                </p:cTn>
                              </p:par>
                              <p:par>
                                <p:cTn id="49" presetID="10" presetClass="entr" presetSubtype="0" fill="hold" nodeType="withEffect">
                                  <p:stCondLst>
                                    <p:cond delay="0"/>
                                  </p:stCondLst>
                                  <p:childTnLst>
                                    <p:set>
                                      <p:cBhvr>
                                        <p:cTn id="50" dur="1" fill="hold">
                                          <p:stCondLst>
                                            <p:cond delay="0"/>
                                          </p:stCondLst>
                                        </p:cTn>
                                        <p:tgtEl>
                                          <p:spTgt spid="3">
                                            <p:txEl>
                                              <p:pRg st="14" end="14"/>
                                            </p:txEl>
                                          </p:spTgt>
                                        </p:tgtEl>
                                        <p:attrNameLst>
                                          <p:attrName>style.visibility</p:attrName>
                                        </p:attrNameLst>
                                      </p:cBhvr>
                                      <p:to>
                                        <p:strVal val="visible"/>
                                      </p:to>
                                    </p:set>
                                    <p:animEffect transition="in" filter="fade">
                                      <p:cBhvr>
                                        <p:cTn id="51" dur="500"/>
                                        <p:tgtEl>
                                          <p:spTgt spid="3">
                                            <p:txEl>
                                              <p:pRg st="14" end="14"/>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2">
                                            <p:txEl>
                                              <p:pRg st="0" end="0"/>
                                            </p:txEl>
                                          </p:spTgt>
                                        </p:tgtEl>
                                        <p:attrNameLst>
                                          <p:attrName>style.visibility</p:attrName>
                                        </p:attrNameLst>
                                      </p:cBhvr>
                                      <p:to>
                                        <p:strVal val="visible"/>
                                      </p:to>
                                    </p:set>
                                    <p:animEffect transition="in" filter="fade">
                                      <p:cBhvr>
                                        <p:cTn id="56" dur="500"/>
                                        <p:tgtEl>
                                          <p:spTgt spid="2">
                                            <p:txEl>
                                              <p:pRg st="0" end="0"/>
                                            </p:txEl>
                                          </p:spTgt>
                                        </p:tgtEl>
                                      </p:cBhvr>
                                    </p:animEffect>
                                  </p:childTnLst>
                                </p:cTn>
                              </p:par>
                              <p:par>
                                <p:cTn id="57" presetID="10" presetClass="entr" presetSubtype="0" fill="hold" nodeType="withEffect">
                                  <p:stCondLst>
                                    <p:cond delay="0"/>
                                  </p:stCondLst>
                                  <p:childTnLst>
                                    <p:set>
                                      <p:cBhvr>
                                        <p:cTn id="58" dur="1" fill="hold">
                                          <p:stCondLst>
                                            <p:cond delay="0"/>
                                          </p:stCondLst>
                                        </p:cTn>
                                        <p:tgtEl>
                                          <p:spTgt spid="2">
                                            <p:txEl>
                                              <p:pRg st="1" end="1"/>
                                            </p:txEl>
                                          </p:spTgt>
                                        </p:tgtEl>
                                        <p:attrNameLst>
                                          <p:attrName>style.visibility</p:attrName>
                                        </p:attrNameLst>
                                      </p:cBhvr>
                                      <p:to>
                                        <p:strVal val="visible"/>
                                      </p:to>
                                    </p:set>
                                    <p:animEffect transition="in" filter="fade">
                                      <p:cBhvr>
                                        <p:cTn id="59" dur="500"/>
                                        <p:tgtEl>
                                          <p:spTgt spid="2">
                                            <p:txEl>
                                              <p:pRg st="1" end="1"/>
                                            </p:txEl>
                                          </p:spTgt>
                                        </p:tgtEl>
                                      </p:cBhvr>
                                    </p:animEffect>
                                  </p:childTnLst>
                                </p:cTn>
                              </p:par>
                              <p:par>
                                <p:cTn id="60" presetID="10" presetClass="entr" presetSubtype="0" fill="hold" nodeType="withEffect">
                                  <p:stCondLst>
                                    <p:cond delay="0"/>
                                  </p:stCondLst>
                                  <p:childTnLst>
                                    <p:set>
                                      <p:cBhvr>
                                        <p:cTn id="61" dur="1" fill="hold">
                                          <p:stCondLst>
                                            <p:cond delay="0"/>
                                          </p:stCondLst>
                                        </p:cTn>
                                        <p:tgtEl>
                                          <p:spTgt spid="2">
                                            <p:txEl>
                                              <p:pRg st="2" end="2"/>
                                            </p:txEl>
                                          </p:spTgt>
                                        </p:tgtEl>
                                        <p:attrNameLst>
                                          <p:attrName>style.visibility</p:attrName>
                                        </p:attrNameLst>
                                      </p:cBhvr>
                                      <p:to>
                                        <p:strVal val="visible"/>
                                      </p:to>
                                    </p:set>
                                    <p:animEffect transition="in" filter="fade">
                                      <p:cBhvr>
                                        <p:cTn id="62" dur="500"/>
                                        <p:tgtEl>
                                          <p:spTgt spid="2">
                                            <p:txEl>
                                              <p:pRg st="2" end="2"/>
                                            </p:txEl>
                                          </p:spTgt>
                                        </p:tgtEl>
                                      </p:cBhvr>
                                    </p:animEffect>
                                  </p:childTnLst>
                                </p:cTn>
                              </p:par>
                              <p:par>
                                <p:cTn id="63" presetID="10" presetClass="entr" presetSubtype="0" fill="hold" nodeType="withEffect">
                                  <p:stCondLst>
                                    <p:cond delay="0"/>
                                  </p:stCondLst>
                                  <p:childTnLst>
                                    <p:set>
                                      <p:cBhvr>
                                        <p:cTn id="64" dur="1" fill="hold">
                                          <p:stCondLst>
                                            <p:cond delay="0"/>
                                          </p:stCondLst>
                                        </p:cTn>
                                        <p:tgtEl>
                                          <p:spTgt spid="2">
                                            <p:txEl>
                                              <p:pRg st="3" end="3"/>
                                            </p:txEl>
                                          </p:spTgt>
                                        </p:tgtEl>
                                        <p:attrNameLst>
                                          <p:attrName>style.visibility</p:attrName>
                                        </p:attrNameLst>
                                      </p:cBhvr>
                                      <p:to>
                                        <p:strVal val="visible"/>
                                      </p:to>
                                    </p:set>
                                    <p:animEffect transition="in" filter="fade">
                                      <p:cBhvr>
                                        <p:cTn id="65" dur="500"/>
                                        <p:tgtEl>
                                          <p:spTgt spid="2">
                                            <p:txEl>
                                              <p:pRg st="3" end="3"/>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nodeType="clickEffect">
                                  <p:stCondLst>
                                    <p:cond delay="0"/>
                                  </p:stCondLst>
                                  <p:childTnLst>
                                    <p:set>
                                      <p:cBhvr>
                                        <p:cTn id="69" dur="1" fill="hold">
                                          <p:stCondLst>
                                            <p:cond delay="0"/>
                                          </p:stCondLst>
                                        </p:cTn>
                                        <p:tgtEl>
                                          <p:spTgt spid="2">
                                            <p:txEl>
                                              <p:pRg st="4" end="4"/>
                                            </p:txEl>
                                          </p:spTgt>
                                        </p:tgtEl>
                                        <p:attrNameLst>
                                          <p:attrName>style.visibility</p:attrName>
                                        </p:attrNameLst>
                                      </p:cBhvr>
                                      <p:to>
                                        <p:strVal val="visible"/>
                                      </p:to>
                                    </p:set>
                                    <p:animEffect transition="in" filter="fade">
                                      <p:cBhvr>
                                        <p:cTn id="70" dur="500"/>
                                        <p:tgtEl>
                                          <p:spTgt spid="2">
                                            <p:txEl>
                                              <p:pRg st="4" end="4"/>
                                            </p:txEl>
                                          </p:spTgt>
                                        </p:tgtEl>
                                      </p:cBhvr>
                                    </p:animEffect>
                                  </p:childTnLst>
                                </p:cTn>
                              </p:par>
                              <p:par>
                                <p:cTn id="71" presetID="10" presetClass="entr" presetSubtype="0" fill="hold" nodeType="withEffect">
                                  <p:stCondLst>
                                    <p:cond delay="0"/>
                                  </p:stCondLst>
                                  <p:childTnLst>
                                    <p:set>
                                      <p:cBhvr>
                                        <p:cTn id="72" dur="1" fill="hold">
                                          <p:stCondLst>
                                            <p:cond delay="0"/>
                                          </p:stCondLst>
                                        </p:cTn>
                                        <p:tgtEl>
                                          <p:spTgt spid="2">
                                            <p:txEl>
                                              <p:pRg st="5" end="5"/>
                                            </p:txEl>
                                          </p:spTgt>
                                        </p:tgtEl>
                                        <p:attrNameLst>
                                          <p:attrName>style.visibility</p:attrName>
                                        </p:attrNameLst>
                                      </p:cBhvr>
                                      <p:to>
                                        <p:strVal val="visible"/>
                                      </p:to>
                                    </p:set>
                                    <p:animEffect transition="in" filter="fade">
                                      <p:cBhvr>
                                        <p:cTn id="73" dur="500"/>
                                        <p:tgtEl>
                                          <p:spTgt spid="2">
                                            <p:txEl>
                                              <p:pRg st="5" end="5"/>
                                            </p:txEl>
                                          </p:spTgt>
                                        </p:tgtEl>
                                      </p:cBhvr>
                                    </p:animEffect>
                                  </p:childTnLst>
                                </p:cTn>
                              </p:par>
                              <p:par>
                                <p:cTn id="74" presetID="10" presetClass="entr" presetSubtype="0" fill="hold" nodeType="withEffect">
                                  <p:stCondLst>
                                    <p:cond delay="0"/>
                                  </p:stCondLst>
                                  <p:childTnLst>
                                    <p:set>
                                      <p:cBhvr>
                                        <p:cTn id="75" dur="1" fill="hold">
                                          <p:stCondLst>
                                            <p:cond delay="0"/>
                                          </p:stCondLst>
                                        </p:cTn>
                                        <p:tgtEl>
                                          <p:spTgt spid="2">
                                            <p:txEl>
                                              <p:pRg st="6" end="6"/>
                                            </p:txEl>
                                          </p:spTgt>
                                        </p:tgtEl>
                                        <p:attrNameLst>
                                          <p:attrName>style.visibility</p:attrName>
                                        </p:attrNameLst>
                                      </p:cBhvr>
                                      <p:to>
                                        <p:strVal val="visible"/>
                                      </p:to>
                                    </p:set>
                                    <p:animEffect transition="in" filter="fade">
                                      <p:cBhvr>
                                        <p:cTn id="76" dur="500"/>
                                        <p:tgtEl>
                                          <p:spTgt spid="2">
                                            <p:txEl>
                                              <p:pRg st="6" end="6"/>
                                            </p:txEl>
                                          </p:spTgt>
                                        </p:tgtEl>
                                      </p:cBhvr>
                                    </p:animEffect>
                                  </p:childTnLst>
                                </p:cTn>
                              </p:par>
                              <p:par>
                                <p:cTn id="77" presetID="10" presetClass="entr" presetSubtype="0" fill="hold" nodeType="withEffect">
                                  <p:stCondLst>
                                    <p:cond delay="0"/>
                                  </p:stCondLst>
                                  <p:childTnLst>
                                    <p:set>
                                      <p:cBhvr>
                                        <p:cTn id="78" dur="1" fill="hold">
                                          <p:stCondLst>
                                            <p:cond delay="0"/>
                                          </p:stCondLst>
                                        </p:cTn>
                                        <p:tgtEl>
                                          <p:spTgt spid="2">
                                            <p:txEl>
                                              <p:pRg st="7" end="7"/>
                                            </p:txEl>
                                          </p:spTgt>
                                        </p:tgtEl>
                                        <p:attrNameLst>
                                          <p:attrName>style.visibility</p:attrName>
                                        </p:attrNameLst>
                                      </p:cBhvr>
                                      <p:to>
                                        <p:strVal val="visible"/>
                                      </p:to>
                                    </p:set>
                                    <p:animEffect transition="in" filter="fade">
                                      <p:cBhvr>
                                        <p:cTn id="79" dur="500"/>
                                        <p:tgtEl>
                                          <p:spTgt spid="2">
                                            <p:txEl>
                                              <p:pRg st="7" end="7"/>
                                            </p:txEl>
                                          </p:spTgt>
                                        </p:tgtEl>
                                      </p:cBhvr>
                                    </p:animEffect>
                                  </p:childTnLst>
                                </p:cTn>
                              </p:par>
                              <p:par>
                                <p:cTn id="80" presetID="10" presetClass="entr" presetSubtype="0" fill="hold" nodeType="withEffect">
                                  <p:stCondLst>
                                    <p:cond delay="0"/>
                                  </p:stCondLst>
                                  <p:childTnLst>
                                    <p:set>
                                      <p:cBhvr>
                                        <p:cTn id="81" dur="1" fill="hold">
                                          <p:stCondLst>
                                            <p:cond delay="0"/>
                                          </p:stCondLst>
                                        </p:cTn>
                                        <p:tgtEl>
                                          <p:spTgt spid="2">
                                            <p:txEl>
                                              <p:pRg st="8" end="8"/>
                                            </p:txEl>
                                          </p:spTgt>
                                        </p:tgtEl>
                                        <p:attrNameLst>
                                          <p:attrName>style.visibility</p:attrName>
                                        </p:attrNameLst>
                                      </p:cBhvr>
                                      <p:to>
                                        <p:strVal val="visible"/>
                                      </p:to>
                                    </p:set>
                                    <p:animEffect transition="in" filter="fade">
                                      <p:cBhvr>
                                        <p:cTn id="82" dur="500"/>
                                        <p:tgtEl>
                                          <p:spTgt spid="2">
                                            <p:txEl>
                                              <p:pRg st="8" end="8"/>
                                            </p:txEl>
                                          </p:spTgt>
                                        </p:tgtEl>
                                      </p:cBhvr>
                                    </p:animEffect>
                                  </p:childTnLst>
                                </p:cTn>
                              </p:par>
                              <p:par>
                                <p:cTn id="83" presetID="10" presetClass="entr" presetSubtype="0" fill="hold" nodeType="withEffect">
                                  <p:stCondLst>
                                    <p:cond delay="0"/>
                                  </p:stCondLst>
                                  <p:childTnLst>
                                    <p:set>
                                      <p:cBhvr>
                                        <p:cTn id="84" dur="1" fill="hold">
                                          <p:stCondLst>
                                            <p:cond delay="0"/>
                                          </p:stCondLst>
                                        </p:cTn>
                                        <p:tgtEl>
                                          <p:spTgt spid="2">
                                            <p:txEl>
                                              <p:pRg st="9" end="9"/>
                                            </p:txEl>
                                          </p:spTgt>
                                        </p:tgtEl>
                                        <p:attrNameLst>
                                          <p:attrName>style.visibility</p:attrName>
                                        </p:attrNameLst>
                                      </p:cBhvr>
                                      <p:to>
                                        <p:strVal val="visible"/>
                                      </p:to>
                                    </p:set>
                                    <p:animEffect transition="in" filter="fade">
                                      <p:cBhvr>
                                        <p:cTn id="85" dur="500"/>
                                        <p:tgtEl>
                                          <p:spTgt spid="2">
                                            <p:txEl>
                                              <p:pRg st="9" end="9"/>
                                            </p:txEl>
                                          </p:spTgt>
                                        </p:tgtEl>
                                      </p:cBhvr>
                                    </p:animEffect>
                                  </p:childTnLst>
                                </p:cTn>
                              </p:par>
                              <p:par>
                                <p:cTn id="86" presetID="10" presetClass="entr" presetSubtype="0" fill="hold" nodeType="withEffect">
                                  <p:stCondLst>
                                    <p:cond delay="0"/>
                                  </p:stCondLst>
                                  <p:childTnLst>
                                    <p:set>
                                      <p:cBhvr>
                                        <p:cTn id="87" dur="1" fill="hold">
                                          <p:stCondLst>
                                            <p:cond delay="0"/>
                                          </p:stCondLst>
                                        </p:cTn>
                                        <p:tgtEl>
                                          <p:spTgt spid="2">
                                            <p:txEl>
                                              <p:pRg st="10" end="10"/>
                                            </p:txEl>
                                          </p:spTgt>
                                        </p:tgtEl>
                                        <p:attrNameLst>
                                          <p:attrName>style.visibility</p:attrName>
                                        </p:attrNameLst>
                                      </p:cBhvr>
                                      <p:to>
                                        <p:strVal val="visible"/>
                                      </p:to>
                                    </p:set>
                                    <p:animEffect transition="in" filter="fade">
                                      <p:cBhvr>
                                        <p:cTn id="88" dur="500"/>
                                        <p:tgtEl>
                                          <p:spTgt spid="2">
                                            <p:txEl>
                                              <p:pRg st="10" end="10"/>
                                            </p:txEl>
                                          </p:spTgt>
                                        </p:tgtEl>
                                      </p:cBhvr>
                                    </p:animEffect>
                                  </p:childTnLst>
                                </p:cTn>
                              </p:par>
                              <p:par>
                                <p:cTn id="89" presetID="10" presetClass="entr" presetSubtype="0" fill="hold" nodeType="withEffect">
                                  <p:stCondLst>
                                    <p:cond delay="0"/>
                                  </p:stCondLst>
                                  <p:childTnLst>
                                    <p:set>
                                      <p:cBhvr>
                                        <p:cTn id="90" dur="1" fill="hold">
                                          <p:stCondLst>
                                            <p:cond delay="0"/>
                                          </p:stCondLst>
                                        </p:cTn>
                                        <p:tgtEl>
                                          <p:spTgt spid="2">
                                            <p:txEl>
                                              <p:pRg st="11" end="11"/>
                                            </p:txEl>
                                          </p:spTgt>
                                        </p:tgtEl>
                                        <p:attrNameLst>
                                          <p:attrName>style.visibility</p:attrName>
                                        </p:attrNameLst>
                                      </p:cBhvr>
                                      <p:to>
                                        <p:strVal val="visible"/>
                                      </p:to>
                                    </p:set>
                                    <p:animEffect transition="in" filter="fade">
                                      <p:cBhvr>
                                        <p:cTn id="91" dur="500"/>
                                        <p:tgtEl>
                                          <p:spTgt spid="2">
                                            <p:txEl>
                                              <p:pRg st="11" end="11"/>
                                            </p:txEl>
                                          </p:spTgt>
                                        </p:tgtEl>
                                      </p:cBhvr>
                                    </p:animEffect>
                                  </p:childTnLst>
                                </p:cTn>
                              </p:par>
                              <p:par>
                                <p:cTn id="92" presetID="10" presetClass="entr" presetSubtype="0" fill="hold" nodeType="withEffect">
                                  <p:stCondLst>
                                    <p:cond delay="0"/>
                                  </p:stCondLst>
                                  <p:childTnLst>
                                    <p:set>
                                      <p:cBhvr>
                                        <p:cTn id="93" dur="1" fill="hold">
                                          <p:stCondLst>
                                            <p:cond delay="0"/>
                                          </p:stCondLst>
                                        </p:cTn>
                                        <p:tgtEl>
                                          <p:spTgt spid="2">
                                            <p:txEl>
                                              <p:pRg st="12" end="12"/>
                                            </p:txEl>
                                          </p:spTgt>
                                        </p:tgtEl>
                                        <p:attrNameLst>
                                          <p:attrName>style.visibility</p:attrName>
                                        </p:attrNameLst>
                                      </p:cBhvr>
                                      <p:to>
                                        <p:strVal val="visible"/>
                                      </p:to>
                                    </p:set>
                                    <p:animEffect transition="in" filter="fade">
                                      <p:cBhvr>
                                        <p:cTn id="94" dur="500"/>
                                        <p:tgtEl>
                                          <p:spTgt spid="2">
                                            <p:txEl>
                                              <p:pRg st="12" end="12"/>
                                            </p:txEl>
                                          </p:spTgt>
                                        </p:tgtEl>
                                      </p:cBhvr>
                                    </p:animEffect>
                                  </p:childTnLst>
                                </p:cTn>
                              </p:par>
                              <p:par>
                                <p:cTn id="95" presetID="10" presetClass="entr" presetSubtype="0" fill="hold" nodeType="withEffect">
                                  <p:stCondLst>
                                    <p:cond delay="0"/>
                                  </p:stCondLst>
                                  <p:childTnLst>
                                    <p:set>
                                      <p:cBhvr>
                                        <p:cTn id="96" dur="1" fill="hold">
                                          <p:stCondLst>
                                            <p:cond delay="0"/>
                                          </p:stCondLst>
                                        </p:cTn>
                                        <p:tgtEl>
                                          <p:spTgt spid="2">
                                            <p:txEl>
                                              <p:pRg st="13" end="13"/>
                                            </p:txEl>
                                          </p:spTgt>
                                        </p:tgtEl>
                                        <p:attrNameLst>
                                          <p:attrName>style.visibility</p:attrName>
                                        </p:attrNameLst>
                                      </p:cBhvr>
                                      <p:to>
                                        <p:strVal val="visible"/>
                                      </p:to>
                                    </p:set>
                                    <p:animEffect transition="in" filter="fade">
                                      <p:cBhvr>
                                        <p:cTn id="97" dur="500"/>
                                        <p:tgtEl>
                                          <p:spTgt spid="2">
                                            <p:txEl>
                                              <p:pRg st="13" end="13"/>
                                            </p:txEl>
                                          </p:spTgt>
                                        </p:tgtEl>
                                      </p:cBhvr>
                                    </p:animEffect>
                                  </p:childTnLst>
                                </p:cTn>
                              </p:par>
                              <p:par>
                                <p:cTn id="98" presetID="10" presetClass="entr" presetSubtype="0" fill="hold" nodeType="withEffect">
                                  <p:stCondLst>
                                    <p:cond delay="0"/>
                                  </p:stCondLst>
                                  <p:childTnLst>
                                    <p:set>
                                      <p:cBhvr>
                                        <p:cTn id="99" dur="1" fill="hold">
                                          <p:stCondLst>
                                            <p:cond delay="0"/>
                                          </p:stCondLst>
                                        </p:cTn>
                                        <p:tgtEl>
                                          <p:spTgt spid="2">
                                            <p:txEl>
                                              <p:pRg st="14" end="14"/>
                                            </p:txEl>
                                          </p:spTgt>
                                        </p:tgtEl>
                                        <p:attrNameLst>
                                          <p:attrName>style.visibility</p:attrName>
                                        </p:attrNameLst>
                                      </p:cBhvr>
                                      <p:to>
                                        <p:strVal val="visible"/>
                                      </p:to>
                                    </p:set>
                                    <p:animEffect transition="in" filter="fade">
                                      <p:cBhvr>
                                        <p:cTn id="100" dur="500"/>
                                        <p:tgtEl>
                                          <p:spTgt spid="2">
                                            <p:txEl>
                                              <p:pRg st="14" end="14"/>
                                            </p:txEl>
                                          </p:spTgt>
                                        </p:tgtEl>
                                      </p:cBhvr>
                                    </p:animEffect>
                                  </p:childTnLst>
                                </p:cTn>
                              </p:par>
                              <p:par>
                                <p:cTn id="101" presetID="10" presetClass="entr" presetSubtype="0" fill="hold" nodeType="withEffect">
                                  <p:stCondLst>
                                    <p:cond delay="0"/>
                                  </p:stCondLst>
                                  <p:childTnLst>
                                    <p:set>
                                      <p:cBhvr>
                                        <p:cTn id="102" dur="1" fill="hold">
                                          <p:stCondLst>
                                            <p:cond delay="0"/>
                                          </p:stCondLst>
                                        </p:cTn>
                                        <p:tgtEl>
                                          <p:spTgt spid="2">
                                            <p:txEl>
                                              <p:pRg st="15" end="15"/>
                                            </p:txEl>
                                          </p:spTgt>
                                        </p:tgtEl>
                                        <p:attrNameLst>
                                          <p:attrName>style.visibility</p:attrName>
                                        </p:attrNameLst>
                                      </p:cBhvr>
                                      <p:to>
                                        <p:strVal val="visible"/>
                                      </p:to>
                                    </p:set>
                                    <p:animEffect transition="in" filter="fade">
                                      <p:cBhvr>
                                        <p:cTn id="103" dur="500"/>
                                        <p:tgtEl>
                                          <p:spTgt spid="2">
                                            <p:txEl>
                                              <p:pRg st="15" end="15"/>
                                            </p:txEl>
                                          </p:spTgt>
                                        </p:tgtEl>
                                      </p:cBhvr>
                                    </p:animEffect>
                                  </p:childTnLst>
                                </p:cTn>
                              </p:par>
                              <p:par>
                                <p:cTn id="104" presetID="10" presetClass="entr" presetSubtype="0" fill="hold" nodeType="withEffect">
                                  <p:stCondLst>
                                    <p:cond delay="0"/>
                                  </p:stCondLst>
                                  <p:childTnLst>
                                    <p:set>
                                      <p:cBhvr>
                                        <p:cTn id="105" dur="1" fill="hold">
                                          <p:stCondLst>
                                            <p:cond delay="0"/>
                                          </p:stCondLst>
                                        </p:cTn>
                                        <p:tgtEl>
                                          <p:spTgt spid="2">
                                            <p:txEl>
                                              <p:pRg st="16" end="16"/>
                                            </p:txEl>
                                          </p:spTgt>
                                        </p:tgtEl>
                                        <p:attrNameLst>
                                          <p:attrName>style.visibility</p:attrName>
                                        </p:attrNameLst>
                                      </p:cBhvr>
                                      <p:to>
                                        <p:strVal val="visible"/>
                                      </p:to>
                                    </p:set>
                                    <p:animEffect transition="in" filter="fade">
                                      <p:cBhvr>
                                        <p:cTn id="106" dur="500"/>
                                        <p:tgtEl>
                                          <p:spTgt spid="2">
                                            <p:txEl>
                                              <p:pRg st="16" end="1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normAutofit/>
          </a:bodyPr>
          <a:lstStyle/>
          <a:p>
            <a:pPr algn="just">
              <a:lnSpc>
                <a:spcPct val="100000"/>
              </a:lnSpc>
            </a:pPr>
            <a:r>
              <a:rPr lang="en-US" dirty="0"/>
              <a:t>Software design principles are a set of guidelines that helps developers to make a good software system design.</a:t>
            </a:r>
          </a:p>
          <a:p>
            <a:pPr algn="just">
              <a:lnSpc>
                <a:spcPct val="100000"/>
              </a:lnSpc>
            </a:pPr>
            <a:r>
              <a:rPr lang="en-US" dirty="0"/>
              <a:t>SOLID is a combination of five fundamental designing principles:</a:t>
            </a:r>
          </a:p>
          <a:p>
            <a:pPr lvl="1" algn="just">
              <a:lnSpc>
                <a:spcPct val="100000"/>
              </a:lnSpc>
            </a:pPr>
            <a:r>
              <a:rPr lang="en-US" b="1" dirty="0"/>
              <a:t>S </a:t>
            </a:r>
            <a:r>
              <a:rPr lang="en-US" dirty="0"/>
              <a:t>ingle Responsibility Principle (SRP)</a:t>
            </a:r>
          </a:p>
          <a:p>
            <a:pPr lvl="1" algn="just">
              <a:lnSpc>
                <a:spcPct val="100000"/>
              </a:lnSpc>
            </a:pPr>
            <a:r>
              <a:rPr lang="en-US" b="1" dirty="0"/>
              <a:t>O </a:t>
            </a:r>
            <a:r>
              <a:rPr lang="en-US" dirty="0"/>
              <a:t>pen/Closed Principle (OCP)</a:t>
            </a:r>
          </a:p>
          <a:p>
            <a:pPr lvl="1" algn="just">
              <a:lnSpc>
                <a:spcPct val="100000"/>
              </a:lnSpc>
            </a:pPr>
            <a:r>
              <a:rPr lang="fr-FR" b="1" dirty="0"/>
              <a:t>L </a:t>
            </a:r>
            <a:r>
              <a:rPr lang="fr-FR" dirty="0" err="1"/>
              <a:t>iskov</a:t>
            </a:r>
            <a:r>
              <a:rPr lang="fr-FR" dirty="0"/>
              <a:t> Substitution </a:t>
            </a:r>
            <a:r>
              <a:rPr lang="fr-FR" dirty="0" err="1"/>
              <a:t>Principle</a:t>
            </a:r>
            <a:r>
              <a:rPr lang="fr-FR" dirty="0"/>
              <a:t> (LSP)</a:t>
            </a:r>
          </a:p>
          <a:p>
            <a:pPr lvl="1" algn="just">
              <a:lnSpc>
                <a:spcPct val="100000"/>
              </a:lnSpc>
            </a:pPr>
            <a:r>
              <a:rPr lang="fr-FR" b="1" dirty="0"/>
              <a:t>I </a:t>
            </a:r>
            <a:r>
              <a:rPr lang="fr-FR" dirty="0" err="1"/>
              <a:t>nterface</a:t>
            </a:r>
            <a:r>
              <a:rPr lang="fr-FR" dirty="0"/>
              <a:t> Segregation </a:t>
            </a:r>
            <a:r>
              <a:rPr lang="fr-FR" dirty="0" err="1"/>
              <a:t>Principle</a:t>
            </a:r>
            <a:r>
              <a:rPr lang="fr-FR" dirty="0"/>
              <a:t> (ISP) </a:t>
            </a:r>
          </a:p>
          <a:p>
            <a:pPr lvl="1" algn="just">
              <a:lnSpc>
                <a:spcPct val="100000"/>
              </a:lnSpc>
            </a:pPr>
            <a:r>
              <a:rPr lang="fr-FR" b="1" dirty="0"/>
              <a:t>D </a:t>
            </a:r>
            <a:r>
              <a:rPr lang="fr-FR" dirty="0" err="1"/>
              <a:t>ependency</a:t>
            </a:r>
            <a:r>
              <a:rPr lang="fr-FR" dirty="0"/>
              <a:t> Inversion </a:t>
            </a:r>
            <a:r>
              <a:rPr lang="fr-FR" dirty="0" err="1"/>
              <a:t>Principle</a:t>
            </a:r>
            <a:r>
              <a:rPr lang="fr-FR" dirty="0"/>
              <a:t> (DIP)</a:t>
            </a:r>
          </a:p>
        </p:txBody>
      </p:sp>
      <p:sp>
        <p:nvSpPr>
          <p:cNvPr id="3" name="Content Placeholder 2"/>
          <p:cNvSpPr>
            <a:spLocks noGrp="1"/>
          </p:cNvSpPr>
          <p:nvPr>
            <p:ph sz="half" idx="10"/>
          </p:nvPr>
        </p:nvSpPr>
        <p:spPr/>
        <p:txBody>
          <a:bodyPr/>
          <a:lstStyle/>
          <a:p>
            <a:r>
              <a:rPr lang="en-US" dirty="0"/>
              <a:t>SOLID Principles</a:t>
            </a:r>
          </a:p>
        </p:txBody>
      </p:sp>
    </p:spTree>
    <p:extLst>
      <p:ext uri="{BB962C8B-B14F-4D97-AF65-F5344CB8AC3E}">
        <p14:creationId xmlns:p14="http://schemas.microsoft.com/office/powerpoint/2010/main" val="3512944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fade">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fade">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fade">
                                      <p:cBhvr>
                                        <p:cTn id="32" dur="500"/>
                                        <p:tgtEl>
                                          <p:spTgt spid="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animEffect transition="in" filter="fade">
                                      <p:cBhvr>
                                        <p:cTn id="37"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normAutofit/>
          </a:bodyPr>
          <a:lstStyle/>
          <a:p>
            <a:pPr algn="just"/>
            <a:r>
              <a:rPr lang="en-US" dirty="0"/>
              <a:t>This principle states that a class should have one and only one responsibility. </a:t>
            </a:r>
          </a:p>
          <a:p>
            <a:pPr algn="just"/>
            <a:r>
              <a:rPr lang="en-US" dirty="0"/>
              <a:t>There should not be more than one reason for a class to change.</a:t>
            </a:r>
          </a:p>
          <a:p>
            <a:pPr algn="just"/>
            <a:r>
              <a:rPr lang="en-US" dirty="0"/>
              <a:t>SRP makes the classes compact and neat where each one is responsible for a single problem, task, or concern.</a:t>
            </a:r>
          </a:p>
        </p:txBody>
      </p:sp>
      <p:sp>
        <p:nvSpPr>
          <p:cNvPr id="3" name="Content Placeholder 2"/>
          <p:cNvSpPr>
            <a:spLocks noGrp="1"/>
          </p:cNvSpPr>
          <p:nvPr>
            <p:ph sz="half" idx="10"/>
          </p:nvPr>
        </p:nvSpPr>
        <p:spPr/>
        <p:txBody>
          <a:bodyPr/>
          <a:lstStyle/>
          <a:p>
            <a:r>
              <a:rPr lang="en-US" dirty="0"/>
              <a:t>Single Responsibility Principle (SRP)</a:t>
            </a:r>
          </a:p>
        </p:txBody>
      </p:sp>
      <p:sp>
        <p:nvSpPr>
          <p:cNvPr id="11" name="Freeform 10"/>
          <p:cNvSpPr/>
          <p:nvPr/>
        </p:nvSpPr>
        <p:spPr>
          <a:xfrm>
            <a:off x="2323650" y="4251078"/>
            <a:ext cx="1919511" cy="1131106"/>
          </a:xfrm>
          <a:custGeom>
            <a:avLst/>
            <a:gdLst>
              <a:gd name="connsiteX0" fmla="*/ 0 w 1781269"/>
              <a:gd name="connsiteY0" fmla="*/ 113111 h 1131106"/>
              <a:gd name="connsiteX1" fmla="*/ 113111 w 1781269"/>
              <a:gd name="connsiteY1" fmla="*/ 0 h 1131106"/>
              <a:gd name="connsiteX2" fmla="*/ 1668158 w 1781269"/>
              <a:gd name="connsiteY2" fmla="*/ 0 h 1131106"/>
              <a:gd name="connsiteX3" fmla="*/ 1781269 w 1781269"/>
              <a:gd name="connsiteY3" fmla="*/ 113111 h 1131106"/>
              <a:gd name="connsiteX4" fmla="*/ 1781269 w 1781269"/>
              <a:gd name="connsiteY4" fmla="*/ 1017995 h 1131106"/>
              <a:gd name="connsiteX5" fmla="*/ 1668158 w 1781269"/>
              <a:gd name="connsiteY5" fmla="*/ 1131106 h 1131106"/>
              <a:gd name="connsiteX6" fmla="*/ 113111 w 1781269"/>
              <a:gd name="connsiteY6" fmla="*/ 1131106 h 1131106"/>
              <a:gd name="connsiteX7" fmla="*/ 0 w 1781269"/>
              <a:gd name="connsiteY7" fmla="*/ 1017995 h 1131106"/>
              <a:gd name="connsiteX8" fmla="*/ 0 w 1781269"/>
              <a:gd name="connsiteY8" fmla="*/ 113111 h 1131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81269" h="1131106">
                <a:moveTo>
                  <a:pt x="0" y="113111"/>
                </a:moveTo>
                <a:cubicBezTo>
                  <a:pt x="0" y="50642"/>
                  <a:pt x="50642" y="0"/>
                  <a:pt x="113111" y="0"/>
                </a:cubicBezTo>
                <a:lnTo>
                  <a:pt x="1668158" y="0"/>
                </a:lnTo>
                <a:cubicBezTo>
                  <a:pt x="1730627" y="0"/>
                  <a:pt x="1781269" y="50642"/>
                  <a:pt x="1781269" y="113111"/>
                </a:cubicBezTo>
                <a:lnTo>
                  <a:pt x="1781269" y="1017995"/>
                </a:lnTo>
                <a:cubicBezTo>
                  <a:pt x="1781269" y="1080464"/>
                  <a:pt x="1730627" y="1131106"/>
                  <a:pt x="1668158" y="1131106"/>
                </a:cubicBezTo>
                <a:lnTo>
                  <a:pt x="113111" y="1131106"/>
                </a:lnTo>
                <a:cubicBezTo>
                  <a:pt x="50642" y="1131106"/>
                  <a:pt x="0" y="1080464"/>
                  <a:pt x="0" y="1017995"/>
                </a:cubicBezTo>
                <a:lnTo>
                  <a:pt x="0" y="113111"/>
                </a:lnTo>
                <a:close/>
              </a:path>
            </a:pathLst>
          </a:custGeom>
          <a:solidFill>
            <a:srgbClr val="00B0F0">
              <a:alpha val="90000"/>
            </a:srgbClr>
          </a:solidFill>
          <a:ln>
            <a:solidFill>
              <a:srgbClr val="00B0F0"/>
            </a:solidFill>
          </a:ln>
        </p:spPr>
        <p:style>
          <a:lnRef idx="2">
            <a:schemeClr val="accent5">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0759" tIns="120759" rIns="120759" bIns="120759" numCol="1" spcCol="1270" anchor="ctr" anchorCtr="0">
            <a:noAutofit/>
          </a:bodyPr>
          <a:lstStyle/>
          <a:p>
            <a:pPr lvl="0" algn="ctr" defTabSz="1022350">
              <a:lnSpc>
                <a:spcPct val="90000"/>
              </a:lnSpc>
              <a:spcBef>
                <a:spcPct val="0"/>
              </a:spcBef>
              <a:spcAft>
                <a:spcPct val="35000"/>
              </a:spcAft>
            </a:pPr>
            <a:r>
              <a:rPr lang="en-US" sz="2300" kern="1200" dirty="0">
                <a:solidFill>
                  <a:schemeClr val="bg1"/>
                </a:solidFill>
              </a:rPr>
              <a:t>Membership</a:t>
            </a:r>
          </a:p>
        </p:txBody>
      </p:sp>
      <p:sp>
        <p:nvSpPr>
          <p:cNvPr id="13" name="Freeform 12"/>
          <p:cNvSpPr/>
          <p:nvPr/>
        </p:nvSpPr>
        <p:spPr>
          <a:xfrm>
            <a:off x="4948497" y="4251078"/>
            <a:ext cx="1919511" cy="1131106"/>
          </a:xfrm>
          <a:custGeom>
            <a:avLst/>
            <a:gdLst>
              <a:gd name="connsiteX0" fmla="*/ 0 w 1781269"/>
              <a:gd name="connsiteY0" fmla="*/ 113111 h 1131106"/>
              <a:gd name="connsiteX1" fmla="*/ 113111 w 1781269"/>
              <a:gd name="connsiteY1" fmla="*/ 0 h 1131106"/>
              <a:gd name="connsiteX2" fmla="*/ 1668158 w 1781269"/>
              <a:gd name="connsiteY2" fmla="*/ 0 h 1131106"/>
              <a:gd name="connsiteX3" fmla="*/ 1781269 w 1781269"/>
              <a:gd name="connsiteY3" fmla="*/ 113111 h 1131106"/>
              <a:gd name="connsiteX4" fmla="*/ 1781269 w 1781269"/>
              <a:gd name="connsiteY4" fmla="*/ 1017995 h 1131106"/>
              <a:gd name="connsiteX5" fmla="*/ 1668158 w 1781269"/>
              <a:gd name="connsiteY5" fmla="*/ 1131106 h 1131106"/>
              <a:gd name="connsiteX6" fmla="*/ 113111 w 1781269"/>
              <a:gd name="connsiteY6" fmla="*/ 1131106 h 1131106"/>
              <a:gd name="connsiteX7" fmla="*/ 0 w 1781269"/>
              <a:gd name="connsiteY7" fmla="*/ 1017995 h 1131106"/>
              <a:gd name="connsiteX8" fmla="*/ 0 w 1781269"/>
              <a:gd name="connsiteY8" fmla="*/ 113111 h 1131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81269" h="1131106">
                <a:moveTo>
                  <a:pt x="0" y="113111"/>
                </a:moveTo>
                <a:cubicBezTo>
                  <a:pt x="0" y="50642"/>
                  <a:pt x="50642" y="0"/>
                  <a:pt x="113111" y="0"/>
                </a:cubicBezTo>
                <a:lnTo>
                  <a:pt x="1668158" y="0"/>
                </a:lnTo>
                <a:cubicBezTo>
                  <a:pt x="1730627" y="0"/>
                  <a:pt x="1781269" y="50642"/>
                  <a:pt x="1781269" y="113111"/>
                </a:cubicBezTo>
                <a:lnTo>
                  <a:pt x="1781269" y="1017995"/>
                </a:lnTo>
                <a:cubicBezTo>
                  <a:pt x="1781269" y="1080464"/>
                  <a:pt x="1730627" y="1131106"/>
                  <a:pt x="1668158" y="1131106"/>
                </a:cubicBezTo>
                <a:lnTo>
                  <a:pt x="113111" y="1131106"/>
                </a:lnTo>
                <a:cubicBezTo>
                  <a:pt x="50642" y="1131106"/>
                  <a:pt x="0" y="1080464"/>
                  <a:pt x="0" y="1017995"/>
                </a:cubicBezTo>
                <a:lnTo>
                  <a:pt x="0" y="113111"/>
                </a:lnTo>
                <a:close/>
              </a:path>
            </a:pathLst>
          </a:custGeom>
          <a:solidFill>
            <a:srgbClr val="F4814E">
              <a:alpha val="90000"/>
            </a:srgbClr>
          </a:solidFill>
          <a:ln>
            <a:solidFill>
              <a:srgbClr val="FF9900"/>
            </a:solidFill>
          </a:ln>
        </p:spPr>
        <p:style>
          <a:lnRef idx="2">
            <a:schemeClr val="accent5">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0759" tIns="120759" rIns="120759" bIns="120759" numCol="1" spcCol="1270" anchor="ctr" anchorCtr="0">
            <a:noAutofit/>
          </a:bodyPr>
          <a:lstStyle/>
          <a:p>
            <a:pPr lvl="0" algn="ctr" defTabSz="1022350">
              <a:lnSpc>
                <a:spcPct val="90000"/>
              </a:lnSpc>
              <a:spcBef>
                <a:spcPct val="0"/>
              </a:spcBef>
              <a:spcAft>
                <a:spcPct val="35000"/>
              </a:spcAft>
            </a:pPr>
            <a:r>
              <a:rPr lang="en-US" sz="2300" kern="1200" dirty="0">
                <a:solidFill>
                  <a:schemeClr val="bg1"/>
                </a:solidFill>
              </a:rPr>
              <a:t>Logging</a:t>
            </a:r>
          </a:p>
        </p:txBody>
      </p:sp>
      <p:sp>
        <p:nvSpPr>
          <p:cNvPr id="14" name="Freeform 13"/>
          <p:cNvSpPr/>
          <p:nvPr/>
        </p:nvSpPr>
        <p:spPr>
          <a:xfrm>
            <a:off x="7661217" y="4251078"/>
            <a:ext cx="1919511" cy="1131106"/>
          </a:xfrm>
          <a:custGeom>
            <a:avLst/>
            <a:gdLst>
              <a:gd name="connsiteX0" fmla="*/ 0 w 1781269"/>
              <a:gd name="connsiteY0" fmla="*/ 113111 h 1131106"/>
              <a:gd name="connsiteX1" fmla="*/ 113111 w 1781269"/>
              <a:gd name="connsiteY1" fmla="*/ 0 h 1131106"/>
              <a:gd name="connsiteX2" fmla="*/ 1668158 w 1781269"/>
              <a:gd name="connsiteY2" fmla="*/ 0 h 1131106"/>
              <a:gd name="connsiteX3" fmla="*/ 1781269 w 1781269"/>
              <a:gd name="connsiteY3" fmla="*/ 113111 h 1131106"/>
              <a:gd name="connsiteX4" fmla="*/ 1781269 w 1781269"/>
              <a:gd name="connsiteY4" fmla="*/ 1017995 h 1131106"/>
              <a:gd name="connsiteX5" fmla="*/ 1668158 w 1781269"/>
              <a:gd name="connsiteY5" fmla="*/ 1131106 h 1131106"/>
              <a:gd name="connsiteX6" fmla="*/ 113111 w 1781269"/>
              <a:gd name="connsiteY6" fmla="*/ 1131106 h 1131106"/>
              <a:gd name="connsiteX7" fmla="*/ 0 w 1781269"/>
              <a:gd name="connsiteY7" fmla="*/ 1017995 h 1131106"/>
              <a:gd name="connsiteX8" fmla="*/ 0 w 1781269"/>
              <a:gd name="connsiteY8" fmla="*/ 113111 h 1131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81269" h="1131106">
                <a:moveTo>
                  <a:pt x="0" y="113111"/>
                </a:moveTo>
                <a:cubicBezTo>
                  <a:pt x="0" y="50642"/>
                  <a:pt x="50642" y="0"/>
                  <a:pt x="113111" y="0"/>
                </a:cubicBezTo>
                <a:lnTo>
                  <a:pt x="1668158" y="0"/>
                </a:lnTo>
                <a:cubicBezTo>
                  <a:pt x="1730627" y="0"/>
                  <a:pt x="1781269" y="50642"/>
                  <a:pt x="1781269" y="113111"/>
                </a:cubicBezTo>
                <a:lnTo>
                  <a:pt x="1781269" y="1017995"/>
                </a:lnTo>
                <a:cubicBezTo>
                  <a:pt x="1781269" y="1080464"/>
                  <a:pt x="1730627" y="1131106"/>
                  <a:pt x="1668158" y="1131106"/>
                </a:cubicBezTo>
                <a:lnTo>
                  <a:pt x="113111" y="1131106"/>
                </a:lnTo>
                <a:cubicBezTo>
                  <a:pt x="50642" y="1131106"/>
                  <a:pt x="0" y="1080464"/>
                  <a:pt x="0" y="1017995"/>
                </a:cubicBezTo>
                <a:lnTo>
                  <a:pt x="0" y="113111"/>
                </a:lnTo>
                <a:close/>
              </a:path>
            </a:pathLst>
          </a:custGeom>
          <a:solidFill>
            <a:srgbClr val="0070C0">
              <a:alpha val="90000"/>
            </a:srgbClr>
          </a:solidFill>
          <a:ln>
            <a:solidFill>
              <a:srgbClr val="0070C0"/>
            </a:solidFill>
          </a:ln>
        </p:spPr>
        <p:style>
          <a:lnRef idx="2">
            <a:schemeClr val="accent5">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0759" tIns="120759" rIns="120759" bIns="120759" numCol="1" spcCol="1270" anchor="ctr" anchorCtr="0">
            <a:noAutofit/>
          </a:bodyPr>
          <a:lstStyle/>
          <a:p>
            <a:pPr lvl="0" algn="ctr" defTabSz="1022350">
              <a:lnSpc>
                <a:spcPct val="90000"/>
              </a:lnSpc>
              <a:spcBef>
                <a:spcPct val="0"/>
              </a:spcBef>
              <a:spcAft>
                <a:spcPct val="35000"/>
              </a:spcAft>
            </a:pPr>
            <a:r>
              <a:rPr lang="en-US" sz="2300" kern="1200" dirty="0">
                <a:solidFill>
                  <a:schemeClr val="bg1"/>
                </a:solidFill>
              </a:rPr>
              <a:t>Customer</a:t>
            </a:r>
          </a:p>
        </p:txBody>
      </p:sp>
    </p:spTree>
    <p:extLst>
      <p:ext uri="{BB962C8B-B14F-4D97-AF65-F5344CB8AC3E}">
        <p14:creationId xmlns:p14="http://schemas.microsoft.com/office/powerpoint/2010/main" val="4164146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500"/>
                                        <p:tgtEl>
                                          <p:spTgt spid="1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P spid="1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C81DC4-5E50-BD50-3A53-C663FF8B40CE}"/>
              </a:ext>
            </a:extLst>
          </p:cNvPr>
          <p:cNvSpPr>
            <a:spLocks noGrp="1"/>
          </p:cNvSpPr>
          <p:nvPr>
            <p:ph type="title"/>
          </p:nvPr>
        </p:nvSpPr>
        <p:spPr/>
        <p:txBody>
          <a:bodyPr/>
          <a:lstStyle/>
          <a:p>
            <a:r>
              <a:rPr lang="en-IN" dirty="0"/>
              <a:t>DEMO</a:t>
            </a:r>
            <a:endParaRPr lang="en-US" dirty="0"/>
          </a:p>
        </p:txBody>
      </p:sp>
      <p:sp>
        <p:nvSpPr>
          <p:cNvPr id="4" name="Content Placeholder 3"/>
          <p:cNvSpPr>
            <a:spLocks noGrp="1"/>
          </p:cNvSpPr>
          <p:nvPr>
            <p:ph sz="half" idx="1"/>
          </p:nvPr>
        </p:nvSpPr>
        <p:spPr/>
        <p:txBody>
          <a:bodyPr>
            <a:normAutofit/>
          </a:bodyPr>
          <a:lstStyle/>
          <a:p>
            <a:r>
              <a:rPr lang="en-IN" dirty="0"/>
              <a:t>Single Responsibility Principle (SRP)</a:t>
            </a:r>
          </a:p>
        </p:txBody>
      </p:sp>
    </p:spTree>
    <p:extLst>
      <p:ext uri="{BB962C8B-B14F-4D97-AF65-F5344CB8AC3E}">
        <p14:creationId xmlns:p14="http://schemas.microsoft.com/office/powerpoint/2010/main" val="18918386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normAutofit/>
          </a:bodyPr>
          <a:lstStyle/>
          <a:p>
            <a:pPr algn="just">
              <a:lnSpc>
                <a:spcPct val="100000"/>
              </a:lnSpc>
            </a:pPr>
            <a:r>
              <a:rPr lang="en-US" dirty="0"/>
              <a:t>This principle states that a class should be open for extension but closed for modification.</a:t>
            </a:r>
          </a:p>
          <a:p>
            <a:pPr algn="just">
              <a:lnSpc>
                <a:spcPct val="100000"/>
              </a:lnSpc>
            </a:pPr>
            <a:r>
              <a:rPr lang="en-US" dirty="0"/>
              <a:t>The "closed" part of the rule states that once a class has been developed and tested, the code should only be changed to correct bugs. </a:t>
            </a:r>
          </a:p>
          <a:p>
            <a:pPr algn="just">
              <a:lnSpc>
                <a:spcPct val="100000"/>
              </a:lnSpc>
            </a:pPr>
            <a:r>
              <a:rPr lang="en-US" dirty="0"/>
              <a:t>The "open" part says that you should be able to extend existing class in order to introduce new functionalities. In this way you need to test only the newly created class.</a:t>
            </a:r>
          </a:p>
        </p:txBody>
      </p:sp>
      <p:sp>
        <p:nvSpPr>
          <p:cNvPr id="3" name="Content Placeholder 2"/>
          <p:cNvSpPr>
            <a:spLocks noGrp="1"/>
          </p:cNvSpPr>
          <p:nvPr>
            <p:ph sz="half" idx="10"/>
          </p:nvPr>
        </p:nvSpPr>
        <p:spPr/>
        <p:txBody>
          <a:bodyPr/>
          <a:lstStyle/>
          <a:p>
            <a:r>
              <a:rPr lang="en-US" dirty="0"/>
              <a:t>Open/Closed Principle (OCP)</a:t>
            </a:r>
          </a:p>
        </p:txBody>
      </p:sp>
    </p:spTree>
    <p:extLst>
      <p:ext uri="{BB962C8B-B14F-4D97-AF65-F5344CB8AC3E}">
        <p14:creationId xmlns:p14="http://schemas.microsoft.com/office/powerpoint/2010/main" val="668854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D74F3C3F-F03C-ACCE-D96E-0664477208EC}"/>
              </a:ext>
            </a:extLst>
          </p:cNvPr>
          <p:cNvSpPr>
            <a:spLocks noGrp="1"/>
          </p:cNvSpPr>
          <p:nvPr>
            <p:ph sz="half" idx="10"/>
          </p:nvPr>
        </p:nvSpPr>
        <p:spPr/>
        <p:txBody>
          <a:bodyPr/>
          <a:lstStyle/>
          <a:p>
            <a:r>
              <a:rPr lang="en-US" dirty="0"/>
              <a:t>Open/Closed Principle Examples</a:t>
            </a:r>
          </a:p>
        </p:txBody>
      </p:sp>
      <p:graphicFrame>
        <p:nvGraphicFramePr>
          <p:cNvPr id="5" name="Content Placeholder 3">
            <a:extLst>
              <a:ext uri="{FF2B5EF4-FFF2-40B4-BE49-F238E27FC236}">
                <a16:creationId xmlns:a16="http://schemas.microsoft.com/office/drawing/2014/main" id="{D5D9E312-8F4B-EA63-5159-EE782A7DA9EA}"/>
              </a:ext>
            </a:extLst>
          </p:cNvPr>
          <p:cNvGraphicFramePr>
            <a:graphicFrameLocks/>
          </p:cNvGraphicFramePr>
          <p:nvPr>
            <p:extLst>
              <p:ext uri="{D42A27DB-BD31-4B8C-83A1-F6EECF244321}">
                <p14:modId xmlns:p14="http://schemas.microsoft.com/office/powerpoint/2010/main" val="3551540509"/>
              </p:ext>
            </p:extLst>
          </p:nvPr>
        </p:nvGraphicFramePr>
        <p:xfrm>
          <a:off x="64892" y="1865018"/>
          <a:ext cx="5661143" cy="29702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Content Placeholder 3">
            <a:extLst>
              <a:ext uri="{FF2B5EF4-FFF2-40B4-BE49-F238E27FC236}">
                <a16:creationId xmlns:a16="http://schemas.microsoft.com/office/drawing/2014/main" id="{DDEFB1CD-BA47-7923-3D5E-9A8784218E22}"/>
              </a:ext>
            </a:extLst>
          </p:cNvPr>
          <p:cNvGraphicFramePr>
            <a:graphicFrameLocks/>
          </p:cNvGraphicFramePr>
          <p:nvPr>
            <p:extLst>
              <p:ext uri="{D42A27DB-BD31-4B8C-83A1-F6EECF244321}">
                <p14:modId xmlns:p14="http://schemas.microsoft.com/office/powerpoint/2010/main" val="2470010497"/>
              </p:ext>
            </p:extLst>
          </p:nvPr>
        </p:nvGraphicFramePr>
        <p:xfrm>
          <a:off x="6113596" y="1865018"/>
          <a:ext cx="5661143" cy="2970224"/>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2279848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Graphic spid="6" grpId="0">
        <p:bldAsOne/>
      </p:bldGraphic>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329DD-FD06-057E-1121-ED113A7CB1A2}"/>
              </a:ext>
            </a:extLst>
          </p:cNvPr>
          <p:cNvSpPr>
            <a:spLocks noGrp="1"/>
          </p:cNvSpPr>
          <p:nvPr>
            <p:ph type="title"/>
          </p:nvPr>
        </p:nvSpPr>
        <p:spPr/>
        <p:txBody>
          <a:bodyPr/>
          <a:lstStyle/>
          <a:p>
            <a:r>
              <a:rPr lang="en-IN" sz="4000" dirty="0"/>
              <a:t>DEMO:</a:t>
            </a:r>
            <a:endParaRPr lang="en-US" dirty="0"/>
          </a:p>
        </p:txBody>
      </p:sp>
      <p:sp>
        <p:nvSpPr>
          <p:cNvPr id="4" name="Content Placeholder 3"/>
          <p:cNvSpPr>
            <a:spLocks noGrp="1"/>
          </p:cNvSpPr>
          <p:nvPr>
            <p:ph sz="half" idx="1"/>
          </p:nvPr>
        </p:nvSpPr>
        <p:spPr/>
        <p:txBody>
          <a:bodyPr>
            <a:normAutofit/>
          </a:bodyPr>
          <a:lstStyle/>
          <a:p>
            <a:r>
              <a:rPr lang="en-US" sz="4000" dirty="0"/>
              <a:t>Open/Closed Principle (OCP)</a:t>
            </a:r>
          </a:p>
        </p:txBody>
      </p:sp>
    </p:spTree>
    <p:extLst>
      <p:ext uri="{BB962C8B-B14F-4D97-AF65-F5344CB8AC3E}">
        <p14:creationId xmlns:p14="http://schemas.microsoft.com/office/powerpoint/2010/main" val="36195531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normAutofit/>
          </a:bodyPr>
          <a:lstStyle/>
          <a:p>
            <a:pPr algn="just">
              <a:lnSpc>
                <a:spcPct val="100000"/>
              </a:lnSpc>
            </a:pPr>
            <a:r>
              <a:rPr lang="en-US" dirty="0"/>
              <a:t>This principle states that derived classes must be able to substitute any object for their base classes.</a:t>
            </a:r>
          </a:p>
          <a:p>
            <a:pPr algn="just">
              <a:lnSpc>
                <a:spcPct val="100000"/>
              </a:lnSpc>
            </a:pPr>
            <a:r>
              <a:rPr lang="en-US" dirty="0"/>
              <a:t>In simple language, </a:t>
            </a:r>
            <a:r>
              <a:rPr lang="en-US" b="1" dirty="0"/>
              <a:t>objects of a parent class can be replaced</a:t>
            </a:r>
            <a:r>
              <a:rPr lang="en-US" dirty="0"/>
              <a:t> with objects of its derived classes </a:t>
            </a:r>
            <a:r>
              <a:rPr lang="en-US" b="1" dirty="0"/>
              <a:t>without breaking the code</a:t>
            </a:r>
            <a:r>
              <a:rPr lang="en-US" dirty="0"/>
              <a:t>. </a:t>
            </a:r>
          </a:p>
          <a:p>
            <a:pPr algn="just">
              <a:lnSpc>
                <a:spcPct val="100000"/>
              </a:lnSpc>
            </a:pPr>
            <a:r>
              <a:rPr lang="en-US" dirty="0"/>
              <a:t>To apply this principle, the </a:t>
            </a:r>
            <a:r>
              <a:rPr lang="en-US" b="1" dirty="0" err="1"/>
              <a:t>behaviour</a:t>
            </a:r>
            <a:r>
              <a:rPr lang="en-US" dirty="0"/>
              <a:t> of your classes becomes more important than its </a:t>
            </a:r>
            <a:r>
              <a:rPr lang="en-US" b="1" dirty="0"/>
              <a:t>structure</a:t>
            </a:r>
            <a:r>
              <a:rPr lang="en-US" dirty="0"/>
              <a:t>.</a:t>
            </a:r>
          </a:p>
        </p:txBody>
      </p:sp>
      <p:sp>
        <p:nvSpPr>
          <p:cNvPr id="3" name="Content Placeholder 2"/>
          <p:cNvSpPr>
            <a:spLocks noGrp="1"/>
          </p:cNvSpPr>
          <p:nvPr>
            <p:ph sz="half" idx="10"/>
          </p:nvPr>
        </p:nvSpPr>
        <p:spPr/>
        <p:txBody>
          <a:bodyPr/>
          <a:lstStyle/>
          <a:p>
            <a:r>
              <a:rPr lang="en-US" dirty="0" err="1"/>
              <a:t>Liskov</a:t>
            </a:r>
            <a:r>
              <a:rPr lang="en-US" dirty="0"/>
              <a:t> Substitution Principle (LSP)</a:t>
            </a:r>
          </a:p>
        </p:txBody>
      </p:sp>
    </p:spTree>
    <p:extLst>
      <p:ext uri="{BB962C8B-B14F-4D97-AF65-F5344CB8AC3E}">
        <p14:creationId xmlns:p14="http://schemas.microsoft.com/office/powerpoint/2010/main" val="622747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C1551C79-24C1-BA35-E9E2-2343833541AF}"/>
              </a:ext>
            </a:extLst>
          </p:cNvPr>
          <p:cNvSpPr>
            <a:spLocks noGrp="1"/>
          </p:cNvSpPr>
          <p:nvPr>
            <p:ph sz="half" idx="10"/>
          </p:nvPr>
        </p:nvSpPr>
        <p:spPr/>
        <p:txBody>
          <a:bodyPr/>
          <a:lstStyle/>
          <a:p>
            <a:r>
              <a:rPr lang="en-US" dirty="0" err="1"/>
              <a:t>Liskov</a:t>
            </a:r>
            <a:r>
              <a:rPr lang="en-US" dirty="0"/>
              <a:t> Substitution Principle (LSP) Example1 Using ISP</a:t>
            </a:r>
          </a:p>
        </p:txBody>
      </p:sp>
      <p:graphicFrame>
        <p:nvGraphicFramePr>
          <p:cNvPr id="5" name="Content Placeholder 3">
            <a:extLst>
              <a:ext uri="{FF2B5EF4-FFF2-40B4-BE49-F238E27FC236}">
                <a16:creationId xmlns:a16="http://schemas.microsoft.com/office/drawing/2014/main" id="{D8D5C907-0061-4BDB-2141-F778D1A78FA8}"/>
              </a:ext>
            </a:extLst>
          </p:cNvPr>
          <p:cNvGraphicFramePr>
            <a:graphicFrameLocks/>
          </p:cNvGraphicFramePr>
          <p:nvPr>
            <p:extLst>
              <p:ext uri="{D42A27DB-BD31-4B8C-83A1-F6EECF244321}">
                <p14:modId xmlns:p14="http://schemas.microsoft.com/office/powerpoint/2010/main" val="1934090341"/>
              </p:ext>
            </p:extLst>
          </p:nvPr>
        </p:nvGraphicFramePr>
        <p:xfrm>
          <a:off x="296373" y="1851725"/>
          <a:ext cx="5661143" cy="29702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6" name="Group 5">
            <a:extLst>
              <a:ext uri="{FF2B5EF4-FFF2-40B4-BE49-F238E27FC236}">
                <a16:creationId xmlns:a16="http://schemas.microsoft.com/office/drawing/2014/main" id="{E635C523-6ACF-5D44-79BA-0C31B544B5F1}"/>
              </a:ext>
            </a:extLst>
          </p:cNvPr>
          <p:cNvGrpSpPr/>
          <p:nvPr/>
        </p:nvGrpSpPr>
        <p:grpSpPr>
          <a:xfrm>
            <a:off x="6066571" y="1765235"/>
            <a:ext cx="5616221" cy="4042782"/>
            <a:chOff x="6526923" y="1361641"/>
            <a:chExt cx="5616221" cy="4042782"/>
          </a:xfrm>
        </p:grpSpPr>
        <p:sp>
          <p:nvSpPr>
            <p:cNvPr id="7" name="Freeform 7">
              <a:extLst>
                <a:ext uri="{FF2B5EF4-FFF2-40B4-BE49-F238E27FC236}">
                  <a16:creationId xmlns:a16="http://schemas.microsoft.com/office/drawing/2014/main" id="{886365EA-9572-9F72-1F40-476084914586}"/>
                </a:ext>
              </a:extLst>
            </p:cNvPr>
            <p:cNvSpPr/>
            <p:nvPr/>
          </p:nvSpPr>
          <p:spPr>
            <a:xfrm>
              <a:off x="8292661" y="1361641"/>
              <a:ext cx="1586556" cy="812489"/>
            </a:xfrm>
            <a:custGeom>
              <a:avLst/>
              <a:gdLst>
                <a:gd name="connsiteX0" fmla="*/ 0 w 1697458"/>
                <a:gd name="connsiteY0" fmla="*/ 135797 h 1357966"/>
                <a:gd name="connsiteX1" fmla="*/ 135797 w 1697458"/>
                <a:gd name="connsiteY1" fmla="*/ 0 h 1357966"/>
                <a:gd name="connsiteX2" fmla="*/ 1561661 w 1697458"/>
                <a:gd name="connsiteY2" fmla="*/ 0 h 1357966"/>
                <a:gd name="connsiteX3" fmla="*/ 1697458 w 1697458"/>
                <a:gd name="connsiteY3" fmla="*/ 135797 h 1357966"/>
                <a:gd name="connsiteX4" fmla="*/ 1697458 w 1697458"/>
                <a:gd name="connsiteY4" fmla="*/ 1222169 h 1357966"/>
                <a:gd name="connsiteX5" fmla="*/ 1561661 w 1697458"/>
                <a:gd name="connsiteY5" fmla="*/ 1357966 h 1357966"/>
                <a:gd name="connsiteX6" fmla="*/ 135797 w 1697458"/>
                <a:gd name="connsiteY6" fmla="*/ 1357966 h 1357966"/>
                <a:gd name="connsiteX7" fmla="*/ 0 w 1697458"/>
                <a:gd name="connsiteY7" fmla="*/ 1222169 h 1357966"/>
                <a:gd name="connsiteX8" fmla="*/ 0 w 1697458"/>
                <a:gd name="connsiteY8" fmla="*/ 135797 h 1357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97458" h="1357966">
                  <a:moveTo>
                    <a:pt x="0" y="135797"/>
                  </a:moveTo>
                  <a:cubicBezTo>
                    <a:pt x="0" y="60798"/>
                    <a:pt x="60798" y="0"/>
                    <a:pt x="135797" y="0"/>
                  </a:cubicBezTo>
                  <a:lnTo>
                    <a:pt x="1561661" y="0"/>
                  </a:lnTo>
                  <a:cubicBezTo>
                    <a:pt x="1636660" y="0"/>
                    <a:pt x="1697458" y="60798"/>
                    <a:pt x="1697458" y="135797"/>
                  </a:cubicBezTo>
                  <a:lnTo>
                    <a:pt x="1697458" y="1222169"/>
                  </a:lnTo>
                  <a:cubicBezTo>
                    <a:pt x="1697458" y="1297168"/>
                    <a:pt x="1636660" y="1357966"/>
                    <a:pt x="1561661" y="1357966"/>
                  </a:cubicBezTo>
                  <a:lnTo>
                    <a:pt x="135797" y="1357966"/>
                  </a:lnTo>
                  <a:cubicBezTo>
                    <a:pt x="60798" y="1357966"/>
                    <a:pt x="0" y="1297168"/>
                    <a:pt x="0" y="1222169"/>
                  </a:cubicBezTo>
                  <a:lnTo>
                    <a:pt x="0" y="135797"/>
                  </a:lnTo>
                  <a:close/>
                </a:path>
              </a:pathLst>
            </a:custGeom>
            <a:solidFill>
              <a:schemeClr val="accent1">
                <a:lumMod val="60000"/>
                <a:lumOff val="40000"/>
              </a:schemeClr>
            </a:solidFill>
            <a:ln>
              <a:solidFill>
                <a:schemeClr val="accent1">
                  <a:lumMod val="60000"/>
                  <a:lumOff val="40000"/>
                </a:schemeClr>
              </a:solidFill>
            </a:ln>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83588" tIns="83588" rIns="83588" bIns="83588" numCol="1" spcCol="1270" anchor="ctr" anchorCtr="0">
              <a:noAutofit/>
            </a:bodyPr>
            <a:lstStyle/>
            <a:p>
              <a:pPr lvl="0" algn="ctr" defTabSz="1022350">
                <a:lnSpc>
                  <a:spcPct val="90000"/>
                </a:lnSpc>
                <a:spcBef>
                  <a:spcPct val="0"/>
                </a:spcBef>
                <a:spcAft>
                  <a:spcPct val="35000"/>
                </a:spcAft>
              </a:pPr>
              <a:r>
                <a:rPr lang="en-US" sz="2000" kern="1200" dirty="0" err="1"/>
                <a:t>ICourse</a:t>
              </a:r>
              <a:endParaRPr lang="en-US" sz="2000" kern="1200" dirty="0"/>
            </a:p>
          </p:txBody>
        </p:sp>
        <p:cxnSp>
          <p:nvCxnSpPr>
            <p:cNvPr id="8" name="Straight Arrow Connector 7">
              <a:extLst>
                <a:ext uri="{FF2B5EF4-FFF2-40B4-BE49-F238E27FC236}">
                  <a16:creationId xmlns:a16="http://schemas.microsoft.com/office/drawing/2014/main" id="{644BCF86-819D-54AC-2327-1CA452B9873E}"/>
                </a:ext>
              </a:extLst>
            </p:cNvPr>
            <p:cNvCxnSpPr/>
            <p:nvPr/>
          </p:nvCxnSpPr>
          <p:spPr>
            <a:xfrm flipH="1">
              <a:off x="9879217" y="1719481"/>
              <a:ext cx="1494572" cy="0"/>
            </a:xfrm>
            <a:prstGeom prst="straightConnector1">
              <a:avLst/>
            </a:prstGeom>
            <a:solidFill>
              <a:schemeClr val="accent1">
                <a:lumMod val="60000"/>
                <a:lumOff val="40000"/>
              </a:schemeClr>
            </a:solidFill>
            <a:ln w="38100">
              <a:solidFill>
                <a:schemeClr val="accent3">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 name="Freeform 18">
              <a:extLst>
                <a:ext uri="{FF2B5EF4-FFF2-40B4-BE49-F238E27FC236}">
                  <a16:creationId xmlns:a16="http://schemas.microsoft.com/office/drawing/2014/main" id="{88E0EC34-67E2-8C10-81EA-EF300BAD78DB}"/>
                </a:ext>
              </a:extLst>
            </p:cNvPr>
            <p:cNvSpPr/>
            <p:nvPr/>
          </p:nvSpPr>
          <p:spPr>
            <a:xfrm>
              <a:off x="10625957" y="1361642"/>
              <a:ext cx="1517187" cy="812489"/>
            </a:xfrm>
            <a:custGeom>
              <a:avLst/>
              <a:gdLst>
                <a:gd name="connsiteX0" fmla="*/ 0 w 1697458"/>
                <a:gd name="connsiteY0" fmla="*/ 135797 h 1357966"/>
                <a:gd name="connsiteX1" fmla="*/ 135797 w 1697458"/>
                <a:gd name="connsiteY1" fmla="*/ 0 h 1357966"/>
                <a:gd name="connsiteX2" fmla="*/ 1561661 w 1697458"/>
                <a:gd name="connsiteY2" fmla="*/ 0 h 1357966"/>
                <a:gd name="connsiteX3" fmla="*/ 1697458 w 1697458"/>
                <a:gd name="connsiteY3" fmla="*/ 135797 h 1357966"/>
                <a:gd name="connsiteX4" fmla="*/ 1697458 w 1697458"/>
                <a:gd name="connsiteY4" fmla="*/ 1222169 h 1357966"/>
                <a:gd name="connsiteX5" fmla="*/ 1561661 w 1697458"/>
                <a:gd name="connsiteY5" fmla="*/ 1357966 h 1357966"/>
                <a:gd name="connsiteX6" fmla="*/ 135797 w 1697458"/>
                <a:gd name="connsiteY6" fmla="*/ 1357966 h 1357966"/>
                <a:gd name="connsiteX7" fmla="*/ 0 w 1697458"/>
                <a:gd name="connsiteY7" fmla="*/ 1222169 h 1357966"/>
                <a:gd name="connsiteX8" fmla="*/ 0 w 1697458"/>
                <a:gd name="connsiteY8" fmla="*/ 135797 h 1357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97458" h="1357966">
                  <a:moveTo>
                    <a:pt x="0" y="135797"/>
                  </a:moveTo>
                  <a:cubicBezTo>
                    <a:pt x="0" y="60798"/>
                    <a:pt x="60798" y="0"/>
                    <a:pt x="135797" y="0"/>
                  </a:cubicBezTo>
                  <a:lnTo>
                    <a:pt x="1561661" y="0"/>
                  </a:lnTo>
                  <a:cubicBezTo>
                    <a:pt x="1636660" y="0"/>
                    <a:pt x="1697458" y="60798"/>
                    <a:pt x="1697458" y="135797"/>
                  </a:cubicBezTo>
                  <a:lnTo>
                    <a:pt x="1697458" y="1222169"/>
                  </a:lnTo>
                  <a:cubicBezTo>
                    <a:pt x="1697458" y="1297168"/>
                    <a:pt x="1636660" y="1357966"/>
                    <a:pt x="1561661" y="1357966"/>
                  </a:cubicBezTo>
                  <a:lnTo>
                    <a:pt x="135797" y="1357966"/>
                  </a:lnTo>
                  <a:cubicBezTo>
                    <a:pt x="60798" y="1357966"/>
                    <a:pt x="0" y="1297168"/>
                    <a:pt x="0" y="1222169"/>
                  </a:cubicBezTo>
                  <a:lnTo>
                    <a:pt x="0" y="135797"/>
                  </a:lnTo>
                  <a:close/>
                </a:path>
              </a:pathLst>
            </a:custGeom>
            <a:solidFill>
              <a:srgbClr val="92D050"/>
            </a:solidFill>
            <a:ln>
              <a:solidFill>
                <a:srgbClr val="92D050"/>
              </a:solidFill>
            </a:ln>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83588" tIns="83588" rIns="83588" bIns="83588" numCol="1" spcCol="1270" anchor="ctr" anchorCtr="0">
              <a:noAutofit/>
            </a:bodyPr>
            <a:lstStyle/>
            <a:p>
              <a:pPr algn="ctr" defTabSz="1022350">
                <a:lnSpc>
                  <a:spcPct val="90000"/>
                </a:lnSpc>
                <a:spcBef>
                  <a:spcPct val="0"/>
                </a:spcBef>
                <a:spcAft>
                  <a:spcPct val="35000"/>
                </a:spcAft>
              </a:pPr>
              <a:r>
                <a:rPr lang="en-US" kern="1200" dirty="0"/>
                <a:t>Trial Membership</a:t>
              </a:r>
            </a:p>
          </p:txBody>
        </p:sp>
        <p:cxnSp>
          <p:nvCxnSpPr>
            <p:cNvPr id="10" name="Straight Arrow Connector 9">
              <a:extLst>
                <a:ext uri="{FF2B5EF4-FFF2-40B4-BE49-F238E27FC236}">
                  <a16:creationId xmlns:a16="http://schemas.microsoft.com/office/drawing/2014/main" id="{9F0199B7-3A7F-2DC2-FBE3-B913DAD04C9C}"/>
                </a:ext>
              </a:extLst>
            </p:cNvPr>
            <p:cNvCxnSpPr/>
            <p:nvPr/>
          </p:nvCxnSpPr>
          <p:spPr>
            <a:xfrm flipH="1" flipV="1">
              <a:off x="9095534" y="2174131"/>
              <a:ext cx="3153" cy="706118"/>
            </a:xfrm>
            <a:prstGeom prst="straightConnector1">
              <a:avLst/>
            </a:prstGeom>
            <a:solidFill>
              <a:schemeClr val="accent1">
                <a:lumMod val="60000"/>
                <a:lumOff val="40000"/>
              </a:schemeClr>
            </a:solidFill>
            <a:ln w="38100">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1" name="Content Placeholder 3">
              <a:extLst>
                <a:ext uri="{FF2B5EF4-FFF2-40B4-BE49-F238E27FC236}">
                  <a16:creationId xmlns:a16="http://schemas.microsoft.com/office/drawing/2014/main" id="{DD6EC1EB-79CC-82C6-30D5-801F2463A1B4}"/>
                </a:ext>
              </a:extLst>
            </p:cNvPr>
            <p:cNvGraphicFramePr>
              <a:graphicFrameLocks/>
            </p:cNvGraphicFramePr>
            <p:nvPr>
              <p:extLst>
                <p:ext uri="{D42A27DB-BD31-4B8C-83A1-F6EECF244321}">
                  <p14:modId xmlns:p14="http://schemas.microsoft.com/office/powerpoint/2010/main" val="3793927040"/>
                </p:ext>
              </p:extLst>
            </p:nvPr>
          </p:nvGraphicFramePr>
          <p:xfrm>
            <a:off x="6526923" y="2748672"/>
            <a:ext cx="5373415" cy="2655751"/>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pSp>
      <p:sp>
        <p:nvSpPr>
          <p:cNvPr id="12" name="Right Arrow 27">
            <a:extLst>
              <a:ext uri="{FF2B5EF4-FFF2-40B4-BE49-F238E27FC236}">
                <a16:creationId xmlns:a16="http://schemas.microsoft.com/office/drawing/2014/main" id="{1A212F92-5FFC-0F2B-3A28-F87E42A2D80E}"/>
              </a:ext>
            </a:extLst>
          </p:cNvPr>
          <p:cNvSpPr/>
          <p:nvPr/>
        </p:nvSpPr>
        <p:spPr>
          <a:xfrm>
            <a:off x="6116642" y="2678084"/>
            <a:ext cx="927012" cy="775663"/>
          </a:xfrm>
          <a:prstGeom prst="rightArrow">
            <a:avLst/>
          </a:prstGeom>
          <a:solidFill>
            <a:schemeClr val="bg1">
              <a:lumMod val="95000"/>
            </a:schemeClr>
          </a:solid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18599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P spid="1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F241D11-41B3-5E5B-5D0D-9AF6940BC57E}"/>
              </a:ext>
            </a:extLst>
          </p:cNvPr>
          <p:cNvSpPr>
            <a:spLocks noGrp="1"/>
          </p:cNvSpPr>
          <p:nvPr>
            <p:ph sz="half" idx="10"/>
          </p:nvPr>
        </p:nvSpPr>
        <p:spPr/>
        <p:txBody>
          <a:bodyPr/>
          <a:lstStyle/>
          <a:p>
            <a:r>
              <a:rPr lang="en-US" dirty="0" err="1"/>
              <a:t>Liskov</a:t>
            </a:r>
            <a:r>
              <a:rPr lang="en-US" dirty="0"/>
              <a:t> Substitution Principle (LSP) Example2 Using ISP</a:t>
            </a:r>
          </a:p>
        </p:txBody>
      </p:sp>
      <p:graphicFrame>
        <p:nvGraphicFramePr>
          <p:cNvPr id="3" name="Content Placeholder 3">
            <a:extLst>
              <a:ext uri="{FF2B5EF4-FFF2-40B4-BE49-F238E27FC236}">
                <a16:creationId xmlns:a16="http://schemas.microsoft.com/office/drawing/2014/main" id="{9BE4122B-D160-7CAE-924F-6733916FE2DE}"/>
              </a:ext>
            </a:extLst>
          </p:cNvPr>
          <p:cNvGraphicFramePr>
            <a:graphicFrameLocks/>
          </p:cNvGraphicFramePr>
          <p:nvPr>
            <p:extLst>
              <p:ext uri="{D42A27DB-BD31-4B8C-83A1-F6EECF244321}">
                <p14:modId xmlns:p14="http://schemas.microsoft.com/office/powerpoint/2010/main" val="1464909820"/>
              </p:ext>
            </p:extLst>
          </p:nvPr>
        </p:nvGraphicFramePr>
        <p:xfrm>
          <a:off x="296373" y="1851725"/>
          <a:ext cx="5661143" cy="29702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4" name="Group 3">
            <a:extLst>
              <a:ext uri="{FF2B5EF4-FFF2-40B4-BE49-F238E27FC236}">
                <a16:creationId xmlns:a16="http://schemas.microsoft.com/office/drawing/2014/main" id="{59BEC62C-B5F6-15B2-CCA8-DB6DCA0C510B}"/>
              </a:ext>
            </a:extLst>
          </p:cNvPr>
          <p:cNvGrpSpPr/>
          <p:nvPr/>
        </p:nvGrpSpPr>
        <p:grpSpPr>
          <a:xfrm>
            <a:off x="6066571" y="1765235"/>
            <a:ext cx="5616221" cy="4042782"/>
            <a:chOff x="6526923" y="1361641"/>
            <a:chExt cx="5616221" cy="4042782"/>
          </a:xfrm>
        </p:grpSpPr>
        <p:cxnSp>
          <p:nvCxnSpPr>
            <p:cNvPr id="5" name="Straight Arrow Connector 4">
              <a:extLst>
                <a:ext uri="{FF2B5EF4-FFF2-40B4-BE49-F238E27FC236}">
                  <a16:creationId xmlns:a16="http://schemas.microsoft.com/office/drawing/2014/main" id="{66F75CE7-506C-36EF-CC84-5974029ECABD}"/>
                </a:ext>
              </a:extLst>
            </p:cNvPr>
            <p:cNvCxnSpPr/>
            <p:nvPr/>
          </p:nvCxnSpPr>
          <p:spPr>
            <a:xfrm flipH="1" flipV="1">
              <a:off x="11335950" y="2178371"/>
              <a:ext cx="21530" cy="782321"/>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6" name="Freeform 7">
              <a:extLst>
                <a:ext uri="{FF2B5EF4-FFF2-40B4-BE49-F238E27FC236}">
                  <a16:creationId xmlns:a16="http://schemas.microsoft.com/office/drawing/2014/main" id="{F8C5778A-2663-FC6D-4D3F-BE301ACB675B}"/>
                </a:ext>
              </a:extLst>
            </p:cNvPr>
            <p:cNvSpPr/>
            <p:nvPr/>
          </p:nvSpPr>
          <p:spPr>
            <a:xfrm>
              <a:off x="8292661" y="1361641"/>
              <a:ext cx="1586556" cy="812489"/>
            </a:xfrm>
            <a:custGeom>
              <a:avLst/>
              <a:gdLst>
                <a:gd name="connsiteX0" fmla="*/ 0 w 1697458"/>
                <a:gd name="connsiteY0" fmla="*/ 135797 h 1357966"/>
                <a:gd name="connsiteX1" fmla="*/ 135797 w 1697458"/>
                <a:gd name="connsiteY1" fmla="*/ 0 h 1357966"/>
                <a:gd name="connsiteX2" fmla="*/ 1561661 w 1697458"/>
                <a:gd name="connsiteY2" fmla="*/ 0 h 1357966"/>
                <a:gd name="connsiteX3" fmla="*/ 1697458 w 1697458"/>
                <a:gd name="connsiteY3" fmla="*/ 135797 h 1357966"/>
                <a:gd name="connsiteX4" fmla="*/ 1697458 w 1697458"/>
                <a:gd name="connsiteY4" fmla="*/ 1222169 h 1357966"/>
                <a:gd name="connsiteX5" fmla="*/ 1561661 w 1697458"/>
                <a:gd name="connsiteY5" fmla="*/ 1357966 h 1357966"/>
                <a:gd name="connsiteX6" fmla="*/ 135797 w 1697458"/>
                <a:gd name="connsiteY6" fmla="*/ 1357966 h 1357966"/>
                <a:gd name="connsiteX7" fmla="*/ 0 w 1697458"/>
                <a:gd name="connsiteY7" fmla="*/ 1222169 h 1357966"/>
                <a:gd name="connsiteX8" fmla="*/ 0 w 1697458"/>
                <a:gd name="connsiteY8" fmla="*/ 135797 h 1357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97458" h="1357966">
                  <a:moveTo>
                    <a:pt x="0" y="135797"/>
                  </a:moveTo>
                  <a:cubicBezTo>
                    <a:pt x="0" y="60798"/>
                    <a:pt x="60798" y="0"/>
                    <a:pt x="135797" y="0"/>
                  </a:cubicBezTo>
                  <a:lnTo>
                    <a:pt x="1561661" y="0"/>
                  </a:lnTo>
                  <a:cubicBezTo>
                    <a:pt x="1636660" y="0"/>
                    <a:pt x="1697458" y="60798"/>
                    <a:pt x="1697458" y="135797"/>
                  </a:cubicBezTo>
                  <a:lnTo>
                    <a:pt x="1697458" y="1222169"/>
                  </a:lnTo>
                  <a:cubicBezTo>
                    <a:pt x="1697458" y="1297168"/>
                    <a:pt x="1636660" y="1357966"/>
                    <a:pt x="1561661" y="1357966"/>
                  </a:cubicBezTo>
                  <a:lnTo>
                    <a:pt x="135797" y="1357966"/>
                  </a:lnTo>
                  <a:cubicBezTo>
                    <a:pt x="60798" y="1357966"/>
                    <a:pt x="0" y="1297168"/>
                    <a:pt x="0" y="1222169"/>
                  </a:cubicBezTo>
                  <a:lnTo>
                    <a:pt x="0" y="135797"/>
                  </a:lnTo>
                  <a:close/>
                </a:path>
              </a:pathLst>
            </a:custGeom>
            <a:solidFill>
              <a:schemeClr val="accent1">
                <a:lumMod val="60000"/>
                <a:lumOff val="40000"/>
              </a:schemeClr>
            </a:solidFill>
            <a:ln>
              <a:solidFill>
                <a:schemeClr val="accent1">
                  <a:lumMod val="60000"/>
                  <a:lumOff val="40000"/>
                </a:schemeClr>
              </a:solidFill>
            </a:ln>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83588" tIns="83588" rIns="83588" bIns="83588" numCol="1" spcCol="1270" anchor="ctr" anchorCtr="0">
              <a:noAutofit/>
            </a:bodyPr>
            <a:lstStyle/>
            <a:p>
              <a:pPr lvl="0" algn="ctr" defTabSz="1022350">
                <a:lnSpc>
                  <a:spcPct val="90000"/>
                </a:lnSpc>
                <a:spcBef>
                  <a:spcPct val="0"/>
                </a:spcBef>
                <a:spcAft>
                  <a:spcPct val="35000"/>
                </a:spcAft>
              </a:pPr>
              <a:r>
                <a:rPr lang="en-US" kern="1200" dirty="0"/>
                <a:t>IMembership</a:t>
              </a:r>
            </a:p>
          </p:txBody>
        </p:sp>
        <p:cxnSp>
          <p:nvCxnSpPr>
            <p:cNvPr id="7" name="Straight Arrow Connector 6">
              <a:extLst>
                <a:ext uri="{FF2B5EF4-FFF2-40B4-BE49-F238E27FC236}">
                  <a16:creationId xmlns:a16="http://schemas.microsoft.com/office/drawing/2014/main" id="{0954D6E6-B52D-BC9D-ABB1-E9EF657CFCD5}"/>
                </a:ext>
              </a:extLst>
            </p:cNvPr>
            <p:cNvCxnSpPr/>
            <p:nvPr/>
          </p:nvCxnSpPr>
          <p:spPr>
            <a:xfrm flipH="1">
              <a:off x="9879217" y="1719481"/>
              <a:ext cx="1494572" cy="0"/>
            </a:xfrm>
            <a:prstGeom prst="straightConnector1">
              <a:avLst/>
            </a:prstGeom>
            <a:solidFill>
              <a:schemeClr val="accent1">
                <a:lumMod val="60000"/>
                <a:lumOff val="40000"/>
              </a:schemeClr>
            </a:solidFill>
            <a:ln w="38100">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 name="Freeform 18">
              <a:extLst>
                <a:ext uri="{FF2B5EF4-FFF2-40B4-BE49-F238E27FC236}">
                  <a16:creationId xmlns:a16="http://schemas.microsoft.com/office/drawing/2014/main" id="{84DFC83B-449C-CA87-E28A-911965374AC1}"/>
                </a:ext>
              </a:extLst>
            </p:cNvPr>
            <p:cNvSpPr/>
            <p:nvPr/>
          </p:nvSpPr>
          <p:spPr>
            <a:xfrm>
              <a:off x="10625957" y="1361642"/>
              <a:ext cx="1517187" cy="812489"/>
            </a:xfrm>
            <a:custGeom>
              <a:avLst/>
              <a:gdLst>
                <a:gd name="connsiteX0" fmla="*/ 0 w 1697458"/>
                <a:gd name="connsiteY0" fmla="*/ 135797 h 1357966"/>
                <a:gd name="connsiteX1" fmla="*/ 135797 w 1697458"/>
                <a:gd name="connsiteY1" fmla="*/ 0 h 1357966"/>
                <a:gd name="connsiteX2" fmla="*/ 1561661 w 1697458"/>
                <a:gd name="connsiteY2" fmla="*/ 0 h 1357966"/>
                <a:gd name="connsiteX3" fmla="*/ 1697458 w 1697458"/>
                <a:gd name="connsiteY3" fmla="*/ 135797 h 1357966"/>
                <a:gd name="connsiteX4" fmla="*/ 1697458 w 1697458"/>
                <a:gd name="connsiteY4" fmla="*/ 1222169 h 1357966"/>
                <a:gd name="connsiteX5" fmla="*/ 1561661 w 1697458"/>
                <a:gd name="connsiteY5" fmla="*/ 1357966 h 1357966"/>
                <a:gd name="connsiteX6" fmla="*/ 135797 w 1697458"/>
                <a:gd name="connsiteY6" fmla="*/ 1357966 h 1357966"/>
                <a:gd name="connsiteX7" fmla="*/ 0 w 1697458"/>
                <a:gd name="connsiteY7" fmla="*/ 1222169 h 1357966"/>
                <a:gd name="connsiteX8" fmla="*/ 0 w 1697458"/>
                <a:gd name="connsiteY8" fmla="*/ 135797 h 1357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97458" h="1357966">
                  <a:moveTo>
                    <a:pt x="0" y="135797"/>
                  </a:moveTo>
                  <a:cubicBezTo>
                    <a:pt x="0" y="60798"/>
                    <a:pt x="60798" y="0"/>
                    <a:pt x="135797" y="0"/>
                  </a:cubicBezTo>
                  <a:lnTo>
                    <a:pt x="1561661" y="0"/>
                  </a:lnTo>
                  <a:cubicBezTo>
                    <a:pt x="1636660" y="0"/>
                    <a:pt x="1697458" y="60798"/>
                    <a:pt x="1697458" y="135797"/>
                  </a:cubicBezTo>
                  <a:lnTo>
                    <a:pt x="1697458" y="1222169"/>
                  </a:lnTo>
                  <a:cubicBezTo>
                    <a:pt x="1697458" y="1297168"/>
                    <a:pt x="1636660" y="1357966"/>
                    <a:pt x="1561661" y="1357966"/>
                  </a:cubicBezTo>
                  <a:lnTo>
                    <a:pt x="135797" y="1357966"/>
                  </a:lnTo>
                  <a:cubicBezTo>
                    <a:pt x="60798" y="1357966"/>
                    <a:pt x="0" y="1297168"/>
                    <a:pt x="0" y="1222169"/>
                  </a:cubicBezTo>
                  <a:lnTo>
                    <a:pt x="0" y="135797"/>
                  </a:lnTo>
                  <a:close/>
                </a:path>
              </a:pathLst>
            </a:custGeom>
            <a:solidFill>
              <a:srgbClr val="92D050"/>
            </a:solidFill>
            <a:ln>
              <a:solidFill>
                <a:srgbClr val="92D050"/>
              </a:solidFill>
            </a:ln>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83588" tIns="83588" rIns="83588" bIns="83588" numCol="1" spcCol="1270" anchor="ctr" anchorCtr="0">
              <a:noAutofit/>
            </a:bodyPr>
            <a:lstStyle/>
            <a:p>
              <a:pPr lvl="0" algn="ctr" defTabSz="1022350">
                <a:lnSpc>
                  <a:spcPct val="90000"/>
                </a:lnSpc>
                <a:spcBef>
                  <a:spcPct val="0"/>
                </a:spcBef>
                <a:spcAft>
                  <a:spcPct val="35000"/>
                </a:spcAft>
              </a:pPr>
              <a:r>
                <a:rPr lang="en-US" sz="2000" kern="1200" dirty="0" err="1"/>
                <a:t>ICourse</a:t>
              </a:r>
              <a:endParaRPr lang="en-US" sz="2000" kern="1200" dirty="0"/>
            </a:p>
          </p:txBody>
        </p:sp>
        <p:cxnSp>
          <p:nvCxnSpPr>
            <p:cNvPr id="9" name="Straight Arrow Connector 8">
              <a:extLst>
                <a:ext uri="{FF2B5EF4-FFF2-40B4-BE49-F238E27FC236}">
                  <a16:creationId xmlns:a16="http://schemas.microsoft.com/office/drawing/2014/main" id="{4CA3136B-F3E2-6626-6F18-E3ED0790BA1D}"/>
                </a:ext>
              </a:extLst>
            </p:cNvPr>
            <p:cNvCxnSpPr/>
            <p:nvPr/>
          </p:nvCxnSpPr>
          <p:spPr>
            <a:xfrm flipH="1" flipV="1">
              <a:off x="9095534" y="2174131"/>
              <a:ext cx="3153" cy="706118"/>
            </a:xfrm>
            <a:prstGeom prst="straightConnector1">
              <a:avLst/>
            </a:prstGeom>
            <a:solidFill>
              <a:schemeClr val="accent1">
                <a:lumMod val="60000"/>
                <a:lumOff val="40000"/>
              </a:schemeClr>
            </a:solidFill>
            <a:ln w="38100">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 name="Freeform 20">
              <a:extLst>
                <a:ext uri="{FF2B5EF4-FFF2-40B4-BE49-F238E27FC236}">
                  <a16:creationId xmlns:a16="http://schemas.microsoft.com/office/drawing/2014/main" id="{BAB318C5-BA7E-1243-0108-F1DB05A5B764}"/>
                </a:ext>
              </a:extLst>
            </p:cNvPr>
            <p:cNvSpPr/>
            <p:nvPr/>
          </p:nvSpPr>
          <p:spPr>
            <a:xfrm>
              <a:off x="10581813" y="2933243"/>
              <a:ext cx="1561331" cy="844178"/>
            </a:xfrm>
            <a:custGeom>
              <a:avLst/>
              <a:gdLst>
                <a:gd name="connsiteX0" fmla="*/ 0 w 1697458"/>
                <a:gd name="connsiteY0" fmla="*/ 135797 h 1357966"/>
                <a:gd name="connsiteX1" fmla="*/ 135797 w 1697458"/>
                <a:gd name="connsiteY1" fmla="*/ 0 h 1357966"/>
                <a:gd name="connsiteX2" fmla="*/ 1561661 w 1697458"/>
                <a:gd name="connsiteY2" fmla="*/ 0 h 1357966"/>
                <a:gd name="connsiteX3" fmla="*/ 1697458 w 1697458"/>
                <a:gd name="connsiteY3" fmla="*/ 135797 h 1357966"/>
                <a:gd name="connsiteX4" fmla="*/ 1697458 w 1697458"/>
                <a:gd name="connsiteY4" fmla="*/ 1222169 h 1357966"/>
                <a:gd name="connsiteX5" fmla="*/ 1561661 w 1697458"/>
                <a:gd name="connsiteY5" fmla="*/ 1357966 h 1357966"/>
                <a:gd name="connsiteX6" fmla="*/ 135797 w 1697458"/>
                <a:gd name="connsiteY6" fmla="*/ 1357966 h 1357966"/>
                <a:gd name="connsiteX7" fmla="*/ 0 w 1697458"/>
                <a:gd name="connsiteY7" fmla="*/ 1222169 h 1357966"/>
                <a:gd name="connsiteX8" fmla="*/ 0 w 1697458"/>
                <a:gd name="connsiteY8" fmla="*/ 135797 h 1357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97458" h="1357966">
                  <a:moveTo>
                    <a:pt x="0" y="135797"/>
                  </a:moveTo>
                  <a:cubicBezTo>
                    <a:pt x="0" y="60798"/>
                    <a:pt x="60798" y="0"/>
                    <a:pt x="135797" y="0"/>
                  </a:cubicBezTo>
                  <a:lnTo>
                    <a:pt x="1561661" y="0"/>
                  </a:lnTo>
                  <a:cubicBezTo>
                    <a:pt x="1636660" y="0"/>
                    <a:pt x="1697458" y="60798"/>
                    <a:pt x="1697458" y="135797"/>
                  </a:cubicBezTo>
                  <a:lnTo>
                    <a:pt x="1697458" y="1222169"/>
                  </a:lnTo>
                  <a:cubicBezTo>
                    <a:pt x="1697458" y="1297168"/>
                    <a:pt x="1636660" y="1357966"/>
                    <a:pt x="1561661" y="1357966"/>
                  </a:cubicBezTo>
                  <a:lnTo>
                    <a:pt x="135797" y="1357966"/>
                  </a:lnTo>
                  <a:cubicBezTo>
                    <a:pt x="60798" y="1357966"/>
                    <a:pt x="0" y="1297168"/>
                    <a:pt x="0" y="1222169"/>
                  </a:cubicBezTo>
                  <a:lnTo>
                    <a:pt x="0" y="135797"/>
                  </a:lnTo>
                  <a:close/>
                </a:path>
              </a:pathLst>
            </a:custGeom>
            <a:solidFill>
              <a:srgbClr val="F4814E"/>
            </a:solidFill>
            <a:ln>
              <a:solidFill>
                <a:srgbClr val="F4814E"/>
              </a:solidFill>
            </a:ln>
          </p:spPr>
          <p:style>
            <a:lnRef idx="2">
              <a:schemeClr val="lt1">
                <a:hueOff val="0"/>
                <a:satOff val="0"/>
                <a:lumOff val="0"/>
                <a:alphaOff val="0"/>
              </a:schemeClr>
            </a:lnRef>
            <a:fillRef idx="1">
              <a:schemeClr val="accent4">
                <a:hueOff val="10395692"/>
                <a:satOff val="-47968"/>
                <a:lumOff val="1765"/>
                <a:alphaOff val="0"/>
              </a:schemeClr>
            </a:fillRef>
            <a:effectRef idx="0">
              <a:schemeClr val="accent4">
                <a:hueOff val="10395692"/>
                <a:satOff val="-47968"/>
                <a:lumOff val="1765"/>
                <a:alphaOff val="0"/>
              </a:schemeClr>
            </a:effectRef>
            <a:fontRef idx="minor">
              <a:schemeClr val="lt1"/>
            </a:fontRef>
          </p:style>
          <p:txBody>
            <a:bodyPr spcFirstLastPara="0" vert="horz" wrap="square" lIns="83588" tIns="83588" rIns="83588" bIns="83588" numCol="1" spcCol="1270" anchor="ctr" anchorCtr="0">
              <a:noAutofit/>
            </a:bodyPr>
            <a:lstStyle/>
            <a:p>
              <a:pPr lvl="0" algn="ctr" defTabSz="1022350">
                <a:lnSpc>
                  <a:spcPct val="90000"/>
                </a:lnSpc>
                <a:spcBef>
                  <a:spcPct val="0"/>
                </a:spcBef>
                <a:spcAft>
                  <a:spcPct val="35000"/>
                </a:spcAft>
              </a:pPr>
              <a:r>
                <a:rPr lang="en-US" kern="1200" dirty="0"/>
                <a:t>Trial Membership</a:t>
              </a:r>
            </a:p>
          </p:txBody>
        </p:sp>
        <p:graphicFrame>
          <p:nvGraphicFramePr>
            <p:cNvPr id="11" name="Content Placeholder 3">
              <a:extLst>
                <a:ext uri="{FF2B5EF4-FFF2-40B4-BE49-F238E27FC236}">
                  <a16:creationId xmlns:a16="http://schemas.microsoft.com/office/drawing/2014/main" id="{14E2642F-B8CA-4941-BA0D-B98CE8DCDB11}"/>
                </a:ext>
              </a:extLst>
            </p:cNvPr>
            <p:cNvGraphicFramePr>
              <a:graphicFrameLocks/>
            </p:cNvGraphicFramePr>
            <p:nvPr/>
          </p:nvGraphicFramePr>
          <p:xfrm>
            <a:off x="6526923" y="2748672"/>
            <a:ext cx="5373415" cy="2655751"/>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pSp>
      <p:sp>
        <p:nvSpPr>
          <p:cNvPr id="12" name="Right Arrow 27">
            <a:extLst>
              <a:ext uri="{FF2B5EF4-FFF2-40B4-BE49-F238E27FC236}">
                <a16:creationId xmlns:a16="http://schemas.microsoft.com/office/drawing/2014/main" id="{ABC8B75E-5655-7152-5274-113D66A36316}"/>
              </a:ext>
            </a:extLst>
          </p:cNvPr>
          <p:cNvSpPr/>
          <p:nvPr/>
        </p:nvSpPr>
        <p:spPr>
          <a:xfrm>
            <a:off x="6116642" y="2678084"/>
            <a:ext cx="927012" cy="775663"/>
          </a:xfrm>
          <a:prstGeom prst="rightArrow">
            <a:avLst/>
          </a:prstGeom>
          <a:solidFill>
            <a:schemeClr val="bg1">
              <a:lumMod val="95000"/>
            </a:schemeClr>
          </a:solid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36219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AsOne/>
      </p:bldGraphic>
      <p:bldP spid="1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BF135A-E521-4643-FFB8-A51DA28C6032}"/>
              </a:ext>
            </a:extLst>
          </p:cNvPr>
          <p:cNvSpPr>
            <a:spLocks noGrp="1"/>
          </p:cNvSpPr>
          <p:nvPr>
            <p:ph type="title"/>
          </p:nvPr>
        </p:nvSpPr>
        <p:spPr/>
        <p:txBody>
          <a:bodyPr/>
          <a:lstStyle/>
          <a:p>
            <a:r>
              <a:rPr lang="en-IN" sz="4000" dirty="0"/>
              <a:t>DEMO:</a:t>
            </a:r>
            <a:endParaRPr lang="en-US" dirty="0"/>
          </a:p>
        </p:txBody>
      </p:sp>
      <p:sp>
        <p:nvSpPr>
          <p:cNvPr id="4" name="Content Placeholder 3"/>
          <p:cNvSpPr>
            <a:spLocks noGrp="1"/>
          </p:cNvSpPr>
          <p:nvPr>
            <p:ph sz="half" idx="1"/>
          </p:nvPr>
        </p:nvSpPr>
        <p:spPr/>
        <p:txBody>
          <a:bodyPr>
            <a:normAutofit/>
          </a:bodyPr>
          <a:lstStyle/>
          <a:p>
            <a:r>
              <a:rPr lang="en-US" sz="4000" dirty="0" err="1"/>
              <a:t>Liskov</a:t>
            </a:r>
            <a:r>
              <a:rPr lang="en-US" sz="4000" dirty="0"/>
              <a:t> Substitution Principle (LSP)</a:t>
            </a:r>
          </a:p>
        </p:txBody>
      </p:sp>
    </p:spTree>
    <p:extLst>
      <p:ext uri="{BB962C8B-B14F-4D97-AF65-F5344CB8AC3E}">
        <p14:creationId xmlns:p14="http://schemas.microsoft.com/office/powerpoint/2010/main" val="11926567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normAutofit/>
          </a:bodyPr>
          <a:lstStyle/>
          <a:p>
            <a:pPr algn="just">
              <a:lnSpc>
                <a:spcPct val="100000"/>
              </a:lnSpc>
            </a:pPr>
            <a:r>
              <a:rPr lang="en-US" sz="3200" dirty="0"/>
              <a:t>This principle states that clients of your class should not be forced to depend on methods they do not use.</a:t>
            </a:r>
          </a:p>
          <a:p>
            <a:pPr algn="just">
              <a:lnSpc>
                <a:spcPct val="100000"/>
              </a:lnSpc>
            </a:pPr>
            <a:r>
              <a:rPr lang="en-US" sz="3200" dirty="0"/>
              <a:t>Similar to the </a:t>
            </a:r>
            <a:r>
              <a:rPr lang="en-US" sz="3200" b="1" dirty="0"/>
              <a:t>SRP</a:t>
            </a:r>
            <a:r>
              <a:rPr lang="en-US" sz="3200" dirty="0"/>
              <a:t>, the goal of the </a:t>
            </a:r>
            <a:r>
              <a:rPr lang="en-US" sz="3200" b="1" dirty="0"/>
              <a:t>ISP</a:t>
            </a:r>
            <a:r>
              <a:rPr lang="en-US" sz="3200" dirty="0"/>
              <a:t> is to reduce the side effects and frequency of required changes by splitting the code into multiple, independent parts.</a:t>
            </a:r>
          </a:p>
        </p:txBody>
      </p:sp>
      <p:sp>
        <p:nvSpPr>
          <p:cNvPr id="3" name="Content Placeholder 2"/>
          <p:cNvSpPr>
            <a:spLocks noGrp="1"/>
          </p:cNvSpPr>
          <p:nvPr>
            <p:ph sz="half" idx="10"/>
          </p:nvPr>
        </p:nvSpPr>
        <p:spPr/>
        <p:txBody>
          <a:bodyPr/>
          <a:lstStyle/>
          <a:p>
            <a:r>
              <a:rPr lang="en-US" dirty="0"/>
              <a:t>Interface Segregation Principle (ISP) </a:t>
            </a:r>
          </a:p>
        </p:txBody>
      </p:sp>
    </p:spTree>
    <p:extLst>
      <p:ext uri="{BB962C8B-B14F-4D97-AF65-F5344CB8AC3E}">
        <p14:creationId xmlns:p14="http://schemas.microsoft.com/office/powerpoint/2010/main" val="11898607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0"/>
          </p:nvPr>
        </p:nvSpPr>
        <p:spPr/>
        <p:txBody>
          <a:bodyPr>
            <a:normAutofit/>
          </a:bodyPr>
          <a:lstStyle/>
          <a:p>
            <a:r>
              <a:rPr lang="en-US" dirty="0"/>
              <a:t>Interface Segregation Principle (ISP) Example</a:t>
            </a:r>
          </a:p>
        </p:txBody>
      </p:sp>
      <p:cxnSp>
        <p:nvCxnSpPr>
          <p:cNvPr id="37" name="Straight Arrow Connector 36"/>
          <p:cNvCxnSpPr>
            <a:cxnSpLocks/>
          </p:cNvCxnSpPr>
          <p:nvPr/>
        </p:nvCxnSpPr>
        <p:spPr>
          <a:xfrm flipV="1">
            <a:off x="5358881" y="4396057"/>
            <a:ext cx="0" cy="715398"/>
          </a:xfrm>
          <a:prstGeom prst="straightConnector1">
            <a:avLst/>
          </a:prstGeom>
          <a:ln w="381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16" name="Group 15"/>
          <p:cNvGrpSpPr/>
          <p:nvPr/>
        </p:nvGrpSpPr>
        <p:grpSpPr>
          <a:xfrm>
            <a:off x="1038602" y="4297229"/>
            <a:ext cx="8223584" cy="1704658"/>
            <a:chOff x="1161257" y="4708126"/>
            <a:chExt cx="8223584" cy="1704658"/>
          </a:xfrm>
        </p:grpSpPr>
        <p:cxnSp>
          <p:nvCxnSpPr>
            <p:cNvPr id="21" name="Straight Arrow Connector 20"/>
            <p:cNvCxnSpPr/>
            <p:nvPr/>
          </p:nvCxnSpPr>
          <p:spPr>
            <a:xfrm flipV="1">
              <a:off x="2839545" y="5949199"/>
              <a:ext cx="1624583" cy="1"/>
            </a:xfrm>
            <a:prstGeom prst="straightConnector1">
              <a:avLst/>
            </a:prstGeom>
            <a:ln w="38100">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8" name="Freeform 57"/>
            <p:cNvSpPr/>
            <p:nvPr/>
          </p:nvSpPr>
          <p:spPr>
            <a:xfrm>
              <a:off x="1161257" y="5522352"/>
              <a:ext cx="1697458" cy="890432"/>
            </a:xfrm>
            <a:custGeom>
              <a:avLst/>
              <a:gdLst>
                <a:gd name="connsiteX0" fmla="*/ 0 w 1697458"/>
                <a:gd name="connsiteY0" fmla="*/ 135797 h 1357966"/>
                <a:gd name="connsiteX1" fmla="*/ 135797 w 1697458"/>
                <a:gd name="connsiteY1" fmla="*/ 0 h 1357966"/>
                <a:gd name="connsiteX2" fmla="*/ 1561661 w 1697458"/>
                <a:gd name="connsiteY2" fmla="*/ 0 h 1357966"/>
                <a:gd name="connsiteX3" fmla="*/ 1697458 w 1697458"/>
                <a:gd name="connsiteY3" fmla="*/ 135797 h 1357966"/>
                <a:gd name="connsiteX4" fmla="*/ 1697458 w 1697458"/>
                <a:gd name="connsiteY4" fmla="*/ 1222169 h 1357966"/>
                <a:gd name="connsiteX5" fmla="*/ 1561661 w 1697458"/>
                <a:gd name="connsiteY5" fmla="*/ 1357966 h 1357966"/>
                <a:gd name="connsiteX6" fmla="*/ 135797 w 1697458"/>
                <a:gd name="connsiteY6" fmla="*/ 1357966 h 1357966"/>
                <a:gd name="connsiteX7" fmla="*/ 0 w 1697458"/>
                <a:gd name="connsiteY7" fmla="*/ 1222169 h 1357966"/>
                <a:gd name="connsiteX8" fmla="*/ 0 w 1697458"/>
                <a:gd name="connsiteY8" fmla="*/ 135797 h 1357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97458" h="1357966">
                  <a:moveTo>
                    <a:pt x="0" y="135797"/>
                  </a:moveTo>
                  <a:cubicBezTo>
                    <a:pt x="0" y="60798"/>
                    <a:pt x="60798" y="0"/>
                    <a:pt x="135797" y="0"/>
                  </a:cubicBezTo>
                  <a:lnTo>
                    <a:pt x="1561661" y="0"/>
                  </a:lnTo>
                  <a:cubicBezTo>
                    <a:pt x="1636660" y="0"/>
                    <a:pt x="1697458" y="60798"/>
                    <a:pt x="1697458" y="135797"/>
                  </a:cubicBezTo>
                  <a:lnTo>
                    <a:pt x="1697458" y="1222169"/>
                  </a:lnTo>
                  <a:cubicBezTo>
                    <a:pt x="1697458" y="1297168"/>
                    <a:pt x="1636660" y="1357966"/>
                    <a:pt x="1561661" y="1357966"/>
                  </a:cubicBezTo>
                  <a:lnTo>
                    <a:pt x="135797" y="1357966"/>
                  </a:lnTo>
                  <a:cubicBezTo>
                    <a:pt x="60798" y="1357966"/>
                    <a:pt x="0" y="1297168"/>
                    <a:pt x="0" y="1222169"/>
                  </a:cubicBezTo>
                  <a:lnTo>
                    <a:pt x="0" y="135797"/>
                  </a:lnTo>
                  <a:close/>
                </a:path>
              </a:pathLst>
            </a:custGeom>
            <a:solidFill>
              <a:srgbClr val="00B050"/>
            </a:solidFill>
            <a:ln>
              <a:solidFill>
                <a:srgbClr val="00B050"/>
              </a:solidFill>
            </a:ln>
          </p:spPr>
          <p:style>
            <a:lnRef idx="2">
              <a:schemeClr val="lt1">
                <a:hueOff val="0"/>
                <a:satOff val="0"/>
                <a:lumOff val="0"/>
                <a:alphaOff val="0"/>
              </a:schemeClr>
            </a:lnRef>
            <a:fillRef idx="1">
              <a:schemeClr val="accent4">
                <a:hueOff val="10395692"/>
                <a:satOff val="-47968"/>
                <a:lumOff val="1765"/>
                <a:alphaOff val="0"/>
              </a:schemeClr>
            </a:fillRef>
            <a:effectRef idx="0">
              <a:schemeClr val="accent4">
                <a:hueOff val="10395692"/>
                <a:satOff val="-47968"/>
                <a:lumOff val="1765"/>
                <a:alphaOff val="0"/>
              </a:schemeClr>
            </a:effectRef>
            <a:fontRef idx="minor">
              <a:schemeClr val="lt1"/>
            </a:fontRef>
          </p:style>
          <p:txBody>
            <a:bodyPr spcFirstLastPara="0" vert="horz" wrap="square" lIns="83588" tIns="83588" rIns="83588" bIns="83588" numCol="1" spcCol="1270" anchor="ctr" anchorCtr="0">
              <a:noAutofit/>
            </a:bodyPr>
            <a:lstStyle/>
            <a:p>
              <a:pPr lvl="0" algn="ctr" defTabSz="1022350">
                <a:lnSpc>
                  <a:spcPct val="90000"/>
                </a:lnSpc>
                <a:spcBef>
                  <a:spcPct val="0"/>
                </a:spcBef>
                <a:spcAft>
                  <a:spcPct val="35000"/>
                </a:spcAft>
              </a:pPr>
              <a:r>
                <a:rPr lang="en-US" sz="2300" kern="1200" dirty="0"/>
                <a:t>NewClient</a:t>
              </a:r>
            </a:p>
          </p:txBody>
        </p:sp>
        <p:sp>
          <p:nvSpPr>
            <p:cNvPr id="79" name="Freeform 78"/>
            <p:cNvSpPr/>
            <p:nvPr/>
          </p:nvSpPr>
          <p:spPr>
            <a:xfrm>
              <a:off x="4491984" y="5423523"/>
              <a:ext cx="2072777" cy="968923"/>
            </a:xfrm>
            <a:custGeom>
              <a:avLst/>
              <a:gdLst>
                <a:gd name="connsiteX0" fmla="*/ 0 w 1697458"/>
                <a:gd name="connsiteY0" fmla="*/ 135797 h 1357966"/>
                <a:gd name="connsiteX1" fmla="*/ 135797 w 1697458"/>
                <a:gd name="connsiteY1" fmla="*/ 0 h 1357966"/>
                <a:gd name="connsiteX2" fmla="*/ 1561661 w 1697458"/>
                <a:gd name="connsiteY2" fmla="*/ 0 h 1357966"/>
                <a:gd name="connsiteX3" fmla="*/ 1697458 w 1697458"/>
                <a:gd name="connsiteY3" fmla="*/ 135797 h 1357966"/>
                <a:gd name="connsiteX4" fmla="*/ 1697458 w 1697458"/>
                <a:gd name="connsiteY4" fmla="*/ 1222169 h 1357966"/>
                <a:gd name="connsiteX5" fmla="*/ 1561661 w 1697458"/>
                <a:gd name="connsiteY5" fmla="*/ 1357966 h 1357966"/>
                <a:gd name="connsiteX6" fmla="*/ 135797 w 1697458"/>
                <a:gd name="connsiteY6" fmla="*/ 1357966 h 1357966"/>
                <a:gd name="connsiteX7" fmla="*/ 0 w 1697458"/>
                <a:gd name="connsiteY7" fmla="*/ 1222169 h 1357966"/>
                <a:gd name="connsiteX8" fmla="*/ 0 w 1697458"/>
                <a:gd name="connsiteY8" fmla="*/ 135797 h 1357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97458" h="1357966">
                  <a:moveTo>
                    <a:pt x="0" y="135797"/>
                  </a:moveTo>
                  <a:cubicBezTo>
                    <a:pt x="0" y="60798"/>
                    <a:pt x="60798" y="0"/>
                    <a:pt x="135797" y="0"/>
                  </a:cubicBezTo>
                  <a:lnTo>
                    <a:pt x="1561661" y="0"/>
                  </a:lnTo>
                  <a:cubicBezTo>
                    <a:pt x="1636660" y="0"/>
                    <a:pt x="1697458" y="60798"/>
                    <a:pt x="1697458" y="135797"/>
                  </a:cubicBezTo>
                  <a:lnTo>
                    <a:pt x="1697458" y="1222169"/>
                  </a:lnTo>
                  <a:cubicBezTo>
                    <a:pt x="1697458" y="1297168"/>
                    <a:pt x="1636660" y="1357966"/>
                    <a:pt x="1561661" y="1357966"/>
                  </a:cubicBezTo>
                  <a:lnTo>
                    <a:pt x="135797" y="1357966"/>
                  </a:lnTo>
                  <a:cubicBezTo>
                    <a:pt x="60798" y="1357966"/>
                    <a:pt x="0" y="1297168"/>
                    <a:pt x="0" y="1222169"/>
                  </a:cubicBezTo>
                  <a:lnTo>
                    <a:pt x="0" y="135797"/>
                  </a:lnTo>
                  <a:close/>
                </a:path>
              </a:pathLst>
            </a:custGeom>
            <a:solidFill>
              <a:srgbClr val="0070C0"/>
            </a:solidFill>
            <a:ln>
              <a:solidFill>
                <a:schemeClr val="accent1">
                  <a:lumMod val="75000"/>
                </a:schemeClr>
              </a:solidFill>
            </a:ln>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83588" tIns="83588" rIns="83588" bIns="83588" numCol="1" spcCol="1270" anchor="ctr" anchorCtr="0">
              <a:noAutofit/>
            </a:bodyPr>
            <a:lstStyle/>
            <a:p>
              <a:pPr lvl="0" algn="ctr" defTabSz="1022350">
                <a:lnSpc>
                  <a:spcPct val="90000"/>
                </a:lnSpc>
                <a:spcBef>
                  <a:spcPct val="0"/>
                </a:spcBef>
                <a:spcAft>
                  <a:spcPct val="35000"/>
                </a:spcAft>
              </a:pPr>
              <a:r>
                <a:rPr lang="en-US" sz="2300" kern="1200" dirty="0"/>
                <a:t>ILiveTraining</a:t>
              </a:r>
            </a:p>
          </p:txBody>
        </p:sp>
        <p:cxnSp>
          <p:nvCxnSpPr>
            <p:cNvPr id="81" name="Straight Arrow Connector 80"/>
            <p:cNvCxnSpPr/>
            <p:nvPr/>
          </p:nvCxnSpPr>
          <p:spPr>
            <a:xfrm flipH="1">
              <a:off x="6564764" y="5918694"/>
              <a:ext cx="1122619" cy="0"/>
            </a:xfrm>
            <a:prstGeom prst="straightConnector1">
              <a:avLst/>
            </a:prstGeom>
            <a:ln w="38100">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0" name="Freeform 29"/>
            <p:cNvSpPr/>
            <p:nvPr/>
          </p:nvSpPr>
          <p:spPr>
            <a:xfrm>
              <a:off x="7687383" y="5423523"/>
              <a:ext cx="1697458" cy="927170"/>
            </a:xfrm>
            <a:custGeom>
              <a:avLst/>
              <a:gdLst>
                <a:gd name="connsiteX0" fmla="*/ 0 w 1697458"/>
                <a:gd name="connsiteY0" fmla="*/ 135797 h 1357966"/>
                <a:gd name="connsiteX1" fmla="*/ 135797 w 1697458"/>
                <a:gd name="connsiteY1" fmla="*/ 0 h 1357966"/>
                <a:gd name="connsiteX2" fmla="*/ 1561661 w 1697458"/>
                <a:gd name="connsiteY2" fmla="*/ 0 h 1357966"/>
                <a:gd name="connsiteX3" fmla="*/ 1697458 w 1697458"/>
                <a:gd name="connsiteY3" fmla="*/ 135797 h 1357966"/>
                <a:gd name="connsiteX4" fmla="*/ 1697458 w 1697458"/>
                <a:gd name="connsiteY4" fmla="*/ 1222169 h 1357966"/>
                <a:gd name="connsiteX5" fmla="*/ 1561661 w 1697458"/>
                <a:gd name="connsiteY5" fmla="*/ 1357966 h 1357966"/>
                <a:gd name="connsiteX6" fmla="*/ 135797 w 1697458"/>
                <a:gd name="connsiteY6" fmla="*/ 1357966 h 1357966"/>
                <a:gd name="connsiteX7" fmla="*/ 0 w 1697458"/>
                <a:gd name="connsiteY7" fmla="*/ 1222169 h 1357966"/>
                <a:gd name="connsiteX8" fmla="*/ 0 w 1697458"/>
                <a:gd name="connsiteY8" fmla="*/ 135797 h 1357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97458" h="1357966">
                  <a:moveTo>
                    <a:pt x="0" y="135797"/>
                  </a:moveTo>
                  <a:cubicBezTo>
                    <a:pt x="0" y="60798"/>
                    <a:pt x="60798" y="0"/>
                    <a:pt x="135797" y="0"/>
                  </a:cubicBezTo>
                  <a:lnTo>
                    <a:pt x="1561661" y="0"/>
                  </a:lnTo>
                  <a:cubicBezTo>
                    <a:pt x="1636660" y="0"/>
                    <a:pt x="1697458" y="60798"/>
                    <a:pt x="1697458" y="135797"/>
                  </a:cubicBezTo>
                  <a:lnTo>
                    <a:pt x="1697458" y="1222169"/>
                  </a:lnTo>
                  <a:cubicBezTo>
                    <a:pt x="1697458" y="1297168"/>
                    <a:pt x="1636660" y="1357966"/>
                    <a:pt x="1561661" y="1357966"/>
                  </a:cubicBezTo>
                  <a:lnTo>
                    <a:pt x="135797" y="1357966"/>
                  </a:lnTo>
                  <a:cubicBezTo>
                    <a:pt x="60798" y="1357966"/>
                    <a:pt x="0" y="1297168"/>
                    <a:pt x="0" y="1222169"/>
                  </a:cubicBezTo>
                  <a:lnTo>
                    <a:pt x="0" y="135797"/>
                  </a:lnTo>
                  <a:close/>
                </a:path>
              </a:pathLst>
            </a:custGeom>
            <a:solidFill>
              <a:srgbClr val="7030A0"/>
            </a:solidFill>
            <a:ln>
              <a:solidFill>
                <a:srgbClr val="7030A0"/>
              </a:solidFill>
            </a:ln>
          </p:spPr>
          <p:style>
            <a:lnRef idx="2">
              <a:schemeClr val="lt1">
                <a:hueOff val="0"/>
                <a:satOff val="0"/>
                <a:lumOff val="0"/>
                <a:alphaOff val="0"/>
              </a:schemeClr>
            </a:lnRef>
            <a:fillRef idx="1">
              <a:schemeClr val="accent4">
                <a:hueOff val="10395692"/>
                <a:satOff val="-47968"/>
                <a:lumOff val="1765"/>
                <a:alphaOff val="0"/>
              </a:schemeClr>
            </a:fillRef>
            <a:effectRef idx="0">
              <a:schemeClr val="accent4">
                <a:hueOff val="10395692"/>
                <a:satOff val="-47968"/>
                <a:lumOff val="1765"/>
                <a:alphaOff val="0"/>
              </a:schemeClr>
            </a:effectRef>
            <a:fontRef idx="minor">
              <a:schemeClr val="lt1"/>
            </a:fontRef>
          </p:style>
          <p:txBody>
            <a:bodyPr spcFirstLastPara="0" vert="horz" wrap="square" lIns="83588" tIns="83588" rIns="83588" bIns="83588" numCol="1" spcCol="1270" anchor="ctr" anchorCtr="0">
              <a:noAutofit/>
            </a:bodyPr>
            <a:lstStyle/>
            <a:p>
              <a:pPr lvl="0" algn="ctr" defTabSz="1022350">
                <a:lnSpc>
                  <a:spcPct val="90000"/>
                </a:lnSpc>
                <a:spcBef>
                  <a:spcPct val="0"/>
                </a:spcBef>
                <a:spcAft>
                  <a:spcPct val="35000"/>
                </a:spcAft>
              </a:pPr>
              <a:r>
                <a:rPr lang="en-US" sz="2000" kern="1200" dirty="0"/>
                <a:t>Premium Membership</a:t>
              </a:r>
            </a:p>
          </p:txBody>
        </p:sp>
        <p:cxnSp>
          <p:nvCxnSpPr>
            <p:cNvPr id="13" name="Straight Arrow Connector 12"/>
            <p:cNvCxnSpPr/>
            <p:nvPr/>
          </p:nvCxnSpPr>
          <p:spPr>
            <a:xfrm flipV="1">
              <a:off x="8536112" y="4708126"/>
              <a:ext cx="0" cy="715397"/>
            </a:xfrm>
            <a:prstGeom prst="straightConnector1">
              <a:avLst/>
            </a:prstGeom>
            <a:ln w="38100">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grpSp>
      <p:cxnSp>
        <p:nvCxnSpPr>
          <p:cNvPr id="28" name="Straight Arrow Connector 27"/>
          <p:cNvCxnSpPr/>
          <p:nvPr/>
        </p:nvCxnSpPr>
        <p:spPr>
          <a:xfrm flipH="1">
            <a:off x="6442108" y="3865811"/>
            <a:ext cx="1546984" cy="1090"/>
          </a:xfrm>
          <a:prstGeom prst="straightConnector1">
            <a:avLst/>
          </a:prstGeom>
          <a:ln w="381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 name="Freeform 7"/>
          <p:cNvSpPr/>
          <p:nvPr/>
        </p:nvSpPr>
        <p:spPr>
          <a:xfrm>
            <a:off x="1038602" y="2271611"/>
            <a:ext cx="1697458" cy="812125"/>
          </a:xfrm>
          <a:custGeom>
            <a:avLst/>
            <a:gdLst>
              <a:gd name="connsiteX0" fmla="*/ 0 w 1697458"/>
              <a:gd name="connsiteY0" fmla="*/ 135797 h 1357966"/>
              <a:gd name="connsiteX1" fmla="*/ 135797 w 1697458"/>
              <a:gd name="connsiteY1" fmla="*/ 0 h 1357966"/>
              <a:gd name="connsiteX2" fmla="*/ 1561661 w 1697458"/>
              <a:gd name="connsiteY2" fmla="*/ 0 h 1357966"/>
              <a:gd name="connsiteX3" fmla="*/ 1697458 w 1697458"/>
              <a:gd name="connsiteY3" fmla="*/ 135797 h 1357966"/>
              <a:gd name="connsiteX4" fmla="*/ 1697458 w 1697458"/>
              <a:gd name="connsiteY4" fmla="*/ 1222169 h 1357966"/>
              <a:gd name="connsiteX5" fmla="*/ 1561661 w 1697458"/>
              <a:gd name="connsiteY5" fmla="*/ 1357966 h 1357966"/>
              <a:gd name="connsiteX6" fmla="*/ 135797 w 1697458"/>
              <a:gd name="connsiteY6" fmla="*/ 1357966 h 1357966"/>
              <a:gd name="connsiteX7" fmla="*/ 0 w 1697458"/>
              <a:gd name="connsiteY7" fmla="*/ 1222169 h 1357966"/>
              <a:gd name="connsiteX8" fmla="*/ 0 w 1697458"/>
              <a:gd name="connsiteY8" fmla="*/ 135797 h 1357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97458" h="1357966">
                <a:moveTo>
                  <a:pt x="0" y="135797"/>
                </a:moveTo>
                <a:cubicBezTo>
                  <a:pt x="0" y="60798"/>
                  <a:pt x="60798" y="0"/>
                  <a:pt x="135797" y="0"/>
                </a:cubicBezTo>
                <a:lnTo>
                  <a:pt x="1561661" y="0"/>
                </a:lnTo>
                <a:cubicBezTo>
                  <a:pt x="1636660" y="0"/>
                  <a:pt x="1697458" y="60798"/>
                  <a:pt x="1697458" y="135797"/>
                </a:cubicBezTo>
                <a:lnTo>
                  <a:pt x="1697458" y="1222169"/>
                </a:lnTo>
                <a:cubicBezTo>
                  <a:pt x="1697458" y="1297168"/>
                  <a:pt x="1636660" y="1357966"/>
                  <a:pt x="1561661" y="1357966"/>
                </a:cubicBezTo>
                <a:lnTo>
                  <a:pt x="135797" y="1357966"/>
                </a:lnTo>
                <a:cubicBezTo>
                  <a:pt x="60798" y="1357966"/>
                  <a:pt x="0" y="1297168"/>
                  <a:pt x="0" y="1222169"/>
                </a:cubicBezTo>
                <a:lnTo>
                  <a:pt x="0" y="135797"/>
                </a:lnTo>
                <a:close/>
              </a:path>
            </a:pathLst>
          </a:custGeom>
          <a:solidFill>
            <a:srgbClr val="00B0F0"/>
          </a:solidFill>
          <a:ln>
            <a:solidFill>
              <a:srgbClr val="00B0F0"/>
            </a:solidFill>
          </a:ln>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83588" tIns="83588" rIns="83588" bIns="83588" numCol="1" spcCol="1270" anchor="ctr" anchorCtr="0">
            <a:noAutofit/>
          </a:bodyPr>
          <a:lstStyle/>
          <a:p>
            <a:pPr lvl="0" algn="ctr" defTabSz="1022350">
              <a:lnSpc>
                <a:spcPct val="90000"/>
              </a:lnSpc>
              <a:spcBef>
                <a:spcPct val="0"/>
              </a:spcBef>
              <a:spcAft>
                <a:spcPct val="35000"/>
              </a:spcAft>
            </a:pPr>
            <a:r>
              <a:rPr lang="en-US" sz="2300" kern="1200" dirty="0"/>
              <a:t>Client2</a:t>
            </a:r>
          </a:p>
        </p:txBody>
      </p:sp>
      <p:sp>
        <p:nvSpPr>
          <p:cNvPr id="10" name="Freeform 9"/>
          <p:cNvSpPr/>
          <p:nvPr/>
        </p:nvSpPr>
        <p:spPr>
          <a:xfrm>
            <a:off x="1038602" y="3238391"/>
            <a:ext cx="1697458" cy="806613"/>
          </a:xfrm>
          <a:custGeom>
            <a:avLst/>
            <a:gdLst>
              <a:gd name="connsiteX0" fmla="*/ 0 w 1697458"/>
              <a:gd name="connsiteY0" fmla="*/ 135797 h 1357966"/>
              <a:gd name="connsiteX1" fmla="*/ 135797 w 1697458"/>
              <a:gd name="connsiteY1" fmla="*/ 0 h 1357966"/>
              <a:gd name="connsiteX2" fmla="*/ 1561661 w 1697458"/>
              <a:gd name="connsiteY2" fmla="*/ 0 h 1357966"/>
              <a:gd name="connsiteX3" fmla="*/ 1697458 w 1697458"/>
              <a:gd name="connsiteY3" fmla="*/ 135797 h 1357966"/>
              <a:gd name="connsiteX4" fmla="*/ 1697458 w 1697458"/>
              <a:gd name="connsiteY4" fmla="*/ 1222169 h 1357966"/>
              <a:gd name="connsiteX5" fmla="*/ 1561661 w 1697458"/>
              <a:gd name="connsiteY5" fmla="*/ 1357966 h 1357966"/>
              <a:gd name="connsiteX6" fmla="*/ 135797 w 1697458"/>
              <a:gd name="connsiteY6" fmla="*/ 1357966 h 1357966"/>
              <a:gd name="connsiteX7" fmla="*/ 0 w 1697458"/>
              <a:gd name="connsiteY7" fmla="*/ 1222169 h 1357966"/>
              <a:gd name="connsiteX8" fmla="*/ 0 w 1697458"/>
              <a:gd name="connsiteY8" fmla="*/ 135797 h 1357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97458" h="1357966">
                <a:moveTo>
                  <a:pt x="0" y="135797"/>
                </a:moveTo>
                <a:cubicBezTo>
                  <a:pt x="0" y="60798"/>
                  <a:pt x="60798" y="0"/>
                  <a:pt x="135797" y="0"/>
                </a:cubicBezTo>
                <a:lnTo>
                  <a:pt x="1561661" y="0"/>
                </a:lnTo>
                <a:cubicBezTo>
                  <a:pt x="1636660" y="0"/>
                  <a:pt x="1697458" y="60798"/>
                  <a:pt x="1697458" y="135797"/>
                </a:cubicBezTo>
                <a:lnTo>
                  <a:pt x="1697458" y="1222169"/>
                </a:lnTo>
                <a:cubicBezTo>
                  <a:pt x="1697458" y="1297168"/>
                  <a:pt x="1636660" y="1357966"/>
                  <a:pt x="1561661" y="1357966"/>
                </a:cubicBezTo>
                <a:lnTo>
                  <a:pt x="135797" y="1357966"/>
                </a:lnTo>
                <a:cubicBezTo>
                  <a:pt x="60798" y="1357966"/>
                  <a:pt x="0" y="1297168"/>
                  <a:pt x="0" y="1222169"/>
                </a:cubicBezTo>
                <a:lnTo>
                  <a:pt x="0" y="135797"/>
                </a:lnTo>
                <a:close/>
              </a:path>
            </a:pathLst>
          </a:custGeom>
        </p:spPr>
        <p:style>
          <a:lnRef idx="2">
            <a:schemeClr val="lt1">
              <a:hueOff val="0"/>
              <a:satOff val="0"/>
              <a:lumOff val="0"/>
              <a:alphaOff val="0"/>
            </a:schemeClr>
          </a:lnRef>
          <a:fillRef idx="1">
            <a:schemeClr val="accent4">
              <a:hueOff val="10395692"/>
              <a:satOff val="-47968"/>
              <a:lumOff val="1765"/>
              <a:alphaOff val="0"/>
            </a:schemeClr>
          </a:fillRef>
          <a:effectRef idx="0">
            <a:schemeClr val="accent4">
              <a:hueOff val="10395692"/>
              <a:satOff val="-47968"/>
              <a:lumOff val="1765"/>
              <a:alphaOff val="0"/>
            </a:schemeClr>
          </a:effectRef>
          <a:fontRef idx="minor">
            <a:schemeClr val="lt1"/>
          </a:fontRef>
        </p:style>
        <p:txBody>
          <a:bodyPr spcFirstLastPara="0" vert="horz" wrap="square" lIns="83588" tIns="83588" rIns="83588" bIns="83588" numCol="1" spcCol="1270" anchor="ctr" anchorCtr="0">
            <a:noAutofit/>
          </a:bodyPr>
          <a:lstStyle/>
          <a:p>
            <a:pPr lvl="0" algn="ctr" defTabSz="1022350">
              <a:lnSpc>
                <a:spcPct val="90000"/>
              </a:lnSpc>
              <a:spcBef>
                <a:spcPct val="0"/>
              </a:spcBef>
              <a:spcAft>
                <a:spcPct val="35000"/>
              </a:spcAft>
            </a:pPr>
            <a:r>
              <a:rPr lang="en-US" sz="2300" kern="1200" dirty="0"/>
              <a:t>Client3</a:t>
            </a:r>
          </a:p>
        </p:txBody>
      </p:sp>
      <p:sp>
        <p:nvSpPr>
          <p:cNvPr id="11" name="Freeform 10"/>
          <p:cNvSpPr/>
          <p:nvPr/>
        </p:nvSpPr>
        <p:spPr>
          <a:xfrm>
            <a:off x="4369329" y="3291418"/>
            <a:ext cx="2072777" cy="1104639"/>
          </a:xfrm>
          <a:custGeom>
            <a:avLst/>
            <a:gdLst>
              <a:gd name="connsiteX0" fmla="*/ 0 w 1697458"/>
              <a:gd name="connsiteY0" fmla="*/ 135797 h 1357966"/>
              <a:gd name="connsiteX1" fmla="*/ 135797 w 1697458"/>
              <a:gd name="connsiteY1" fmla="*/ 0 h 1357966"/>
              <a:gd name="connsiteX2" fmla="*/ 1561661 w 1697458"/>
              <a:gd name="connsiteY2" fmla="*/ 0 h 1357966"/>
              <a:gd name="connsiteX3" fmla="*/ 1697458 w 1697458"/>
              <a:gd name="connsiteY3" fmla="*/ 135797 h 1357966"/>
              <a:gd name="connsiteX4" fmla="*/ 1697458 w 1697458"/>
              <a:gd name="connsiteY4" fmla="*/ 1222169 h 1357966"/>
              <a:gd name="connsiteX5" fmla="*/ 1561661 w 1697458"/>
              <a:gd name="connsiteY5" fmla="*/ 1357966 h 1357966"/>
              <a:gd name="connsiteX6" fmla="*/ 135797 w 1697458"/>
              <a:gd name="connsiteY6" fmla="*/ 1357966 h 1357966"/>
              <a:gd name="connsiteX7" fmla="*/ 0 w 1697458"/>
              <a:gd name="connsiteY7" fmla="*/ 1222169 h 1357966"/>
              <a:gd name="connsiteX8" fmla="*/ 0 w 1697458"/>
              <a:gd name="connsiteY8" fmla="*/ 135797 h 1357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97458" h="1357966">
                <a:moveTo>
                  <a:pt x="0" y="135797"/>
                </a:moveTo>
                <a:cubicBezTo>
                  <a:pt x="0" y="60798"/>
                  <a:pt x="60798" y="0"/>
                  <a:pt x="135797" y="0"/>
                </a:cubicBezTo>
                <a:lnTo>
                  <a:pt x="1561661" y="0"/>
                </a:lnTo>
                <a:cubicBezTo>
                  <a:pt x="1636660" y="0"/>
                  <a:pt x="1697458" y="60798"/>
                  <a:pt x="1697458" y="135797"/>
                </a:cubicBezTo>
                <a:lnTo>
                  <a:pt x="1697458" y="1222169"/>
                </a:lnTo>
                <a:cubicBezTo>
                  <a:pt x="1697458" y="1297168"/>
                  <a:pt x="1636660" y="1357966"/>
                  <a:pt x="1561661" y="1357966"/>
                </a:cubicBezTo>
                <a:lnTo>
                  <a:pt x="135797" y="1357966"/>
                </a:lnTo>
                <a:cubicBezTo>
                  <a:pt x="60798" y="1357966"/>
                  <a:pt x="0" y="1297168"/>
                  <a:pt x="0" y="1222169"/>
                </a:cubicBezTo>
                <a:lnTo>
                  <a:pt x="0" y="135797"/>
                </a:lnTo>
                <a:close/>
              </a:path>
            </a:pathLst>
          </a:custGeom>
          <a:solidFill>
            <a:schemeClr val="tx2">
              <a:lumMod val="75000"/>
            </a:schemeClr>
          </a:solidFill>
          <a:ln>
            <a:solidFill>
              <a:schemeClr val="tx2">
                <a:lumMod val="75000"/>
              </a:schemeClr>
            </a:solidFill>
          </a:ln>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83588" tIns="83588" rIns="83588" bIns="83588" numCol="1" spcCol="1270" anchor="ctr" anchorCtr="0">
            <a:noAutofit/>
          </a:bodyPr>
          <a:lstStyle/>
          <a:p>
            <a:pPr lvl="0" algn="ctr" defTabSz="1022350">
              <a:lnSpc>
                <a:spcPct val="90000"/>
              </a:lnSpc>
              <a:spcBef>
                <a:spcPct val="0"/>
              </a:spcBef>
              <a:spcAft>
                <a:spcPct val="35000"/>
              </a:spcAft>
            </a:pPr>
            <a:r>
              <a:rPr lang="en-US" sz="2300" kern="1200" dirty="0"/>
              <a:t>IMembership</a:t>
            </a:r>
          </a:p>
        </p:txBody>
      </p:sp>
      <p:sp>
        <p:nvSpPr>
          <p:cNvPr id="12" name="Freeform 11"/>
          <p:cNvSpPr/>
          <p:nvPr/>
        </p:nvSpPr>
        <p:spPr>
          <a:xfrm>
            <a:off x="1038602" y="4201076"/>
            <a:ext cx="1697458" cy="738513"/>
          </a:xfrm>
          <a:custGeom>
            <a:avLst/>
            <a:gdLst>
              <a:gd name="connsiteX0" fmla="*/ 0 w 1697458"/>
              <a:gd name="connsiteY0" fmla="*/ 135797 h 1357966"/>
              <a:gd name="connsiteX1" fmla="*/ 135797 w 1697458"/>
              <a:gd name="connsiteY1" fmla="*/ 0 h 1357966"/>
              <a:gd name="connsiteX2" fmla="*/ 1561661 w 1697458"/>
              <a:gd name="connsiteY2" fmla="*/ 0 h 1357966"/>
              <a:gd name="connsiteX3" fmla="*/ 1697458 w 1697458"/>
              <a:gd name="connsiteY3" fmla="*/ 135797 h 1357966"/>
              <a:gd name="connsiteX4" fmla="*/ 1697458 w 1697458"/>
              <a:gd name="connsiteY4" fmla="*/ 1222169 h 1357966"/>
              <a:gd name="connsiteX5" fmla="*/ 1561661 w 1697458"/>
              <a:gd name="connsiteY5" fmla="*/ 1357966 h 1357966"/>
              <a:gd name="connsiteX6" fmla="*/ 135797 w 1697458"/>
              <a:gd name="connsiteY6" fmla="*/ 1357966 h 1357966"/>
              <a:gd name="connsiteX7" fmla="*/ 0 w 1697458"/>
              <a:gd name="connsiteY7" fmla="*/ 1222169 h 1357966"/>
              <a:gd name="connsiteX8" fmla="*/ 0 w 1697458"/>
              <a:gd name="connsiteY8" fmla="*/ 135797 h 1357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97458" h="1357966">
                <a:moveTo>
                  <a:pt x="0" y="135797"/>
                </a:moveTo>
                <a:cubicBezTo>
                  <a:pt x="0" y="60798"/>
                  <a:pt x="60798" y="0"/>
                  <a:pt x="135797" y="0"/>
                </a:cubicBezTo>
                <a:lnTo>
                  <a:pt x="1561661" y="0"/>
                </a:lnTo>
                <a:cubicBezTo>
                  <a:pt x="1636660" y="0"/>
                  <a:pt x="1697458" y="60798"/>
                  <a:pt x="1697458" y="135797"/>
                </a:cubicBezTo>
                <a:lnTo>
                  <a:pt x="1697458" y="1222169"/>
                </a:lnTo>
                <a:cubicBezTo>
                  <a:pt x="1697458" y="1297168"/>
                  <a:pt x="1636660" y="1357966"/>
                  <a:pt x="1561661" y="1357966"/>
                </a:cubicBezTo>
                <a:lnTo>
                  <a:pt x="135797" y="1357966"/>
                </a:lnTo>
                <a:cubicBezTo>
                  <a:pt x="60798" y="1357966"/>
                  <a:pt x="0" y="1297168"/>
                  <a:pt x="0" y="1222169"/>
                </a:cubicBezTo>
                <a:lnTo>
                  <a:pt x="0" y="135797"/>
                </a:lnTo>
                <a:close/>
              </a:path>
            </a:pathLst>
          </a:custGeom>
          <a:solidFill>
            <a:srgbClr val="FF9933"/>
          </a:solidFill>
          <a:ln>
            <a:solidFill>
              <a:srgbClr val="F58F61"/>
            </a:solidFill>
          </a:ln>
        </p:spPr>
        <p:style>
          <a:lnRef idx="2">
            <a:schemeClr val="lt1">
              <a:hueOff val="0"/>
              <a:satOff val="0"/>
              <a:lumOff val="0"/>
              <a:alphaOff val="0"/>
            </a:schemeClr>
          </a:lnRef>
          <a:fillRef idx="1">
            <a:schemeClr val="accent4">
              <a:hueOff val="10395692"/>
              <a:satOff val="-47968"/>
              <a:lumOff val="1765"/>
              <a:alphaOff val="0"/>
            </a:schemeClr>
          </a:fillRef>
          <a:effectRef idx="0">
            <a:schemeClr val="accent4">
              <a:hueOff val="10395692"/>
              <a:satOff val="-47968"/>
              <a:lumOff val="1765"/>
              <a:alphaOff val="0"/>
            </a:schemeClr>
          </a:effectRef>
          <a:fontRef idx="minor">
            <a:schemeClr val="lt1"/>
          </a:fontRef>
        </p:style>
        <p:txBody>
          <a:bodyPr spcFirstLastPara="0" vert="horz" wrap="square" lIns="83588" tIns="83588" rIns="83588" bIns="83588" numCol="1" spcCol="1270" anchor="ctr" anchorCtr="0">
            <a:noAutofit/>
          </a:bodyPr>
          <a:lstStyle/>
          <a:p>
            <a:pPr lvl="0" algn="ctr" defTabSz="1022350">
              <a:lnSpc>
                <a:spcPct val="90000"/>
              </a:lnSpc>
              <a:spcBef>
                <a:spcPct val="0"/>
              </a:spcBef>
              <a:spcAft>
                <a:spcPct val="35000"/>
              </a:spcAft>
            </a:pPr>
            <a:r>
              <a:rPr lang="en-US" sz="2300" kern="1200" dirty="0"/>
              <a:t>…</a:t>
            </a:r>
          </a:p>
        </p:txBody>
      </p:sp>
      <p:cxnSp>
        <p:nvCxnSpPr>
          <p:cNvPr id="14" name="Straight Arrow Connector 13"/>
          <p:cNvCxnSpPr>
            <a:cxnSpLocks/>
          </p:cNvCxnSpPr>
          <p:nvPr/>
        </p:nvCxnSpPr>
        <p:spPr>
          <a:xfrm>
            <a:off x="2719832" y="3653031"/>
            <a:ext cx="1656962" cy="144440"/>
          </a:xfrm>
          <a:prstGeom prst="straightConnector1">
            <a:avLst/>
          </a:prstGeom>
          <a:ln w="381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cxnSpLocks/>
          </p:cNvCxnSpPr>
          <p:nvPr/>
        </p:nvCxnSpPr>
        <p:spPr>
          <a:xfrm flipV="1">
            <a:off x="2768154" y="3843738"/>
            <a:ext cx="1601175" cy="792019"/>
          </a:xfrm>
          <a:prstGeom prst="straightConnector1">
            <a:avLst/>
          </a:prstGeom>
          <a:ln w="381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4" name="Freeform 23"/>
          <p:cNvSpPr/>
          <p:nvPr/>
        </p:nvSpPr>
        <p:spPr>
          <a:xfrm>
            <a:off x="9917893" y="2469171"/>
            <a:ext cx="1697458" cy="891149"/>
          </a:xfrm>
          <a:custGeom>
            <a:avLst/>
            <a:gdLst>
              <a:gd name="connsiteX0" fmla="*/ 0 w 1697458"/>
              <a:gd name="connsiteY0" fmla="*/ 135797 h 1357966"/>
              <a:gd name="connsiteX1" fmla="*/ 135797 w 1697458"/>
              <a:gd name="connsiteY1" fmla="*/ 0 h 1357966"/>
              <a:gd name="connsiteX2" fmla="*/ 1561661 w 1697458"/>
              <a:gd name="connsiteY2" fmla="*/ 0 h 1357966"/>
              <a:gd name="connsiteX3" fmla="*/ 1697458 w 1697458"/>
              <a:gd name="connsiteY3" fmla="*/ 135797 h 1357966"/>
              <a:gd name="connsiteX4" fmla="*/ 1697458 w 1697458"/>
              <a:gd name="connsiteY4" fmla="*/ 1222169 h 1357966"/>
              <a:gd name="connsiteX5" fmla="*/ 1561661 w 1697458"/>
              <a:gd name="connsiteY5" fmla="*/ 1357966 h 1357966"/>
              <a:gd name="connsiteX6" fmla="*/ 135797 w 1697458"/>
              <a:gd name="connsiteY6" fmla="*/ 1357966 h 1357966"/>
              <a:gd name="connsiteX7" fmla="*/ 0 w 1697458"/>
              <a:gd name="connsiteY7" fmla="*/ 1222169 h 1357966"/>
              <a:gd name="connsiteX8" fmla="*/ 0 w 1697458"/>
              <a:gd name="connsiteY8" fmla="*/ 135797 h 1357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97458" h="1357966">
                <a:moveTo>
                  <a:pt x="0" y="135797"/>
                </a:moveTo>
                <a:cubicBezTo>
                  <a:pt x="0" y="60798"/>
                  <a:pt x="60798" y="0"/>
                  <a:pt x="135797" y="0"/>
                </a:cubicBezTo>
                <a:lnTo>
                  <a:pt x="1561661" y="0"/>
                </a:lnTo>
                <a:cubicBezTo>
                  <a:pt x="1636660" y="0"/>
                  <a:pt x="1697458" y="60798"/>
                  <a:pt x="1697458" y="135797"/>
                </a:cubicBezTo>
                <a:lnTo>
                  <a:pt x="1697458" y="1222169"/>
                </a:lnTo>
                <a:cubicBezTo>
                  <a:pt x="1697458" y="1297168"/>
                  <a:pt x="1636660" y="1357966"/>
                  <a:pt x="1561661" y="1357966"/>
                </a:cubicBezTo>
                <a:lnTo>
                  <a:pt x="135797" y="1357966"/>
                </a:lnTo>
                <a:cubicBezTo>
                  <a:pt x="60798" y="1357966"/>
                  <a:pt x="0" y="1297168"/>
                  <a:pt x="0" y="1222169"/>
                </a:cubicBezTo>
                <a:lnTo>
                  <a:pt x="0" y="135797"/>
                </a:lnTo>
                <a:close/>
              </a:path>
            </a:pathLst>
          </a:custGeom>
          <a:solidFill>
            <a:srgbClr val="00B0F0"/>
          </a:solidFill>
          <a:ln>
            <a:solidFill>
              <a:srgbClr val="00B0F0"/>
            </a:solidFill>
          </a:ln>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83588" tIns="83588" rIns="83588" bIns="83588" numCol="1" spcCol="1270" anchor="ctr" anchorCtr="0">
            <a:noAutofit/>
          </a:bodyPr>
          <a:lstStyle/>
          <a:p>
            <a:pPr lvl="0" algn="ctr" defTabSz="1022350">
              <a:lnSpc>
                <a:spcPct val="90000"/>
              </a:lnSpc>
              <a:spcBef>
                <a:spcPct val="0"/>
              </a:spcBef>
              <a:spcAft>
                <a:spcPct val="35000"/>
              </a:spcAft>
            </a:pPr>
            <a:r>
              <a:rPr lang="en-US" sz="2000" kern="1200" dirty="0"/>
              <a:t>Plus Membership</a:t>
            </a:r>
          </a:p>
        </p:txBody>
      </p:sp>
      <p:sp>
        <p:nvSpPr>
          <p:cNvPr id="25" name="Freeform 24"/>
          <p:cNvSpPr/>
          <p:nvPr/>
        </p:nvSpPr>
        <p:spPr>
          <a:xfrm>
            <a:off x="7564728" y="3434392"/>
            <a:ext cx="1697458" cy="862837"/>
          </a:xfrm>
          <a:custGeom>
            <a:avLst/>
            <a:gdLst>
              <a:gd name="connsiteX0" fmla="*/ 0 w 1697458"/>
              <a:gd name="connsiteY0" fmla="*/ 135797 h 1357966"/>
              <a:gd name="connsiteX1" fmla="*/ 135797 w 1697458"/>
              <a:gd name="connsiteY1" fmla="*/ 0 h 1357966"/>
              <a:gd name="connsiteX2" fmla="*/ 1561661 w 1697458"/>
              <a:gd name="connsiteY2" fmla="*/ 0 h 1357966"/>
              <a:gd name="connsiteX3" fmla="*/ 1697458 w 1697458"/>
              <a:gd name="connsiteY3" fmla="*/ 135797 h 1357966"/>
              <a:gd name="connsiteX4" fmla="*/ 1697458 w 1697458"/>
              <a:gd name="connsiteY4" fmla="*/ 1222169 h 1357966"/>
              <a:gd name="connsiteX5" fmla="*/ 1561661 w 1697458"/>
              <a:gd name="connsiteY5" fmla="*/ 1357966 h 1357966"/>
              <a:gd name="connsiteX6" fmla="*/ 135797 w 1697458"/>
              <a:gd name="connsiteY6" fmla="*/ 1357966 h 1357966"/>
              <a:gd name="connsiteX7" fmla="*/ 0 w 1697458"/>
              <a:gd name="connsiteY7" fmla="*/ 1222169 h 1357966"/>
              <a:gd name="connsiteX8" fmla="*/ 0 w 1697458"/>
              <a:gd name="connsiteY8" fmla="*/ 135797 h 1357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97458" h="1357966">
                <a:moveTo>
                  <a:pt x="0" y="135797"/>
                </a:moveTo>
                <a:cubicBezTo>
                  <a:pt x="0" y="60798"/>
                  <a:pt x="60798" y="0"/>
                  <a:pt x="135797" y="0"/>
                </a:cubicBezTo>
                <a:lnTo>
                  <a:pt x="1561661" y="0"/>
                </a:lnTo>
                <a:cubicBezTo>
                  <a:pt x="1636660" y="0"/>
                  <a:pt x="1697458" y="60798"/>
                  <a:pt x="1697458" y="135797"/>
                </a:cubicBezTo>
                <a:lnTo>
                  <a:pt x="1697458" y="1222169"/>
                </a:lnTo>
                <a:cubicBezTo>
                  <a:pt x="1697458" y="1297168"/>
                  <a:pt x="1636660" y="1357966"/>
                  <a:pt x="1561661" y="1357966"/>
                </a:cubicBezTo>
                <a:lnTo>
                  <a:pt x="135797" y="1357966"/>
                </a:lnTo>
                <a:cubicBezTo>
                  <a:pt x="60798" y="1357966"/>
                  <a:pt x="0" y="1297168"/>
                  <a:pt x="0" y="1222169"/>
                </a:cubicBezTo>
                <a:lnTo>
                  <a:pt x="0" y="135797"/>
                </a:lnTo>
                <a:close/>
              </a:path>
            </a:pathLst>
          </a:custGeom>
        </p:spPr>
        <p:style>
          <a:lnRef idx="2">
            <a:schemeClr val="lt1">
              <a:hueOff val="0"/>
              <a:satOff val="0"/>
              <a:lumOff val="0"/>
              <a:alphaOff val="0"/>
            </a:schemeClr>
          </a:lnRef>
          <a:fillRef idx="1">
            <a:schemeClr val="accent4">
              <a:hueOff val="10395692"/>
              <a:satOff val="-47968"/>
              <a:lumOff val="1765"/>
              <a:alphaOff val="0"/>
            </a:schemeClr>
          </a:fillRef>
          <a:effectRef idx="0">
            <a:schemeClr val="accent4">
              <a:hueOff val="10395692"/>
              <a:satOff val="-47968"/>
              <a:lumOff val="1765"/>
              <a:alphaOff val="0"/>
            </a:schemeClr>
          </a:effectRef>
          <a:fontRef idx="minor">
            <a:schemeClr val="lt1"/>
          </a:fontRef>
        </p:style>
        <p:txBody>
          <a:bodyPr spcFirstLastPara="0" vert="horz" wrap="square" lIns="83588" tIns="83588" rIns="83588" bIns="83588" numCol="1" spcCol="1270" anchor="ctr" anchorCtr="0">
            <a:noAutofit/>
          </a:bodyPr>
          <a:lstStyle/>
          <a:p>
            <a:pPr lvl="0" algn="ctr" defTabSz="1022350">
              <a:lnSpc>
                <a:spcPct val="90000"/>
              </a:lnSpc>
              <a:spcBef>
                <a:spcPct val="0"/>
              </a:spcBef>
              <a:spcAft>
                <a:spcPct val="35000"/>
              </a:spcAft>
            </a:pPr>
            <a:r>
              <a:rPr lang="en-US" sz="2000" kern="1200" dirty="0"/>
              <a:t>Membership</a:t>
            </a:r>
          </a:p>
        </p:txBody>
      </p:sp>
      <p:sp>
        <p:nvSpPr>
          <p:cNvPr id="26" name="Freeform 25"/>
          <p:cNvSpPr/>
          <p:nvPr/>
        </p:nvSpPr>
        <p:spPr>
          <a:xfrm>
            <a:off x="9917893" y="4276721"/>
            <a:ext cx="1697458" cy="927170"/>
          </a:xfrm>
          <a:custGeom>
            <a:avLst/>
            <a:gdLst>
              <a:gd name="connsiteX0" fmla="*/ 0 w 1697458"/>
              <a:gd name="connsiteY0" fmla="*/ 135797 h 1357966"/>
              <a:gd name="connsiteX1" fmla="*/ 135797 w 1697458"/>
              <a:gd name="connsiteY1" fmla="*/ 0 h 1357966"/>
              <a:gd name="connsiteX2" fmla="*/ 1561661 w 1697458"/>
              <a:gd name="connsiteY2" fmla="*/ 0 h 1357966"/>
              <a:gd name="connsiteX3" fmla="*/ 1697458 w 1697458"/>
              <a:gd name="connsiteY3" fmla="*/ 135797 h 1357966"/>
              <a:gd name="connsiteX4" fmla="*/ 1697458 w 1697458"/>
              <a:gd name="connsiteY4" fmla="*/ 1222169 h 1357966"/>
              <a:gd name="connsiteX5" fmla="*/ 1561661 w 1697458"/>
              <a:gd name="connsiteY5" fmla="*/ 1357966 h 1357966"/>
              <a:gd name="connsiteX6" fmla="*/ 135797 w 1697458"/>
              <a:gd name="connsiteY6" fmla="*/ 1357966 h 1357966"/>
              <a:gd name="connsiteX7" fmla="*/ 0 w 1697458"/>
              <a:gd name="connsiteY7" fmla="*/ 1222169 h 1357966"/>
              <a:gd name="connsiteX8" fmla="*/ 0 w 1697458"/>
              <a:gd name="connsiteY8" fmla="*/ 135797 h 1357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97458" h="1357966">
                <a:moveTo>
                  <a:pt x="0" y="135797"/>
                </a:moveTo>
                <a:cubicBezTo>
                  <a:pt x="0" y="60798"/>
                  <a:pt x="60798" y="0"/>
                  <a:pt x="135797" y="0"/>
                </a:cubicBezTo>
                <a:lnTo>
                  <a:pt x="1561661" y="0"/>
                </a:lnTo>
                <a:cubicBezTo>
                  <a:pt x="1636660" y="0"/>
                  <a:pt x="1697458" y="60798"/>
                  <a:pt x="1697458" y="135797"/>
                </a:cubicBezTo>
                <a:lnTo>
                  <a:pt x="1697458" y="1222169"/>
                </a:lnTo>
                <a:cubicBezTo>
                  <a:pt x="1697458" y="1297168"/>
                  <a:pt x="1636660" y="1357966"/>
                  <a:pt x="1561661" y="1357966"/>
                </a:cubicBezTo>
                <a:lnTo>
                  <a:pt x="135797" y="1357966"/>
                </a:lnTo>
                <a:cubicBezTo>
                  <a:pt x="60798" y="1357966"/>
                  <a:pt x="0" y="1297168"/>
                  <a:pt x="0" y="1222169"/>
                </a:cubicBezTo>
                <a:lnTo>
                  <a:pt x="0" y="135797"/>
                </a:lnTo>
                <a:close/>
              </a:path>
            </a:pathLst>
          </a:custGeom>
          <a:solidFill>
            <a:srgbClr val="002060"/>
          </a:solidFill>
          <a:ln>
            <a:solidFill>
              <a:srgbClr val="002060"/>
            </a:solidFill>
          </a:ln>
        </p:spPr>
        <p:style>
          <a:lnRef idx="2">
            <a:schemeClr val="lt1">
              <a:hueOff val="0"/>
              <a:satOff val="0"/>
              <a:lumOff val="0"/>
              <a:alphaOff val="0"/>
            </a:schemeClr>
          </a:lnRef>
          <a:fillRef idx="1">
            <a:schemeClr val="accent4">
              <a:hueOff val="10395692"/>
              <a:satOff val="-47968"/>
              <a:lumOff val="1765"/>
              <a:alphaOff val="0"/>
            </a:schemeClr>
          </a:fillRef>
          <a:effectRef idx="0">
            <a:schemeClr val="accent4">
              <a:hueOff val="10395692"/>
              <a:satOff val="-47968"/>
              <a:lumOff val="1765"/>
              <a:alphaOff val="0"/>
            </a:schemeClr>
          </a:effectRef>
          <a:fontRef idx="minor">
            <a:schemeClr val="lt1"/>
          </a:fontRef>
        </p:style>
        <p:txBody>
          <a:bodyPr spcFirstLastPara="0" vert="horz" wrap="square" lIns="83588" tIns="83588" rIns="83588" bIns="83588" numCol="1" spcCol="1270" anchor="ctr" anchorCtr="0">
            <a:noAutofit/>
          </a:bodyPr>
          <a:lstStyle/>
          <a:p>
            <a:pPr lvl="0" algn="ctr" defTabSz="1022350">
              <a:lnSpc>
                <a:spcPct val="90000"/>
              </a:lnSpc>
              <a:spcBef>
                <a:spcPct val="0"/>
              </a:spcBef>
              <a:spcAft>
                <a:spcPct val="35000"/>
              </a:spcAft>
            </a:pPr>
            <a:r>
              <a:rPr lang="en-US" sz="2000" kern="1200" dirty="0"/>
              <a:t>Pro Membership</a:t>
            </a:r>
          </a:p>
        </p:txBody>
      </p:sp>
      <p:cxnSp>
        <p:nvCxnSpPr>
          <p:cNvPr id="27" name="Straight Arrow Connector 26"/>
          <p:cNvCxnSpPr/>
          <p:nvPr/>
        </p:nvCxnSpPr>
        <p:spPr>
          <a:xfrm flipH="1">
            <a:off x="6442106" y="2091050"/>
            <a:ext cx="1494572" cy="0"/>
          </a:xfrm>
          <a:prstGeom prst="straightConnector1">
            <a:avLst/>
          </a:prstGeom>
          <a:ln w="381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H="1" flipV="1">
            <a:off x="9262188" y="3886269"/>
            <a:ext cx="655705" cy="801412"/>
          </a:xfrm>
          <a:prstGeom prst="straightConnector1">
            <a:avLst/>
          </a:prstGeom>
          <a:ln w="381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5" name="Freeform 44"/>
          <p:cNvSpPr/>
          <p:nvPr/>
        </p:nvSpPr>
        <p:spPr>
          <a:xfrm>
            <a:off x="4369329" y="1612195"/>
            <a:ext cx="2072777" cy="968923"/>
          </a:xfrm>
          <a:custGeom>
            <a:avLst/>
            <a:gdLst>
              <a:gd name="connsiteX0" fmla="*/ 0 w 1697458"/>
              <a:gd name="connsiteY0" fmla="*/ 135797 h 1357966"/>
              <a:gd name="connsiteX1" fmla="*/ 135797 w 1697458"/>
              <a:gd name="connsiteY1" fmla="*/ 0 h 1357966"/>
              <a:gd name="connsiteX2" fmla="*/ 1561661 w 1697458"/>
              <a:gd name="connsiteY2" fmla="*/ 0 h 1357966"/>
              <a:gd name="connsiteX3" fmla="*/ 1697458 w 1697458"/>
              <a:gd name="connsiteY3" fmla="*/ 135797 h 1357966"/>
              <a:gd name="connsiteX4" fmla="*/ 1697458 w 1697458"/>
              <a:gd name="connsiteY4" fmla="*/ 1222169 h 1357966"/>
              <a:gd name="connsiteX5" fmla="*/ 1561661 w 1697458"/>
              <a:gd name="connsiteY5" fmla="*/ 1357966 h 1357966"/>
              <a:gd name="connsiteX6" fmla="*/ 135797 w 1697458"/>
              <a:gd name="connsiteY6" fmla="*/ 1357966 h 1357966"/>
              <a:gd name="connsiteX7" fmla="*/ 0 w 1697458"/>
              <a:gd name="connsiteY7" fmla="*/ 1222169 h 1357966"/>
              <a:gd name="connsiteX8" fmla="*/ 0 w 1697458"/>
              <a:gd name="connsiteY8" fmla="*/ 135797 h 1357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97458" h="1357966">
                <a:moveTo>
                  <a:pt x="0" y="135797"/>
                </a:moveTo>
                <a:cubicBezTo>
                  <a:pt x="0" y="60798"/>
                  <a:pt x="60798" y="0"/>
                  <a:pt x="135797" y="0"/>
                </a:cubicBezTo>
                <a:lnTo>
                  <a:pt x="1561661" y="0"/>
                </a:lnTo>
                <a:cubicBezTo>
                  <a:pt x="1636660" y="0"/>
                  <a:pt x="1697458" y="60798"/>
                  <a:pt x="1697458" y="135797"/>
                </a:cubicBezTo>
                <a:lnTo>
                  <a:pt x="1697458" y="1222169"/>
                </a:lnTo>
                <a:cubicBezTo>
                  <a:pt x="1697458" y="1297168"/>
                  <a:pt x="1636660" y="1357966"/>
                  <a:pt x="1561661" y="1357966"/>
                </a:cubicBezTo>
                <a:lnTo>
                  <a:pt x="135797" y="1357966"/>
                </a:lnTo>
                <a:cubicBezTo>
                  <a:pt x="60798" y="1357966"/>
                  <a:pt x="0" y="1297168"/>
                  <a:pt x="0" y="1222169"/>
                </a:cubicBezTo>
                <a:lnTo>
                  <a:pt x="0" y="135797"/>
                </a:lnTo>
                <a:close/>
              </a:path>
            </a:pathLst>
          </a:custGeom>
          <a:solidFill>
            <a:srgbClr val="92D050"/>
          </a:solidFill>
          <a:ln>
            <a:solidFill>
              <a:srgbClr val="92D050"/>
            </a:solidFill>
          </a:ln>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83588" tIns="83588" rIns="83588" bIns="83588" numCol="1" spcCol="1270" anchor="ctr" anchorCtr="0">
            <a:noAutofit/>
          </a:bodyPr>
          <a:lstStyle/>
          <a:p>
            <a:pPr lvl="0" algn="ctr" defTabSz="1022350">
              <a:lnSpc>
                <a:spcPct val="90000"/>
              </a:lnSpc>
              <a:spcBef>
                <a:spcPct val="0"/>
              </a:spcBef>
              <a:spcAft>
                <a:spcPct val="35000"/>
              </a:spcAft>
            </a:pPr>
            <a:r>
              <a:rPr lang="en-US" sz="2300" kern="1200" dirty="0" err="1"/>
              <a:t>ICourse</a:t>
            </a:r>
            <a:endParaRPr lang="en-US" sz="2300" kern="1200" dirty="0"/>
          </a:p>
        </p:txBody>
      </p:sp>
      <p:cxnSp>
        <p:nvCxnSpPr>
          <p:cNvPr id="46" name="Straight Arrow Connector 45"/>
          <p:cNvCxnSpPr/>
          <p:nvPr/>
        </p:nvCxnSpPr>
        <p:spPr>
          <a:xfrm flipH="1" flipV="1">
            <a:off x="5358881" y="2574087"/>
            <a:ext cx="3153" cy="706118"/>
          </a:xfrm>
          <a:prstGeom prst="straightConnector1">
            <a:avLst/>
          </a:prstGeom>
          <a:ln w="381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2" name="Freeform 51"/>
          <p:cNvSpPr/>
          <p:nvPr/>
        </p:nvSpPr>
        <p:spPr>
          <a:xfrm>
            <a:off x="7564728" y="1698788"/>
            <a:ext cx="1697458" cy="927170"/>
          </a:xfrm>
          <a:custGeom>
            <a:avLst/>
            <a:gdLst>
              <a:gd name="connsiteX0" fmla="*/ 0 w 1697458"/>
              <a:gd name="connsiteY0" fmla="*/ 135797 h 1357966"/>
              <a:gd name="connsiteX1" fmla="*/ 135797 w 1697458"/>
              <a:gd name="connsiteY1" fmla="*/ 0 h 1357966"/>
              <a:gd name="connsiteX2" fmla="*/ 1561661 w 1697458"/>
              <a:gd name="connsiteY2" fmla="*/ 0 h 1357966"/>
              <a:gd name="connsiteX3" fmla="*/ 1697458 w 1697458"/>
              <a:gd name="connsiteY3" fmla="*/ 135797 h 1357966"/>
              <a:gd name="connsiteX4" fmla="*/ 1697458 w 1697458"/>
              <a:gd name="connsiteY4" fmla="*/ 1222169 h 1357966"/>
              <a:gd name="connsiteX5" fmla="*/ 1561661 w 1697458"/>
              <a:gd name="connsiteY5" fmla="*/ 1357966 h 1357966"/>
              <a:gd name="connsiteX6" fmla="*/ 135797 w 1697458"/>
              <a:gd name="connsiteY6" fmla="*/ 1357966 h 1357966"/>
              <a:gd name="connsiteX7" fmla="*/ 0 w 1697458"/>
              <a:gd name="connsiteY7" fmla="*/ 1222169 h 1357966"/>
              <a:gd name="connsiteX8" fmla="*/ 0 w 1697458"/>
              <a:gd name="connsiteY8" fmla="*/ 135797 h 1357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97458" h="1357966">
                <a:moveTo>
                  <a:pt x="0" y="135797"/>
                </a:moveTo>
                <a:cubicBezTo>
                  <a:pt x="0" y="60798"/>
                  <a:pt x="60798" y="0"/>
                  <a:pt x="135797" y="0"/>
                </a:cubicBezTo>
                <a:lnTo>
                  <a:pt x="1561661" y="0"/>
                </a:lnTo>
                <a:cubicBezTo>
                  <a:pt x="1636660" y="0"/>
                  <a:pt x="1697458" y="60798"/>
                  <a:pt x="1697458" y="135797"/>
                </a:cubicBezTo>
                <a:lnTo>
                  <a:pt x="1697458" y="1222169"/>
                </a:lnTo>
                <a:cubicBezTo>
                  <a:pt x="1697458" y="1297168"/>
                  <a:pt x="1636660" y="1357966"/>
                  <a:pt x="1561661" y="1357966"/>
                </a:cubicBezTo>
                <a:lnTo>
                  <a:pt x="135797" y="1357966"/>
                </a:lnTo>
                <a:cubicBezTo>
                  <a:pt x="60798" y="1357966"/>
                  <a:pt x="0" y="1297168"/>
                  <a:pt x="0" y="1222169"/>
                </a:cubicBezTo>
                <a:lnTo>
                  <a:pt x="0" y="135797"/>
                </a:lnTo>
                <a:close/>
              </a:path>
            </a:pathLst>
          </a:custGeom>
          <a:solidFill>
            <a:srgbClr val="F4814E"/>
          </a:solidFill>
          <a:ln>
            <a:solidFill>
              <a:srgbClr val="F4814E"/>
            </a:solidFill>
          </a:ln>
        </p:spPr>
        <p:style>
          <a:lnRef idx="2">
            <a:schemeClr val="lt1">
              <a:hueOff val="0"/>
              <a:satOff val="0"/>
              <a:lumOff val="0"/>
              <a:alphaOff val="0"/>
            </a:schemeClr>
          </a:lnRef>
          <a:fillRef idx="1">
            <a:schemeClr val="accent4">
              <a:hueOff val="10395692"/>
              <a:satOff val="-47968"/>
              <a:lumOff val="1765"/>
              <a:alphaOff val="0"/>
            </a:schemeClr>
          </a:fillRef>
          <a:effectRef idx="0">
            <a:schemeClr val="accent4">
              <a:hueOff val="10395692"/>
              <a:satOff val="-47968"/>
              <a:lumOff val="1765"/>
              <a:alphaOff val="0"/>
            </a:schemeClr>
          </a:effectRef>
          <a:fontRef idx="minor">
            <a:schemeClr val="lt1"/>
          </a:fontRef>
        </p:style>
        <p:txBody>
          <a:bodyPr spcFirstLastPara="0" vert="horz" wrap="square" lIns="83588" tIns="83588" rIns="83588" bIns="83588" numCol="1" spcCol="1270" anchor="ctr" anchorCtr="0">
            <a:noAutofit/>
          </a:bodyPr>
          <a:lstStyle/>
          <a:p>
            <a:pPr lvl="0" algn="ctr" defTabSz="1022350">
              <a:lnSpc>
                <a:spcPct val="90000"/>
              </a:lnSpc>
              <a:spcBef>
                <a:spcPct val="0"/>
              </a:spcBef>
              <a:spcAft>
                <a:spcPct val="35000"/>
              </a:spcAft>
            </a:pPr>
            <a:r>
              <a:rPr lang="en-US" sz="2000" kern="1200" dirty="0"/>
              <a:t>Trial Membership</a:t>
            </a:r>
          </a:p>
        </p:txBody>
      </p:sp>
      <p:cxnSp>
        <p:nvCxnSpPr>
          <p:cNvPr id="56" name="Straight Arrow Connector 55"/>
          <p:cNvCxnSpPr/>
          <p:nvPr/>
        </p:nvCxnSpPr>
        <p:spPr>
          <a:xfrm flipH="1">
            <a:off x="9262187" y="2898778"/>
            <a:ext cx="655706" cy="967032"/>
          </a:xfrm>
          <a:prstGeom prst="straightConnector1">
            <a:avLst/>
          </a:prstGeom>
          <a:ln w="381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a:cxnSpLocks/>
          </p:cNvCxnSpPr>
          <p:nvPr/>
        </p:nvCxnSpPr>
        <p:spPr>
          <a:xfrm>
            <a:off x="2736060" y="1658299"/>
            <a:ext cx="1640734" cy="470368"/>
          </a:xfrm>
          <a:prstGeom prst="straightConnector1">
            <a:avLst/>
          </a:prstGeom>
          <a:ln w="381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 name="Freeform 7">
            <a:extLst>
              <a:ext uri="{FF2B5EF4-FFF2-40B4-BE49-F238E27FC236}">
                <a16:creationId xmlns:a16="http://schemas.microsoft.com/office/drawing/2014/main" id="{48C774C1-4FCA-4E35-E442-540907FBE932}"/>
              </a:ext>
            </a:extLst>
          </p:cNvPr>
          <p:cNvSpPr/>
          <p:nvPr/>
        </p:nvSpPr>
        <p:spPr>
          <a:xfrm>
            <a:off x="1038602" y="1283007"/>
            <a:ext cx="1697458" cy="808043"/>
          </a:xfrm>
          <a:custGeom>
            <a:avLst/>
            <a:gdLst>
              <a:gd name="connsiteX0" fmla="*/ 0 w 1697458"/>
              <a:gd name="connsiteY0" fmla="*/ 135797 h 1357966"/>
              <a:gd name="connsiteX1" fmla="*/ 135797 w 1697458"/>
              <a:gd name="connsiteY1" fmla="*/ 0 h 1357966"/>
              <a:gd name="connsiteX2" fmla="*/ 1561661 w 1697458"/>
              <a:gd name="connsiteY2" fmla="*/ 0 h 1357966"/>
              <a:gd name="connsiteX3" fmla="*/ 1697458 w 1697458"/>
              <a:gd name="connsiteY3" fmla="*/ 135797 h 1357966"/>
              <a:gd name="connsiteX4" fmla="*/ 1697458 w 1697458"/>
              <a:gd name="connsiteY4" fmla="*/ 1222169 h 1357966"/>
              <a:gd name="connsiteX5" fmla="*/ 1561661 w 1697458"/>
              <a:gd name="connsiteY5" fmla="*/ 1357966 h 1357966"/>
              <a:gd name="connsiteX6" fmla="*/ 135797 w 1697458"/>
              <a:gd name="connsiteY6" fmla="*/ 1357966 h 1357966"/>
              <a:gd name="connsiteX7" fmla="*/ 0 w 1697458"/>
              <a:gd name="connsiteY7" fmla="*/ 1222169 h 1357966"/>
              <a:gd name="connsiteX8" fmla="*/ 0 w 1697458"/>
              <a:gd name="connsiteY8" fmla="*/ 135797 h 1357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97458" h="1357966">
                <a:moveTo>
                  <a:pt x="0" y="135797"/>
                </a:moveTo>
                <a:cubicBezTo>
                  <a:pt x="0" y="60798"/>
                  <a:pt x="60798" y="0"/>
                  <a:pt x="135797" y="0"/>
                </a:cubicBezTo>
                <a:lnTo>
                  <a:pt x="1561661" y="0"/>
                </a:lnTo>
                <a:cubicBezTo>
                  <a:pt x="1636660" y="0"/>
                  <a:pt x="1697458" y="60798"/>
                  <a:pt x="1697458" y="135797"/>
                </a:cubicBezTo>
                <a:lnTo>
                  <a:pt x="1697458" y="1222169"/>
                </a:lnTo>
                <a:cubicBezTo>
                  <a:pt x="1697458" y="1297168"/>
                  <a:pt x="1636660" y="1357966"/>
                  <a:pt x="1561661" y="1357966"/>
                </a:cubicBezTo>
                <a:lnTo>
                  <a:pt x="135797" y="1357966"/>
                </a:lnTo>
                <a:cubicBezTo>
                  <a:pt x="60798" y="1357966"/>
                  <a:pt x="0" y="1297168"/>
                  <a:pt x="0" y="1222169"/>
                </a:cubicBezTo>
                <a:lnTo>
                  <a:pt x="0" y="135797"/>
                </a:lnTo>
                <a:close/>
              </a:path>
            </a:pathLst>
          </a:custGeom>
          <a:solidFill>
            <a:srgbClr val="00B0F0"/>
          </a:solidFill>
          <a:ln>
            <a:solidFill>
              <a:srgbClr val="00B0F0"/>
            </a:solidFill>
          </a:ln>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83588" tIns="83588" rIns="83588" bIns="83588" numCol="1" spcCol="1270" anchor="ctr" anchorCtr="0">
            <a:noAutofit/>
          </a:bodyPr>
          <a:lstStyle/>
          <a:p>
            <a:pPr lvl="0" algn="ctr" defTabSz="1022350">
              <a:lnSpc>
                <a:spcPct val="90000"/>
              </a:lnSpc>
              <a:spcBef>
                <a:spcPct val="0"/>
              </a:spcBef>
              <a:spcAft>
                <a:spcPct val="35000"/>
              </a:spcAft>
            </a:pPr>
            <a:r>
              <a:rPr lang="en-US" sz="2300" kern="1200" dirty="0"/>
              <a:t>Client1</a:t>
            </a:r>
          </a:p>
        </p:txBody>
      </p:sp>
      <p:cxnSp>
        <p:nvCxnSpPr>
          <p:cNvPr id="7" name="Straight Arrow Connector 6">
            <a:extLst>
              <a:ext uri="{FF2B5EF4-FFF2-40B4-BE49-F238E27FC236}">
                <a16:creationId xmlns:a16="http://schemas.microsoft.com/office/drawing/2014/main" id="{55E45C99-3D95-7DB3-05A9-5EFA06F3CAE6}"/>
              </a:ext>
            </a:extLst>
          </p:cNvPr>
          <p:cNvCxnSpPr>
            <a:cxnSpLocks/>
          </p:cNvCxnSpPr>
          <p:nvPr/>
        </p:nvCxnSpPr>
        <p:spPr>
          <a:xfrm>
            <a:off x="2711071" y="2660514"/>
            <a:ext cx="1658258" cy="1076978"/>
          </a:xfrm>
          <a:prstGeom prst="straightConnector1">
            <a:avLst/>
          </a:prstGeom>
          <a:ln w="381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241511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4F086E-710B-C2C3-573E-BA5EB0756C73}"/>
              </a:ext>
            </a:extLst>
          </p:cNvPr>
          <p:cNvSpPr>
            <a:spLocks noGrp="1"/>
          </p:cNvSpPr>
          <p:nvPr>
            <p:ph type="title"/>
          </p:nvPr>
        </p:nvSpPr>
        <p:spPr/>
        <p:txBody>
          <a:bodyPr/>
          <a:lstStyle/>
          <a:p>
            <a:r>
              <a:rPr lang="en-US" dirty="0"/>
              <a:t>DEMO:</a:t>
            </a:r>
          </a:p>
        </p:txBody>
      </p:sp>
      <p:sp>
        <p:nvSpPr>
          <p:cNvPr id="4" name="Content Placeholder 3"/>
          <p:cNvSpPr>
            <a:spLocks noGrp="1"/>
          </p:cNvSpPr>
          <p:nvPr>
            <p:ph sz="half" idx="1"/>
          </p:nvPr>
        </p:nvSpPr>
        <p:spPr/>
        <p:txBody>
          <a:bodyPr>
            <a:normAutofit/>
          </a:bodyPr>
          <a:lstStyle/>
          <a:p>
            <a:r>
              <a:rPr lang="en-US" sz="4000" dirty="0"/>
              <a:t>Interface Segregation Principle (ISP)</a:t>
            </a:r>
          </a:p>
        </p:txBody>
      </p:sp>
    </p:spTree>
    <p:extLst>
      <p:ext uri="{BB962C8B-B14F-4D97-AF65-F5344CB8AC3E}">
        <p14:creationId xmlns:p14="http://schemas.microsoft.com/office/powerpoint/2010/main" val="14731366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normAutofit/>
          </a:bodyPr>
          <a:lstStyle/>
          <a:p>
            <a:pPr algn="just">
              <a:lnSpc>
                <a:spcPct val="100000"/>
              </a:lnSpc>
            </a:pPr>
            <a:r>
              <a:rPr lang="en-US" dirty="0"/>
              <a:t>This principle states that high-level modules (concrete classes) should not depend on low-level modules (concrete classes). Instead, they should depend on abstract classes or interfaces.</a:t>
            </a:r>
          </a:p>
          <a:p>
            <a:pPr algn="just">
              <a:lnSpc>
                <a:spcPct val="100000"/>
              </a:lnSpc>
            </a:pPr>
            <a:r>
              <a:rPr lang="en-US" dirty="0"/>
              <a:t>This principle splits the dependency between the high-level and low-level modules by introducing abstraction between them.</a:t>
            </a:r>
          </a:p>
          <a:p>
            <a:pPr algn="just">
              <a:lnSpc>
                <a:spcPct val="100000"/>
              </a:lnSpc>
            </a:pPr>
            <a:r>
              <a:rPr lang="en-US" dirty="0"/>
              <a:t>In other words, the high-level module depends on the abstraction and the low-level module also depends on the same abstraction.</a:t>
            </a:r>
          </a:p>
        </p:txBody>
      </p:sp>
      <p:sp>
        <p:nvSpPr>
          <p:cNvPr id="3" name="Content Placeholder 2"/>
          <p:cNvSpPr>
            <a:spLocks noGrp="1"/>
          </p:cNvSpPr>
          <p:nvPr>
            <p:ph sz="half" idx="10"/>
          </p:nvPr>
        </p:nvSpPr>
        <p:spPr/>
        <p:txBody>
          <a:bodyPr>
            <a:normAutofit lnSpcReduction="10000"/>
          </a:bodyPr>
          <a:lstStyle/>
          <a:p>
            <a:pPr>
              <a:lnSpc>
                <a:spcPct val="100000"/>
              </a:lnSpc>
            </a:pPr>
            <a:r>
              <a:rPr lang="en-US" dirty="0"/>
              <a:t>Dependency Inversion Principle (DIP)</a:t>
            </a:r>
          </a:p>
        </p:txBody>
      </p:sp>
    </p:spTree>
    <p:extLst>
      <p:ext uri="{BB962C8B-B14F-4D97-AF65-F5344CB8AC3E}">
        <p14:creationId xmlns:p14="http://schemas.microsoft.com/office/powerpoint/2010/main" val="28613169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078E49F8-974F-96F4-CC50-A36A726D696F}"/>
              </a:ext>
            </a:extLst>
          </p:cNvPr>
          <p:cNvSpPr>
            <a:spLocks noGrp="1"/>
          </p:cNvSpPr>
          <p:nvPr>
            <p:ph sz="half" idx="10"/>
          </p:nvPr>
        </p:nvSpPr>
        <p:spPr/>
        <p:txBody>
          <a:bodyPr/>
          <a:lstStyle/>
          <a:p>
            <a:r>
              <a:rPr lang="en-US" dirty="0"/>
              <a:t>Dependency Inversion Principle (DIP) Example</a:t>
            </a:r>
          </a:p>
        </p:txBody>
      </p:sp>
      <p:graphicFrame>
        <p:nvGraphicFramePr>
          <p:cNvPr id="5" name="Content Placeholder 3">
            <a:extLst>
              <a:ext uri="{FF2B5EF4-FFF2-40B4-BE49-F238E27FC236}">
                <a16:creationId xmlns:a16="http://schemas.microsoft.com/office/drawing/2014/main" id="{5DCA239D-BAA8-8E1D-4678-E114EB608D20}"/>
              </a:ext>
            </a:extLst>
          </p:cNvPr>
          <p:cNvGraphicFramePr>
            <a:graphicFrameLocks/>
          </p:cNvGraphicFramePr>
          <p:nvPr>
            <p:extLst>
              <p:ext uri="{D42A27DB-BD31-4B8C-83A1-F6EECF244321}">
                <p14:modId xmlns:p14="http://schemas.microsoft.com/office/powerpoint/2010/main" val="1951071364"/>
              </p:ext>
            </p:extLst>
          </p:nvPr>
        </p:nvGraphicFramePr>
        <p:xfrm>
          <a:off x="4611665" y="2245010"/>
          <a:ext cx="6127805" cy="31215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Freeform 4">
            <a:extLst>
              <a:ext uri="{FF2B5EF4-FFF2-40B4-BE49-F238E27FC236}">
                <a16:creationId xmlns:a16="http://schemas.microsoft.com/office/drawing/2014/main" id="{57DE8DEC-41A6-A4BE-BE41-EEB525045C73}"/>
              </a:ext>
            </a:extLst>
          </p:cNvPr>
          <p:cNvSpPr/>
          <p:nvPr/>
        </p:nvSpPr>
        <p:spPr>
          <a:xfrm>
            <a:off x="906994" y="3805796"/>
            <a:ext cx="1781269" cy="1131106"/>
          </a:xfrm>
          <a:custGeom>
            <a:avLst/>
            <a:gdLst>
              <a:gd name="connsiteX0" fmla="*/ 0 w 1781269"/>
              <a:gd name="connsiteY0" fmla="*/ 113111 h 1131106"/>
              <a:gd name="connsiteX1" fmla="*/ 113111 w 1781269"/>
              <a:gd name="connsiteY1" fmla="*/ 0 h 1131106"/>
              <a:gd name="connsiteX2" fmla="*/ 1668158 w 1781269"/>
              <a:gd name="connsiteY2" fmla="*/ 0 h 1131106"/>
              <a:gd name="connsiteX3" fmla="*/ 1781269 w 1781269"/>
              <a:gd name="connsiteY3" fmla="*/ 113111 h 1131106"/>
              <a:gd name="connsiteX4" fmla="*/ 1781269 w 1781269"/>
              <a:gd name="connsiteY4" fmla="*/ 1017995 h 1131106"/>
              <a:gd name="connsiteX5" fmla="*/ 1668158 w 1781269"/>
              <a:gd name="connsiteY5" fmla="*/ 1131106 h 1131106"/>
              <a:gd name="connsiteX6" fmla="*/ 113111 w 1781269"/>
              <a:gd name="connsiteY6" fmla="*/ 1131106 h 1131106"/>
              <a:gd name="connsiteX7" fmla="*/ 0 w 1781269"/>
              <a:gd name="connsiteY7" fmla="*/ 1017995 h 1131106"/>
              <a:gd name="connsiteX8" fmla="*/ 0 w 1781269"/>
              <a:gd name="connsiteY8" fmla="*/ 113111 h 1131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81269" h="1131106">
                <a:moveTo>
                  <a:pt x="0" y="113111"/>
                </a:moveTo>
                <a:cubicBezTo>
                  <a:pt x="0" y="50642"/>
                  <a:pt x="50642" y="0"/>
                  <a:pt x="113111" y="0"/>
                </a:cubicBezTo>
                <a:lnTo>
                  <a:pt x="1668158" y="0"/>
                </a:lnTo>
                <a:cubicBezTo>
                  <a:pt x="1730627" y="0"/>
                  <a:pt x="1781269" y="50642"/>
                  <a:pt x="1781269" y="113111"/>
                </a:cubicBezTo>
                <a:lnTo>
                  <a:pt x="1781269" y="1017995"/>
                </a:lnTo>
                <a:cubicBezTo>
                  <a:pt x="1781269" y="1080464"/>
                  <a:pt x="1730627" y="1131106"/>
                  <a:pt x="1668158" y="1131106"/>
                </a:cubicBezTo>
                <a:lnTo>
                  <a:pt x="113111" y="1131106"/>
                </a:lnTo>
                <a:cubicBezTo>
                  <a:pt x="50642" y="1131106"/>
                  <a:pt x="0" y="1080464"/>
                  <a:pt x="0" y="1017995"/>
                </a:cubicBezTo>
                <a:lnTo>
                  <a:pt x="0" y="113111"/>
                </a:lnTo>
                <a:close/>
              </a:path>
            </a:pathLst>
          </a:custGeom>
          <a:solidFill>
            <a:srgbClr val="00B0F0">
              <a:alpha val="90000"/>
            </a:srgbClr>
          </a:solidFill>
          <a:ln>
            <a:solidFill>
              <a:srgbClr val="00B0F0"/>
            </a:solidFill>
          </a:ln>
        </p:spPr>
        <p:style>
          <a:lnRef idx="2">
            <a:schemeClr val="accent5">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20759" tIns="120759" rIns="120759" bIns="120759" numCol="1" spcCol="1270" anchor="ctr" anchorCtr="0">
            <a:noAutofit/>
          </a:bodyPr>
          <a:lstStyle/>
          <a:p>
            <a:pPr lvl="0" algn="ctr" defTabSz="1022350">
              <a:lnSpc>
                <a:spcPct val="90000"/>
              </a:lnSpc>
              <a:spcBef>
                <a:spcPct val="0"/>
              </a:spcBef>
              <a:spcAft>
                <a:spcPct val="35000"/>
              </a:spcAft>
            </a:pPr>
            <a:r>
              <a:rPr lang="en-US" sz="2000" kern="1200" dirty="0">
                <a:solidFill>
                  <a:schemeClr val="bg1"/>
                </a:solidFill>
              </a:rPr>
              <a:t>Membership</a:t>
            </a:r>
          </a:p>
          <a:p>
            <a:pPr lvl="0" algn="ctr" defTabSz="1022350">
              <a:lnSpc>
                <a:spcPct val="90000"/>
              </a:lnSpc>
              <a:spcBef>
                <a:spcPct val="0"/>
              </a:spcBef>
              <a:spcAft>
                <a:spcPct val="35000"/>
              </a:spcAft>
            </a:pPr>
            <a:r>
              <a:rPr lang="en-US" sz="2000" dirty="0">
                <a:solidFill>
                  <a:schemeClr val="bg1"/>
                </a:solidFill>
              </a:rPr>
              <a:t>(ILogger)</a:t>
            </a:r>
            <a:endParaRPr lang="en-US" sz="2000" kern="1200" dirty="0">
              <a:solidFill>
                <a:schemeClr val="bg1"/>
              </a:solidFill>
            </a:endParaRPr>
          </a:p>
        </p:txBody>
      </p:sp>
    </p:spTree>
    <p:extLst>
      <p:ext uri="{BB962C8B-B14F-4D97-AF65-F5344CB8AC3E}">
        <p14:creationId xmlns:p14="http://schemas.microsoft.com/office/powerpoint/2010/main" val="4288642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P spid="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BFA7D-0CE2-BB03-76AD-E1ED637D6559}"/>
              </a:ext>
            </a:extLst>
          </p:cNvPr>
          <p:cNvSpPr>
            <a:spLocks noGrp="1"/>
          </p:cNvSpPr>
          <p:nvPr>
            <p:ph type="title"/>
          </p:nvPr>
        </p:nvSpPr>
        <p:spPr/>
        <p:txBody>
          <a:bodyPr/>
          <a:lstStyle/>
          <a:p>
            <a:r>
              <a:rPr lang="en-IN" sz="4000" dirty="0"/>
              <a:t>DEMO:</a:t>
            </a:r>
            <a:endParaRPr lang="en-US" dirty="0"/>
          </a:p>
        </p:txBody>
      </p:sp>
      <p:sp>
        <p:nvSpPr>
          <p:cNvPr id="4" name="Content Placeholder 3"/>
          <p:cNvSpPr>
            <a:spLocks noGrp="1"/>
          </p:cNvSpPr>
          <p:nvPr>
            <p:ph sz="half" idx="1"/>
          </p:nvPr>
        </p:nvSpPr>
        <p:spPr/>
        <p:txBody>
          <a:bodyPr>
            <a:normAutofit/>
          </a:bodyPr>
          <a:lstStyle/>
          <a:p>
            <a:r>
              <a:rPr lang="en-US" sz="4000" dirty="0"/>
              <a:t>Dependency Inversion Principle (DIP)</a:t>
            </a:r>
          </a:p>
        </p:txBody>
      </p:sp>
    </p:spTree>
    <p:extLst>
      <p:ext uri="{BB962C8B-B14F-4D97-AF65-F5344CB8AC3E}">
        <p14:creationId xmlns:p14="http://schemas.microsoft.com/office/powerpoint/2010/main" val="28970148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FB5F6F6-B98E-70C5-65D7-70371A9ACB8E}"/>
              </a:ext>
            </a:extLst>
          </p:cNvPr>
          <p:cNvSpPr>
            <a:spLocks noGrp="1"/>
          </p:cNvSpPr>
          <p:nvPr>
            <p:ph type="title"/>
          </p:nvPr>
        </p:nvSpPr>
        <p:spPr/>
        <p:txBody>
          <a:bodyPr wrap="square" lIns="91440" tIns="91440" rIns="91440" bIns="91440" anchor="t" anchorCtr="0">
            <a:spAutoFit/>
          </a:bodyPr>
          <a:lstStyle/>
          <a:p>
            <a:pPr algn="ctr"/>
            <a:r>
              <a:rPr lang="en-US" sz="5400" dirty="0">
                <a:solidFill>
                  <a:srgbClr val="FFFFFF"/>
                </a:solidFill>
                <a:cs typeface="Calibri Light"/>
              </a:rPr>
              <a:t>Software Design Principles</a:t>
            </a:r>
            <a:endParaRPr lang="en-US" sz="5400">
              <a:cs typeface="Calibri Light"/>
            </a:endParaRPr>
          </a:p>
        </p:txBody>
      </p:sp>
    </p:spTree>
    <p:extLst>
      <p:ext uri="{BB962C8B-B14F-4D97-AF65-F5344CB8AC3E}">
        <p14:creationId xmlns:p14="http://schemas.microsoft.com/office/powerpoint/2010/main" val="4326770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54BD0C1-1C33-41F0-A363-D3AC6F17179F}"/>
              </a:ext>
            </a:extLst>
          </p:cNvPr>
          <p:cNvSpPr>
            <a:spLocks noGrp="1"/>
          </p:cNvSpPr>
          <p:nvPr>
            <p:ph sz="half" idx="1"/>
          </p:nvPr>
        </p:nvSpPr>
        <p:spPr/>
        <p:txBody>
          <a:bodyPr>
            <a:normAutofit/>
          </a:bodyPr>
          <a:lstStyle/>
          <a:p>
            <a:pPr algn="just"/>
            <a:r>
              <a:rPr lang="en-US" dirty="0">
                <a:latin typeface="Calibri Light" panose="020F0302020204030204" pitchFamily="34" charset="0"/>
                <a:ea typeface="Calibri Light" panose="020F0302020204030204" pitchFamily="34" charset="0"/>
                <a:cs typeface="Calibri Light" panose="020F0302020204030204" pitchFamily="34" charset="0"/>
              </a:rPr>
              <a:t>Software design principles are a set of guidelines that helps developers to make a good software system design. </a:t>
            </a:r>
          </a:p>
          <a:p>
            <a:pPr algn="just"/>
            <a:r>
              <a:rPr lang="en-US" b="1" dirty="0">
                <a:latin typeface="Calibri Light" panose="020F0302020204030204" pitchFamily="34" charset="0"/>
                <a:ea typeface="Calibri Light" panose="020F0302020204030204" pitchFamily="34" charset="0"/>
                <a:cs typeface="Calibri Light" panose="020F0302020204030204" pitchFamily="34" charset="0"/>
              </a:rPr>
              <a:t>The key software design principles are as:</a:t>
            </a:r>
            <a:endParaRPr lang="en-IN" b="1" dirty="0">
              <a:latin typeface="Calibri Light" panose="020F0302020204030204" pitchFamily="34" charset="0"/>
              <a:ea typeface="Calibri Light" panose="020F0302020204030204" pitchFamily="34" charset="0"/>
              <a:cs typeface="Calibri Light" panose="020F0302020204030204" pitchFamily="34" charset="0"/>
            </a:endParaRPr>
          </a:p>
          <a:p>
            <a:pPr marL="685800" lvl="2" algn="just">
              <a:spcBef>
                <a:spcPts val="1000"/>
              </a:spcBef>
            </a:pPr>
            <a:r>
              <a:rPr lang="en-US" sz="2800" dirty="0">
                <a:latin typeface="Calibri Light" panose="020F0302020204030204" pitchFamily="34" charset="0"/>
                <a:ea typeface="Calibri Light" panose="020F0302020204030204" pitchFamily="34" charset="0"/>
                <a:cs typeface="Calibri Light" panose="020F0302020204030204" pitchFamily="34" charset="0"/>
              </a:rPr>
              <a:t>SOLID</a:t>
            </a:r>
            <a:endParaRPr lang="en-IN" sz="2800" dirty="0">
              <a:latin typeface="Calibri Light" panose="020F0302020204030204" pitchFamily="34" charset="0"/>
              <a:ea typeface="Calibri Light" panose="020F0302020204030204" pitchFamily="34" charset="0"/>
              <a:cs typeface="Calibri Light" panose="020F0302020204030204" pitchFamily="34" charset="0"/>
            </a:endParaRPr>
          </a:p>
          <a:p>
            <a:pPr marL="685800" lvl="2" algn="just">
              <a:spcBef>
                <a:spcPts val="1000"/>
              </a:spcBef>
            </a:pPr>
            <a:r>
              <a:rPr lang="en-US" sz="2800" dirty="0">
                <a:latin typeface="Calibri Light" panose="020F0302020204030204" pitchFamily="34" charset="0"/>
                <a:ea typeface="Calibri Light" panose="020F0302020204030204" pitchFamily="34" charset="0"/>
                <a:cs typeface="Calibri Light" panose="020F0302020204030204" pitchFamily="34" charset="0"/>
              </a:rPr>
              <a:t>DRY</a:t>
            </a:r>
            <a:endParaRPr lang="en-IN" sz="2800" dirty="0">
              <a:latin typeface="Calibri Light" panose="020F0302020204030204" pitchFamily="34" charset="0"/>
              <a:ea typeface="Calibri Light" panose="020F0302020204030204" pitchFamily="34" charset="0"/>
              <a:cs typeface="Calibri Light" panose="020F0302020204030204" pitchFamily="34" charset="0"/>
            </a:endParaRPr>
          </a:p>
          <a:p>
            <a:pPr marL="685800" lvl="2" algn="just">
              <a:spcBef>
                <a:spcPts val="1000"/>
              </a:spcBef>
            </a:pPr>
            <a:r>
              <a:rPr lang="en-US" sz="2800" dirty="0">
                <a:latin typeface="Calibri Light" panose="020F0302020204030204" pitchFamily="34" charset="0"/>
                <a:ea typeface="Calibri Light" panose="020F0302020204030204" pitchFamily="34" charset="0"/>
                <a:cs typeface="Calibri Light" panose="020F0302020204030204" pitchFamily="34" charset="0"/>
              </a:rPr>
              <a:t>KISS</a:t>
            </a:r>
            <a:endParaRPr lang="en-IN" sz="2800" dirty="0">
              <a:latin typeface="Calibri Light" panose="020F0302020204030204" pitchFamily="34" charset="0"/>
              <a:ea typeface="Calibri Light" panose="020F0302020204030204" pitchFamily="34" charset="0"/>
              <a:cs typeface="Calibri Light" panose="020F0302020204030204" pitchFamily="34" charset="0"/>
            </a:endParaRPr>
          </a:p>
          <a:p>
            <a:pPr marL="685800" lvl="2" algn="just">
              <a:spcBef>
                <a:spcPts val="1000"/>
              </a:spcBef>
            </a:pPr>
            <a:r>
              <a:rPr lang="en-US" sz="2800" dirty="0">
                <a:latin typeface="Calibri Light" panose="020F0302020204030204" pitchFamily="34" charset="0"/>
                <a:ea typeface="Calibri Light" panose="020F0302020204030204" pitchFamily="34" charset="0"/>
                <a:cs typeface="Calibri Light" panose="020F0302020204030204" pitchFamily="34" charset="0"/>
              </a:rPr>
              <a:t>YAGNI</a:t>
            </a:r>
            <a:endParaRPr lang="en-US" sz="4000" dirty="0"/>
          </a:p>
        </p:txBody>
      </p:sp>
      <p:sp>
        <p:nvSpPr>
          <p:cNvPr id="4" name="Content Placeholder 3">
            <a:extLst>
              <a:ext uri="{FF2B5EF4-FFF2-40B4-BE49-F238E27FC236}">
                <a16:creationId xmlns:a16="http://schemas.microsoft.com/office/drawing/2014/main" id="{92484EA1-D8CB-4BBF-9FF8-B9A7078C19B9}"/>
              </a:ext>
            </a:extLst>
          </p:cNvPr>
          <p:cNvSpPr>
            <a:spLocks noGrp="1"/>
          </p:cNvSpPr>
          <p:nvPr>
            <p:ph sz="half" idx="10"/>
          </p:nvPr>
        </p:nvSpPr>
        <p:spPr/>
        <p:txBody>
          <a:bodyPr/>
          <a:lstStyle/>
          <a:p>
            <a:r>
              <a:rPr lang="en-US" dirty="0"/>
              <a:t>Software Design Principles</a:t>
            </a:r>
          </a:p>
        </p:txBody>
      </p:sp>
    </p:spTree>
    <p:extLst>
      <p:ext uri="{BB962C8B-B14F-4D97-AF65-F5344CB8AC3E}">
        <p14:creationId xmlns:p14="http://schemas.microsoft.com/office/powerpoint/2010/main" val="3595290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54BD0C1-1C33-41F0-A363-D3AC6F17179F}"/>
              </a:ext>
            </a:extLst>
          </p:cNvPr>
          <p:cNvSpPr>
            <a:spLocks noGrp="1"/>
          </p:cNvSpPr>
          <p:nvPr>
            <p:ph sz="half" idx="1"/>
          </p:nvPr>
        </p:nvSpPr>
        <p:spPr/>
        <p:txBody>
          <a:bodyPr>
            <a:normAutofit/>
          </a:bodyPr>
          <a:lstStyle/>
          <a:p>
            <a:pPr algn="just"/>
            <a:r>
              <a:rPr lang="en-US" dirty="0">
                <a:latin typeface="Calibri Light" panose="020F0302020204030204" pitchFamily="34" charset="0"/>
                <a:ea typeface="Calibri Light" panose="020F0302020204030204" pitchFamily="34" charset="0"/>
                <a:cs typeface="Calibri Light" panose="020F0302020204030204" pitchFamily="34" charset="0"/>
              </a:rPr>
              <a:t>DRY stands for Don’t Repeat Yourself. </a:t>
            </a:r>
          </a:p>
          <a:p>
            <a:pPr algn="just"/>
            <a:r>
              <a:rPr lang="en-US" dirty="0">
                <a:latin typeface="Calibri Light" panose="020F0302020204030204" pitchFamily="34" charset="0"/>
                <a:ea typeface="Calibri Light" panose="020F0302020204030204" pitchFamily="34" charset="0"/>
                <a:cs typeface="Calibri Light" panose="020F0302020204030204" pitchFamily="34" charset="0"/>
              </a:rPr>
              <a:t>This principle states that each small piece of knowledge (code) may only occur exactly once in the entire system. </a:t>
            </a:r>
          </a:p>
          <a:p>
            <a:pPr algn="just"/>
            <a:r>
              <a:rPr lang="en-US" dirty="0">
                <a:latin typeface="Calibri Light" panose="020F0302020204030204" pitchFamily="34" charset="0"/>
                <a:ea typeface="Calibri Light" panose="020F0302020204030204" pitchFamily="34" charset="0"/>
                <a:cs typeface="Calibri Light" panose="020F0302020204030204" pitchFamily="34" charset="0"/>
              </a:rPr>
              <a:t>This helps us to write scalable, maintainable and reusable </a:t>
            </a:r>
            <a:r>
              <a:rPr lang="en-US">
                <a:latin typeface="Calibri Light" panose="020F0302020204030204" pitchFamily="34" charset="0"/>
                <a:ea typeface="Calibri Light" panose="020F0302020204030204" pitchFamily="34" charset="0"/>
                <a:cs typeface="Calibri Light" panose="020F0302020204030204" pitchFamily="34" charset="0"/>
              </a:rPr>
              <a:t>code.</a:t>
            </a:r>
            <a:endParaRPr lang="en-US"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4" name="Content Placeholder 3">
            <a:extLst>
              <a:ext uri="{FF2B5EF4-FFF2-40B4-BE49-F238E27FC236}">
                <a16:creationId xmlns:a16="http://schemas.microsoft.com/office/drawing/2014/main" id="{92484EA1-D8CB-4BBF-9FF8-B9A7078C19B9}"/>
              </a:ext>
            </a:extLst>
          </p:cNvPr>
          <p:cNvSpPr>
            <a:spLocks noGrp="1"/>
          </p:cNvSpPr>
          <p:nvPr>
            <p:ph sz="half" idx="10"/>
          </p:nvPr>
        </p:nvSpPr>
        <p:spPr/>
        <p:txBody>
          <a:bodyPr>
            <a:normAutofit lnSpcReduction="10000"/>
          </a:bodyPr>
          <a:lstStyle/>
          <a:p>
            <a:pPr>
              <a:lnSpc>
                <a:spcPct val="100000"/>
              </a:lnSpc>
            </a:pPr>
            <a:r>
              <a:rPr lang="en-US" dirty="0"/>
              <a:t>Don’t Repeat Yourself (DRY)</a:t>
            </a:r>
          </a:p>
        </p:txBody>
      </p:sp>
    </p:spTree>
    <p:extLst>
      <p:ext uri="{BB962C8B-B14F-4D97-AF65-F5344CB8AC3E}">
        <p14:creationId xmlns:p14="http://schemas.microsoft.com/office/powerpoint/2010/main" val="1091475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54BD0C1-1C33-41F0-A363-D3AC6F17179F}"/>
              </a:ext>
            </a:extLst>
          </p:cNvPr>
          <p:cNvSpPr>
            <a:spLocks noGrp="1"/>
          </p:cNvSpPr>
          <p:nvPr>
            <p:ph sz="half" idx="1"/>
          </p:nvPr>
        </p:nvSpPr>
        <p:spPr/>
        <p:txBody>
          <a:bodyPr>
            <a:normAutofit/>
          </a:bodyPr>
          <a:lstStyle/>
          <a:p>
            <a:pPr algn="just"/>
            <a:r>
              <a:rPr lang="en-US" dirty="0">
                <a:latin typeface="Calibri Light" panose="020F0302020204030204" pitchFamily="34" charset="0"/>
                <a:ea typeface="Calibri Light" panose="020F0302020204030204" pitchFamily="34" charset="0"/>
                <a:cs typeface="Calibri Light" panose="020F0302020204030204" pitchFamily="34" charset="0"/>
              </a:rPr>
              <a:t>Reduced Maintenance</a:t>
            </a:r>
          </a:p>
          <a:p>
            <a:pPr algn="just"/>
            <a:r>
              <a:rPr lang="en-US" dirty="0">
                <a:latin typeface="Calibri Light" panose="020F0302020204030204" pitchFamily="34" charset="0"/>
                <a:ea typeface="Calibri Light" panose="020F0302020204030204" pitchFamily="34" charset="0"/>
                <a:cs typeface="Calibri Light" panose="020F0302020204030204" pitchFamily="34" charset="0"/>
              </a:rPr>
              <a:t>Improved Readability</a:t>
            </a:r>
          </a:p>
          <a:p>
            <a:pPr algn="just"/>
            <a:r>
              <a:rPr lang="en-US" dirty="0">
                <a:latin typeface="Calibri Light" panose="020F0302020204030204" pitchFamily="34" charset="0"/>
                <a:ea typeface="Calibri Light" panose="020F0302020204030204" pitchFamily="34" charset="0"/>
                <a:cs typeface="Calibri Light" panose="020F0302020204030204" pitchFamily="34" charset="0"/>
              </a:rPr>
              <a:t>Fewer Bugs</a:t>
            </a:r>
          </a:p>
          <a:p>
            <a:pPr algn="just"/>
            <a:r>
              <a:rPr lang="en-US" dirty="0">
                <a:latin typeface="Calibri Light" panose="020F0302020204030204" pitchFamily="34" charset="0"/>
                <a:ea typeface="Calibri Light" panose="020F0302020204030204" pitchFamily="34" charset="0"/>
                <a:cs typeface="Calibri Light" panose="020F0302020204030204" pitchFamily="34" charset="0"/>
              </a:rPr>
              <a:t>Enhanced Reusability</a:t>
            </a:r>
          </a:p>
          <a:p>
            <a:pPr algn="just"/>
            <a:r>
              <a:rPr lang="en-US" dirty="0">
                <a:latin typeface="Calibri Light" panose="020F0302020204030204" pitchFamily="34" charset="0"/>
                <a:ea typeface="Calibri Light" panose="020F0302020204030204" pitchFamily="34" charset="0"/>
                <a:cs typeface="Calibri Light" panose="020F0302020204030204" pitchFamily="34" charset="0"/>
              </a:rPr>
              <a:t>Easier Testing</a:t>
            </a:r>
          </a:p>
        </p:txBody>
      </p:sp>
      <p:sp>
        <p:nvSpPr>
          <p:cNvPr id="4" name="Content Placeholder 3">
            <a:extLst>
              <a:ext uri="{FF2B5EF4-FFF2-40B4-BE49-F238E27FC236}">
                <a16:creationId xmlns:a16="http://schemas.microsoft.com/office/drawing/2014/main" id="{92484EA1-D8CB-4BBF-9FF8-B9A7078C19B9}"/>
              </a:ext>
            </a:extLst>
          </p:cNvPr>
          <p:cNvSpPr>
            <a:spLocks noGrp="1"/>
          </p:cNvSpPr>
          <p:nvPr>
            <p:ph sz="half" idx="10"/>
          </p:nvPr>
        </p:nvSpPr>
        <p:spPr/>
        <p:txBody>
          <a:bodyPr>
            <a:normAutofit lnSpcReduction="10000"/>
          </a:bodyPr>
          <a:lstStyle/>
          <a:p>
            <a:pPr>
              <a:lnSpc>
                <a:spcPct val="100000"/>
              </a:lnSpc>
            </a:pPr>
            <a:r>
              <a:rPr lang="en-US" dirty="0"/>
              <a:t>Use Case of DRY Principle</a:t>
            </a:r>
          </a:p>
        </p:txBody>
      </p:sp>
    </p:spTree>
    <p:extLst>
      <p:ext uri="{BB962C8B-B14F-4D97-AF65-F5344CB8AC3E}">
        <p14:creationId xmlns:p14="http://schemas.microsoft.com/office/powerpoint/2010/main" val="3647351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54BD0C1-1C33-41F0-A363-D3AC6F17179F}"/>
              </a:ext>
            </a:extLst>
          </p:cNvPr>
          <p:cNvSpPr>
            <a:spLocks noGrp="1"/>
          </p:cNvSpPr>
          <p:nvPr>
            <p:ph sz="half" idx="1"/>
          </p:nvPr>
        </p:nvSpPr>
        <p:spPr/>
        <p:txBody>
          <a:bodyPr>
            <a:normAutofit/>
          </a:bodyPr>
          <a:lstStyle/>
          <a:p>
            <a:pPr algn="just"/>
            <a:r>
              <a:rPr lang="en-US" dirty="0">
                <a:latin typeface="Calibri Light" panose="020F0302020204030204" pitchFamily="34" charset="0"/>
                <a:ea typeface="Calibri Light" panose="020F0302020204030204" pitchFamily="34" charset="0"/>
                <a:cs typeface="Calibri Light" panose="020F0302020204030204" pitchFamily="34" charset="0"/>
              </a:rPr>
              <a:t>KISS stands for Keep it simple, Stupid! </a:t>
            </a:r>
          </a:p>
          <a:p>
            <a:pPr algn="just"/>
            <a:r>
              <a:rPr lang="en-US" dirty="0">
                <a:latin typeface="Calibri Light" panose="020F0302020204030204" pitchFamily="34" charset="0"/>
                <a:ea typeface="Calibri Light" panose="020F0302020204030204" pitchFamily="34" charset="0"/>
                <a:cs typeface="Calibri Light" panose="020F0302020204030204" pitchFamily="34" charset="0"/>
              </a:rPr>
              <a:t>This principle states that try to keep each small piece of software simple and unnecessary complexity should be avoided. </a:t>
            </a:r>
          </a:p>
          <a:p>
            <a:pPr algn="just"/>
            <a:r>
              <a:rPr lang="en-US" dirty="0">
                <a:latin typeface="Calibri Light" panose="020F0302020204030204" pitchFamily="34" charset="0"/>
                <a:ea typeface="Calibri Light" panose="020F0302020204030204" pitchFamily="34" charset="0"/>
                <a:cs typeface="Calibri Light" panose="020F0302020204030204" pitchFamily="34" charset="0"/>
              </a:rPr>
              <a:t>This helps us to write easily maintainable code.</a:t>
            </a:r>
          </a:p>
        </p:txBody>
      </p:sp>
      <p:sp>
        <p:nvSpPr>
          <p:cNvPr id="4" name="Content Placeholder 3">
            <a:extLst>
              <a:ext uri="{FF2B5EF4-FFF2-40B4-BE49-F238E27FC236}">
                <a16:creationId xmlns:a16="http://schemas.microsoft.com/office/drawing/2014/main" id="{92484EA1-D8CB-4BBF-9FF8-B9A7078C19B9}"/>
              </a:ext>
            </a:extLst>
          </p:cNvPr>
          <p:cNvSpPr>
            <a:spLocks noGrp="1"/>
          </p:cNvSpPr>
          <p:nvPr>
            <p:ph sz="half" idx="10"/>
          </p:nvPr>
        </p:nvSpPr>
        <p:spPr/>
        <p:txBody>
          <a:bodyPr>
            <a:normAutofit lnSpcReduction="10000"/>
          </a:bodyPr>
          <a:lstStyle/>
          <a:p>
            <a:pPr>
              <a:lnSpc>
                <a:spcPct val="100000"/>
              </a:lnSpc>
            </a:pPr>
            <a:r>
              <a:rPr lang="en-US" dirty="0"/>
              <a:t>Keep It Simple, Stupid (KISS)</a:t>
            </a:r>
          </a:p>
        </p:txBody>
      </p:sp>
    </p:spTree>
    <p:extLst>
      <p:ext uri="{BB962C8B-B14F-4D97-AF65-F5344CB8AC3E}">
        <p14:creationId xmlns:p14="http://schemas.microsoft.com/office/powerpoint/2010/main" val="2978181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54BD0C1-1C33-41F0-A363-D3AC6F17179F}"/>
              </a:ext>
            </a:extLst>
          </p:cNvPr>
          <p:cNvSpPr>
            <a:spLocks noGrp="1"/>
          </p:cNvSpPr>
          <p:nvPr>
            <p:ph sz="half" idx="1"/>
          </p:nvPr>
        </p:nvSpPr>
        <p:spPr/>
        <p:txBody>
          <a:bodyPr>
            <a:normAutofit/>
          </a:bodyPr>
          <a:lstStyle/>
          <a:p>
            <a:pPr algn="just"/>
            <a:r>
              <a:rPr lang="en-US" dirty="0">
                <a:latin typeface="Calibri Light" panose="020F0302020204030204" pitchFamily="34" charset="0"/>
                <a:ea typeface="Calibri Light" panose="020F0302020204030204" pitchFamily="34" charset="0"/>
                <a:cs typeface="Calibri Light" panose="020F0302020204030204" pitchFamily="34" charset="0"/>
              </a:rPr>
              <a:t>Better User Experience</a:t>
            </a:r>
          </a:p>
          <a:p>
            <a:pPr algn="just"/>
            <a:r>
              <a:rPr lang="en-US" dirty="0">
                <a:latin typeface="Calibri Light" panose="020F0302020204030204" pitchFamily="34" charset="0"/>
                <a:ea typeface="Calibri Light" panose="020F0302020204030204" pitchFamily="34" charset="0"/>
                <a:cs typeface="Calibri Light" panose="020F0302020204030204" pitchFamily="34" charset="0"/>
              </a:rPr>
              <a:t>Reduced Errors</a:t>
            </a:r>
          </a:p>
          <a:p>
            <a:pPr algn="just"/>
            <a:r>
              <a:rPr lang="en-US" dirty="0">
                <a:latin typeface="Calibri Light" panose="020F0302020204030204" pitchFamily="34" charset="0"/>
                <a:ea typeface="Calibri Light" panose="020F0302020204030204" pitchFamily="34" charset="0"/>
                <a:cs typeface="Calibri Light" panose="020F0302020204030204" pitchFamily="34" charset="0"/>
              </a:rPr>
              <a:t>Easier Maintenance</a:t>
            </a:r>
          </a:p>
          <a:p>
            <a:pPr algn="just"/>
            <a:r>
              <a:rPr lang="en-US" dirty="0">
                <a:latin typeface="Calibri Light" panose="020F0302020204030204" pitchFamily="34" charset="0"/>
                <a:ea typeface="Calibri Light" panose="020F0302020204030204" pitchFamily="34" charset="0"/>
                <a:cs typeface="Calibri Light" panose="020F0302020204030204" pitchFamily="34" charset="0"/>
              </a:rPr>
              <a:t>Faster Development</a:t>
            </a:r>
          </a:p>
          <a:p>
            <a:pPr algn="just"/>
            <a:r>
              <a:rPr lang="en-US" dirty="0">
                <a:latin typeface="Calibri Light" panose="020F0302020204030204" pitchFamily="34" charset="0"/>
                <a:ea typeface="Calibri Light" panose="020F0302020204030204" pitchFamily="34" charset="0"/>
                <a:cs typeface="Calibri Light" panose="020F0302020204030204" pitchFamily="34" charset="0"/>
              </a:rPr>
              <a:t>Broader Appeal</a:t>
            </a:r>
          </a:p>
        </p:txBody>
      </p:sp>
      <p:sp>
        <p:nvSpPr>
          <p:cNvPr id="4" name="Content Placeholder 3">
            <a:extLst>
              <a:ext uri="{FF2B5EF4-FFF2-40B4-BE49-F238E27FC236}">
                <a16:creationId xmlns:a16="http://schemas.microsoft.com/office/drawing/2014/main" id="{92484EA1-D8CB-4BBF-9FF8-B9A7078C19B9}"/>
              </a:ext>
            </a:extLst>
          </p:cNvPr>
          <p:cNvSpPr>
            <a:spLocks noGrp="1"/>
          </p:cNvSpPr>
          <p:nvPr>
            <p:ph sz="half" idx="10"/>
          </p:nvPr>
        </p:nvSpPr>
        <p:spPr/>
        <p:txBody>
          <a:bodyPr>
            <a:normAutofit lnSpcReduction="10000"/>
          </a:bodyPr>
          <a:lstStyle/>
          <a:p>
            <a:pPr>
              <a:lnSpc>
                <a:spcPct val="100000"/>
              </a:lnSpc>
            </a:pPr>
            <a:r>
              <a:rPr lang="en-US" dirty="0"/>
              <a:t>Use Case of KISS Principle</a:t>
            </a:r>
          </a:p>
        </p:txBody>
      </p:sp>
    </p:spTree>
    <p:extLst>
      <p:ext uri="{BB962C8B-B14F-4D97-AF65-F5344CB8AC3E}">
        <p14:creationId xmlns:p14="http://schemas.microsoft.com/office/powerpoint/2010/main" val="2210287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54BD0C1-1C33-41F0-A363-D3AC6F17179F}"/>
              </a:ext>
            </a:extLst>
          </p:cNvPr>
          <p:cNvSpPr>
            <a:spLocks noGrp="1"/>
          </p:cNvSpPr>
          <p:nvPr>
            <p:ph sz="half" idx="1"/>
          </p:nvPr>
        </p:nvSpPr>
        <p:spPr/>
        <p:txBody>
          <a:bodyPr>
            <a:normAutofit/>
          </a:bodyPr>
          <a:lstStyle/>
          <a:p>
            <a:pPr algn="just"/>
            <a:r>
              <a:rPr lang="en-US" dirty="0">
                <a:latin typeface="Calibri Light" panose="020F0302020204030204" pitchFamily="34" charset="0"/>
                <a:ea typeface="Calibri Light" panose="020F0302020204030204" pitchFamily="34" charset="0"/>
                <a:cs typeface="Calibri Light" panose="020F0302020204030204" pitchFamily="34" charset="0"/>
              </a:rPr>
              <a:t>YAGNI stands for You </a:t>
            </a:r>
            <a:r>
              <a:rPr lang="en-US" dirty="0" err="1">
                <a:latin typeface="Calibri Light" panose="020F0302020204030204" pitchFamily="34" charset="0"/>
                <a:ea typeface="Calibri Light" panose="020F0302020204030204" pitchFamily="34" charset="0"/>
                <a:cs typeface="Calibri Light" panose="020F0302020204030204" pitchFamily="34" charset="0"/>
              </a:rPr>
              <a:t>ain't</a:t>
            </a:r>
            <a:r>
              <a:rPr lang="en-US" dirty="0">
                <a:latin typeface="Calibri Light" panose="020F0302020204030204" pitchFamily="34" charset="0"/>
                <a:ea typeface="Calibri Light" panose="020F0302020204030204" pitchFamily="34" charset="0"/>
                <a:cs typeface="Calibri Light" panose="020F0302020204030204" pitchFamily="34" charset="0"/>
              </a:rPr>
              <a:t> </a:t>
            </a:r>
            <a:r>
              <a:rPr lang="en-US" dirty="0" err="1">
                <a:latin typeface="Calibri Light" panose="020F0302020204030204" pitchFamily="34" charset="0"/>
                <a:ea typeface="Calibri Light" panose="020F0302020204030204" pitchFamily="34" charset="0"/>
                <a:cs typeface="Calibri Light" panose="020F0302020204030204" pitchFamily="34" charset="0"/>
              </a:rPr>
              <a:t>gonna</a:t>
            </a:r>
            <a:r>
              <a:rPr lang="en-US" dirty="0">
                <a:latin typeface="Calibri Light" panose="020F0302020204030204" pitchFamily="34" charset="0"/>
                <a:ea typeface="Calibri Light" panose="020F0302020204030204" pitchFamily="34" charset="0"/>
                <a:cs typeface="Calibri Light" panose="020F0302020204030204" pitchFamily="34" charset="0"/>
              </a:rPr>
              <a:t> need it. </a:t>
            </a:r>
          </a:p>
          <a:p>
            <a:pPr algn="just"/>
            <a:r>
              <a:rPr lang="en-US" dirty="0">
                <a:latin typeface="Calibri Light" panose="020F0302020204030204" pitchFamily="34" charset="0"/>
                <a:ea typeface="Calibri Light" panose="020F0302020204030204" pitchFamily="34" charset="0"/>
                <a:cs typeface="Calibri Light" panose="020F0302020204030204" pitchFamily="34" charset="0"/>
              </a:rPr>
              <a:t>This principle states that always implement things when you need them never implements things before you need them.</a:t>
            </a:r>
          </a:p>
        </p:txBody>
      </p:sp>
      <p:sp>
        <p:nvSpPr>
          <p:cNvPr id="4" name="Content Placeholder 3">
            <a:extLst>
              <a:ext uri="{FF2B5EF4-FFF2-40B4-BE49-F238E27FC236}">
                <a16:creationId xmlns:a16="http://schemas.microsoft.com/office/drawing/2014/main" id="{92484EA1-D8CB-4BBF-9FF8-B9A7078C19B9}"/>
              </a:ext>
            </a:extLst>
          </p:cNvPr>
          <p:cNvSpPr>
            <a:spLocks noGrp="1"/>
          </p:cNvSpPr>
          <p:nvPr>
            <p:ph sz="half" idx="10"/>
          </p:nvPr>
        </p:nvSpPr>
        <p:spPr/>
        <p:txBody>
          <a:bodyPr>
            <a:normAutofit lnSpcReduction="10000"/>
          </a:bodyPr>
          <a:lstStyle/>
          <a:p>
            <a:pPr>
              <a:lnSpc>
                <a:spcPct val="100000"/>
              </a:lnSpc>
            </a:pPr>
            <a:r>
              <a:rPr lang="en-US" dirty="0"/>
              <a:t>You </a:t>
            </a:r>
            <a:r>
              <a:rPr lang="en-US" dirty="0" err="1"/>
              <a:t>Ain’t</a:t>
            </a:r>
            <a:r>
              <a:rPr lang="en-US" dirty="0"/>
              <a:t> </a:t>
            </a:r>
            <a:r>
              <a:rPr lang="en-US" dirty="0" err="1"/>
              <a:t>Gonna</a:t>
            </a:r>
            <a:r>
              <a:rPr lang="en-US" dirty="0"/>
              <a:t> Need It (YAGNI)</a:t>
            </a:r>
          </a:p>
        </p:txBody>
      </p:sp>
    </p:spTree>
    <p:extLst>
      <p:ext uri="{BB962C8B-B14F-4D97-AF65-F5344CB8AC3E}">
        <p14:creationId xmlns:p14="http://schemas.microsoft.com/office/powerpoint/2010/main" val="3669402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54BD0C1-1C33-41F0-A363-D3AC6F17179F}"/>
              </a:ext>
            </a:extLst>
          </p:cNvPr>
          <p:cNvSpPr>
            <a:spLocks noGrp="1"/>
          </p:cNvSpPr>
          <p:nvPr>
            <p:ph sz="half" idx="1"/>
          </p:nvPr>
        </p:nvSpPr>
        <p:spPr/>
        <p:txBody>
          <a:bodyPr>
            <a:normAutofit/>
          </a:bodyPr>
          <a:lstStyle/>
          <a:p>
            <a:pPr algn="just"/>
            <a:r>
              <a:rPr lang="en-US" dirty="0">
                <a:latin typeface="Calibri Light" panose="020F0302020204030204" pitchFamily="34" charset="0"/>
                <a:ea typeface="Calibri Light" panose="020F0302020204030204" pitchFamily="34" charset="0"/>
                <a:cs typeface="Calibri Light" panose="020F0302020204030204" pitchFamily="34" charset="0"/>
              </a:rPr>
              <a:t>Combats Feature Creep</a:t>
            </a:r>
          </a:p>
          <a:p>
            <a:pPr algn="just"/>
            <a:r>
              <a:rPr lang="en-US" dirty="0">
                <a:latin typeface="Calibri Light" panose="020F0302020204030204" pitchFamily="34" charset="0"/>
                <a:ea typeface="Calibri Light" panose="020F0302020204030204" pitchFamily="34" charset="0"/>
                <a:cs typeface="Calibri Light" panose="020F0302020204030204" pitchFamily="34" charset="0"/>
              </a:rPr>
              <a:t>Reduces Waste</a:t>
            </a:r>
          </a:p>
          <a:p>
            <a:pPr algn="just"/>
            <a:r>
              <a:rPr lang="en-US" dirty="0">
                <a:latin typeface="Calibri Light" panose="020F0302020204030204" pitchFamily="34" charset="0"/>
                <a:ea typeface="Calibri Light" panose="020F0302020204030204" pitchFamily="34" charset="0"/>
                <a:cs typeface="Calibri Light" panose="020F0302020204030204" pitchFamily="34" charset="0"/>
              </a:rPr>
              <a:t>Simpler Code</a:t>
            </a:r>
          </a:p>
          <a:p>
            <a:pPr algn="just"/>
            <a:r>
              <a:rPr lang="en-US" dirty="0">
                <a:latin typeface="Calibri Light" panose="020F0302020204030204" pitchFamily="34" charset="0"/>
                <a:ea typeface="Calibri Light" panose="020F0302020204030204" pitchFamily="34" charset="0"/>
                <a:cs typeface="Calibri Light" panose="020F0302020204030204" pitchFamily="34" charset="0"/>
              </a:rPr>
              <a:t>Flexibility for Change</a:t>
            </a:r>
          </a:p>
        </p:txBody>
      </p:sp>
      <p:sp>
        <p:nvSpPr>
          <p:cNvPr id="4" name="Content Placeholder 3">
            <a:extLst>
              <a:ext uri="{FF2B5EF4-FFF2-40B4-BE49-F238E27FC236}">
                <a16:creationId xmlns:a16="http://schemas.microsoft.com/office/drawing/2014/main" id="{92484EA1-D8CB-4BBF-9FF8-B9A7078C19B9}"/>
              </a:ext>
            </a:extLst>
          </p:cNvPr>
          <p:cNvSpPr>
            <a:spLocks noGrp="1"/>
          </p:cNvSpPr>
          <p:nvPr>
            <p:ph sz="half" idx="10"/>
          </p:nvPr>
        </p:nvSpPr>
        <p:spPr/>
        <p:txBody>
          <a:bodyPr>
            <a:normAutofit lnSpcReduction="10000"/>
          </a:bodyPr>
          <a:lstStyle/>
          <a:p>
            <a:pPr>
              <a:lnSpc>
                <a:spcPct val="100000"/>
              </a:lnSpc>
            </a:pPr>
            <a:r>
              <a:rPr lang="en-US" dirty="0"/>
              <a:t>Use Case of YAGNI Principle </a:t>
            </a:r>
          </a:p>
        </p:txBody>
      </p:sp>
    </p:spTree>
    <p:extLst>
      <p:ext uri="{BB962C8B-B14F-4D97-AF65-F5344CB8AC3E}">
        <p14:creationId xmlns:p14="http://schemas.microsoft.com/office/powerpoint/2010/main" val="758690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ScholarHat Layout">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ScholarHat Font">
      <a:majorFont>
        <a:latin typeface="Roboto"/>
        <a:ea typeface=""/>
        <a:cs typeface=""/>
      </a:majorFont>
      <a:minorFont>
        <a:latin typeface="Robot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olution Architect.pptx" id="{06293316-8F9D-4244-9866-10C23334BAC7}" vid="{991B43C4-B17E-4503-B5C7-59C166CFDCF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ScholarHat Theme</Template>
  <TotalTime>1736</TotalTime>
  <Words>2008</Words>
  <Application>Microsoft Office PowerPoint</Application>
  <PresentationFormat>Widescreen</PresentationFormat>
  <Paragraphs>265</Paragraphs>
  <Slides>27</Slides>
  <Notes>18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27</vt:i4>
      </vt:variant>
    </vt:vector>
  </HeadingPairs>
  <TitlesOfParts>
    <vt:vector size="35" baseType="lpstr">
      <vt:lpstr>Arial</vt:lpstr>
      <vt:lpstr>Calibri</vt:lpstr>
      <vt:lpstr>Calibri Light</vt:lpstr>
      <vt:lpstr>ForoSans-Light</vt:lpstr>
      <vt:lpstr>Roboto</vt:lpstr>
      <vt:lpstr>Roboto Light</vt:lpstr>
      <vt:lpstr>Segoe UI</vt:lpstr>
      <vt:lpstr>ScholarHat Layout</vt:lpstr>
      <vt:lpstr>Agenda</vt:lpstr>
      <vt:lpstr>PowerPoint Presentation</vt:lpstr>
      <vt:lpstr>PowerPoint Presentation</vt:lpstr>
      <vt:lpstr>PowerPoint Presentation</vt:lpstr>
      <vt:lpstr>PowerPoint Presentation</vt:lpstr>
      <vt:lpstr>DEMO</vt:lpstr>
      <vt:lpstr>PowerPoint Presentation</vt:lpstr>
      <vt:lpstr>PowerPoint Presentation</vt:lpstr>
      <vt:lpstr>DEMO:</vt:lpstr>
      <vt:lpstr>PowerPoint Presentation</vt:lpstr>
      <vt:lpstr>PowerPoint Presentation</vt:lpstr>
      <vt:lpstr>PowerPoint Presentation</vt:lpstr>
      <vt:lpstr>DEMO:</vt:lpstr>
      <vt:lpstr>PowerPoint Presentation</vt:lpstr>
      <vt:lpstr>PowerPoint Presentation</vt:lpstr>
      <vt:lpstr>DEMO:</vt:lpstr>
      <vt:lpstr>PowerPoint Presentation</vt:lpstr>
      <vt:lpstr>PowerPoint Presentation</vt:lpstr>
      <vt:lpstr>DEMO:</vt:lpstr>
      <vt:lpstr>Software Design Principles</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Mobile Apps with Angular, Ionic, Web API and NgCordova</dc:title>
  <dc:creator>Shailendra Chauhan</dc:creator>
  <cp:lastModifiedBy>Shailendra Chauhan</cp:lastModifiedBy>
  <cp:revision>1030</cp:revision>
  <dcterms:created xsi:type="dcterms:W3CDTF">2015-04-26T09:42:00Z</dcterms:created>
  <dcterms:modified xsi:type="dcterms:W3CDTF">2025-03-09T15:55:00Z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1033-11.2.0.8942</vt:lpwstr>
  </property>
</Properties>
</file>