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notesMasterIdLst>
    <p:notesMasterId r:id="rId41"/>
  </p:notesMasterIdLst>
  <p:handoutMasterIdLst>
    <p:handoutMasterId r:id="rId42"/>
  </p:handoutMasterIdLst>
  <p:sldIdLst>
    <p:sldId id="607" r:id="rId2"/>
    <p:sldId id="608" r:id="rId3"/>
    <p:sldId id="569" r:id="rId4"/>
    <p:sldId id="573" r:id="rId5"/>
    <p:sldId id="571" r:id="rId6"/>
    <p:sldId id="609" r:id="rId7"/>
    <p:sldId id="572" r:id="rId8"/>
    <p:sldId id="574" r:id="rId9"/>
    <p:sldId id="575" r:id="rId10"/>
    <p:sldId id="576" r:id="rId11"/>
    <p:sldId id="577" r:id="rId12"/>
    <p:sldId id="578" r:id="rId13"/>
    <p:sldId id="580" r:id="rId14"/>
    <p:sldId id="581" r:id="rId15"/>
    <p:sldId id="582" r:id="rId16"/>
    <p:sldId id="610" r:id="rId17"/>
    <p:sldId id="583" r:id="rId18"/>
    <p:sldId id="584" r:id="rId19"/>
    <p:sldId id="585" r:id="rId20"/>
    <p:sldId id="586" r:id="rId21"/>
    <p:sldId id="587" r:id="rId22"/>
    <p:sldId id="588" r:id="rId23"/>
    <p:sldId id="589" r:id="rId24"/>
    <p:sldId id="590" r:id="rId25"/>
    <p:sldId id="604" r:id="rId26"/>
    <p:sldId id="605" r:id="rId27"/>
    <p:sldId id="606" r:id="rId28"/>
    <p:sldId id="591" r:id="rId29"/>
    <p:sldId id="592" r:id="rId30"/>
    <p:sldId id="593" r:id="rId31"/>
    <p:sldId id="598" r:id="rId32"/>
    <p:sldId id="599" r:id="rId33"/>
    <p:sldId id="600" r:id="rId34"/>
    <p:sldId id="595" r:id="rId35"/>
    <p:sldId id="596" r:id="rId36"/>
    <p:sldId id="597" r:id="rId37"/>
    <p:sldId id="601" r:id="rId38"/>
    <p:sldId id="602" r:id="rId39"/>
    <p:sldId id="6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CB25"/>
    <a:srgbClr val="146BD8"/>
    <a:srgbClr val="F4814E"/>
    <a:srgbClr val="F58F61"/>
    <a:srgbClr val="FF9933"/>
    <a:srgbClr val="BA8BDD"/>
    <a:srgbClr val="A365D1"/>
    <a:srgbClr val="009BD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051C69-8CB8-7848-8F56-47D66E22C060}" v="7" dt="2025-06-29T16:38:13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58" autoAdjust="0"/>
    <p:restoredTop sz="58491" autoAdjust="0"/>
  </p:normalViewPr>
  <p:slideViewPr>
    <p:cSldViewPr snapToGrid="0">
      <p:cViewPr varScale="1">
        <p:scale>
          <a:sx n="91" d="100"/>
          <a:sy n="91" d="100"/>
        </p:scale>
        <p:origin x="22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AEE6BB9D-D5E4-457A-82DA-35AAD9714150}"/>
    <pc:docChg chg="undo custSel modSld">
      <pc:chgData name="Shailendra Chauhan" userId="a7d3133f-e197-4b90-bf63-99a63a264234" providerId="ADAL" clId="{AEE6BB9D-D5E4-457A-82DA-35AAD9714150}" dt="2024-06-15T02:49:02.542" v="18" actId="14100"/>
      <pc:docMkLst>
        <pc:docMk/>
      </pc:docMkLst>
      <pc:sldChg chg="modSp mod">
        <pc:chgData name="Shailendra Chauhan" userId="a7d3133f-e197-4b90-bf63-99a63a264234" providerId="ADAL" clId="{AEE6BB9D-D5E4-457A-82DA-35AAD9714150}" dt="2024-06-15T02:48:36.915" v="17" actId="1035"/>
        <pc:sldMkLst>
          <pc:docMk/>
          <pc:sldMk cId="419753631" sldId="523"/>
        </pc:sldMkLst>
      </pc:sldChg>
      <pc:sldChg chg="modSp mod">
        <pc:chgData name="Shailendra Chauhan" userId="a7d3133f-e197-4b90-bf63-99a63a264234" providerId="ADAL" clId="{AEE6BB9D-D5E4-457A-82DA-35AAD9714150}" dt="2024-06-15T02:49:02.542" v="18" actId="14100"/>
        <pc:sldMkLst>
          <pc:docMk/>
          <pc:sldMk cId="2604844418" sldId="569"/>
        </pc:sldMkLst>
      </pc:sldChg>
    </pc:docChg>
  </pc:docChgLst>
  <pc:docChgLst>
    <pc:chgData name="Shailendra Chauhan" userId="a7d3133f-e197-4b90-bf63-99a63a264234" providerId="ADAL" clId="{1EA5FB2D-089C-4AAA-A0F6-63BC13745CD6}"/>
    <pc:docChg chg="undo redo custSel addSld delSld modSld modMainMaster">
      <pc:chgData name="Shailendra Chauhan" userId="a7d3133f-e197-4b90-bf63-99a63a264234" providerId="ADAL" clId="{1EA5FB2D-089C-4AAA-A0F6-63BC13745CD6}" dt="2024-07-16T07:39:23.094" v="232" actId="255"/>
      <pc:docMkLst>
        <pc:docMk/>
      </pc:docMkLst>
      <pc:sldChg chg="modSp del">
        <pc:chgData name="Shailendra Chauhan" userId="a7d3133f-e197-4b90-bf63-99a63a264234" providerId="ADAL" clId="{1EA5FB2D-089C-4AAA-A0F6-63BC13745CD6}" dt="2024-07-16T07:26:24.317" v="37" actId="2696"/>
        <pc:sldMkLst>
          <pc:docMk/>
          <pc:sldMk cId="419753631" sldId="523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26:50.901" v="45" actId="1076"/>
        <pc:sldMkLst>
          <pc:docMk/>
          <pc:sldMk cId="2604844418" sldId="569"/>
        </pc:sldMkLst>
      </pc:sldChg>
      <pc:sldChg chg="modSp mod modClrScheme chgLayout">
        <pc:chgData name="Shailendra Chauhan" userId="a7d3133f-e197-4b90-bf63-99a63a264234" providerId="ADAL" clId="{1EA5FB2D-089C-4AAA-A0F6-63BC13745CD6}" dt="2024-07-16T07:27:18.107" v="50" actId="700"/>
        <pc:sldMkLst>
          <pc:docMk/>
          <pc:sldMk cId="3777459273" sldId="571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27:44.648" v="59" actId="255"/>
        <pc:sldMkLst>
          <pc:docMk/>
          <pc:sldMk cId="3860401810" sldId="572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27:10.869" v="49" actId="1076"/>
        <pc:sldMkLst>
          <pc:docMk/>
          <pc:sldMk cId="4017937975" sldId="573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28:03.625" v="63" actId="1076"/>
        <pc:sldMkLst>
          <pc:docMk/>
          <pc:sldMk cId="2488190869" sldId="574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28:21.649" v="66" actId="1076"/>
        <pc:sldMkLst>
          <pc:docMk/>
          <pc:sldMk cId="1499750418" sldId="575"/>
        </pc:sldMkLst>
      </pc:sldChg>
      <pc:sldChg chg="modSp mod modClrScheme chgLayout">
        <pc:chgData name="Shailendra Chauhan" userId="a7d3133f-e197-4b90-bf63-99a63a264234" providerId="ADAL" clId="{1EA5FB2D-089C-4AAA-A0F6-63BC13745CD6}" dt="2024-07-16T07:28:28.269" v="67" actId="700"/>
        <pc:sldMkLst>
          <pc:docMk/>
          <pc:sldMk cId="339990392" sldId="576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29:00.890" v="80" actId="6549"/>
        <pc:sldMkLst>
          <pc:docMk/>
          <pc:sldMk cId="2142731678" sldId="577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29:28.402" v="84" actId="14100"/>
        <pc:sldMkLst>
          <pc:docMk/>
          <pc:sldMk cId="697786135" sldId="578"/>
        </pc:sldMkLst>
      </pc:sldChg>
      <pc:sldChg chg="modSp mod modClrScheme chgLayout">
        <pc:chgData name="Shailendra Chauhan" userId="a7d3133f-e197-4b90-bf63-99a63a264234" providerId="ADAL" clId="{1EA5FB2D-089C-4AAA-A0F6-63BC13745CD6}" dt="2024-07-16T07:29:32.250" v="85" actId="700"/>
        <pc:sldMkLst>
          <pc:docMk/>
          <pc:sldMk cId="2058118312" sldId="580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29:53.464" v="98" actId="6549"/>
        <pc:sldMkLst>
          <pc:docMk/>
          <pc:sldMk cId="3418769701" sldId="581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30:47.887" v="105" actId="700"/>
        <pc:sldMkLst>
          <pc:docMk/>
          <pc:sldMk cId="321239286" sldId="582"/>
        </pc:sldMkLst>
      </pc:sldChg>
      <pc:sldChg chg="modSp mod modClrScheme chgLayout">
        <pc:chgData name="Shailendra Chauhan" userId="a7d3133f-e197-4b90-bf63-99a63a264234" providerId="ADAL" clId="{1EA5FB2D-089C-4AAA-A0F6-63BC13745CD6}" dt="2024-07-16T07:30:54.059" v="106" actId="700"/>
        <pc:sldMkLst>
          <pc:docMk/>
          <pc:sldMk cId="2639062848" sldId="583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31:30.977" v="116" actId="20577"/>
        <pc:sldMkLst>
          <pc:docMk/>
          <pc:sldMk cId="3058270274" sldId="584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31:41.485" v="120"/>
        <pc:sldMkLst>
          <pc:docMk/>
          <pc:sldMk cId="1195003764" sldId="585"/>
        </pc:sldMkLst>
      </pc:sldChg>
      <pc:sldChg chg="modSp mod modClrScheme chgLayout">
        <pc:chgData name="Shailendra Chauhan" userId="a7d3133f-e197-4b90-bf63-99a63a264234" providerId="ADAL" clId="{1EA5FB2D-089C-4AAA-A0F6-63BC13745CD6}" dt="2024-07-16T07:31:51.127" v="121" actId="700"/>
        <pc:sldMkLst>
          <pc:docMk/>
          <pc:sldMk cId="524493307" sldId="586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32:24.800" v="134" actId="207"/>
        <pc:sldMkLst>
          <pc:docMk/>
          <pc:sldMk cId="672791397" sldId="587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32:37.495" v="137"/>
        <pc:sldMkLst>
          <pc:docMk/>
          <pc:sldMk cId="4012231221" sldId="588"/>
        </pc:sldMkLst>
      </pc:sldChg>
      <pc:sldChg chg="modSp mod modClrScheme chgLayout">
        <pc:chgData name="Shailendra Chauhan" userId="a7d3133f-e197-4b90-bf63-99a63a264234" providerId="ADAL" clId="{1EA5FB2D-089C-4AAA-A0F6-63BC13745CD6}" dt="2024-07-16T07:32:43.583" v="138" actId="700"/>
        <pc:sldMkLst>
          <pc:docMk/>
          <pc:sldMk cId="4149396375" sldId="589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33:16.181" v="146" actId="20577"/>
        <pc:sldMkLst>
          <pc:docMk/>
          <pc:sldMk cId="111118394" sldId="590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34:37.365" v="167"/>
        <pc:sldMkLst>
          <pc:docMk/>
          <pc:sldMk cId="131756490" sldId="591"/>
        </pc:sldMkLst>
      </pc:sldChg>
      <pc:sldChg chg="modSp mod modClrScheme chgLayout">
        <pc:chgData name="Shailendra Chauhan" userId="a7d3133f-e197-4b90-bf63-99a63a264234" providerId="ADAL" clId="{1EA5FB2D-089C-4AAA-A0F6-63BC13745CD6}" dt="2024-07-16T07:34:44.446" v="168" actId="700"/>
        <pc:sldMkLst>
          <pc:docMk/>
          <pc:sldMk cId="2907999635" sldId="592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35:54.475" v="182" actId="255"/>
        <pc:sldMkLst>
          <pc:docMk/>
          <pc:sldMk cId="2059718781" sldId="593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37:17.481" v="198"/>
        <pc:sldMkLst>
          <pc:docMk/>
          <pc:sldMk cId="3204914350" sldId="595"/>
        </pc:sldMkLst>
      </pc:sldChg>
      <pc:sldChg chg="modSp mod modClrScheme chgLayout">
        <pc:chgData name="Shailendra Chauhan" userId="a7d3133f-e197-4b90-bf63-99a63a264234" providerId="ADAL" clId="{1EA5FB2D-089C-4AAA-A0F6-63BC13745CD6}" dt="2024-07-16T07:37:24.223" v="199" actId="700"/>
        <pc:sldMkLst>
          <pc:docMk/>
          <pc:sldMk cId="3414894556" sldId="596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37:52.880" v="212" actId="255"/>
        <pc:sldMkLst>
          <pc:docMk/>
          <pc:sldMk cId="1836136347" sldId="597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36:13.223" v="186" actId="1076"/>
        <pc:sldMkLst>
          <pc:docMk/>
          <pc:sldMk cId="2559993503" sldId="598"/>
        </pc:sldMkLst>
      </pc:sldChg>
      <pc:sldChg chg="modSp mod modClrScheme chgLayout">
        <pc:chgData name="Shailendra Chauhan" userId="a7d3133f-e197-4b90-bf63-99a63a264234" providerId="ADAL" clId="{1EA5FB2D-089C-4AAA-A0F6-63BC13745CD6}" dt="2024-07-16T07:36:34.048" v="187" actId="700"/>
        <pc:sldMkLst>
          <pc:docMk/>
          <pc:sldMk cId="2491449971" sldId="599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37:02.022" v="195" actId="6549"/>
        <pc:sldMkLst>
          <pc:docMk/>
          <pc:sldMk cId="3451690377" sldId="600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38:42.355" v="218" actId="1076"/>
        <pc:sldMkLst>
          <pc:docMk/>
          <pc:sldMk cId="2521017939" sldId="601"/>
        </pc:sldMkLst>
      </pc:sldChg>
      <pc:sldChg chg="modSp mod modClrScheme chgLayout">
        <pc:chgData name="Shailendra Chauhan" userId="a7d3133f-e197-4b90-bf63-99a63a264234" providerId="ADAL" clId="{1EA5FB2D-089C-4AAA-A0F6-63BC13745CD6}" dt="2024-07-16T07:38:47.296" v="219" actId="700"/>
        <pc:sldMkLst>
          <pc:docMk/>
          <pc:sldMk cId="3278573529" sldId="602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39:23.094" v="232" actId="255"/>
        <pc:sldMkLst>
          <pc:docMk/>
          <pc:sldMk cId="3896445004" sldId="603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33:28.796" v="149"/>
        <pc:sldMkLst>
          <pc:docMk/>
          <pc:sldMk cId="2439054629" sldId="604"/>
        </pc:sldMkLst>
      </pc:sldChg>
      <pc:sldChg chg="modSp mod setBg modClrScheme chgLayout">
        <pc:chgData name="Shailendra Chauhan" userId="a7d3133f-e197-4b90-bf63-99a63a264234" providerId="ADAL" clId="{1EA5FB2D-089C-4AAA-A0F6-63BC13745CD6}" dt="2024-07-16T07:33:46.608" v="151"/>
        <pc:sldMkLst>
          <pc:docMk/>
          <pc:sldMk cId="624233011" sldId="605"/>
        </pc:sldMkLst>
      </pc:sldChg>
      <pc:sldChg chg="addSp modSp mod modClrScheme chgLayout">
        <pc:chgData name="Shailendra Chauhan" userId="a7d3133f-e197-4b90-bf63-99a63a264234" providerId="ADAL" clId="{1EA5FB2D-089C-4AAA-A0F6-63BC13745CD6}" dt="2024-07-16T07:34:22.078" v="164" actId="6549"/>
        <pc:sldMkLst>
          <pc:docMk/>
          <pc:sldMk cId="819147925" sldId="606"/>
        </pc:sldMkLst>
      </pc:sldChg>
      <pc:sldChg chg="modSp mod">
        <pc:chgData name="Shailendra Chauhan" userId="a7d3133f-e197-4b90-bf63-99a63a264234" providerId="ADAL" clId="{1EA5FB2D-089C-4AAA-A0F6-63BC13745CD6}" dt="2024-07-16T07:23:58.689" v="1" actId="27636"/>
        <pc:sldMkLst>
          <pc:docMk/>
          <pc:sldMk cId="3987668375" sldId="607"/>
        </pc:sldMkLst>
      </pc:sldChg>
      <pc:sldChg chg="addSp delSp modSp new mod modClrScheme chgLayout">
        <pc:chgData name="Shailendra Chauhan" userId="a7d3133f-e197-4b90-bf63-99a63a264234" providerId="ADAL" clId="{1EA5FB2D-089C-4AAA-A0F6-63BC13745CD6}" dt="2024-07-16T07:26:18.177" v="36" actId="20577"/>
        <pc:sldMkLst>
          <pc:docMk/>
          <pc:sldMk cId="32579666" sldId="608"/>
        </pc:sldMkLst>
      </pc:sldChg>
      <pc:sldMasterChg chg="modSldLayout">
        <pc:chgData name="Shailendra Chauhan" userId="a7d3133f-e197-4b90-bf63-99a63a264234" providerId="ADAL" clId="{1EA5FB2D-089C-4AAA-A0F6-63BC13745CD6}" dt="2024-07-16T07:23:58.649" v="0"/>
        <pc:sldMasterMkLst>
          <pc:docMk/>
          <pc:sldMasterMk cId="1686146062" sldId="2147483697"/>
        </pc:sldMasterMkLst>
        <pc:sldLayoutChg chg="delSp">
          <pc:chgData name="Shailendra Chauhan" userId="a7d3133f-e197-4b90-bf63-99a63a264234" providerId="ADAL" clId="{1EA5FB2D-089C-4AAA-A0F6-63BC13745CD6}" dt="2024-07-16T07:23:58.649" v="0"/>
          <pc:sldLayoutMkLst>
            <pc:docMk/>
            <pc:sldMasterMk cId="1686146062" sldId="2147483697"/>
            <pc:sldLayoutMk cId="317963760" sldId="2147483723"/>
          </pc:sldLayoutMkLst>
        </pc:sldLayoutChg>
      </pc:sldMasterChg>
    </pc:docChg>
  </pc:docChgLst>
  <pc:docChgLst>
    <pc:chgData name="Venkataramanan Amirthalingam" userId="4d061ca2-e95c-4cea-aac4-ded24a5cea8d" providerId="ADAL" clId="{26051C69-8CB8-7848-8F56-47D66E22C060}"/>
    <pc:docChg chg="custSel addSld modSld">
      <pc:chgData name="Venkataramanan Amirthalingam" userId="4d061ca2-e95c-4cea-aac4-ded24a5cea8d" providerId="ADAL" clId="{26051C69-8CB8-7848-8F56-47D66E22C060}" dt="2025-06-29T16:38:13.069" v="40" actId="767"/>
      <pc:docMkLst>
        <pc:docMk/>
      </pc:docMkLst>
      <pc:sldChg chg="addSp modSp mod">
        <pc:chgData name="Venkataramanan Amirthalingam" userId="4d061ca2-e95c-4cea-aac4-ded24a5cea8d" providerId="ADAL" clId="{26051C69-8CB8-7848-8F56-47D66E22C060}" dt="2025-06-29T16:38:13.069" v="40" actId="767"/>
        <pc:sldMkLst>
          <pc:docMk/>
          <pc:sldMk cId="3278573529" sldId="602"/>
        </pc:sldMkLst>
        <pc:spChg chg="add mod">
          <ac:chgData name="Venkataramanan Amirthalingam" userId="4d061ca2-e95c-4cea-aac4-ded24a5cea8d" providerId="ADAL" clId="{26051C69-8CB8-7848-8F56-47D66E22C060}" dt="2025-06-29T16:37:56.816" v="35" actId="20577"/>
          <ac:spMkLst>
            <pc:docMk/>
            <pc:sldMk cId="3278573529" sldId="602"/>
            <ac:spMk id="4" creationId="{8547494A-32D7-32A5-190C-CAB8BB862B0B}"/>
          </ac:spMkLst>
        </pc:spChg>
        <pc:spChg chg="add mod">
          <ac:chgData name="Venkataramanan Amirthalingam" userId="4d061ca2-e95c-4cea-aac4-ded24a5cea8d" providerId="ADAL" clId="{26051C69-8CB8-7848-8F56-47D66E22C060}" dt="2025-06-29T16:38:00.312" v="36" actId="20577"/>
          <ac:spMkLst>
            <pc:docMk/>
            <pc:sldMk cId="3278573529" sldId="602"/>
            <ac:spMk id="5" creationId="{54DCCE1E-F668-17CA-AC3E-7584CBC2220D}"/>
          </ac:spMkLst>
        </pc:spChg>
        <pc:spChg chg="add mod">
          <ac:chgData name="Venkataramanan Amirthalingam" userId="4d061ca2-e95c-4cea-aac4-ded24a5cea8d" providerId="ADAL" clId="{26051C69-8CB8-7848-8F56-47D66E22C060}" dt="2025-06-29T16:38:12.275" v="39" actId="207"/>
          <ac:spMkLst>
            <pc:docMk/>
            <pc:sldMk cId="3278573529" sldId="602"/>
            <ac:spMk id="6" creationId="{15C2E293-5699-9094-07FC-F1BA33D95D68}"/>
          </ac:spMkLst>
        </pc:spChg>
        <pc:spChg chg="add mod">
          <ac:chgData name="Venkataramanan Amirthalingam" userId="4d061ca2-e95c-4cea-aac4-ded24a5cea8d" providerId="ADAL" clId="{26051C69-8CB8-7848-8F56-47D66E22C060}" dt="2025-06-29T16:38:13.069" v="40" actId="767"/>
          <ac:spMkLst>
            <pc:docMk/>
            <pc:sldMk cId="3278573529" sldId="602"/>
            <ac:spMk id="7" creationId="{103AF367-1833-ACD8-FAB6-C6BEA004EE76}"/>
          </ac:spMkLst>
        </pc:spChg>
      </pc:sldChg>
      <pc:sldChg chg="addSp delSp modSp new mod">
        <pc:chgData name="Venkataramanan Amirthalingam" userId="4d061ca2-e95c-4cea-aac4-ded24a5cea8d" providerId="ADAL" clId="{26051C69-8CB8-7848-8F56-47D66E22C060}" dt="2025-06-29T15:59:59.134" v="10" actId="207"/>
        <pc:sldMkLst>
          <pc:docMk/>
          <pc:sldMk cId="392169410" sldId="609"/>
        </pc:sldMkLst>
        <pc:spChg chg="del mod">
          <ac:chgData name="Venkataramanan Amirthalingam" userId="4d061ca2-e95c-4cea-aac4-ded24a5cea8d" providerId="ADAL" clId="{26051C69-8CB8-7848-8F56-47D66E22C060}" dt="2025-06-29T15:59:18.257" v="2" actId="478"/>
          <ac:spMkLst>
            <pc:docMk/>
            <pc:sldMk cId="392169410" sldId="609"/>
            <ac:spMk id="2" creationId="{74700023-77AB-5425-7CD3-A1C96D650FE7}"/>
          </ac:spMkLst>
        </pc:spChg>
        <pc:spChg chg="add">
          <ac:chgData name="Venkataramanan Amirthalingam" userId="4d061ca2-e95c-4cea-aac4-ded24a5cea8d" providerId="ADAL" clId="{26051C69-8CB8-7848-8F56-47D66E22C060}" dt="2025-06-29T15:59:24.633" v="3" actId="11529"/>
          <ac:spMkLst>
            <pc:docMk/>
            <pc:sldMk cId="392169410" sldId="609"/>
            <ac:spMk id="4" creationId="{3EF72517-0A29-1E92-127F-A22A484C36D4}"/>
          </ac:spMkLst>
        </pc:spChg>
        <pc:spChg chg="add mod">
          <ac:chgData name="Venkataramanan Amirthalingam" userId="4d061ca2-e95c-4cea-aac4-ded24a5cea8d" providerId="ADAL" clId="{26051C69-8CB8-7848-8F56-47D66E22C060}" dt="2025-06-29T15:59:45.968" v="8" actId="207"/>
          <ac:spMkLst>
            <pc:docMk/>
            <pc:sldMk cId="392169410" sldId="609"/>
            <ac:spMk id="5" creationId="{5A90CD7F-F417-7A01-E7EE-74C7EEF922C6}"/>
          </ac:spMkLst>
        </pc:spChg>
        <pc:spChg chg="add mod">
          <ac:chgData name="Venkataramanan Amirthalingam" userId="4d061ca2-e95c-4cea-aac4-ded24a5cea8d" providerId="ADAL" clId="{26051C69-8CB8-7848-8F56-47D66E22C060}" dt="2025-06-29T15:59:59.134" v="10" actId="207"/>
          <ac:spMkLst>
            <pc:docMk/>
            <pc:sldMk cId="392169410" sldId="609"/>
            <ac:spMk id="6" creationId="{F8BD474D-76F5-68CB-A33F-837AFBDB4F5C}"/>
          </ac:spMkLst>
        </pc:spChg>
      </pc:sldChg>
      <pc:sldChg chg="addSp delSp modSp new mod">
        <pc:chgData name="Venkataramanan Amirthalingam" userId="4d061ca2-e95c-4cea-aac4-ded24a5cea8d" providerId="ADAL" clId="{26051C69-8CB8-7848-8F56-47D66E22C060}" dt="2025-06-29T16:11:20.913" v="27" actId="478"/>
        <pc:sldMkLst>
          <pc:docMk/>
          <pc:sldMk cId="4013044018" sldId="610"/>
        </pc:sldMkLst>
        <pc:spChg chg="del">
          <ac:chgData name="Venkataramanan Amirthalingam" userId="4d061ca2-e95c-4cea-aac4-ded24a5cea8d" providerId="ADAL" clId="{26051C69-8CB8-7848-8F56-47D66E22C060}" dt="2025-06-29T16:10:02.383" v="12" actId="478"/>
          <ac:spMkLst>
            <pc:docMk/>
            <pc:sldMk cId="4013044018" sldId="610"/>
            <ac:spMk id="2" creationId="{ED25C5A7-DC63-92D2-0D2F-2940CF503171}"/>
          </ac:spMkLst>
        </pc:spChg>
        <pc:spChg chg="add">
          <ac:chgData name="Venkataramanan Amirthalingam" userId="4d061ca2-e95c-4cea-aac4-ded24a5cea8d" providerId="ADAL" clId="{26051C69-8CB8-7848-8F56-47D66E22C060}" dt="2025-06-29T16:10:17.834" v="13" actId="11529"/>
          <ac:spMkLst>
            <pc:docMk/>
            <pc:sldMk cId="4013044018" sldId="610"/>
            <ac:spMk id="4" creationId="{26998011-87B8-4D10-A15B-96522CEF84F7}"/>
          </ac:spMkLst>
        </pc:spChg>
        <pc:spChg chg="add mod">
          <ac:chgData name="Venkataramanan Amirthalingam" userId="4d061ca2-e95c-4cea-aac4-ded24a5cea8d" providerId="ADAL" clId="{26051C69-8CB8-7848-8F56-47D66E22C060}" dt="2025-06-29T16:10:29.894" v="15" actId="207"/>
          <ac:spMkLst>
            <pc:docMk/>
            <pc:sldMk cId="4013044018" sldId="610"/>
            <ac:spMk id="5" creationId="{3DD0769E-3F74-D5CD-EBD9-870BDE41A56F}"/>
          </ac:spMkLst>
        </pc:spChg>
        <pc:spChg chg="add mod">
          <ac:chgData name="Venkataramanan Amirthalingam" userId="4d061ca2-e95c-4cea-aac4-ded24a5cea8d" providerId="ADAL" clId="{26051C69-8CB8-7848-8F56-47D66E22C060}" dt="2025-06-29T16:10:40.145" v="19" actId="207"/>
          <ac:spMkLst>
            <pc:docMk/>
            <pc:sldMk cId="4013044018" sldId="610"/>
            <ac:spMk id="6" creationId="{E1BEB244-C55E-43E3-49EF-F776A5E25EFF}"/>
          </ac:spMkLst>
        </pc:spChg>
        <pc:spChg chg="add mod">
          <ac:chgData name="Venkataramanan Amirthalingam" userId="4d061ca2-e95c-4cea-aac4-ded24a5cea8d" providerId="ADAL" clId="{26051C69-8CB8-7848-8F56-47D66E22C060}" dt="2025-06-29T16:10:48.771" v="22" actId="207"/>
          <ac:spMkLst>
            <pc:docMk/>
            <pc:sldMk cId="4013044018" sldId="610"/>
            <ac:spMk id="7" creationId="{735E17BB-4DF2-DC1A-FB4D-334B94BC1FFC}"/>
          </ac:spMkLst>
        </pc:spChg>
        <pc:spChg chg="add del mod">
          <ac:chgData name="Venkataramanan Amirthalingam" userId="4d061ca2-e95c-4cea-aac4-ded24a5cea8d" providerId="ADAL" clId="{26051C69-8CB8-7848-8F56-47D66E22C060}" dt="2025-06-29T16:11:20.913" v="27" actId="478"/>
          <ac:spMkLst>
            <pc:docMk/>
            <pc:sldMk cId="4013044018" sldId="610"/>
            <ac:spMk id="8" creationId="{D333849F-2CF2-677B-E8F2-A312F8B47F26}"/>
          </ac:spMkLst>
        </pc:spChg>
      </pc:sldChg>
    </pc:docChg>
  </pc:docChgLst>
  <pc:docChgLst>
    <pc:chgData name="Shailendra Chauhan" userId="a7d3133f-e197-4b90-bf63-99a63a264234" providerId="ADAL" clId="{8229E072-C65D-4CF5-A945-65EA6251CA2B}"/>
    <pc:docChg chg="custSel modSld">
      <pc:chgData name="Shailendra Chauhan" userId="a7d3133f-e197-4b90-bf63-99a63a264234" providerId="ADAL" clId="{8229E072-C65D-4CF5-A945-65EA6251CA2B}" dt="2024-10-26T01:51:50.926" v="17" actId="27636"/>
      <pc:docMkLst>
        <pc:docMk/>
      </pc:docMkLst>
      <pc:sldChg chg="modSp mod">
        <pc:chgData name="Shailendra Chauhan" userId="a7d3133f-e197-4b90-bf63-99a63a264234" providerId="ADAL" clId="{8229E072-C65D-4CF5-A945-65EA6251CA2B}" dt="2024-10-26T01:43:42.587" v="10" actId="255"/>
        <pc:sldMkLst>
          <pc:docMk/>
          <pc:sldMk cId="131756490" sldId="591"/>
        </pc:sldMkLst>
      </pc:sldChg>
      <pc:sldChg chg="modSp mod modClrScheme chgLayout">
        <pc:chgData name="Shailendra Chauhan" userId="a7d3133f-e197-4b90-bf63-99a63a264234" providerId="ADAL" clId="{8229E072-C65D-4CF5-A945-65EA6251CA2B}" dt="2024-10-26T01:51:50.926" v="17" actId="27636"/>
        <pc:sldMkLst>
          <pc:docMk/>
          <pc:sldMk cId="2559993503" sldId="598"/>
        </pc:sldMkLst>
      </pc:sldChg>
    </pc:docChg>
  </pc:docChgLst>
  <pc:docChgLst>
    <pc:chgData name="Shailendra Chauhan" userId="a7d3133f-e197-4b90-bf63-99a63a264234" providerId="ADAL" clId="{B2D5F15D-1F0C-48D7-B193-80773D8F99E6}"/>
    <pc:docChg chg="modSld">
      <pc:chgData name="Shailendra Chauhan" userId="a7d3133f-e197-4b90-bf63-99a63a264234" providerId="ADAL" clId="{B2D5F15D-1F0C-48D7-B193-80773D8F99E6}" dt="2025-05-11T13:52:30.791" v="46" actId="20577"/>
      <pc:docMkLst>
        <pc:docMk/>
      </pc:docMkLst>
      <pc:sldChg chg="modSp mod">
        <pc:chgData name="Shailendra Chauhan" userId="a7d3133f-e197-4b90-bf63-99a63a264234" providerId="ADAL" clId="{B2D5F15D-1F0C-48D7-B193-80773D8F99E6}" dt="2025-05-11T13:43:28.413" v="0" actId="1076"/>
        <pc:sldMkLst>
          <pc:docMk/>
          <pc:sldMk cId="321239286" sldId="582"/>
        </pc:sldMkLst>
        <pc:picChg chg="mod">
          <ac:chgData name="Shailendra Chauhan" userId="a7d3133f-e197-4b90-bf63-99a63a264234" providerId="ADAL" clId="{B2D5F15D-1F0C-48D7-B193-80773D8F99E6}" dt="2025-05-11T13:43:28.413" v="0" actId="1076"/>
          <ac:picMkLst>
            <pc:docMk/>
            <pc:sldMk cId="321239286" sldId="582"/>
            <ac:picMk id="6" creationId="{00000000-0000-0000-0000-000000000000}"/>
          </ac:picMkLst>
        </pc:picChg>
      </pc:sldChg>
      <pc:sldChg chg="modSp modAnim">
        <pc:chgData name="Shailendra Chauhan" userId="a7d3133f-e197-4b90-bf63-99a63a264234" providerId="ADAL" clId="{B2D5F15D-1F0C-48D7-B193-80773D8F99E6}" dt="2025-05-11T13:52:30.791" v="46" actId="20577"/>
        <pc:sldMkLst>
          <pc:docMk/>
          <pc:sldMk cId="2907999635" sldId="592"/>
        </pc:sldMkLst>
        <pc:spChg chg="mod">
          <ac:chgData name="Shailendra Chauhan" userId="a7d3133f-e197-4b90-bf63-99a63a264234" providerId="ADAL" clId="{B2D5F15D-1F0C-48D7-B193-80773D8F99E6}" dt="2025-05-11T13:52:30.791" v="46" actId="20577"/>
          <ac:spMkLst>
            <pc:docMk/>
            <pc:sldMk cId="2907999635" sldId="592"/>
            <ac:spMk id="2" creationId="{00000000-0000-0000-0000-000000000000}"/>
          </ac:spMkLst>
        </pc:spChg>
      </pc:sldChg>
    </pc:docChg>
  </pc:docChgLst>
  <pc:docChgLst>
    <pc:chgData name="Shailendra Chauhan" userId="a7d3133f-e197-4b90-bf63-99a63a264234" providerId="ADAL" clId="{2019B370-8E6F-44B4-BBBF-A92799B56A62}"/>
    <pc:docChg chg="custSel modSld">
      <pc:chgData name="Shailendra Chauhan" userId="a7d3133f-e197-4b90-bf63-99a63a264234" providerId="ADAL" clId="{2019B370-8E6F-44B4-BBBF-A92799B56A62}" dt="2024-08-25T13:46:31.103" v="11" actId="123"/>
      <pc:docMkLst>
        <pc:docMk/>
      </pc:docMkLst>
      <pc:sldChg chg="modSp mod chgLayout">
        <pc:chgData name="Shailendra Chauhan" userId="a7d3133f-e197-4b90-bf63-99a63a264234" providerId="ADAL" clId="{2019B370-8E6F-44B4-BBBF-A92799B56A62}" dt="2024-08-25T12:47:28.774" v="6" actId="255"/>
        <pc:sldMkLst>
          <pc:docMk/>
          <pc:sldMk cId="3987668375" sldId="607"/>
        </pc:sldMkLst>
      </pc:sldChg>
      <pc:sldChg chg="modSp mod">
        <pc:chgData name="Shailendra Chauhan" userId="a7d3133f-e197-4b90-bf63-99a63a264234" providerId="ADAL" clId="{2019B370-8E6F-44B4-BBBF-A92799B56A62}" dt="2024-08-25T13:46:31.103" v="11" actId="123"/>
        <pc:sldMkLst>
          <pc:docMk/>
          <pc:sldMk cId="32579666" sldId="6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15C61-0398-4C51-8D5A-E7C1224117FB}" type="datetimeFigureOut">
              <a:rPr lang="en-US" smtClean="0"/>
              <a:t>6/29/25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B3E6D-78B7-448A-943B-FF5E6AE1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8773F-F672-41CF-AE0C-76B333D9A322}" type="datetimeFigureOut">
              <a:rPr lang="en-US" smtClean="0"/>
              <a:t>6/29/25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DD7D5-A1E7-4E59-B251-136D919D9E0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urnaldev.com/1769/visitor-design-pattern-java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should</a:t>
            </a:r>
            <a:r>
              <a:rPr lang="en-US" baseline="0" dirty="0"/>
              <a:t> have at least 5-6 </a:t>
            </a:r>
            <a:r>
              <a:rPr lang="en-US" dirty="0"/>
              <a:t>handlers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Allows you to add handlers dynamically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5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baseline="0" dirty="0"/>
              <a:t> real life example is visiting cards in a 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75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7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should</a:t>
            </a:r>
            <a:r>
              <a:rPr lang="en-US" baseline="0" dirty="0"/>
              <a:t> have at least 5-6 </a:t>
            </a:r>
            <a:r>
              <a:rPr lang="en-US" dirty="0"/>
              <a:t>handlers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Allows you to add handlers dynamically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32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baseline="0" dirty="0"/>
              <a:t> real life example is visiting cards in a 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85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6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should</a:t>
            </a:r>
            <a:r>
              <a:rPr lang="en-US" baseline="0" dirty="0"/>
              <a:t> have at least 5-6 </a:t>
            </a:r>
            <a:r>
              <a:rPr lang="en-US" dirty="0"/>
              <a:t>handlers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Allows you to add handlers dynamically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43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baseline="0" dirty="0"/>
              <a:t> real life example is visiting cards in a 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35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41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should</a:t>
            </a:r>
            <a:r>
              <a:rPr lang="en-US" baseline="0" dirty="0"/>
              <a:t> have at least 5-6 </a:t>
            </a:r>
            <a:r>
              <a:rPr lang="en-US" dirty="0"/>
              <a:t>handlers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Allows you to add handlers dynamically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7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baseline="0" dirty="0"/>
              <a:t> real life example is visiting cards in a 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01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98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 traffic controller is a great example of mediator pattern where the airport control room works as a mediator for communication between different flights. Mediator works as a router between objects and it can have it’s own logic to provide way of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71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baseline="0" dirty="0"/>
              <a:t> real life example is visiting cards in a 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55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427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 traffic controller is a great example of mediator pattern where the airport control room works as a mediator for communication between different flights. Mediator works as a router between objects and it can have it’s own logic to provide way of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7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136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170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 traffic controller is a great example of mediator pattern where the airport control room works as a mediator for communication between different flights. Mediator works as a router between objects and it can have it’s own logic to provide way of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56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https://howtodoinjava.com/design-patterns/behavioral/observer-design-pattern/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40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30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 to State Machine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002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446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3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90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Strategy for Going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office.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client will select one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via Car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via Bike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via bus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via train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63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7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</a:t>
            </a:r>
            <a:r>
              <a:rPr lang="en-US" baseline="0" dirty="0"/>
              <a:t> abstract class as a template with necessary functionalities.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738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347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13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en-US" dirty="0"/>
              <a:t>Enables loose coupling and addition of new operations without changing the existing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680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Visitor Design Pattern in Java - </a:t>
            </a:r>
            <a:r>
              <a:rPr lang="en-US" dirty="0" err="1">
                <a:hlinkClick r:id="rId3"/>
              </a:rPr>
              <a:t>JournalDev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22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4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87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576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05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14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34256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94371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89160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4722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63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01511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33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59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15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30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62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361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707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33033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76554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57738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7366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8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18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02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0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ing and Content Lev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593670"/>
            <a:ext cx="11122056" cy="474181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rgbClr val="002060"/>
                </a:solidFill>
                <a:latin typeface="+mj-lt"/>
              </a:defRPr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2400" baseline="0">
                <a:solidFill>
                  <a:srgbClr val="002060"/>
                </a:solidFill>
                <a:latin typeface="+mj-lt"/>
              </a:defRPr>
            </a:lvl2pPr>
            <a:lvl3pPr>
              <a:lnSpc>
                <a:spcPct val="100000"/>
              </a:lnSpc>
              <a:defRPr sz="2000">
                <a:solidFill>
                  <a:srgbClr val="002060"/>
                </a:solidFill>
                <a:latin typeface="+mj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FCD1B7-37B1-8313-3EBF-3154A075CF7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522513"/>
            <a:ext cx="11122056" cy="63342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600" b="0">
                <a:solidFill>
                  <a:srgbClr val="0070C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96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0"/>
          </p:nvPr>
        </p:nvSpPr>
        <p:spPr>
          <a:xfrm>
            <a:off x="493295" y="539363"/>
            <a:ext cx="11122056" cy="83187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4400" b="0">
                <a:solidFill>
                  <a:srgbClr val="0070C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943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4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A6826-4BE1-BFC3-29A6-0A91F80CAF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dirty="0" err="1"/>
              <a:t>Behavioural</a:t>
            </a:r>
            <a:r>
              <a:rPr lang="en-US" sz="1800" dirty="0"/>
              <a:t> Design Patterns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Chain of Responsibility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Command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Interpreter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Iterator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Mediator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Memento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Observer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State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Strategy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Visitor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Template 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3399D-374A-F280-1E56-D2DD8F1EF4A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 err="1"/>
              <a:t>Behavioural</a:t>
            </a:r>
            <a:r>
              <a:rPr lang="en-US" sz="4000" dirty="0"/>
              <a:t> Design Patterns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DC10F-8817-28B9-EDAB-30E78B87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8766837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5C9742-C884-EAD9-EB9D-BF318239C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Deal with the process of communication, managing relationships, and responsibilities between objects</a:t>
            </a:r>
            <a:r>
              <a:rPr lang="en-US" dirty="0"/>
              <a:t>. </a:t>
            </a:r>
            <a:endParaRPr lang="en-US" sz="2400" dirty="0"/>
          </a:p>
          <a:p>
            <a:pPr lvl="1" algn="just">
              <a:lnSpc>
                <a:spcPct val="100000"/>
              </a:lnSpc>
            </a:pPr>
            <a:r>
              <a:rPr lang="en-US" sz="2000" dirty="0"/>
              <a:t>Chain of Responsibility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Command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Interpreter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Iterator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Mediator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Memento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Observer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State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Strategy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Visitor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Template Method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78C7D4-D53E-5585-8174-72436464574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Behavioral Design Patterns (11 Design Patterns)</a:t>
            </a:r>
          </a:p>
        </p:txBody>
      </p:sp>
    </p:spTree>
    <p:extLst>
      <p:ext uri="{BB962C8B-B14F-4D97-AF65-F5344CB8AC3E}">
        <p14:creationId xmlns:p14="http://schemas.microsoft.com/office/powerpoint/2010/main" val="3257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Chain of Responsibility Pattern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Help to perform</a:t>
            </a:r>
            <a:r>
              <a:rPr lang="en-US" b="1" dirty="0"/>
              <a:t> </a:t>
            </a:r>
            <a:r>
              <a:rPr lang="en-US" dirty="0"/>
              <a:t>a multi-steps (a chain of steps) request process.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Decouples sender and receiver based on the type of request.</a:t>
            </a:r>
            <a:endParaRPr lang="en-US" sz="2800" dirty="0"/>
          </a:p>
        </p:txBody>
      </p:sp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4"/>
          <a:stretch/>
        </p:blipFill>
        <p:spPr bwMode="auto">
          <a:xfrm>
            <a:off x="2403981" y="2777825"/>
            <a:ext cx="5715000" cy="26823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484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11098" y="1524000"/>
            <a:ext cx="5886450" cy="3810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Real Life Example</a:t>
            </a:r>
          </a:p>
        </p:txBody>
      </p:sp>
    </p:spTree>
    <p:extLst>
      <p:ext uri="{BB962C8B-B14F-4D97-AF65-F5344CB8AC3E}">
        <p14:creationId xmlns:p14="http://schemas.microsoft.com/office/powerpoint/2010/main" val="4017937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Multi-Steps Request Process</a:t>
            </a:r>
          </a:p>
          <a:p>
            <a:r>
              <a:rPr lang="en-US" dirty="0"/>
              <a:t>Approval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Chain of Responsibility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377745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811A5-7BDA-939D-B39D-B1C68DE6F58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F72517-0A29-1E92-127F-A22A484C36D4}"/>
              </a:ext>
            </a:extLst>
          </p:cNvPr>
          <p:cNvSpPr/>
          <p:nvPr/>
        </p:nvSpPr>
        <p:spPr>
          <a:xfrm>
            <a:off x="1387366" y="2039007"/>
            <a:ext cx="1051034" cy="10089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90CD7F-F417-7A01-E7EE-74C7EEF922C6}"/>
              </a:ext>
            </a:extLst>
          </p:cNvPr>
          <p:cNvSpPr/>
          <p:nvPr/>
        </p:nvSpPr>
        <p:spPr>
          <a:xfrm>
            <a:off x="2874580" y="2039007"/>
            <a:ext cx="1051034" cy="1008993"/>
          </a:xfrm>
          <a:prstGeom prst="ellipse">
            <a:avLst/>
          </a:prstGeom>
          <a:solidFill>
            <a:srgbClr val="FFCB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BD474D-76F5-68CB-A33F-837AFBDB4F5C}"/>
              </a:ext>
            </a:extLst>
          </p:cNvPr>
          <p:cNvSpPr/>
          <p:nvPr/>
        </p:nvSpPr>
        <p:spPr>
          <a:xfrm>
            <a:off x="4361794" y="2039007"/>
            <a:ext cx="1051034" cy="100899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304C-9123-5C14-7F48-3EAA980D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Chain of Responsibility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386040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In this pattern, a request is wrapped under an object as a command and passed to invoker object.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Invoker object pass the command to the appropriate object which can handle it and that object executes the command.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Command Pattern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184" y="3522193"/>
            <a:ext cx="6420746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9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78476" y="1951038"/>
            <a:ext cx="4924425" cy="310515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Real Life Example</a:t>
            </a:r>
          </a:p>
        </p:txBody>
      </p:sp>
    </p:spTree>
    <p:extLst>
      <p:ext uri="{BB962C8B-B14F-4D97-AF65-F5344CB8AC3E}">
        <p14:creationId xmlns:p14="http://schemas.microsoft.com/office/powerpoint/2010/main" val="149975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Menu systems in applications such as Editor, IDE etc.</a:t>
            </a:r>
          </a:p>
          <a:p>
            <a:r>
              <a:rPr lang="en-US" dirty="0"/>
              <a:t>Update UI via commands</a:t>
            </a:r>
          </a:p>
          <a:p>
            <a:r>
              <a:rPr lang="en-US" dirty="0"/>
              <a:t>Auditing and logging of all changes via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Command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33999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FB36-D81C-617E-13AB-A0695B0F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2142731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Interpreter Pattern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/>
              <a:t>Evaluates/interprets the instructions (Source Code) written in a language grammar or notation. </a:t>
            </a:r>
          </a:p>
          <a:p>
            <a:pPr algn="just">
              <a:lnSpc>
                <a:spcPct val="100000"/>
              </a:lnSpc>
            </a:pPr>
            <a:r>
              <a:rPr lang="en-US" sz="2800" dirty="0"/>
              <a:t>Involves implementing an expression interface which tells to interpret a particular context. 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t="2323" b="10138"/>
          <a:stretch/>
        </p:blipFill>
        <p:spPr>
          <a:xfrm>
            <a:off x="3937706" y="3528290"/>
            <a:ext cx="4310367" cy="290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8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Compiler</a:t>
            </a:r>
          </a:p>
          <a:p>
            <a:r>
              <a:rPr lang="en-US" dirty="0"/>
              <a:t>Language Interpreter/Translator</a:t>
            </a:r>
          </a:p>
          <a:p>
            <a:r>
              <a:rPr lang="en-US" dirty="0"/>
              <a:t>String/Data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Interpreter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205811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D5A6-4FD9-68B8-0A71-D797E8F30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Interpreter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3418769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/>
              <a:t>Provides a way to access the elements from a collection in a sequential manner without exposing its underlying structure.</a:t>
            </a:r>
          </a:p>
          <a:p>
            <a:pPr algn="just">
              <a:lnSpc>
                <a:spcPct val="100000"/>
              </a:lnSpc>
            </a:pPr>
            <a:r>
              <a:rPr lang="en-US" sz="2800" dirty="0"/>
              <a:t>Read-only access and no access to inner collection.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Iterator Pattern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b="8184"/>
          <a:stretch/>
        </p:blipFill>
        <p:spPr>
          <a:xfrm>
            <a:off x="3531301" y="3041101"/>
            <a:ext cx="4248150" cy="310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983B8-889A-D39D-F9CC-023A8CC52E1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998011-87B8-4D10-A15B-96522CEF84F7}"/>
              </a:ext>
            </a:extLst>
          </p:cNvPr>
          <p:cNvSpPr/>
          <p:nvPr/>
        </p:nvSpPr>
        <p:spPr>
          <a:xfrm>
            <a:off x="893379" y="1860331"/>
            <a:ext cx="8502869" cy="1376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DD0769E-3F74-D5CD-EBD9-870BDE41A56F}"/>
              </a:ext>
            </a:extLst>
          </p:cNvPr>
          <p:cNvSpPr/>
          <p:nvPr/>
        </p:nvSpPr>
        <p:spPr>
          <a:xfrm>
            <a:off x="1250731" y="2165131"/>
            <a:ext cx="840828" cy="69368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BEB244-C55E-43E3-49EF-F776A5E25EFF}"/>
              </a:ext>
            </a:extLst>
          </p:cNvPr>
          <p:cNvSpPr/>
          <p:nvPr/>
        </p:nvSpPr>
        <p:spPr>
          <a:xfrm>
            <a:off x="2653862" y="2165131"/>
            <a:ext cx="840828" cy="69368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5E17BB-4DF2-DC1A-FB4D-334B94BC1FFC}"/>
              </a:ext>
            </a:extLst>
          </p:cNvPr>
          <p:cNvSpPr/>
          <p:nvPr/>
        </p:nvSpPr>
        <p:spPr>
          <a:xfrm>
            <a:off x="4201510" y="2196662"/>
            <a:ext cx="840828" cy="693683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44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Collection Iteration</a:t>
            </a:r>
          </a:p>
          <a:p>
            <a:r>
              <a:rPr lang="en-US" dirty="0"/>
              <a:t>Collection Elements Ordering (</a:t>
            </a:r>
            <a:r>
              <a:rPr lang="en-US" dirty="0" err="1"/>
              <a:t>Asc</a:t>
            </a:r>
            <a:r>
              <a:rPr lang="en-US" dirty="0"/>
              <a:t>, </a:t>
            </a:r>
            <a:r>
              <a:rPr lang="en-US" dirty="0" err="1"/>
              <a:t>Desc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Iterator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263906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2C71-3483-E195-2738-9F0C8FDD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Iterator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3058270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Mediator Pattern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/>
              <a:t>Allows multiple objects to communicate with each others without knowing each other structure. </a:t>
            </a:r>
          </a:p>
          <a:p>
            <a:pPr algn="just">
              <a:lnSpc>
                <a:spcPct val="100000"/>
              </a:lnSpc>
            </a:pPr>
            <a:r>
              <a:rPr lang="en-US" sz="2800" dirty="0"/>
              <a:t>Defines an object which encapsulates how the objects will interact with each other and supports easy maintainability of the code by loose coupling.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b="7507"/>
          <a:stretch/>
        </p:blipFill>
        <p:spPr>
          <a:xfrm>
            <a:off x="3120623" y="3639886"/>
            <a:ext cx="5867400" cy="260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0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Messaging</a:t>
            </a:r>
          </a:p>
          <a:p>
            <a:r>
              <a:rPr lang="en-US" dirty="0"/>
              <a:t>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Mediator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52449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609A-49A1-6CA1-C999-C13EC5A3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Mediator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672791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Memento Pattern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/>
              <a:t>Used to capture the current state of an object and store it in such a manner that it can be restored at a later time without breaking the rules of encapsulation.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b="19015"/>
          <a:stretch/>
        </p:blipFill>
        <p:spPr>
          <a:xfrm>
            <a:off x="2019299" y="3883106"/>
            <a:ext cx="7899320" cy="124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3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Memento Pattern Examples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Undo Operation</a:t>
            </a:r>
          </a:p>
          <a:p>
            <a:r>
              <a:rPr lang="en-US" dirty="0"/>
              <a:t>Transaction Rollback</a:t>
            </a:r>
          </a:p>
        </p:txBody>
      </p:sp>
    </p:spTree>
    <p:extLst>
      <p:ext uri="{BB962C8B-B14F-4D97-AF65-F5344CB8AC3E}">
        <p14:creationId xmlns:p14="http://schemas.microsoft.com/office/powerpoint/2010/main" val="414939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0CEB-F7A5-36C8-3E67-6BEE74A7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Memento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111118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Allows a single object, known as the subject, to publish its state changes to other observer objects that depend upon the subject.</a:t>
            </a:r>
          </a:p>
          <a:p>
            <a:pPr algn="just"/>
            <a:r>
              <a:rPr lang="en-US" dirty="0"/>
              <a:t>Useful when there is a one-to-many relationship between objects where if one object is modified, its dependent objects are to be notified automatically.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Observer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5B979-82DE-4791-9C82-43DE84DC2F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761"/>
          <a:stretch/>
        </p:blipFill>
        <p:spPr>
          <a:xfrm>
            <a:off x="3384062" y="3689103"/>
            <a:ext cx="4663463" cy="246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5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Observer Pattern Examples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Send notification about state change to :</a:t>
            </a:r>
          </a:p>
          <a:p>
            <a:pPr lvl="1"/>
            <a:r>
              <a:rPr lang="en-US" dirty="0"/>
              <a:t>Followers</a:t>
            </a:r>
          </a:p>
          <a:p>
            <a:pPr lvl="1"/>
            <a:r>
              <a:rPr lang="en-US" dirty="0"/>
              <a:t>Subscribers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3ED0A5-03F4-4CEF-85CD-9A320113A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177" y="1521777"/>
            <a:ext cx="3220720" cy="38144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423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1B36-5BF5-D472-BF07-85058EA35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Observer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819147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Used to alter the behavior of an object when it’s internal state changes.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Here, an object is created which represent various states and a context object whose behavior varies as its state object changes.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State Pattern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b="11700"/>
          <a:stretch/>
        </p:blipFill>
        <p:spPr>
          <a:xfrm>
            <a:off x="2662116" y="3429000"/>
            <a:ext cx="6038850" cy="231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States: </a:t>
            </a:r>
            <a:r>
              <a:rPr lang="en-US" dirty="0" err="1"/>
              <a:t>ToDo</a:t>
            </a:r>
            <a:r>
              <a:rPr lang="en-US" dirty="0"/>
              <a:t>, Doing, Done</a:t>
            </a:r>
          </a:p>
          <a:p>
            <a:r>
              <a:rPr lang="en-US" dirty="0"/>
              <a:t>Validation States: Invalid, Valid</a:t>
            </a:r>
          </a:p>
          <a:p>
            <a:r>
              <a:rPr lang="en-US" dirty="0"/>
              <a:t>A Machine (Printer) States: Ready, Printing, Done</a:t>
            </a:r>
          </a:p>
          <a:p>
            <a:r>
              <a:rPr lang="en-US" dirty="0"/>
              <a:t>Jobs/Schedulers: Start, Running, Stop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State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290799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CE978-F4D7-7045-6A73-05CD5D4A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State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2059718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Define a family of algorithms, encapsulate each one, and make them interchangeable.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Allows a client to choose an algorithm from a family of algorithms at run-time and gives it a simple way to access it.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Strategy Pattern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3"/>
          <a:srcRect b="15955"/>
          <a:stretch/>
        </p:blipFill>
        <p:spPr>
          <a:xfrm>
            <a:off x="2599175" y="3429000"/>
            <a:ext cx="6135239" cy="242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9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Discount Strategy</a:t>
            </a:r>
          </a:p>
          <a:p>
            <a:r>
              <a:rPr lang="en-US" dirty="0"/>
              <a:t>Payment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Strategy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249144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19674-BBBB-B800-AB45-8E22342F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Strategy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3451690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Template Method Pattern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Used to define the basic steps of an algorithm and allow the implementation of the individual steps to be changed.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Looks similar to the strategy design pattern. But its change the parts of an algorithm rather than replacing an entire algorithm.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b="8638"/>
          <a:stretch/>
        </p:blipFill>
        <p:spPr>
          <a:xfrm>
            <a:off x="3985409" y="3720080"/>
            <a:ext cx="3200483" cy="259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1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 Classes with default functionality and few methods to implement like : </a:t>
            </a:r>
          </a:p>
          <a:p>
            <a:pPr lvl="1"/>
            <a:r>
              <a:rPr lang="en-US" dirty="0"/>
              <a:t>A report template</a:t>
            </a:r>
          </a:p>
          <a:p>
            <a:pPr lvl="1"/>
            <a:r>
              <a:rPr lang="en-US" dirty="0"/>
              <a:t>A certificate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Template Method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341489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9E49-9D0B-ED1E-8AAF-61F3F626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Template Method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1836136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Visitor Pattern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Used to create and perform new operations on to a set of objects without changing the object structure or classes.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Enables loose coupling and addition of new operations without changing the existing structure.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b="4787"/>
          <a:stretch/>
        </p:blipFill>
        <p:spPr>
          <a:xfrm>
            <a:off x="7435272" y="1463346"/>
            <a:ext cx="4655127" cy="27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1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Functions to an object Dynamically</a:t>
            </a:r>
          </a:p>
          <a:p>
            <a:r>
              <a:rPr lang="en-US" dirty="0"/>
              <a:t>Separate Object from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Visitor Pattern Examples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47494A-32D7-32A5-190C-CAB8BB862B0B}"/>
              </a:ext>
            </a:extLst>
          </p:cNvPr>
          <p:cNvSpPr/>
          <p:nvPr/>
        </p:nvSpPr>
        <p:spPr>
          <a:xfrm>
            <a:off x="1608083" y="3752193"/>
            <a:ext cx="809296" cy="872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DCCE1E-F668-17CA-AC3E-7584CBC2220D}"/>
              </a:ext>
            </a:extLst>
          </p:cNvPr>
          <p:cNvSpPr/>
          <p:nvPr/>
        </p:nvSpPr>
        <p:spPr>
          <a:xfrm>
            <a:off x="3273973" y="3752192"/>
            <a:ext cx="809296" cy="87235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C2E293-5699-9094-07FC-F1BA33D95D68}"/>
              </a:ext>
            </a:extLst>
          </p:cNvPr>
          <p:cNvSpPr/>
          <p:nvPr/>
        </p:nvSpPr>
        <p:spPr>
          <a:xfrm>
            <a:off x="5374124" y="3752192"/>
            <a:ext cx="809296" cy="87235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AF367-1833-ACD8-FAB6-C6BEA004EE76}"/>
              </a:ext>
            </a:extLst>
          </p:cNvPr>
          <p:cNvSpPr txBox="1"/>
          <p:nvPr/>
        </p:nvSpPr>
        <p:spPr>
          <a:xfrm>
            <a:off x="7202658" y="1927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57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06D4-A6BF-C889-E1F2-1BC612B94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Visitor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3896445004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2902</TotalTime>
  <Words>1050</Words>
  <Application>Microsoft Macintosh PowerPoint</Application>
  <PresentationFormat>Widescreen</PresentationFormat>
  <Paragraphs>187</Paragraphs>
  <Slides>39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Venkataramanan Amirthalingam</cp:lastModifiedBy>
  <cp:revision>1577</cp:revision>
  <dcterms:created xsi:type="dcterms:W3CDTF">2015-04-26T09:42:00Z</dcterms:created>
  <dcterms:modified xsi:type="dcterms:W3CDTF">2025-06-29T16:38:21Z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1033-11.2.0.8942</vt:lpwstr>
  </property>
</Properties>
</file>