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notesMasterIdLst>
    <p:notesMasterId r:id="rId39"/>
  </p:notesMasterIdLst>
  <p:handoutMasterIdLst>
    <p:handoutMasterId r:id="rId40"/>
  </p:handoutMasterIdLst>
  <p:sldIdLst>
    <p:sldId id="549" r:id="rId2"/>
    <p:sldId id="553" r:id="rId3"/>
    <p:sldId id="555" r:id="rId4"/>
    <p:sldId id="554" r:id="rId5"/>
    <p:sldId id="506" r:id="rId6"/>
    <p:sldId id="521" r:id="rId7"/>
    <p:sldId id="552" r:id="rId8"/>
    <p:sldId id="556" r:id="rId9"/>
    <p:sldId id="522" r:id="rId10"/>
    <p:sldId id="551" r:id="rId11"/>
    <p:sldId id="525" r:id="rId12"/>
    <p:sldId id="526" r:id="rId13"/>
    <p:sldId id="550" r:id="rId14"/>
    <p:sldId id="513" r:id="rId15"/>
    <p:sldId id="536" r:id="rId16"/>
    <p:sldId id="537" r:id="rId17"/>
    <p:sldId id="540" r:id="rId18"/>
    <p:sldId id="539" r:id="rId19"/>
    <p:sldId id="557" r:id="rId20"/>
    <p:sldId id="558" r:id="rId21"/>
    <p:sldId id="538" r:id="rId22"/>
    <p:sldId id="533" r:id="rId23"/>
    <p:sldId id="546" r:id="rId24"/>
    <p:sldId id="534" r:id="rId25"/>
    <p:sldId id="535" r:id="rId26"/>
    <p:sldId id="527" r:id="rId27"/>
    <p:sldId id="530" r:id="rId28"/>
    <p:sldId id="532" r:id="rId29"/>
    <p:sldId id="559" r:id="rId30"/>
    <p:sldId id="529" r:id="rId31"/>
    <p:sldId id="531" r:id="rId32"/>
    <p:sldId id="541" r:id="rId33"/>
    <p:sldId id="560" r:id="rId34"/>
    <p:sldId id="544" r:id="rId35"/>
    <p:sldId id="542" r:id="rId36"/>
    <p:sldId id="543" r:id="rId37"/>
    <p:sldId id="54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65D1"/>
    <a:srgbClr val="146BD8"/>
    <a:srgbClr val="F4814E"/>
    <a:srgbClr val="F58F61"/>
    <a:srgbClr val="FF9933"/>
    <a:srgbClr val="FF9900"/>
    <a:srgbClr val="BA8BDD"/>
    <a:srgbClr val="FFCB25"/>
    <a:srgbClr val="009BD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EF706-F7E2-F042-A275-B978DB8B1178}" v="328" dt="2025-06-28T16:25:39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0" autoAdjust="0"/>
    <p:restoredTop sz="58491" autoAdjust="0"/>
  </p:normalViewPr>
  <p:slideViewPr>
    <p:cSldViewPr snapToGrid="0">
      <p:cViewPr varScale="1">
        <p:scale>
          <a:sx n="121" d="100"/>
          <a:sy n="121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12B96107-A55D-4B25-98D0-A443CD7A781D}"/>
    <pc:docChg chg="modSld">
      <pc:chgData name="Shailendra Chauhan" userId="a7d3133f-e197-4b90-bf63-99a63a264234" providerId="ADAL" clId="{12B96107-A55D-4B25-98D0-A443CD7A781D}" dt="2025-05-11T12:29:35.160" v="0" actId="1076"/>
      <pc:docMkLst>
        <pc:docMk/>
      </pc:docMkLst>
      <pc:sldChg chg="modSp mod">
        <pc:chgData name="Shailendra Chauhan" userId="a7d3133f-e197-4b90-bf63-99a63a264234" providerId="ADAL" clId="{12B96107-A55D-4B25-98D0-A443CD7A781D}" dt="2025-05-11T12:29:35.160" v="0" actId="1076"/>
        <pc:sldMkLst>
          <pc:docMk/>
          <pc:sldMk cId="1818047445" sldId="541"/>
        </pc:sldMkLst>
        <pc:picChg chg="mod">
          <ac:chgData name="Shailendra Chauhan" userId="a7d3133f-e197-4b90-bf63-99a63a264234" providerId="ADAL" clId="{12B96107-A55D-4B25-98D0-A443CD7A781D}" dt="2025-05-11T12:29:35.160" v="0" actId="1076"/>
          <ac:picMkLst>
            <pc:docMk/>
            <pc:sldMk cId="1818047445" sldId="541"/>
            <ac:picMk id="4" creationId="{00000000-0000-0000-0000-000000000000}"/>
          </ac:picMkLst>
        </pc:picChg>
      </pc:sldChg>
    </pc:docChg>
  </pc:docChgLst>
  <pc:docChgLst>
    <pc:chgData name="Venkataramanan Amirthalingam" userId="4d061ca2-e95c-4cea-aac4-ded24a5cea8d" providerId="ADAL" clId="{DD4EF706-F7E2-F042-A275-B978DB8B1178}"/>
    <pc:docChg chg="custSel addSld modSld">
      <pc:chgData name="Venkataramanan Amirthalingam" userId="4d061ca2-e95c-4cea-aac4-ded24a5cea8d" providerId="ADAL" clId="{DD4EF706-F7E2-F042-A275-B978DB8B1178}" dt="2025-06-28T16:25:39.143" v="1683" actId="20577"/>
      <pc:docMkLst>
        <pc:docMk/>
      </pc:docMkLst>
      <pc:sldChg chg="addSp delSp modSp new mod">
        <pc:chgData name="Venkataramanan Amirthalingam" userId="4d061ca2-e95c-4cea-aac4-ded24a5cea8d" providerId="ADAL" clId="{DD4EF706-F7E2-F042-A275-B978DB8B1178}" dt="2025-06-28T15:35:29.355" v="770" actId="207"/>
        <pc:sldMkLst>
          <pc:docMk/>
          <pc:sldMk cId="1374337464" sldId="553"/>
        </pc:sldMkLst>
        <pc:spChg chg="mod">
          <ac:chgData name="Venkataramanan Amirthalingam" userId="4d061ca2-e95c-4cea-aac4-ded24a5cea8d" providerId="ADAL" clId="{DD4EF706-F7E2-F042-A275-B978DB8B1178}" dt="2025-06-28T15:21:30.671" v="97" actId="1076"/>
          <ac:spMkLst>
            <pc:docMk/>
            <pc:sldMk cId="1374337464" sldId="553"/>
            <ac:spMk id="2" creationId="{FD15BC83-5773-B6D0-15DC-3E9E7271ED35}"/>
          </ac:spMkLst>
        </pc:spChg>
        <pc:spChg chg="del">
          <ac:chgData name="Venkataramanan Amirthalingam" userId="4d061ca2-e95c-4cea-aac4-ded24a5cea8d" providerId="ADAL" clId="{DD4EF706-F7E2-F042-A275-B978DB8B1178}" dt="2025-06-28T15:19:21.890" v="38" actId="478"/>
          <ac:spMkLst>
            <pc:docMk/>
            <pc:sldMk cId="1374337464" sldId="553"/>
            <ac:spMk id="3" creationId="{D5892B69-6AE7-C3B0-A925-AB0418C0071D}"/>
          </ac:spMkLst>
        </pc:spChg>
        <pc:spChg chg="del">
          <ac:chgData name="Venkataramanan Amirthalingam" userId="4d061ca2-e95c-4cea-aac4-ded24a5cea8d" providerId="ADAL" clId="{DD4EF706-F7E2-F042-A275-B978DB8B1178}" dt="2025-06-28T15:19:19.301" v="37" actId="478"/>
          <ac:spMkLst>
            <pc:docMk/>
            <pc:sldMk cId="1374337464" sldId="553"/>
            <ac:spMk id="4" creationId="{6C2B3C67-28A0-B4F9-BB32-D110900E91A6}"/>
          </ac:spMkLst>
        </pc:spChg>
        <pc:spChg chg="add mod">
          <ac:chgData name="Venkataramanan Amirthalingam" userId="4d061ca2-e95c-4cea-aac4-ded24a5cea8d" providerId="ADAL" clId="{DD4EF706-F7E2-F042-A275-B978DB8B1178}" dt="2025-06-28T15:21:37.374" v="99" actId="20577"/>
          <ac:spMkLst>
            <pc:docMk/>
            <pc:sldMk cId="1374337464" sldId="553"/>
            <ac:spMk id="5" creationId="{EE3B4B03-BE8E-F502-74FF-FDECF837D6F8}"/>
          </ac:spMkLst>
        </pc:spChg>
        <pc:spChg chg="add mod">
          <ac:chgData name="Venkataramanan Amirthalingam" userId="4d061ca2-e95c-4cea-aac4-ded24a5cea8d" providerId="ADAL" clId="{DD4EF706-F7E2-F042-A275-B978DB8B1178}" dt="2025-06-28T15:21:58.253" v="112" actId="207"/>
          <ac:spMkLst>
            <pc:docMk/>
            <pc:sldMk cId="1374337464" sldId="553"/>
            <ac:spMk id="6" creationId="{B726C73E-BC7C-B69D-9A17-492E71DC4DA5}"/>
          </ac:spMkLst>
        </pc:spChg>
        <pc:spChg chg="add del mod">
          <ac:chgData name="Venkataramanan Amirthalingam" userId="4d061ca2-e95c-4cea-aac4-ded24a5cea8d" providerId="ADAL" clId="{DD4EF706-F7E2-F042-A275-B978DB8B1178}" dt="2025-06-28T15:24:25.163" v="218" actId="478"/>
          <ac:spMkLst>
            <pc:docMk/>
            <pc:sldMk cId="1374337464" sldId="553"/>
            <ac:spMk id="7" creationId="{9355B564-DB16-56D3-5DFE-6B008D302E6A}"/>
          </ac:spMkLst>
        </pc:spChg>
        <pc:spChg chg="add mod">
          <ac:chgData name="Venkataramanan Amirthalingam" userId="4d061ca2-e95c-4cea-aac4-ded24a5cea8d" providerId="ADAL" clId="{DD4EF706-F7E2-F042-A275-B978DB8B1178}" dt="2025-06-28T15:22:18.468" v="164" actId="1035"/>
          <ac:spMkLst>
            <pc:docMk/>
            <pc:sldMk cId="1374337464" sldId="553"/>
            <ac:spMk id="8" creationId="{E81C579D-07BA-1BCA-D49C-645B195E9044}"/>
          </ac:spMkLst>
        </pc:spChg>
        <pc:spChg chg="add mod">
          <ac:chgData name="Venkataramanan Amirthalingam" userId="4d061ca2-e95c-4cea-aac4-ded24a5cea8d" providerId="ADAL" clId="{DD4EF706-F7E2-F042-A275-B978DB8B1178}" dt="2025-06-28T15:22:18.468" v="164" actId="1035"/>
          <ac:spMkLst>
            <pc:docMk/>
            <pc:sldMk cId="1374337464" sldId="553"/>
            <ac:spMk id="9" creationId="{CE95DD0C-83B0-494B-58ED-23CC5A208A0C}"/>
          </ac:spMkLst>
        </pc:spChg>
        <pc:spChg chg="add del mod">
          <ac:chgData name="Venkataramanan Amirthalingam" userId="4d061ca2-e95c-4cea-aac4-ded24a5cea8d" providerId="ADAL" clId="{DD4EF706-F7E2-F042-A275-B978DB8B1178}" dt="2025-06-28T15:24:26.789" v="219" actId="478"/>
          <ac:spMkLst>
            <pc:docMk/>
            <pc:sldMk cId="1374337464" sldId="553"/>
            <ac:spMk id="10" creationId="{95E25239-8CF5-1C32-CED1-8F5EC09576B2}"/>
          </ac:spMkLst>
        </pc:spChg>
        <pc:spChg chg="add mod">
          <ac:chgData name="Venkataramanan Amirthalingam" userId="4d061ca2-e95c-4cea-aac4-ded24a5cea8d" providerId="ADAL" clId="{DD4EF706-F7E2-F042-A275-B978DB8B1178}" dt="2025-06-28T15:22:26.608" v="215" actId="1036"/>
          <ac:spMkLst>
            <pc:docMk/>
            <pc:sldMk cId="1374337464" sldId="553"/>
            <ac:spMk id="11" creationId="{537311AE-D574-F759-FB76-0309BEF9874D}"/>
          </ac:spMkLst>
        </pc:spChg>
        <pc:spChg chg="add mod">
          <ac:chgData name="Venkataramanan Amirthalingam" userId="4d061ca2-e95c-4cea-aac4-ded24a5cea8d" providerId="ADAL" clId="{DD4EF706-F7E2-F042-A275-B978DB8B1178}" dt="2025-06-28T15:22:26.608" v="215" actId="1036"/>
          <ac:spMkLst>
            <pc:docMk/>
            <pc:sldMk cId="1374337464" sldId="553"/>
            <ac:spMk id="12" creationId="{3A764225-D71A-7BED-2952-41A296F5D4DF}"/>
          </ac:spMkLst>
        </pc:spChg>
        <pc:spChg chg="add mod">
          <ac:chgData name="Venkataramanan Amirthalingam" userId="4d061ca2-e95c-4cea-aac4-ded24a5cea8d" providerId="ADAL" clId="{DD4EF706-F7E2-F042-A275-B978DB8B1178}" dt="2025-06-28T15:34:45.975" v="724" actId="20577"/>
          <ac:spMkLst>
            <pc:docMk/>
            <pc:sldMk cId="1374337464" sldId="553"/>
            <ac:spMk id="13" creationId="{A07BF040-CDDB-F0F9-9ED9-D0DB5A3FC148}"/>
          </ac:spMkLst>
        </pc:spChg>
        <pc:spChg chg="add mod">
          <ac:chgData name="Venkataramanan Amirthalingam" userId="4d061ca2-e95c-4cea-aac4-ded24a5cea8d" providerId="ADAL" clId="{DD4EF706-F7E2-F042-A275-B978DB8B1178}" dt="2025-06-28T15:28:09.117" v="452" actId="14100"/>
          <ac:spMkLst>
            <pc:docMk/>
            <pc:sldMk cId="1374337464" sldId="553"/>
            <ac:spMk id="14" creationId="{DC4AEB18-0425-7037-FE63-0F21582637F3}"/>
          </ac:spMkLst>
        </pc:spChg>
        <pc:spChg chg="add mod">
          <ac:chgData name="Venkataramanan Amirthalingam" userId="4d061ca2-e95c-4cea-aac4-ded24a5cea8d" providerId="ADAL" clId="{DD4EF706-F7E2-F042-A275-B978DB8B1178}" dt="2025-06-28T15:35:29.355" v="770" actId="207"/>
          <ac:spMkLst>
            <pc:docMk/>
            <pc:sldMk cId="1374337464" sldId="553"/>
            <ac:spMk id="15" creationId="{58FDB625-4D39-5227-A865-A2B02F844311}"/>
          </ac:spMkLst>
        </pc:spChg>
      </pc:sldChg>
      <pc:sldChg chg="addSp delSp modSp add mod">
        <pc:chgData name="Venkataramanan Amirthalingam" userId="4d061ca2-e95c-4cea-aac4-ded24a5cea8d" providerId="ADAL" clId="{DD4EF706-F7E2-F042-A275-B978DB8B1178}" dt="2025-06-28T15:22:36.737" v="217" actId="478"/>
        <pc:sldMkLst>
          <pc:docMk/>
          <pc:sldMk cId="3641773194" sldId="554"/>
        </pc:sldMkLst>
        <pc:spChg chg="del">
          <ac:chgData name="Venkataramanan Amirthalingam" userId="4d061ca2-e95c-4cea-aac4-ded24a5cea8d" providerId="ADAL" clId="{DD4EF706-F7E2-F042-A275-B978DB8B1178}" dt="2025-06-28T15:22:36.737" v="217" actId="478"/>
          <ac:spMkLst>
            <pc:docMk/>
            <pc:sldMk cId="3641773194" sldId="554"/>
            <ac:spMk id="2" creationId="{44C76610-8AC1-CC3A-631C-BD5BE09D4912}"/>
          </ac:spMkLst>
        </pc:spChg>
        <pc:spChg chg="add mod">
          <ac:chgData name="Venkataramanan Amirthalingam" userId="4d061ca2-e95c-4cea-aac4-ded24a5cea8d" providerId="ADAL" clId="{DD4EF706-F7E2-F042-A275-B978DB8B1178}" dt="2025-06-28T15:22:36.737" v="217" actId="478"/>
          <ac:spMkLst>
            <pc:docMk/>
            <pc:sldMk cId="3641773194" sldId="554"/>
            <ac:spMk id="4" creationId="{7549F86C-680C-15F5-0EAE-6D2C78EE1705}"/>
          </ac:spMkLst>
        </pc:spChg>
      </pc:sldChg>
      <pc:sldChg chg="addSp delSp modSp new mod">
        <pc:chgData name="Venkataramanan Amirthalingam" userId="4d061ca2-e95c-4cea-aac4-ded24a5cea8d" providerId="ADAL" clId="{DD4EF706-F7E2-F042-A275-B978DB8B1178}" dt="2025-06-28T15:34:25.497" v="721" actId="20577"/>
        <pc:sldMkLst>
          <pc:docMk/>
          <pc:sldMk cId="2873430094" sldId="555"/>
        </pc:sldMkLst>
        <pc:spChg chg="del">
          <ac:chgData name="Venkataramanan Amirthalingam" userId="4d061ca2-e95c-4cea-aac4-ded24a5cea8d" providerId="ADAL" clId="{DD4EF706-F7E2-F042-A275-B978DB8B1178}" dt="2025-06-28T15:29:43.841" v="454" actId="478"/>
          <ac:spMkLst>
            <pc:docMk/>
            <pc:sldMk cId="2873430094" sldId="555"/>
            <ac:spMk id="2" creationId="{E6E70774-A2E1-6053-A411-C28085D09F63}"/>
          </ac:spMkLst>
        </pc:spChg>
        <pc:spChg chg="del">
          <ac:chgData name="Venkataramanan Amirthalingam" userId="4d061ca2-e95c-4cea-aac4-ded24a5cea8d" providerId="ADAL" clId="{DD4EF706-F7E2-F042-A275-B978DB8B1178}" dt="2025-06-28T15:29:45.722" v="455" actId="478"/>
          <ac:spMkLst>
            <pc:docMk/>
            <pc:sldMk cId="2873430094" sldId="555"/>
            <ac:spMk id="3" creationId="{4556A553-C481-6AA9-3182-1E892AF75D3A}"/>
          </ac:spMkLst>
        </pc:spChg>
        <pc:spChg chg="del">
          <ac:chgData name="Venkataramanan Amirthalingam" userId="4d061ca2-e95c-4cea-aac4-ded24a5cea8d" providerId="ADAL" clId="{DD4EF706-F7E2-F042-A275-B978DB8B1178}" dt="2025-06-28T15:29:47.948" v="456" actId="478"/>
          <ac:spMkLst>
            <pc:docMk/>
            <pc:sldMk cId="2873430094" sldId="555"/>
            <ac:spMk id="4" creationId="{A2EC5845-FF04-CAC9-1E7B-E6137419088D}"/>
          </ac:spMkLst>
        </pc:spChg>
        <pc:spChg chg="add mod">
          <ac:chgData name="Venkataramanan Amirthalingam" userId="4d061ca2-e95c-4cea-aac4-ded24a5cea8d" providerId="ADAL" clId="{DD4EF706-F7E2-F042-A275-B978DB8B1178}" dt="2025-06-28T15:30:20.397" v="510" actId="20577"/>
          <ac:spMkLst>
            <pc:docMk/>
            <pc:sldMk cId="2873430094" sldId="555"/>
            <ac:spMk id="5" creationId="{083B2CBD-2A7B-D266-4548-29F5D6A3A9E8}"/>
          </ac:spMkLst>
        </pc:spChg>
        <pc:spChg chg="add mod">
          <ac:chgData name="Venkataramanan Amirthalingam" userId="4d061ca2-e95c-4cea-aac4-ded24a5cea8d" providerId="ADAL" clId="{DD4EF706-F7E2-F042-A275-B978DB8B1178}" dt="2025-06-28T15:31:59.292" v="629" actId="20577"/>
          <ac:spMkLst>
            <pc:docMk/>
            <pc:sldMk cId="2873430094" sldId="555"/>
            <ac:spMk id="6" creationId="{98D62A1E-2D26-98D7-7FAC-D9C415621CED}"/>
          </ac:spMkLst>
        </pc:spChg>
        <pc:spChg chg="add mod">
          <ac:chgData name="Venkataramanan Amirthalingam" userId="4d061ca2-e95c-4cea-aac4-ded24a5cea8d" providerId="ADAL" clId="{DD4EF706-F7E2-F042-A275-B978DB8B1178}" dt="2025-06-28T15:31:05.333" v="553" actId="20577"/>
          <ac:spMkLst>
            <pc:docMk/>
            <pc:sldMk cId="2873430094" sldId="555"/>
            <ac:spMk id="7" creationId="{C23C527B-9D9B-725E-5EEB-54E3806A385A}"/>
          </ac:spMkLst>
        </pc:spChg>
        <pc:spChg chg="add mod">
          <ac:chgData name="Venkataramanan Amirthalingam" userId="4d061ca2-e95c-4cea-aac4-ded24a5cea8d" providerId="ADAL" clId="{DD4EF706-F7E2-F042-A275-B978DB8B1178}" dt="2025-06-28T15:34:25.497" v="721" actId="20577"/>
          <ac:spMkLst>
            <pc:docMk/>
            <pc:sldMk cId="2873430094" sldId="555"/>
            <ac:spMk id="8" creationId="{7FECC64C-2DEF-DEE9-38CD-D0989A6243CB}"/>
          </ac:spMkLst>
        </pc:spChg>
        <pc:spChg chg="add mod">
          <ac:chgData name="Venkataramanan Amirthalingam" userId="4d061ca2-e95c-4cea-aac4-ded24a5cea8d" providerId="ADAL" clId="{DD4EF706-F7E2-F042-A275-B978DB8B1178}" dt="2025-06-28T15:33:26.401" v="701" actId="1076"/>
          <ac:spMkLst>
            <pc:docMk/>
            <pc:sldMk cId="2873430094" sldId="555"/>
            <ac:spMk id="9" creationId="{34F3CF1B-2608-452B-2291-1894E5D78283}"/>
          </ac:spMkLst>
        </pc:spChg>
        <pc:spChg chg="add mod">
          <ac:chgData name="Venkataramanan Amirthalingam" userId="4d061ca2-e95c-4cea-aac4-ded24a5cea8d" providerId="ADAL" clId="{DD4EF706-F7E2-F042-A275-B978DB8B1178}" dt="2025-06-28T15:33:34.637" v="704" actId="1076"/>
          <ac:spMkLst>
            <pc:docMk/>
            <pc:sldMk cId="2873430094" sldId="555"/>
            <ac:spMk id="10" creationId="{579ABE81-26B4-ED24-28A7-79653BAC8BC2}"/>
          </ac:spMkLst>
        </pc:spChg>
      </pc:sldChg>
      <pc:sldChg chg="modSp add mod">
        <pc:chgData name="Venkataramanan Amirthalingam" userId="4d061ca2-e95c-4cea-aac4-ded24a5cea8d" providerId="ADAL" clId="{DD4EF706-F7E2-F042-A275-B978DB8B1178}" dt="2025-06-28T15:40:36.608" v="899" actId="20577"/>
        <pc:sldMkLst>
          <pc:docMk/>
          <pc:sldMk cId="747988347" sldId="556"/>
        </pc:sldMkLst>
        <pc:spChg chg="mod">
          <ac:chgData name="Venkataramanan Amirthalingam" userId="4d061ca2-e95c-4cea-aac4-ded24a5cea8d" providerId="ADAL" clId="{DD4EF706-F7E2-F042-A275-B978DB8B1178}" dt="2025-06-28T15:40:36.608" v="899" actId="20577"/>
          <ac:spMkLst>
            <pc:docMk/>
            <pc:sldMk cId="747988347" sldId="556"/>
            <ac:spMk id="2" creationId="{690459B5-9E85-C978-EDB1-41B92D0E6F9A}"/>
          </ac:spMkLst>
        </pc:spChg>
      </pc:sldChg>
      <pc:sldChg chg="modSp new mod">
        <pc:chgData name="Venkataramanan Amirthalingam" userId="4d061ca2-e95c-4cea-aac4-ded24a5cea8d" providerId="ADAL" clId="{DD4EF706-F7E2-F042-A275-B978DB8B1178}" dt="2025-06-28T16:00:40.181" v="1070" actId="20577"/>
        <pc:sldMkLst>
          <pc:docMk/>
          <pc:sldMk cId="1049568635" sldId="557"/>
        </pc:sldMkLst>
        <pc:spChg chg="mod">
          <ac:chgData name="Venkataramanan Amirthalingam" userId="4d061ca2-e95c-4cea-aac4-ded24a5cea8d" providerId="ADAL" clId="{DD4EF706-F7E2-F042-A275-B978DB8B1178}" dt="2025-06-28T16:00:40.181" v="1070" actId="20577"/>
          <ac:spMkLst>
            <pc:docMk/>
            <pc:sldMk cId="1049568635" sldId="557"/>
            <ac:spMk id="2" creationId="{395F9C37-63D2-A817-FFA2-BE94CD374729}"/>
          </ac:spMkLst>
        </pc:spChg>
      </pc:sldChg>
      <pc:sldChg chg="modSp add mod">
        <pc:chgData name="Venkataramanan Amirthalingam" userId="4d061ca2-e95c-4cea-aac4-ded24a5cea8d" providerId="ADAL" clId="{DD4EF706-F7E2-F042-A275-B978DB8B1178}" dt="2025-06-28T16:07:52.678" v="1362" actId="20577"/>
        <pc:sldMkLst>
          <pc:docMk/>
          <pc:sldMk cId="2113119229" sldId="558"/>
        </pc:sldMkLst>
        <pc:spChg chg="mod">
          <ac:chgData name="Venkataramanan Amirthalingam" userId="4d061ca2-e95c-4cea-aac4-ded24a5cea8d" providerId="ADAL" clId="{DD4EF706-F7E2-F042-A275-B978DB8B1178}" dt="2025-06-28T16:07:52.678" v="1362" actId="20577"/>
          <ac:spMkLst>
            <pc:docMk/>
            <pc:sldMk cId="2113119229" sldId="558"/>
            <ac:spMk id="2" creationId="{E27549A7-B0A5-748A-74BA-1AE74357C20F}"/>
          </ac:spMkLst>
        </pc:spChg>
      </pc:sldChg>
      <pc:sldChg chg="addSp delSp modSp add mod modAnim">
        <pc:chgData name="Venkataramanan Amirthalingam" userId="4d061ca2-e95c-4cea-aac4-ded24a5cea8d" providerId="ADAL" clId="{DD4EF706-F7E2-F042-A275-B978DB8B1178}" dt="2025-06-28T16:22:12.944" v="1476"/>
        <pc:sldMkLst>
          <pc:docMk/>
          <pc:sldMk cId="3272770286" sldId="559"/>
        </pc:sldMkLst>
        <pc:spChg chg="mod">
          <ac:chgData name="Venkataramanan Amirthalingam" userId="4d061ca2-e95c-4cea-aac4-ded24a5cea8d" providerId="ADAL" clId="{DD4EF706-F7E2-F042-A275-B978DB8B1178}" dt="2025-06-28T16:17:20.432" v="1473" actId="20577"/>
          <ac:spMkLst>
            <pc:docMk/>
            <pc:sldMk cId="3272770286" sldId="559"/>
            <ac:spMk id="2" creationId="{0BEC64E8-DC7B-93B6-C643-FC441C079D9A}"/>
          </ac:spMkLst>
        </pc:spChg>
        <pc:spChg chg="add del mod">
          <ac:chgData name="Venkataramanan Amirthalingam" userId="4d061ca2-e95c-4cea-aac4-ded24a5cea8d" providerId="ADAL" clId="{DD4EF706-F7E2-F042-A275-B978DB8B1178}" dt="2025-06-28T16:22:12.944" v="1476"/>
          <ac:spMkLst>
            <pc:docMk/>
            <pc:sldMk cId="3272770286" sldId="559"/>
            <ac:spMk id="4" creationId="{394F743A-AD74-8D0E-A1CF-0DC8E7FEA840}"/>
          </ac:spMkLst>
        </pc:spChg>
      </pc:sldChg>
      <pc:sldChg chg="delSp modSp add mod delAnim modAnim">
        <pc:chgData name="Venkataramanan Amirthalingam" userId="4d061ca2-e95c-4cea-aac4-ded24a5cea8d" providerId="ADAL" clId="{DD4EF706-F7E2-F042-A275-B978DB8B1178}" dt="2025-06-28T16:25:39.143" v="1683" actId="20577"/>
        <pc:sldMkLst>
          <pc:docMk/>
          <pc:sldMk cId="3759833929" sldId="560"/>
        </pc:sldMkLst>
        <pc:spChg chg="mod">
          <ac:chgData name="Venkataramanan Amirthalingam" userId="4d061ca2-e95c-4cea-aac4-ded24a5cea8d" providerId="ADAL" clId="{DD4EF706-F7E2-F042-A275-B978DB8B1178}" dt="2025-06-28T16:25:39.143" v="1683" actId="20577"/>
          <ac:spMkLst>
            <pc:docMk/>
            <pc:sldMk cId="3759833929" sldId="560"/>
            <ac:spMk id="2" creationId="{8E744C38-8E22-92D7-EFB7-99438F3D2EDB}"/>
          </ac:spMkLst>
        </pc:spChg>
        <pc:picChg chg="del">
          <ac:chgData name="Venkataramanan Amirthalingam" userId="4d061ca2-e95c-4cea-aac4-ded24a5cea8d" providerId="ADAL" clId="{DD4EF706-F7E2-F042-A275-B978DB8B1178}" dt="2025-06-28T16:24:08.698" v="1478" actId="478"/>
          <ac:picMkLst>
            <pc:docMk/>
            <pc:sldMk cId="3759833929" sldId="560"/>
            <ac:picMk id="4" creationId="{0C1FC69B-93DA-81EC-C312-275E8D44185B}"/>
          </ac:picMkLst>
        </pc:picChg>
      </pc:sldChg>
    </pc:docChg>
  </pc:docChgLst>
  <pc:docChgLst>
    <pc:chgData name="Shailendra Chauhan" userId="a7d3133f-e197-4b90-bf63-99a63a264234" providerId="ADAL" clId="{82D3B923-5109-494A-9F52-0C9A9F5C2C06}"/>
    <pc:docChg chg="custSel addSld delSld modSld modMainMaster">
      <pc:chgData name="Shailendra Chauhan" userId="a7d3133f-e197-4b90-bf63-99a63a264234" providerId="ADAL" clId="{82D3B923-5109-494A-9F52-0C9A9F5C2C06}" dt="2024-07-16T06:34:52.617" v="138" actId="2696"/>
      <pc:docMkLst>
        <pc:docMk/>
      </pc:docMkLst>
      <pc:sldChg chg="modSp mod modClrScheme chgLayout">
        <pc:chgData name="Shailendra Chauhan" userId="a7d3133f-e197-4b90-bf63-99a63a264234" providerId="ADAL" clId="{82D3B923-5109-494A-9F52-0C9A9F5C2C06}" dt="2024-07-16T06:26:28.619" v="3" actId="700"/>
        <pc:sldMkLst>
          <pc:docMk/>
          <pc:sldMk cId="3512944171" sldId="506"/>
        </pc:sldMkLst>
      </pc:sldChg>
      <pc:sldChg chg="addSp modSp mod modClrScheme chgLayout">
        <pc:chgData name="Shailendra Chauhan" userId="a7d3133f-e197-4b90-bf63-99a63a264234" providerId="ADAL" clId="{82D3B923-5109-494A-9F52-0C9A9F5C2C06}" dt="2024-07-16T06:31:10.050" v="84" actId="255"/>
        <pc:sldMkLst>
          <pc:docMk/>
          <pc:sldMk cId="3619553149" sldId="513"/>
        </pc:sldMkLst>
      </pc:sldChg>
      <pc:sldChg chg="modSp mod modClrScheme chgLayout">
        <pc:chgData name="Shailendra Chauhan" userId="a7d3133f-e197-4b90-bf63-99a63a264234" providerId="ADAL" clId="{82D3B923-5109-494A-9F52-0C9A9F5C2C06}" dt="2024-07-16T06:28:07.205" v="17" actId="208"/>
        <pc:sldMkLst>
          <pc:docMk/>
          <pc:sldMk cId="120202089" sldId="521"/>
        </pc:sldMkLst>
      </pc:sldChg>
      <pc:sldChg chg="modSp mod modClrScheme chgLayout">
        <pc:chgData name="Shailendra Chauhan" userId="a7d3133f-e197-4b90-bf63-99a63a264234" providerId="ADAL" clId="{82D3B923-5109-494A-9F52-0C9A9F5C2C06}" dt="2024-07-16T06:28:17.266" v="18" actId="700"/>
        <pc:sldMkLst>
          <pc:docMk/>
          <pc:sldMk cId="49259647" sldId="522"/>
        </pc:sldMkLst>
      </pc:sldChg>
      <pc:sldChg chg="modSp mod modClrScheme chgLayout">
        <pc:chgData name="Shailendra Chauhan" userId="a7d3133f-e197-4b90-bf63-99a63a264234" providerId="ADAL" clId="{82D3B923-5109-494A-9F52-0C9A9F5C2C06}" dt="2024-07-16T06:28:56.406" v="49" actId="700"/>
        <pc:sldMkLst>
          <pc:docMk/>
          <pc:sldMk cId="214324341" sldId="525"/>
        </pc:sldMkLst>
      </pc:sldChg>
      <pc:sldChg chg="modSp mod modClrScheme chgLayout">
        <pc:chgData name="Shailendra Chauhan" userId="a7d3133f-e197-4b90-bf63-99a63a264234" providerId="ADAL" clId="{82D3B923-5109-494A-9F52-0C9A9F5C2C06}" dt="2024-07-16T06:29:00.664" v="50" actId="700"/>
        <pc:sldMkLst>
          <pc:docMk/>
          <pc:sldMk cId="3760092798" sldId="526"/>
        </pc:sldMkLst>
      </pc:sldChg>
      <pc:sldChg chg="modSp mod setBg modClrScheme chgLayout">
        <pc:chgData name="Shailendra Chauhan" userId="a7d3133f-e197-4b90-bf63-99a63a264234" providerId="ADAL" clId="{82D3B923-5109-494A-9F52-0C9A9F5C2C06}" dt="2024-07-16T06:32:20.667" v="105"/>
        <pc:sldMkLst>
          <pc:docMk/>
          <pc:sldMk cId="1677361152" sldId="527"/>
        </pc:sldMkLst>
      </pc:sldChg>
      <pc:sldChg chg="addSp modSp mod modClrScheme chgLayout">
        <pc:chgData name="Shailendra Chauhan" userId="a7d3133f-e197-4b90-bf63-99a63a264234" providerId="ADAL" clId="{82D3B923-5109-494A-9F52-0C9A9F5C2C06}" dt="2024-07-16T06:33:21.397" v="117" actId="255"/>
        <pc:sldMkLst>
          <pc:docMk/>
          <pc:sldMk cId="1991084773" sldId="529"/>
        </pc:sldMkLst>
      </pc:sldChg>
      <pc:sldChg chg="modSp mod modClrScheme chgLayout">
        <pc:chgData name="Shailendra Chauhan" userId="a7d3133f-e197-4b90-bf63-99a63a264234" providerId="ADAL" clId="{82D3B923-5109-494A-9F52-0C9A9F5C2C06}" dt="2024-07-16T06:32:55.942" v="108" actId="700"/>
        <pc:sldMkLst>
          <pc:docMk/>
          <pc:sldMk cId="1894617772" sldId="530"/>
        </pc:sldMkLst>
      </pc:sldChg>
      <pc:sldChg chg="modSp mod modClrScheme chgLayout">
        <pc:chgData name="Shailendra Chauhan" userId="a7d3133f-e197-4b90-bf63-99a63a264234" providerId="ADAL" clId="{82D3B923-5109-494A-9F52-0C9A9F5C2C06}" dt="2024-07-16T06:33:30.695" v="118" actId="700"/>
        <pc:sldMkLst>
          <pc:docMk/>
          <pc:sldMk cId="1316262072" sldId="531"/>
        </pc:sldMkLst>
      </pc:sldChg>
      <pc:sldChg chg="modSp mod modClrScheme chgLayout">
        <pc:chgData name="Shailendra Chauhan" userId="a7d3133f-e197-4b90-bf63-99a63a264234" providerId="ADAL" clId="{82D3B923-5109-494A-9F52-0C9A9F5C2C06}" dt="2024-07-16T06:33:00.667" v="109" actId="700"/>
        <pc:sldMkLst>
          <pc:docMk/>
          <pc:sldMk cId="221041934" sldId="532"/>
        </pc:sldMkLst>
      </pc:sldChg>
      <pc:sldChg chg="modSp mod setBg modClrScheme chgLayout">
        <pc:chgData name="Shailendra Chauhan" userId="a7d3133f-e197-4b90-bf63-99a63a264234" providerId="ADAL" clId="{82D3B923-5109-494A-9F52-0C9A9F5C2C06}" dt="2024-07-16T06:31:26.676" v="87"/>
        <pc:sldMkLst>
          <pc:docMk/>
          <pc:sldMk cId="1651944698" sldId="533"/>
        </pc:sldMkLst>
      </pc:sldChg>
      <pc:sldChg chg="modSp mod modClrScheme chgLayout">
        <pc:chgData name="Shailendra Chauhan" userId="a7d3133f-e197-4b90-bf63-99a63a264234" providerId="ADAL" clId="{82D3B923-5109-494A-9F52-0C9A9F5C2C06}" dt="2024-07-16T06:31:37.363" v="89" actId="700"/>
        <pc:sldMkLst>
          <pc:docMk/>
          <pc:sldMk cId="1947494057" sldId="534"/>
        </pc:sldMkLst>
      </pc:sldChg>
      <pc:sldChg chg="addSp modSp mod modClrScheme chgLayout">
        <pc:chgData name="Shailendra Chauhan" userId="a7d3133f-e197-4b90-bf63-99a63a264234" providerId="ADAL" clId="{82D3B923-5109-494A-9F52-0C9A9F5C2C06}" dt="2024-07-16T06:32:10.235" v="103" actId="20577"/>
        <pc:sldMkLst>
          <pc:docMk/>
          <pc:sldMk cId="3138781288" sldId="535"/>
        </pc:sldMkLst>
      </pc:sldChg>
      <pc:sldChg chg="modSp mod setBg modClrScheme chgLayout">
        <pc:chgData name="Shailendra Chauhan" userId="a7d3133f-e197-4b90-bf63-99a63a264234" providerId="ADAL" clId="{82D3B923-5109-494A-9F52-0C9A9F5C2C06}" dt="2024-07-16T06:30:03.712" v="67" actId="1076"/>
        <pc:sldMkLst>
          <pc:docMk/>
          <pc:sldMk cId="1650753879" sldId="536"/>
        </pc:sldMkLst>
      </pc:sldChg>
      <pc:sldChg chg="modSp mod modClrScheme chgLayout">
        <pc:chgData name="Shailendra Chauhan" userId="a7d3133f-e197-4b90-bf63-99a63a264234" providerId="ADAL" clId="{82D3B923-5109-494A-9F52-0C9A9F5C2C06}" dt="2024-07-16T06:30:07.298" v="68" actId="700"/>
        <pc:sldMkLst>
          <pc:docMk/>
          <pc:sldMk cId="3094725036" sldId="537"/>
        </pc:sldMkLst>
      </pc:sldChg>
      <pc:sldChg chg="addSp modSp mod modClrScheme chgLayout">
        <pc:chgData name="Shailendra Chauhan" userId="a7d3133f-e197-4b90-bf63-99a63a264234" providerId="ADAL" clId="{82D3B923-5109-494A-9F52-0C9A9F5C2C06}" dt="2024-07-16T06:31:02.421" v="83" actId="255"/>
        <pc:sldMkLst>
          <pc:docMk/>
          <pc:sldMk cId="2954678159" sldId="538"/>
        </pc:sldMkLst>
      </pc:sldChg>
      <pc:sldChg chg="modSp mod modClrScheme chgLayout">
        <pc:chgData name="Shailendra Chauhan" userId="a7d3133f-e197-4b90-bf63-99a63a264234" providerId="ADAL" clId="{82D3B923-5109-494A-9F52-0C9A9F5C2C06}" dt="2024-07-16T06:30:14.179" v="70" actId="700"/>
        <pc:sldMkLst>
          <pc:docMk/>
          <pc:sldMk cId="1551623692" sldId="539"/>
        </pc:sldMkLst>
      </pc:sldChg>
      <pc:sldChg chg="modSp mod modClrScheme chgLayout">
        <pc:chgData name="Shailendra Chauhan" userId="a7d3133f-e197-4b90-bf63-99a63a264234" providerId="ADAL" clId="{82D3B923-5109-494A-9F52-0C9A9F5C2C06}" dt="2024-07-16T06:30:10.878" v="69" actId="700"/>
        <pc:sldMkLst>
          <pc:docMk/>
          <pc:sldMk cId="2517305513" sldId="540"/>
        </pc:sldMkLst>
      </pc:sldChg>
      <pc:sldChg chg="modSp mod setBg modClrScheme chgLayout">
        <pc:chgData name="Shailendra Chauhan" userId="a7d3133f-e197-4b90-bf63-99a63a264234" providerId="ADAL" clId="{82D3B923-5109-494A-9F52-0C9A9F5C2C06}" dt="2024-07-16T06:33:40.575" v="120"/>
        <pc:sldMkLst>
          <pc:docMk/>
          <pc:sldMk cId="1818047445" sldId="541"/>
        </pc:sldMkLst>
      </pc:sldChg>
      <pc:sldChg chg="modSp mod modClrScheme chgLayout">
        <pc:chgData name="Shailendra Chauhan" userId="a7d3133f-e197-4b90-bf63-99a63a264234" providerId="ADAL" clId="{82D3B923-5109-494A-9F52-0C9A9F5C2C06}" dt="2024-07-16T06:33:55.738" v="123" actId="700"/>
        <pc:sldMkLst>
          <pc:docMk/>
          <pc:sldMk cId="1301508845" sldId="542"/>
        </pc:sldMkLst>
      </pc:sldChg>
      <pc:sldChg chg="addSp modSp mod modClrScheme chgLayout">
        <pc:chgData name="Shailendra Chauhan" userId="a7d3133f-e197-4b90-bf63-99a63a264234" providerId="ADAL" clId="{82D3B923-5109-494A-9F52-0C9A9F5C2C06}" dt="2024-07-16T06:34:20.149" v="134" actId="255"/>
        <pc:sldMkLst>
          <pc:docMk/>
          <pc:sldMk cId="4095316201" sldId="543"/>
        </pc:sldMkLst>
      </pc:sldChg>
      <pc:sldChg chg="modSp mod setBg modClrScheme chgLayout">
        <pc:chgData name="Shailendra Chauhan" userId="a7d3133f-e197-4b90-bf63-99a63a264234" providerId="ADAL" clId="{82D3B923-5109-494A-9F52-0C9A9F5C2C06}" dt="2024-07-16T06:33:51.141" v="122"/>
        <pc:sldMkLst>
          <pc:docMk/>
          <pc:sldMk cId="3036298311" sldId="544"/>
        </pc:sldMkLst>
      </pc:sldChg>
      <pc:sldChg chg="modSp mod modClrScheme chgLayout">
        <pc:chgData name="Shailendra Chauhan" userId="a7d3133f-e197-4b90-bf63-99a63a264234" providerId="ADAL" clId="{82D3B923-5109-494A-9F52-0C9A9F5C2C06}" dt="2024-07-16T06:34:27.425" v="135" actId="700"/>
        <pc:sldMkLst>
          <pc:docMk/>
          <pc:sldMk cId="2046114360" sldId="545"/>
        </pc:sldMkLst>
      </pc:sldChg>
      <pc:sldChg chg="modSp mod modClrScheme chgLayout">
        <pc:chgData name="Shailendra Chauhan" userId="a7d3133f-e197-4b90-bf63-99a63a264234" providerId="ADAL" clId="{82D3B923-5109-494A-9F52-0C9A9F5C2C06}" dt="2024-07-16T06:31:33.111" v="88" actId="700"/>
        <pc:sldMkLst>
          <pc:docMk/>
          <pc:sldMk cId="2392634516" sldId="546"/>
        </pc:sldMkLst>
      </pc:sldChg>
      <pc:sldChg chg="addSp delSp modSp del mod modClrScheme chgLayout">
        <pc:chgData name="Shailendra Chauhan" userId="a7d3133f-e197-4b90-bf63-99a63a264234" providerId="ADAL" clId="{82D3B923-5109-494A-9F52-0C9A9F5C2C06}" dt="2024-07-16T06:28:51.980" v="48" actId="2696"/>
        <pc:sldMkLst>
          <pc:docMk/>
          <pc:sldMk cId="944894529" sldId="547"/>
        </pc:sldMkLst>
      </pc:sldChg>
      <pc:sldChg chg="modSp mod">
        <pc:chgData name="Shailendra Chauhan" userId="a7d3133f-e197-4b90-bf63-99a63a264234" providerId="ADAL" clId="{82D3B923-5109-494A-9F52-0C9A9F5C2C06}" dt="2024-07-16T06:26:19.426" v="1" actId="27636"/>
        <pc:sldMkLst>
          <pc:docMk/>
          <pc:sldMk cId="3746237830" sldId="549"/>
        </pc:sldMkLst>
      </pc:sldChg>
      <pc:sldChg chg="modSp mod modClrScheme chgLayout">
        <pc:chgData name="Shailendra Chauhan" userId="a7d3133f-e197-4b90-bf63-99a63a264234" providerId="ADAL" clId="{82D3B923-5109-494A-9F52-0C9A9F5C2C06}" dt="2024-07-16T06:29:07.251" v="52" actId="27636"/>
        <pc:sldMkLst>
          <pc:docMk/>
          <pc:sldMk cId="2458818674" sldId="550"/>
        </pc:sldMkLst>
      </pc:sldChg>
      <pc:sldChg chg="modSp new mod">
        <pc:chgData name="Shailendra Chauhan" userId="a7d3133f-e197-4b90-bf63-99a63a264234" providerId="ADAL" clId="{82D3B923-5109-494A-9F52-0C9A9F5C2C06}" dt="2024-07-16T06:28:48.651" v="47" actId="20577"/>
        <pc:sldMkLst>
          <pc:docMk/>
          <pc:sldMk cId="2650306739" sldId="551"/>
        </pc:sldMkLst>
      </pc:sldChg>
      <pc:sldChg chg="new del">
        <pc:chgData name="Shailendra Chauhan" userId="a7d3133f-e197-4b90-bf63-99a63a264234" providerId="ADAL" clId="{82D3B923-5109-494A-9F52-0C9A9F5C2C06}" dt="2024-07-16T06:31:16.774" v="85" actId="2696"/>
        <pc:sldMkLst>
          <pc:docMk/>
          <pc:sldMk cId="2030813629" sldId="552"/>
        </pc:sldMkLst>
      </pc:sldChg>
      <pc:sldMasterChg chg="delSldLayout modSldLayout">
        <pc:chgData name="Shailendra Chauhan" userId="a7d3133f-e197-4b90-bf63-99a63a264234" providerId="ADAL" clId="{82D3B923-5109-494A-9F52-0C9A9F5C2C06}" dt="2024-07-16T06:34:52.617" v="138" actId="2696"/>
        <pc:sldMasterMkLst>
          <pc:docMk/>
          <pc:sldMasterMk cId="326631605" sldId="2147483697"/>
        </pc:sldMasterMkLst>
        <pc:sldLayoutChg chg="delSp del">
          <pc:chgData name="Shailendra Chauhan" userId="a7d3133f-e197-4b90-bf63-99a63a264234" providerId="ADAL" clId="{82D3B923-5109-494A-9F52-0C9A9F5C2C06}" dt="2024-07-16T06:34:50.860" v="137" actId="2696"/>
          <pc:sldLayoutMkLst>
            <pc:docMk/>
            <pc:sldMasterMk cId="326631605" sldId="2147483697"/>
            <pc:sldLayoutMk cId="298411045" sldId="2147483723"/>
          </pc:sldLayoutMkLst>
        </pc:sldLayoutChg>
        <pc:sldLayoutChg chg="del">
          <pc:chgData name="Shailendra Chauhan" userId="a7d3133f-e197-4b90-bf63-99a63a264234" providerId="ADAL" clId="{82D3B923-5109-494A-9F52-0C9A9F5C2C06}" dt="2024-07-16T06:34:52.617" v="138" actId="2696"/>
          <pc:sldLayoutMkLst>
            <pc:docMk/>
            <pc:sldMasterMk cId="326631605" sldId="2147483697"/>
            <pc:sldLayoutMk cId="3007138016" sldId="2147483724"/>
          </pc:sldLayoutMkLst>
        </pc:sldLayoutChg>
        <pc:sldLayoutChg chg="delSp del">
          <pc:chgData name="Shailendra Chauhan" userId="a7d3133f-e197-4b90-bf63-99a63a264234" providerId="ADAL" clId="{82D3B923-5109-494A-9F52-0C9A9F5C2C06}" dt="2024-07-16T06:34:48.887" v="136" actId="2696"/>
          <pc:sldLayoutMkLst>
            <pc:docMk/>
            <pc:sldMasterMk cId="326631605" sldId="2147483697"/>
            <pc:sldLayoutMk cId="62116664" sldId="2147483725"/>
          </pc:sldLayoutMkLst>
        </pc:sldLayoutChg>
      </pc:sldMasterChg>
    </pc:docChg>
  </pc:docChgLst>
  <pc:docChgLst>
    <pc:chgData name="Shailendra Chauhan" userId="a7d3133f-e197-4b90-bf63-99a63a264234" providerId="ADAL" clId="{DBF24D2E-F39E-4623-9A8E-CE05739C75AF}"/>
    <pc:docChg chg="undo custSel addSld modSld">
      <pc:chgData name="Shailendra Chauhan" userId="a7d3133f-e197-4b90-bf63-99a63a264234" providerId="ADAL" clId="{DBF24D2E-F39E-4623-9A8E-CE05739C75AF}" dt="2024-08-24T13:36:31.463" v="131" actId="20577"/>
      <pc:docMkLst>
        <pc:docMk/>
      </pc:docMkLst>
      <pc:sldChg chg="modSp mod">
        <pc:chgData name="Shailendra Chauhan" userId="a7d3133f-e197-4b90-bf63-99a63a264234" providerId="ADAL" clId="{DBF24D2E-F39E-4623-9A8E-CE05739C75AF}" dt="2024-08-24T12:21:40.661" v="106" actId="14100"/>
        <pc:sldMkLst>
          <pc:docMk/>
          <pc:sldMk cId="214324341" sldId="525"/>
        </pc:sldMkLst>
      </pc:sldChg>
      <pc:sldChg chg="modSp">
        <pc:chgData name="Shailendra Chauhan" userId="a7d3133f-e197-4b90-bf63-99a63a264234" providerId="ADAL" clId="{DBF24D2E-F39E-4623-9A8E-CE05739C75AF}" dt="2024-08-24T13:01:05.861" v="108" actId="20577"/>
        <pc:sldMkLst>
          <pc:docMk/>
          <pc:sldMk cId="1316262072" sldId="531"/>
        </pc:sldMkLst>
      </pc:sldChg>
      <pc:sldChg chg="modSp mod">
        <pc:chgData name="Shailendra Chauhan" userId="a7d3133f-e197-4b90-bf63-99a63a264234" providerId="ADAL" clId="{DBF24D2E-F39E-4623-9A8E-CE05739C75AF}" dt="2024-08-24T13:36:31.463" v="131" actId="20577"/>
        <pc:sldMkLst>
          <pc:docMk/>
          <pc:sldMk cId="3746237830" sldId="549"/>
        </pc:sldMkLst>
      </pc:sldChg>
      <pc:sldChg chg="modSp new mod">
        <pc:chgData name="Shailendra Chauhan" userId="a7d3133f-e197-4b90-bf63-99a63a264234" providerId="ADAL" clId="{DBF24D2E-F39E-4623-9A8E-CE05739C75AF}" dt="2024-08-24T12:21:07.395" v="105" actId="313"/>
        <pc:sldMkLst>
          <pc:docMk/>
          <pc:sldMk cId="3367382592" sldId="552"/>
        </pc:sldMkLst>
      </pc:sldChg>
    </pc:docChg>
  </pc:docChgLst>
  <pc:docChgLst>
    <pc:chgData name="Shailendra Chauhan" userId="a7d3133f-e197-4b90-bf63-99a63a264234" providerId="ADAL" clId="{13BDDBBF-3A4E-47BC-8A1A-C38DF2AE88BF}"/>
    <pc:docChg chg="modSld">
      <pc:chgData name="Shailendra Chauhan" userId="a7d3133f-e197-4b90-bf63-99a63a264234" providerId="ADAL" clId="{13BDDBBF-3A4E-47BC-8A1A-C38DF2AE88BF}" dt="2025-03-16T15:49:48.630" v="2" actId="20577"/>
      <pc:docMkLst>
        <pc:docMk/>
      </pc:docMkLst>
      <pc:sldChg chg="modSp">
        <pc:chgData name="Shailendra Chauhan" userId="a7d3133f-e197-4b90-bf63-99a63a264234" providerId="ADAL" clId="{13BDDBBF-3A4E-47BC-8A1A-C38DF2AE88BF}" dt="2025-03-16T15:10:23.351" v="0" actId="20577"/>
        <pc:sldMkLst>
          <pc:docMk/>
          <pc:sldMk cId="214324341" sldId="525"/>
        </pc:sldMkLst>
      </pc:sldChg>
      <pc:sldChg chg="modSp">
        <pc:chgData name="Shailendra Chauhan" userId="a7d3133f-e197-4b90-bf63-99a63a264234" providerId="ADAL" clId="{13BDDBBF-3A4E-47BC-8A1A-C38DF2AE88BF}" dt="2025-03-16T15:49:48.630" v="2" actId="20577"/>
        <pc:sldMkLst>
          <pc:docMk/>
          <pc:sldMk cId="1677361152" sldId="527"/>
        </pc:sldMkLst>
      </pc:sldChg>
      <pc:sldChg chg="modSp mod">
        <pc:chgData name="Shailendra Chauhan" userId="a7d3133f-e197-4b90-bf63-99a63a264234" providerId="ADAL" clId="{13BDDBBF-3A4E-47BC-8A1A-C38DF2AE88BF}" dt="2025-03-16T15:39:24.514" v="1" actId="1076"/>
        <pc:sldMkLst>
          <pc:docMk/>
          <pc:sldMk cId="2392634516" sldId="546"/>
        </pc:sldMkLst>
      </pc:sldChg>
    </pc:docChg>
  </pc:docChgLst>
  <pc:docChgLst>
    <pc:chgData name="Shailendra Chauhan" userId="a7d3133f-e197-4b90-bf63-99a63a264234" providerId="ADAL" clId="{4D073983-31D5-4794-9E35-E7D7B5751E39}"/>
    <pc:docChg chg="custSel modSld">
      <pc:chgData name="Shailendra Chauhan" userId="a7d3133f-e197-4b90-bf63-99a63a264234" providerId="ADAL" clId="{4D073983-31D5-4794-9E35-E7D7B5751E39}" dt="2024-10-19T03:50:13.800" v="113" actId="404"/>
      <pc:docMkLst>
        <pc:docMk/>
      </pc:docMkLst>
      <pc:sldChg chg="modSp mod">
        <pc:chgData name="Shailendra Chauhan" userId="a7d3133f-e197-4b90-bf63-99a63a264234" providerId="ADAL" clId="{4D073983-31D5-4794-9E35-E7D7B5751E39}" dt="2024-10-19T03:09:11.508" v="2" actId="1076"/>
        <pc:sldMkLst>
          <pc:docMk/>
          <pc:sldMk cId="1650753879" sldId="536"/>
        </pc:sldMkLst>
      </pc:sldChg>
      <pc:sldChg chg="modSp mod modAnim">
        <pc:chgData name="Shailendra Chauhan" userId="a7d3133f-e197-4b90-bf63-99a63a264234" providerId="ADAL" clId="{4D073983-31D5-4794-9E35-E7D7B5751E39}" dt="2024-10-19T03:50:13.800" v="113" actId="404"/>
        <pc:sldMkLst>
          <pc:docMk/>
          <pc:sldMk cId="2046114360" sldId="545"/>
        </pc:sldMkLst>
      </pc:sldChg>
      <pc:sldChg chg="modSp mod">
        <pc:chgData name="Shailendra Chauhan" userId="a7d3133f-e197-4b90-bf63-99a63a264234" providerId="ADAL" clId="{4D073983-31D5-4794-9E35-E7D7B5751E39}" dt="2024-10-19T02:42:40.955" v="0" actId="404"/>
        <pc:sldMkLst>
          <pc:docMk/>
          <pc:sldMk cId="3746237830" sldId="549"/>
        </pc:sldMkLst>
      </pc:sldChg>
    </pc:docChg>
  </pc:docChgLst>
  <pc:docChgLst>
    <pc:chgData name="Shailendra Chauhan" userId="a7d3133f-e197-4b90-bf63-99a63a264234" providerId="ADAL" clId="{3FB7C2C6-1985-416C-A7EE-68F0AB964139}"/>
    <pc:docChg chg="modSld">
      <pc:chgData name="Shailendra Chauhan" userId="a7d3133f-e197-4b90-bf63-99a63a264234" providerId="ADAL" clId="{3FB7C2C6-1985-416C-A7EE-68F0AB964139}" dt="2024-06-09T02:49:48.854" v="42" actId="404"/>
      <pc:docMkLst>
        <pc:docMk/>
      </pc:docMkLst>
      <pc:sldChg chg="modSp modAnim">
        <pc:chgData name="Shailendra Chauhan" userId="a7d3133f-e197-4b90-bf63-99a63a264234" providerId="ADAL" clId="{3FB7C2C6-1985-416C-A7EE-68F0AB964139}" dt="2024-06-09T02:49:48.854" v="42" actId="404"/>
        <pc:sldMkLst>
          <pc:docMk/>
          <pc:sldMk cId="221041934" sldId="532"/>
        </pc:sldMkLst>
      </pc:sldChg>
    </pc:docChg>
  </pc:docChgLst>
  <pc:docChgLst>
    <pc:chgData name="Shailendra Chauhan" userId="a7d3133f-e197-4b90-bf63-99a63a264234" providerId="ADAL" clId="{8B5B3DF0-7E13-4083-8F3F-135878F202E4}"/>
    <pc:docChg chg="custSel modSld">
      <pc:chgData name="Shailendra Chauhan" userId="a7d3133f-e197-4b90-bf63-99a63a264234" providerId="ADAL" clId="{8B5B3DF0-7E13-4083-8F3F-135878F202E4}" dt="2025-01-26T03:55:26.672" v="6" actId="20577"/>
      <pc:docMkLst>
        <pc:docMk/>
      </pc:docMkLst>
      <pc:sldChg chg="modSp mod modNotesTx">
        <pc:chgData name="Shailendra Chauhan" userId="a7d3133f-e197-4b90-bf63-99a63a264234" providerId="ADAL" clId="{8B5B3DF0-7E13-4083-8F3F-135878F202E4}" dt="2025-01-26T03:55:26.672" v="6" actId="20577"/>
        <pc:sldMkLst>
          <pc:docMk/>
          <pc:sldMk cId="2458818674" sldId="55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0D312B-924A-4BAF-A47E-64FA694B0EC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90BAC51-F6D5-4FCA-9F38-3382B3CB8270}">
      <dgm:prSet phldrT="[Text]" custT="1"/>
      <dgm:spPr>
        <a:ln>
          <a:solidFill>
            <a:srgbClr val="0070C0"/>
          </a:solidFill>
        </a:ln>
      </dgm:spPr>
      <dgm:t>
        <a:bodyPr/>
        <a:lstStyle/>
        <a:p>
          <a:r>
            <a:rPr lang="en-US" sz="2400" dirty="0"/>
            <a:t>GOF Design Patterns</a:t>
          </a:r>
        </a:p>
      </dgm:t>
    </dgm:pt>
    <dgm:pt modelId="{22C5D736-06B5-4768-AA4A-342F938C8AA0}" type="parTrans" cxnId="{A11CFE5F-5E16-4032-A9C4-997A724A7F1A}">
      <dgm:prSet/>
      <dgm:spPr/>
      <dgm:t>
        <a:bodyPr/>
        <a:lstStyle/>
        <a:p>
          <a:endParaRPr lang="en-US"/>
        </a:p>
      </dgm:t>
    </dgm:pt>
    <dgm:pt modelId="{3FF77AD9-F9A6-4F74-A314-388B34FFF997}" type="sibTrans" cxnId="{A11CFE5F-5E16-4032-A9C4-997A724A7F1A}">
      <dgm:prSet/>
      <dgm:spPr/>
      <dgm:t>
        <a:bodyPr/>
        <a:lstStyle/>
        <a:p>
          <a:endParaRPr lang="en-US"/>
        </a:p>
      </dgm:t>
    </dgm:pt>
    <dgm:pt modelId="{10069299-8415-4F73-ADBD-0A0736AD54D2}">
      <dgm:prSet phldrT="[Text]" custT="1"/>
      <dgm:spPr>
        <a:ln>
          <a:solidFill>
            <a:srgbClr val="00B0F0"/>
          </a:solidFill>
        </a:ln>
      </dgm:spPr>
      <dgm:t>
        <a:bodyPr/>
        <a:lstStyle/>
        <a:p>
          <a:r>
            <a:rPr lang="en-US" sz="2400" dirty="0"/>
            <a:t>Creational Design Patterns</a:t>
          </a:r>
        </a:p>
      </dgm:t>
    </dgm:pt>
    <dgm:pt modelId="{0DD851E7-CBB9-4570-B203-E16BD9454763}" type="parTrans" cxnId="{7A2E21AE-F1BD-4FBA-9183-ED43D7780304}">
      <dgm:prSet/>
      <dgm:spPr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en-US"/>
        </a:p>
      </dgm:t>
    </dgm:pt>
    <dgm:pt modelId="{F4076021-059C-47AD-A9CC-5F884962370B}" type="sibTrans" cxnId="{7A2E21AE-F1BD-4FBA-9183-ED43D7780304}">
      <dgm:prSet/>
      <dgm:spPr/>
      <dgm:t>
        <a:bodyPr/>
        <a:lstStyle/>
        <a:p>
          <a:endParaRPr lang="en-US"/>
        </a:p>
      </dgm:t>
    </dgm:pt>
    <dgm:pt modelId="{DE1ADEED-121E-4D22-9934-22FE25BC0234}">
      <dgm:prSet phldrT="[Text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n-US" sz="2400" dirty="0"/>
            <a:t>Structural Design Patterns</a:t>
          </a:r>
        </a:p>
      </dgm:t>
    </dgm:pt>
    <dgm:pt modelId="{A7D9A6DB-9DD3-404C-9F04-DC438949A6FF}" type="parTrans" cxnId="{CADB0C22-8F32-473D-A101-6FBFC03EA094}">
      <dgm:prSet/>
      <dgm:spPr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en-US"/>
        </a:p>
      </dgm:t>
    </dgm:pt>
    <dgm:pt modelId="{965B1D62-314E-44DF-9157-AFF9BA8804B9}" type="sibTrans" cxnId="{CADB0C22-8F32-473D-A101-6FBFC03EA094}">
      <dgm:prSet/>
      <dgm:spPr/>
      <dgm:t>
        <a:bodyPr/>
        <a:lstStyle/>
        <a:p>
          <a:endParaRPr lang="en-US"/>
        </a:p>
      </dgm:t>
    </dgm:pt>
    <dgm:pt modelId="{97B4F90E-74EE-4A63-B662-D9A90F4D9DE6}">
      <dgm:prSet phldrT="[Text]" custT="1"/>
      <dgm:spPr>
        <a:ln>
          <a:solidFill>
            <a:srgbClr val="F4814E"/>
          </a:solidFill>
        </a:ln>
      </dgm:spPr>
      <dgm:t>
        <a:bodyPr/>
        <a:lstStyle/>
        <a:p>
          <a:r>
            <a:rPr lang="en-IN" sz="2400" dirty="0"/>
            <a:t>Behavioural </a:t>
          </a:r>
          <a:r>
            <a:rPr lang="en-US" sz="2400" dirty="0"/>
            <a:t> Design Patterns</a:t>
          </a:r>
        </a:p>
      </dgm:t>
    </dgm:pt>
    <dgm:pt modelId="{39694081-7492-4B4B-901A-E4B741963541}" type="parTrans" cxnId="{41847C10-059C-41A4-8412-E61C4CEADA6E}">
      <dgm:prSet/>
      <dgm:spPr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en-US"/>
        </a:p>
      </dgm:t>
    </dgm:pt>
    <dgm:pt modelId="{29562133-D71A-447F-AB30-D7FFA5E7A31D}" type="sibTrans" cxnId="{41847C10-059C-41A4-8412-E61C4CEADA6E}">
      <dgm:prSet/>
      <dgm:spPr/>
      <dgm:t>
        <a:bodyPr/>
        <a:lstStyle/>
        <a:p>
          <a:endParaRPr lang="en-US"/>
        </a:p>
      </dgm:t>
    </dgm:pt>
    <dgm:pt modelId="{B26355B3-28B8-45A6-BCE8-02DB82487C99}" type="pres">
      <dgm:prSet presAssocID="{500D312B-924A-4BAF-A47E-64FA694B0EC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86DD9B-04BC-4CE6-A218-FDC8206A11DF}" type="pres">
      <dgm:prSet presAssocID="{990BAC51-F6D5-4FCA-9F38-3382B3CB8270}" presName="hierRoot1" presStyleCnt="0"/>
      <dgm:spPr/>
    </dgm:pt>
    <dgm:pt modelId="{AF83983F-5D10-4549-A7D5-71BBE7BF3BED}" type="pres">
      <dgm:prSet presAssocID="{990BAC51-F6D5-4FCA-9F38-3382B3CB8270}" presName="composite" presStyleCnt="0"/>
      <dgm:spPr/>
    </dgm:pt>
    <dgm:pt modelId="{C77E013F-7CDD-4925-875D-2926E8247230}" type="pres">
      <dgm:prSet presAssocID="{990BAC51-F6D5-4FCA-9F38-3382B3CB8270}" presName="background" presStyleLbl="node0" presStyleIdx="0" presStyleCnt="1"/>
      <dgm:spPr>
        <a:solidFill>
          <a:srgbClr val="0070C0"/>
        </a:solidFill>
        <a:ln>
          <a:solidFill>
            <a:srgbClr val="0070C0"/>
          </a:solidFill>
        </a:ln>
      </dgm:spPr>
    </dgm:pt>
    <dgm:pt modelId="{8D88E6E9-E14F-40DA-8334-42E21F52674E}" type="pres">
      <dgm:prSet presAssocID="{990BAC51-F6D5-4FCA-9F38-3382B3CB8270}" presName="text" presStyleLbl="fgAcc0" presStyleIdx="0" presStyleCnt="1" custScaleX="124001" custScaleY="80415">
        <dgm:presLayoutVars>
          <dgm:chPref val="3"/>
        </dgm:presLayoutVars>
      </dgm:prSet>
      <dgm:spPr/>
    </dgm:pt>
    <dgm:pt modelId="{DE553BB3-EB7A-4CD0-BBF4-786EF29D6D44}" type="pres">
      <dgm:prSet presAssocID="{990BAC51-F6D5-4FCA-9F38-3382B3CB8270}" presName="hierChild2" presStyleCnt="0"/>
      <dgm:spPr/>
    </dgm:pt>
    <dgm:pt modelId="{8C0EF809-9D23-464F-8B0C-D493172F7E81}" type="pres">
      <dgm:prSet presAssocID="{0DD851E7-CBB9-4570-B203-E16BD9454763}" presName="Name10" presStyleLbl="parChTrans1D2" presStyleIdx="0" presStyleCnt="3"/>
      <dgm:spPr/>
    </dgm:pt>
    <dgm:pt modelId="{C25A220A-B7A9-4A02-A18C-B1DACCAF9281}" type="pres">
      <dgm:prSet presAssocID="{10069299-8415-4F73-ADBD-0A0736AD54D2}" presName="hierRoot2" presStyleCnt="0"/>
      <dgm:spPr/>
    </dgm:pt>
    <dgm:pt modelId="{E307E9FC-19C7-4F55-9AAB-5AAB3E5BCEB3}" type="pres">
      <dgm:prSet presAssocID="{10069299-8415-4F73-ADBD-0A0736AD54D2}" presName="composite2" presStyleCnt="0"/>
      <dgm:spPr/>
    </dgm:pt>
    <dgm:pt modelId="{20C404EB-BCFB-48DD-B096-4ECBFA12D9FA}" type="pres">
      <dgm:prSet presAssocID="{10069299-8415-4F73-ADBD-0A0736AD54D2}" presName="background2" presStyleLbl="node2" presStyleIdx="0" presStyleCnt="3"/>
      <dgm:spPr>
        <a:solidFill>
          <a:srgbClr val="00B0F0"/>
        </a:solidFill>
        <a:ln>
          <a:solidFill>
            <a:srgbClr val="00B0F0"/>
          </a:solidFill>
        </a:ln>
      </dgm:spPr>
    </dgm:pt>
    <dgm:pt modelId="{C2A71973-EAF7-45D9-A401-CB0F1E8EAEA8}" type="pres">
      <dgm:prSet presAssocID="{10069299-8415-4F73-ADBD-0A0736AD54D2}" presName="text2" presStyleLbl="fgAcc2" presStyleIdx="0" presStyleCnt="3" custScaleX="123851" custScaleY="80415">
        <dgm:presLayoutVars>
          <dgm:chPref val="3"/>
        </dgm:presLayoutVars>
      </dgm:prSet>
      <dgm:spPr/>
    </dgm:pt>
    <dgm:pt modelId="{C2E39495-8ED8-4DD8-98EF-538DF60B45FD}" type="pres">
      <dgm:prSet presAssocID="{10069299-8415-4F73-ADBD-0A0736AD54D2}" presName="hierChild3" presStyleCnt="0"/>
      <dgm:spPr/>
    </dgm:pt>
    <dgm:pt modelId="{0701FDF6-D7DF-4CCC-B59E-EA038F5F8503}" type="pres">
      <dgm:prSet presAssocID="{A7D9A6DB-9DD3-404C-9F04-DC438949A6FF}" presName="Name10" presStyleLbl="parChTrans1D2" presStyleIdx="1" presStyleCnt="3"/>
      <dgm:spPr/>
    </dgm:pt>
    <dgm:pt modelId="{C61990C7-AEE0-440F-AF53-DD54190A4FE7}" type="pres">
      <dgm:prSet presAssocID="{DE1ADEED-121E-4D22-9934-22FE25BC0234}" presName="hierRoot2" presStyleCnt="0"/>
      <dgm:spPr/>
    </dgm:pt>
    <dgm:pt modelId="{8495F540-0DD3-4E39-BD3A-2F8BEE7E6FC2}" type="pres">
      <dgm:prSet presAssocID="{DE1ADEED-121E-4D22-9934-22FE25BC0234}" presName="composite2" presStyleCnt="0"/>
      <dgm:spPr/>
    </dgm:pt>
    <dgm:pt modelId="{178E0CE2-E735-4E52-B8DE-2941C858CD62}" type="pres">
      <dgm:prSet presAssocID="{DE1ADEED-121E-4D22-9934-22FE25BC0234}" presName="background2" presStyleLbl="node2" presStyleIdx="1" presStyleCnt="3"/>
      <dgm:spPr>
        <a:solidFill>
          <a:srgbClr val="002060"/>
        </a:solidFill>
        <a:ln>
          <a:solidFill>
            <a:srgbClr val="002060"/>
          </a:solidFill>
        </a:ln>
      </dgm:spPr>
    </dgm:pt>
    <dgm:pt modelId="{12BD07A2-A5EC-4990-94B6-B8BDC8F55AF1}" type="pres">
      <dgm:prSet presAssocID="{DE1ADEED-121E-4D22-9934-22FE25BC0234}" presName="text2" presStyleLbl="fgAcc2" presStyleIdx="1" presStyleCnt="3" custScaleX="123851" custScaleY="80415">
        <dgm:presLayoutVars>
          <dgm:chPref val="3"/>
        </dgm:presLayoutVars>
      </dgm:prSet>
      <dgm:spPr/>
    </dgm:pt>
    <dgm:pt modelId="{103C01CE-B7A9-4B50-BB4B-5BF54EBB27E8}" type="pres">
      <dgm:prSet presAssocID="{DE1ADEED-121E-4D22-9934-22FE25BC0234}" presName="hierChild3" presStyleCnt="0"/>
      <dgm:spPr/>
    </dgm:pt>
    <dgm:pt modelId="{07C87EC2-F03B-4D23-8439-B63D6519D288}" type="pres">
      <dgm:prSet presAssocID="{39694081-7492-4B4B-901A-E4B741963541}" presName="Name10" presStyleLbl="parChTrans1D2" presStyleIdx="2" presStyleCnt="3"/>
      <dgm:spPr/>
    </dgm:pt>
    <dgm:pt modelId="{91B6EAAE-DB1A-4A4E-8536-85EE08D8DD83}" type="pres">
      <dgm:prSet presAssocID="{97B4F90E-74EE-4A63-B662-D9A90F4D9DE6}" presName="hierRoot2" presStyleCnt="0"/>
      <dgm:spPr/>
    </dgm:pt>
    <dgm:pt modelId="{B6B94F2E-3480-46D8-824D-042A45A8F359}" type="pres">
      <dgm:prSet presAssocID="{97B4F90E-74EE-4A63-B662-D9A90F4D9DE6}" presName="composite2" presStyleCnt="0"/>
      <dgm:spPr/>
    </dgm:pt>
    <dgm:pt modelId="{38648ABF-1001-44D0-9685-5FEC467BA0DB}" type="pres">
      <dgm:prSet presAssocID="{97B4F90E-74EE-4A63-B662-D9A90F4D9DE6}" presName="background2" presStyleLbl="node2" presStyleIdx="2" presStyleCnt="3"/>
      <dgm:spPr>
        <a:solidFill>
          <a:srgbClr val="F4814E"/>
        </a:solidFill>
        <a:ln>
          <a:solidFill>
            <a:srgbClr val="F4814E"/>
          </a:solidFill>
        </a:ln>
      </dgm:spPr>
    </dgm:pt>
    <dgm:pt modelId="{D0545277-DAD3-498B-BA0D-8999B1A3B819}" type="pres">
      <dgm:prSet presAssocID="{97B4F90E-74EE-4A63-B662-D9A90F4D9DE6}" presName="text2" presStyleLbl="fgAcc2" presStyleIdx="2" presStyleCnt="3" custScaleX="123851" custScaleY="80415">
        <dgm:presLayoutVars>
          <dgm:chPref val="3"/>
        </dgm:presLayoutVars>
      </dgm:prSet>
      <dgm:spPr/>
    </dgm:pt>
    <dgm:pt modelId="{3907C4AC-374F-4555-A95C-B7CF6A5EDBF3}" type="pres">
      <dgm:prSet presAssocID="{97B4F90E-74EE-4A63-B662-D9A90F4D9DE6}" presName="hierChild3" presStyleCnt="0"/>
      <dgm:spPr/>
    </dgm:pt>
  </dgm:ptLst>
  <dgm:cxnLst>
    <dgm:cxn modelId="{41847C10-059C-41A4-8412-E61C4CEADA6E}" srcId="{990BAC51-F6D5-4FCA-9F38-3382B3CB8270}" destId="{97B4F90E-74EE-4A63-B662-D9A90F4D9DE6}" srcOrd="2" destOrd="0" parTransId="{39694081-7492-4B4B-901A-E4B741963541}" sibTransId="{29562133-D71A-447F-AB30-D7FFA5E7A31D}"/>
    <dgm:cxn modelId="{CADB0C22-8F32-473D-A101-6FBFC03EA094}" srcId="{990BAC51-F6D5-4FCA-9F38-3382B3CB8270}" destId="{DE1ADEED-121E-4D22-9934-22FE25BC0234}" srcOrd="1" destOrd="0" parTransId="{A7D9A6DB-9DD3-404C-9F04-DC438949A6FF}" sibTransId="{965B1D62-314E-44DF-9157-AFF9BA8804B9}"/>
    <dgm:cxn modelId="{8AB61822-6496-4CF6-B18C-37CABE6A40C8}" type="presOf" srcId="{DE1ADEED-121E-4D22-9934-22FE25BC0234}" destId="{12BD07A2-A5EC-4990-94B6-B8BDC8F55AF1}" srcOrd="0" destOrd="0" presId="urn:microsoft.com/office/officeart/2005/8/layout/hierarchy1"/>
    <dgm:cxn modelId="{A11CFE5F-5E16-4032-A9C4-997A724A7F1A}" srcId="{500D312B-924A-4BAF-A47E-64FA694B0EC2}" destId="{990BAC51-F6D5-4FCA-9F38-3382B3CB8270}" srcOrd="0" destOrd="0" parTransId="{22C5D736-06B5-4768-AA4A-342F938C8AA0}" sibTransId="{3FF77AD9-F9A6-4F74-A314-388B34FFF997}"/>
    <dgm:cxn modelId="{75947176-E2A9-4D4B-8104-2523D9AA971E}" type="presOf" srcId="{10069299-8415-4F73-ADBD-0A0736AD54D2}" destId="{C2A71973-EAF7-45D9-A401-CB0F1E8EAEA8}" srcOrd="0" destOrd="0" presId="urn:microsoft.com/office/officeart/2005/8/layout/hierarchy1"/>
    <dgm:cxn modelId="{DA3C1283-388E-476D-98AD-1294094384F3}" type="presOf" srcId="{97B4F90E-74EE-4A63-B662-D9A90F4D9DE6}" destId="{D0545277-DAD3-498B-BA0D-8999B1A3B819}" srcOrd="0" destOrd="0" presId="urn:microsoft.com/office/officeart/2005/8/layout/hierarchy1"/>
    <dgm:cxn modelId="{EEE26599-A7D1-4DA1-98B6-9CBF47C6DE99}" type="presOf" srcId="{A7D9A6DB-9DD3-404C-9F04-DC438949A6FF}" destId="{0701FDF6-D7DF-4CCC-B59E-EA038F5F8503}" srcOrd="0" destOrd="0" presId="urn:microsoft.com/office/officeart/2005/8/layout/hierarchy1"/>
    <dgm:cxn modelId="{8F6D00A9-9A19-487E-B2F4-D1D0B1C8571D}" type="presOf" srcId="{990BAC51-F6D5-4FCA-9F38-3382B3CB8270}" destId="{8D88E6E9-E14F-40DA-8334-42E21F52674E}" srcOrd="0" destOrd="0" presId="urn:microsoft.com/office/officeart/2005/8/layout/hierarchy1"/>
    <dgm:cxn modelId="{054FBEAC-91B0-41BA-8B82-A914AB2A3936}" type="presOf" srcId="{0DD851E7-CBB9-4570-B203-E16BD9454763}" destId="{8C0EF809-9D23-464F-8B0C-D493172F7E81}" srcOrd="0" destOrd="0" presId="urn:microsoft.com/office/officeart/2005/8/layout/hierarchy1"/>
    <dgm:cxn modelId="{7A2E21AE-F1BD-4FBA-9183-ED43D7780304}" srcId="{990BAC51-F6D5-4FCA-9F38-3382B3CB8270}" destId="{10069299-8415-4F73-ADBD-0A0736AD54D2}" srcOrd="0" destOrd="0" parTransId="{0DD851E7-CBB9-4570-B203-E16BD9454763}" sibTransId="{F4076021-059C-47AD-A9CC-5F884962370B}"/>
    <dgm:cxn modelId="{50ACB0B4-CCB7-4777-8153-D6BAA982C2D8}" type="presOf" srcId="{39694081-7492-4B4B-901A-E4B741963541}" destId="{07C87EC2-F03B-4D23-8439-B63D6519D288}" srcOrd="0" destOrd="0" presId="urn:microsoft.com/office/officeart/2005/8/layout/hierarchy1"/>
    <dgm:cxn modelId="{432E47D2-680D-4A6C-901A-A1CD78495112}" type="presOf" srcId="{500D312B-924A-4BAF-A47E-64FA694B0EC2}" destId="{B26355B3-28B8-45A6-BCE8-02DB82487C99}" srcOrd="0" destOrd="0" presId="urn:microsoft.com/office/officeart/2005/8/layout/hierarchy1"/>
    <dgm:cxn modelId="{DC0D4E2E-F7D8-4F22-8FC7-16E34533FC56}" type="presParOf" srcId="{B26355B3-28B8-45A6-BCE8-02DB82487C99}" destId="{BB86DD9B-04BC-4CE6-A218-FDC8206A11DF}" srcOrd="0" destOrd="0" presId="urn:microsoft.com/office/officeart/2005/8/layout/hierarchy1"/>
    <dgm:cxn modelId="{D5D22A0C-F4AA-4D48-B95A-DBF7BF148BEE}" type="presParOf" srcId="{BB86DD9B-04BC-4CE6-A218-FDC8206A11DF}" destId="{AF83983F-5D10-4549-A7D5-71BBE7BF3BED}" srcOrd="0" destOrd="0" presId="urn:microsoft.com/office/officeart/2005/8/layout/hierarchy1"/>
    <dgm:cxn modelId="{8533AA65-78DD-40EB-8D12-1E25A12BF488}" type="presParOf" srcId="{AF83983F-5D10-4549-A7D5-71BBE7BF3BED}" destId="{C77E013F-7CDD-4925-875D-2926E8247230}" srcOrd="0" destOrd="0" presId="urn:microsoft.com/office/officeart/2005/8/layout/hierarchy1"/>
    <dgm:cxn modelId="{1423CE61-B5E2-461C-8D6C-1AC516E1F6BF}" type="presParOf" srcId="{AF83983F-5D10-4549-A7D5-71BBE7BF3BED}" destId="{8D88E6E9-E14F-40DA-8334-42E21F52674E}" srcOrd="1" destOrd="0" presId="urn:microsoft.com/office/officeart/2005/8/layout/hierarchy1"/>
    <dgm:cxn modelId="{88BB06F1-1DF1-4E00-8789-8CA5E0623C9F}" type="presParOf" srcId="{BB86DD9B-04BC-4CE6-A218-FDC8206A11DF}" destId="{DE553BB3-EB7A-4CD0-BBF4-786EF29D6D44}" srcOrd="1" destOrd="0" presId="urn:microsoft.com/office/officeart/2005/8/layout/hierarchy1"/>
    <dgm:cxn modelId="{5CF03B79-4C55-430B-8E0E-D647F96FA7EF}" type="presParOf" srcId="{DE553BB3-EB7A-4CD0-BBF4-786EF29D6D44}" destId="{8C0EF809-9D23-464F-8B0C-D493172F7E81}" srcOrd="0" destOrd="0" presId="urn:microsoft.com/office/officeart/2005/8/layout/hierarchy1"/>
    <dgm:cxn modelId="{4FB353C8-06BD-4403-A5EC-2542276D89C4}" type="presParOf" srcId="{DE553BB3-EB7A-4CD0-BBF4-786EF29D6D44}" destId="{C25A220A-B7A9-4A02-A18C-B1DACCAF9281}" srcOrd="1" destOrd="0" presId="urn:microsoft.com/office/officeart/2005/8/layout/hierarchy1"/>
    <dgm:cxn modelId="{7AD1FC5E-EE56-468B-8879-AE0ACE774E21}" type="presParOf" srcId="{C25A220A-B7A9-4A02-A18C-B1DACCAF9281}" destId="{E307E9FC-19C7-4F55-9AAB-5AAB3E5BCEB3}" srcOrd="0" destOrd="0" presId="urn:microsoft.com/office/officeart/2005/8/layout/hierarchy1"/>
    <dgm:cxn modelId="{EADD5693-9CDC-400F-A87F-FAB593A67FBF}" type="presParOf" srcId="{E307E9FC-19C7-4F55-9AAB-5AAB3E5BCEB3}" destId="{20C404EB-BCFB-48DD-B096-4ECBFA12D9FA}" srcOrd="0" destOrd="0" presId="urn:microsoft.com/office/officeart/2005/8/layout/hierarchy1"/>
    <dgm:cxn modelId="{C96276BA-0754-482E-92ED-5CE05E473D7E}" type="presParOf" srcId="{E307E9FC-19C7-4F55-9AAB-5AAB3E5BCEB3}" destId="{C2A71973-EAF7-45D9-A401-CB0F1E8EAEA8}" srcOrd="1" destOrd="0" presId="urn:microsoft.com/office/officeart/2005/8/layout/hierarchy1"/>
    <dgm:cxn modelId="{8D013B45-6CB0-4E87-8EDC-833E5D73D336}" type="presParOf" srcId="{C25A220A-B7A9-4A02-A18C-B1DACCAF9281}" destId="{C2E39495-8ED8-4DD8-98EF-538DF60B45FD}" srcOrd="1" destOrd="0" presId="urn:microsoft.com/office/officeart/2005/8/layout/hierarchy1"/>
    <dgm:cxn modelId="{0D4BF788-A9F5-41C4-A6AD-8F90CDE9A94D}" type="presParOf" srcId="{DE553BB3-EB7A-4CD0-BBF4-786EF29D6D44}" destId="{0701FDF6-D7DF-4CCC-B59E-EA038F5F8503}" srcOrd="2" destOrd="0" presId="urn:microsoft.com/office/officeart/2005/8/layout/hierarchy1"/>
    <dgm:cxn modelId="{6414AB50-59BA-4474-9BF1-0E6FEA6B04F3}" type="presParOf" srcId="{DE553BB3-EB7A-4CD0-BBF4-786EF29D6D44}" destId="{C61990C7-AEE0-440F-AF53-DD54190A4FE7}" srcOrd="3" destOrd="0" presId="urn:microsoft.com/office/officeart/2005/8/layout/hierarchy1"/>
    <dgm:cxn modelId="{93A4375A-7C7A-4C63-9177-8916F0A804A5}" type="presParOf" srcId="{C61990C7-AEE0-440F-AF53-DD54190A4FE7}" destId="{8495F540-0DD3-4E39-BD3A-2F8BEE7E6FC2}" srcOrd="0" destOrd="0" presId="urn:microsoft.com/office/officeart/2005/8/layout/hierarchy1"/>
    <dgm:cxn modelId="{448C8DD0-3167-4DEB-9648-F1BCAB9AFD23}" type="presParOf" srcId="{8495F540-0DD3-4E39-BD3A-2F8BEE7E6FC2}" destId="{178E0CE2-E735-4E52-B8DE-2941C858CD62}" srcOrd="0" destOrd="0" presId="urn:microsoft.com/office/officeart/2005/8/layout/hierarchy1"/>
    <dgm:cxn modelId="{B4788DF3-5E21-4BA4-8448-C9F085313739}" type="presParOf" srcId="{8495F540-0DD3-4E39-BD3A-2F8BEE7E6FC2}" destId="{12BD07A2-A5EC-4990-94B6-B8BDC8F55AF1}" srcOrd="1" destOrd="0" presId="urn:microsoft.com/office/officeart/2005/8/layout/hierarchy1"/>
    <dgm:cxn modelId="{5824B526-D030-4847-AF33-50E35924D072}" type="presParOf" srcId="{C61990C7-AEE0-440F-AF53-DD54190A4FE7}" destId="{103C01CE-B7A9-4B50-BB4B-5BF54EBB27E8}" srcOrd="1" destOrd="0" presId="urn:microsoft.com/office/officeart/2005/8/layout/hierarchy1"/>
    <dgm:cxn modelId="{E861C6E6-2657-401C-9157-AB56E37904BE}" type="presParOf" srcId="{DE553BB3-EB7A-4CD0-BBF4-786EF29D6D44}" destId="{07C87EC2-F03B-4D23-8439-B63D6519D288}" srcOrd="4" destOrd="0" presId="urn:microsoft.com/office/officeart/2005/8/layout/hierarchy1"/>
    <dgm:cxn modelId="{DC97794B-668D-422E-9180-64C220FA49CC}" type="presParOf" srcId="{DE553BB3-EB7A-4CD0-BBF4-786EF29D6D44}" destId="{91B6EAAE-DB1A-4A4E-8536-85EE08D8DD83}" srcOrd="5" destOrd="0" presId="urn:microsoft.com/office/officeart/2005/8/layout/hierarchy1"/>
    <dgm:cxn modelId="{38CBD2C6-9AD2-4ECA-86C7-9FE7006AD0CB}" type="presParOf" srcId="{91B6EAAE-DB1A-4A4E-8536-85EE08D8DD83}" destId="{B6B94F2E-3480-46D8-824D-042A45A8F359}" srcOrd="0" destOrd="0" presId="urn:microsoft.com/office/officeart/2005/8/layout/hierarchy1"/>
    <dgm:cxn modelId="{A66C131D-AFA9-41F8-97FF-FC71243A037E}" type="presParOf" srcId="{B6B94F2E-3480-46D8-824D-042A45A8F359}" destId="{38648ABF-1001-44D0-9685-5FEC467BA0DB}" srcOrd="0" destOrd="0" presId="urn:microsoft.com/office/officeart/2005/8/layout/hierarchy1"/>
    <dgm:cxn modelId="{CC2A9429-D1F2-4BC0-80F6-2D7E62006E17}" type="presParOf" srcId="{B6B94F2E-3480-46D8-824D-042A45A8F359}" destId="{D0545277-DAD3-498B-BA0D-8999B1A3B819}" srcOrd="1" destOrd="0" presId="urn:microsoft.com/office/officeart/2005/8/layout/hierarchy1"/>
    <dgm:cxn modelId="{3E2EF6C5-43D5-4B5F-A198-357E4DCE004B}" type="presParOf" srcId="{91B6EAAE-DB1A-4A4E-8536-85EE08D8DD83}" destId="{3907C4AC-374F-4555-A95C-B7CF6A5EDB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87EC2-F03B-4D23-8439-B63D6519D288}">
      <dsp:nvSpPr>
        <dsp:cNvPr id="0" name=""/>
        <dsp:cNvSpPr/>
      </dsp:nvSpPr>
      <dsp:spPr>
        <a:xfrm>
          <a:off x="4867979" y="1618130"/>
          <a:ext cx="3413532" cy="6796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3153"/>
              </a:lnTo>
              <a:lnTo>
                <a:pt x="3413532" y="463153"/>
              </a:lnTo>
              <a:lnTo>
                <a:pt x="3413532" y="679638"/>
              </a:lnTo>
            </a:path>
          </a:pathLst>
        </a:custGeom>
        <a:noFill/>
        <a:ln w="12700" cap="flat" cmpd="sng" algn="ctr">
          <a:solidFill>
            <a:schemeClr val="tx2">
              <a:lumMod val="10000"/>
              <a:lumOff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01FDF6-D7DF-4CCC-B59E-EA038F5F8503}">
      <dsp:nvSpPr>
        <dsp:cNvPr id="0" name=""/>
        <dsp:cNvSpPr/>
      </dsp:nvSpPr>
      <dsp:spPr>
        <a:xfrm>
          <a:off x="4822259" y="1618130"/>
          <a:ext cx="91440" cy="679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9638"/>
              </a:lnTo>
            </a:path>
          </a:pathLst>
        </a:custGeom>
        <a:noFill/>
        <a:ln w="12700" cap="flat" cmpd="sng" algn="ctr">
          <a:solidFill>
            <a:schemeClr val="tx2">
              <a:lumMod val="10000"/>
              <a:lumOff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0EF809-9D23-464F-8B0C-D493172F7E81}">
      <dsp:nvSpPr>
        <dsp:cNvPr id="0" name=""/>
        <dsp:cNvSpPr/>
      </dsp:nvSpPr>
      <dsp:spPr>
        <a:xfrm>
          <a:off x="1454446" y="1618130"/>
          <a:ext cx="3413532" cy="679638"/>
        </a:xfrm>
        <a:custGeom>
          <a:avLst/>
          <a:gdLst/>
          <a:ahLst/>
          <a:cxnLst/>
          <a:rect l="0" t="0" r="0" b="0"/>
          <a:pathLst>
            <a:path>
              <a:moveTo>
                <a:pt x="3413532" y="0"/>
              </a:moveTo>
              <a:lnTo>
                <a:pt x="3413532" y="463153"/>
              </a:lnTo>
              <a:lnTo>
                <a:pt x="0" y="463153"/>
              </a:lnTo>
              <a:lnTo>
                <a:pt x="0" y="679638"/>
              </a:lnTo>
            </a:path>
          </a:pathLst>
        </a:custGeom>
        <a:noFill/>
        <a:ln w="12700" cap="flat" cmpd="sng" algn="ctr">
          <a:solidFill>
            <a:schemeClr val="tx2">
              <a:lumMod val="10000"/>
              <a:lumOff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7E013F-7CDD-4925-875D-2926E8247230}">
      <dsp:nvSpPr>
        <dsp:cNvPr id="0" name=""/>
        <dsp:cNvSpPr/>
      </dsp:nvSpPr>
      <dsp:spPr>
        <a:xfrm>
          <a:off x="3419111" y="424845"/>
          <a:ext cx="2897735" cy="119328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8E6E9-E14F-40DA-8334-42E21F52674E}">
      <dsp:nvSpPr>
        <dsp:cNvPr id="0" name=""/>
        <dsp:cNvSpPr/>
      </dsp:nvSpPr>
      <dsp:spPr>
        <a:xfrm>
          <a:off x="3678763" y="671514"/>
          <a:ext cx="2897735" cy="119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GOF Design Patterns</a:t>
          </a:r>
        </a:p>
      </dsp:txBody>
      <dsp:txXfrm>
        <a:off x="3713713" y="706464"/>
        <a:ext cx="2827835" cy="1123385"/>
      </dsp:txXfrm>
    </dsp:sp>
    <dsp:sp modelId="{20C404EB-BCFB-48DD-B096-4ECBFA12D9FA}">
      <dsp:nvSpPr>
        <dsp:cNvPr id="0" name=""/>
        <dsp:cNvSpPr/>
      </dsp:nvSpPr>
      <dsp:spPr>
        <a:xfrm>
          <a:off x="7331" y="2297769"/>
          <a:ext cx="2894229" cy="119328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71973-EAF7-45D9-A401-CB0F1E8EAEA8}">
      <dsp:nvSpPr>
        <dsp:cNvPr id="0" name=""/>
        <dsp:cNvSpPr/>
      </dsp:nvSpPr>
      <dsp:spPr>
        <a:xfrm>
          <a:off x="266982" y="2544438"/>
          <a:ext cx="2894229" cy="119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Creational Design Patterns</a:t>
          </a:r>
        </a:p>
      </dsp:txBody>
      <dsp:txXfrm>
        <a:off x="301932" y="2579388"/>
        <a:ext cx="2824329" cy="1123385"/>
      </dsp:txXfrm>
    </dsp:sp>
    <dsp:sp modelId="{178E0CE2-E735-4E52-B8DE-2941C858CD62}">
      <dsp:nvSpPr>
        <dsp:cNvPr id="0" name=""/>
        <dsp:cNvSpPr/>
      </dsp:nvSpPr>
      <dsp:spPr>
        <a:xfrm>
          <a:off x="3420864" y="2297769"/>
          <a:ext cx="2894229" cy="119328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D07A2-A5EC-4990-94B6-B8BDC8F55AF1}">
      <dsp:nvSpPr>
        <dsp:cNvPr id="0" name=""/>
        <dsp:cNvSpPr/>
      </dsp:nvSpPr>
      <dsp:spPr>
        <a:xfrm>
          <a:off x="3680515" y="2544438"/>
          <a:ext cx="2894229" cy="119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Structural Design Patterns</a:t>
          </a:r>
        </a:p>
      </dsp:txBody>
      <dsp:txXfrm>
        <a:off x="3715465" y="2579388"/>
        <a:ext cx="2824329" cy="1123385"/>
      </dsp:txXfrm>
    </dsp:sp>
    <dsp:sp modelId="{38648ABF-1001-44D0-9685-5FEC467BA0DB}">
      <dsp:nvSpPr>
        <dsp:cNvPr id="0" name=""/>
        <dsp:cNvSpPr/>
      </dsp:nvSpPr>
      <dsp:spPr>
        <a:xfrm>
          <a:off x="6834397" y="2297769"/>
          <a:ext cx="2894229" cy="1193285"/>
        </a:xfrm>
        <a:prstGeom prst="roundRect">
          <a:avLst>
            <a:gd name="adj" fmla="val 10000"/>
          </a:avLst>
        </a:prstGeom>
        <a:solidFill>
          <a:srgbClr val="F4814E"/>
        </a:solidFill>
        <a:ln w="12700" cap="flat" cmpd="sng" algn="ctr">
          <a:solidFill>
            <a:srgbClr val="F4814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45277-DAD3-498B-BA0D-8999B1A3B819}">
      <dsp:nvSpPr>
        <dsp:cNvPr id="0" name=""/>
        <dsp:cNvSpPr/>
      </dsp:nvSpPr>
      <dsp:spPr>
        <a:xfrm>
          <a:off x="7094048" y="2544438"/>
          <a:ext cx="2894229" cy="1193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4814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Behavioural </a:t>
          </a:r>
          <a:r>
            <a:rPr lang="en-US" sz="2400" kern="1200" dirty="0"/>
            <a:t> Design Patterns</a:t>
          </a:r>
        </a:p>
      </dsp:txBody>
      <dsp:txXfrm>
        <a:off x="7128998" y="2579388"/>
        <a:ext cx="2824329" cy="1123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5C61-0398-4C51-8D5A-E7C1224117FB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3E6D-78B7-448A-943B-FF5E6AE1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SOLID principles form the fundamental guidelines for building object-oriented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81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+mj-lt"/>
              <a:buNone/>
            </a:pPr>
            <a:r>
              <a:rPr lang="en-US" dirty="0"/>
              <a:t>Static classes are not </a:t>
            </a:r>
            <a:r>
              <a:rPr lang="en-US" dirty="0">
                <a:solidFill>
                  <a:srgbClr val="CC7832"/>
                </a:solidFill>
                <a:effectLst/>
              </a:rPr>
              <a:t>for </a:t>
            </a:r>
            <a:r>
              <a:rPr lang="en-US" dirty="0"/>
              <a:t>anything that needs state. Useful </a:t>
            </a:r>
            <a:r>
              <a:rPr lang="en-US" dirty="0">
                <a:solidFill>
                  <a:srgbClr val="CC7832"/>
                </a:solidFill>
                <a:effectLst/>
              </a:rPr>
              <a:t>for </a:t>
            </a:r>
            <a:r>
              <a:rPr lang="en-US" dirty="0"/>
              <a:t>putting a set of functions together </a:t>
            </a:r>
            <a:r>
              <a:rPr lang="en-US" dirty="0" err="1"/>
              <a:t>i.e</a:t>
            </a:r>
            <a:r>
              <a:rPr lang="en-US" dirty="0"/>
              <a:t> Math (or Utils </a:t>
            </a:r>
            <a:r>
              <a:rPr lang="en-US" dirty="0">
                <a:solidFill>
                  <a:srgbClr val="CC7832"/>
                </a:solidFill>
                <a:effectLst/>
              </a:rPr>
              <a:t>in </a:t>
            </a:r>
            <a:r>
              <a:rPr lang="en-US" dirty="0"/>
              <a:t>projects).</a:t>
            </a:r>
            <a:br>
              <a:rPr lang="en-US" dirty="0"/>
            </a:br>
            <a:r>
              <a:rPr lang="en-US" dirty="0"/>
              <a:t>Singleton can maintain its state and implement interfaces inherited from other classes but the static class does not.</a:t>
            </a:r>
          </a:p>
          <a:p>
            <a:pPr algn="l" fontAlgn="base">
              <a:buFont typeface="+mj-lt"/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Singleton can be initialized lazily or asynchronously and loaded automatically.</a:t>
            </a:r>
          </a:p>
          <a:p>
            <a:pPr algn="l" fontAlgn="base">
              <a:buFont typeface="+mj-lt"/>
              <a:buNone/>
            </a:pPr>
            <a:r>
              <a:rPr lang="en-US" b="0" i="0" dirty="0">
                <a:solidFill>
                  <a:srgbClr val="525960"/>
                </a:solidFill>
                <a:effectLst/>
                <a:latin typeface="-apple-system"/>
              </a:rPr>
              <a:t>A static class allows only static methods but in Singleton you can have non static method as well.</a:t>
            </a:r>
          </a:p>
          <a:p>
            <a:pPr algn="l" fontAlgn="base">
              <a:buFont typeface="+mj-lt"/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Singleton Objects stored on heap while static class stored in stack.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Singleton Objects can have constructor while Static Class cannot.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Singleton Objects can dispose but not static class.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Singleton Objects can clone but not with static class.</a:t>
            </a:r>
          </a:p>
          <a:p>
            <a:pPr algn="l" fontAlgn="base"/>
            <a:endParaRPr lang="en-US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l" fontAlgn="base"/>
            <a:endParaRPr lang="en-US" b="0" i="0" dirty="0">
              <a:solidFill>
                <a:srgbClr val="232629"/>
              </a:solidFill>
              <a:effectLst/>
              <a:latin typeface="inherit"/>
            </a:endParaRPr>
          </a:p>
          <a:p>
            <a:pPr algn="l" fontAlgn="base"/>
            <a:r>
              <a:rPr lang="en-US" b="0" i="0" dirty="0">
                <a:solidFill>
                  <a:srgbClr val="232629"/>
                </a:solidFill>
                <a:effectLst/>
                <a:latin typeface="inherit"/>
              </a:rPr>
              <a:t>A static class is one that has only static methods, for which a better word would be "functions". The design style embodied in a static class is purely procedural.</a:t>
            </a:r>
          </a:p>
          <a:p>
            <a:pPr algn="l" fontAlgn="base"/>
            <a:r>
              <a:rPr lang="en-US" b="0" i="0" dirty="0">
                <a:solidFill>
                  <a:srgbClr val="232629"/>
                </a:solidFill>
                <a:effectLst/>
                <a:latin typeface="inherit"/>
              </a:rPr>
              <a:t>Singleton, on the other hand, is a pattern specific to OO design. </a:t>
            </a:r>
          </a:p>
          <a:p>
            <a:pPr algn="l" fontAlgn="base">
              <a:buFont typeface="+mj-lt"/>
              <a:buNone/>
            </a:pPr>
            <a:endParaRPr lang="en-US" b="0" i="0" dirty="0">
              <a:solidFill>
                <a:srgbClr val="232629"/>
              </a:solidFill>
              <a:effectLst/>
              <a:latin typeface="inherit"/>
            </a:endParaRPr>
          </a:p>
          <a:p>
            <a:pPr algn="l" fontAlgn="base">
              <a:buFont typeface="+mj-lt"/>
              <a:buNone/>
            </a:pPr>
            <a:endParaRPr lang="en-US" b="0" i="0" dirty="0">
              <a:solidFill>
                <a:srgbClr val="232629"/>
              </a:solidFill>
              <a:effectLst/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59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 static class </a:t>
            </a:r>
            <a:r>
              <a:rPr lang="en-US" b="1" dirty="0"/>
              <a:t>can</a:t>
            </a:r>
            <a:r>
              <a:rPr lang="en-US" dirty="0"/>
              <a:t> maintain state, but it </a:t>
            </a:r>
            <a:r>
              <a:rPr lang="en-US" b="1" dirty="0"/>
              <a:t>should not</a:t>
            </a:r>
            <a:r>
              <a:rPr lang="en-US" dirty="0"/>
              <a:t> generally be used to manage mutable shared state unless absolutely necessary.</a:t>
            </a:r>
          </a:p>
          <a:p>
            <a:pPr algn="l"/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68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61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65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8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intuitively define composition as when the class uses another object to provide some or all of its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48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This builder is independent from the objects creation process.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35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6202-22A9-A1CD-2868-98EDFEDE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A86CE-16F4-05E3-9A5F-9F9718593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E4E89-9661-ADE8-8983-B1D14A35D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This builder is independent from the objects creation process.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66CE1-12F6-9FAF-2AEA-42CF5BDC8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6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50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intuitively define composition as when the class uses another object to provide some or all of its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8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30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07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31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4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6343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1286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74696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3174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74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62242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9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93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54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93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4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5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52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84007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01576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09060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418851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52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8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6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1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DEB09-DFE8-93EC-8E65-BF95547B7D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What is GOF?</a:t>
            </a:r>
          </a:p>
          <a:p>
            <a:pPr>
              <a:lnSpc>
                <a:spcPct val="100000"/>
              </a:lnSpc>
            </a:pPr>
            <a:r>
              <a:rPr lang="en-US" dirty="0"/>
              <a:t>GOF Design Patterns</a:t>
            </a:r>
          </a:p>
          <a:p>
            <a:pPr>
              <a:lnSpc>
                <a:spcPct val="100000"/>
              </a:lnSpc>
            </a:pPr>
            <a:r>
              <a:rPr lang="en-US" dirty="0"/>
              <a:t>Commonly Used Patterns</a:t>
            </a:r>
          </a:p>
          <a:p>
            <a:pPr>
              <a:lnSpc>
                <a:spcPct val="100000"/>
              </a:lnSpc>
            </a:pPr>
            <a:r>
              <a:rPr lang="en-US" dirty="0"/>
              <a:t>Creational Design Patterns</a:t>
            </a:r>
          </a:p>
          <a:p>
            <a:r>
              <a:rPr lang="en-US" dirty="0"/>
              <a:t>Singleton</a:t>
            </a:r>
          </a:p>
          <a:p>
            <a:r>
              <a:rPr lang="en-US" dirty="0"/>
              <a:t>Prototype</a:t>
            </a:r>
          </a:p>
          <a:p>
            <a:r>
              <a:rPr lang="en-US" dirty="0"/>
              <a:t>Factory Method</a:t>
            </a:r>
          </a:p>
          <a:p>
            <a:r>
              <a:rPr lang="en-US" dirty="0"/>
              <a:t>Abstract Factory </a:t>
            </a:r>
          </a:p>
          <a:p>
            <a:r>
              <a:rPr lang="en-US" dirty="0"/>
              <a:t>Builder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15CD4-2961-BE1C-C14C-DC9EE31AF2B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Creational Design Patterns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D1F0D-A882-D3B8-F507-8D159F61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46237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15BC83-5773-B6D0-15DC-3E9E7271E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82985" y="141033"/>
            <a:ext cx="4128878" cy="2623188"/>
          </a:xfrm>
        </p:spPr>
        <p:txBody>
          <a:bodyPr/>
          <a:lstStyle/>
          <a:p>
            <a:r>
              <a:rPr lang="en-US" dirty="0"/>
              <a:t>What is Multi Threading?</a:t>
            </a:r>
          </a:p>
          <a:p>
            <a:endParaRPr lang="en-US" dirty="0"/>
          </a:p>
          <a:p>
            <a:r>
              <a:rPr lang="en-US" dirty="0"/>
              <a:t>Code Segment</a:t>
            </a:r>
          </a:p>
          <a:p>
            <a:r>
              <a:rPr lang="en-US" dirty="0"/>
              <a:t>Stack Segment</a:t>
            </a:r>
          </a:p>
          <a:p>
            <a:r>
              <a:rPr lang="en-US" dirty="0"/>
              <a:t>Data Segment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B4B03-BE8E-F502-74FF-FDECF837D6F8}"/>
              </a:ext>
            </a:extLst>
          </p:cNvPr>
          <p:cNvSpPr/>
          <p:nvPr/>
        </p:nvSpPr>
        <p:spPr>
          <a:xfrm>
            <a:off x="5749159" y="3429000"/>
            <a:ext cx="1891862" cy="57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6C73E-BC7C-B69D-9A17-492E71DC4DA5}"/>
              </a:ext>
            </a:extLst>
          </p:cNvPr>
          <p:cNvSpPr/>
          <p:nvPr/>
        </p:nvSpPr>
        <p:spPr>
          <a:xfrm>
            <a:off x="5749159" y="4180490"/>
            <a:ext cx="1891862" cy="575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1C579D-07BA-1BCA-D49C-645B195E9044}"/>
              </a:ext>
            </a:extLst>
          </p:cNvPr>
          <p:cNvSpPr/>
          <p:nvPr/>
        </p:nvSpPr>
        <p:spPr>
          <a:xfrm>
            <a:off x="7961582" y="3413240"/>
            <a:ext cx="1891862" cy="57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5DD0C-83B0-494B-58ED-23CC5A208A0C}"/>
              </a:ext>
            </a:extLst>
          </p:cNvPr>
          <p:cNvSpPr/>
          <p:nvPr/>
        </p:nvSpPr>
        <p:spPr>
          <a:xfrm>
            <a:off x="7961582" y="4164730"/>
            <a:ext cx="1891862" cy="575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7311AE-D574-F759-FB76-0309BEF9874D}"/>
              </a:ext>
            </a:extLst>
          </p:cNvPr>
          <p:cNvSpPr/>
          <p:nvPr/>
        </p:nvSpPr>
        <p:spPr>
          <a:xfrm>
            <a:off x="10079412" y="3376453"/>
            <a:ext cx="1891862" cy="57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64225-D71A-7BED-2952-41A296F5D4DF}"/>
              </a:ext>
            </a:extLst>
          </p:cNvPr>
          <p:cNvSpPr/>
          <p:nvPr/>
        </p:nvSpPr>
        <p:spPr>
          <a:xfrm>
            <a:off x="10079412" y="4127943"/>
            <a:ext cx="1891862" cy="575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BF040-CDDB-F0F9-9ED9-D0DB5A3FC148}"/>
              </a:ext>
            </a:extLst>
          </p:cNvPr>
          <p:cNvSpPr/>
          <p:nvPr/>
        </p:nvSpPr>
        <p:spPr>
          <a:xfrm>
            <a:off x="5749159" y="4953005"/>
            <a:ext cx="6217705" cy="575441"/>
          </a:xfrm>
          <a:prstGeom prst="rect">
            <a:avLst/>
          </a:prstGeom>
          <a:solidFill>
            <a:srgbClr val="A36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AEB18-0425-7037-FE63-0F21582637F3}"/>
              </a:ext>
            </a:extLst>
          </p:cNvPr>
          <p:cNvSpPr txBox="1"/>
          <p:nvPr/>
        </p:nvSpPr>
        <p:spPr>
          <a:xfrm>
            <a:off x="0" y="1923393"/>
            <a:ext cx="48978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static -  shared – not thread safe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Class Account{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Private static </a:t>
            </a:r>
            <a:r>
              <a:rPr lang="en-US" dirty="0" err="1">
                <a:solidFill>
                  <a:schemeClr val="bg1"/>
                </a:solidFill>
              </a:rPr>
              <a:t>BigDecimal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currentBalance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Private </a:t>
            </a:r>
            <a:r>
              <a:rPr lang="en-US" dirty="0" err="1">
                <a:solidFill>
                  <a:schemeClr val="bg1"/>
                </a:solidFill>
              </a:rPr>
              <a:t>BigDecimal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outstandingBalance</a:t>
            </a:r>
            <a:r>
              <a:rPr lang="en-US" dirty="0">
                <a:solidFill>
                  <a:schemeClr val="bg1"/>
                </a:solidFill>
              </a:rPr>
              <a:t>; // thread safe or not thread safe???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DB625-4D39-5227-A865-A2B02F844311}"/>
              </a:ext>
            </a:extLst>
          </p:cNvPr>
          <p:cNvSpPr txBox="1"/>
          <p:nvPr/>
        </p:nvSpPr>
        <p:spPr>
          <a:xfrm>
            <a:off x="388883" y="4703384"/>
            <a:ext cx="3489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Static</a:t>
            </a:r>
          </a:p>
          <a:p>
            <a:r>
              <a:rPr lang="en-US" dirty="0">
                <a:solidFill>
                  <a:schemeClr val="bg1"/>
                </a:solidFill>
              </a:rPr>
              <a:t>Singleton</a:t>
            </a:r>
          </a:p>
          <a:p>
            <a:r>
              <a:rPr lang="en-US" dirty="0">
                <a:solidFill>
                  <a:schemeClr val="bg1"/>
                </a:solidFill>
              </a:rPr>
              <a:t>Not thread safe</a:t>
            </a:r>
          </a:p>
        </p:txBody>
      </p:sp>
    </p:spTree>
    <p:extLst>
      <p:ext uri="{BB962C8B-B14F-4D97-AF65-F5344CB8AC3E}">
        <p14:creationId xmlns:p14="http://schemas.microsoft.com/office/powerpoint/2010/main" val="13743374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83B2CBD-2A7B-D266-4548-29F5D6A3A9E8}"/>
              </a:ext>
            </a:extLst>
          </p:cNvPr>
          <p:cNvSpPr/>
          <p:nvPr/>
        </p:nvSpPr>
        <p:spPr>
          <a:xfrm>
            <a:off x="6011917" y="1030014"/>
            <a:ext cx="1524000" cy="1135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- Account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D62A1E-2D26-98D7-7FAC-D9C415621CED}"/>
              </a:ext>
            </a:extLst>
          </p:cNvPr>
          <p:cNvSpPr/>
          <p:nvPr/>
        </p:nvSpPr>
        <p:spPr>
          <a:xfrm>
            <a:off x="7824951" y="2569779"/>
            <a:ext cx="3242442" cy="18340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A1 </a:t>
            </a:r>
          </a:p>
          <a:p>
            <a:pPr algn="ctr"/>
            <a:r>
              <a:rPr lang="en-US" dirty="0" err="1"/>
              <a:t>outstandingBalance</a:t>
            </a:r>
            <a:r>
              <a:rPr lang="en-US" dirty="0"/>
              <a:t> (not thread safe)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23C527B-9D9B-725E-5EEB-54E3806A385A}"/>
              </a:ext>
            </a:extLst>
          </p:cNvPr>
          <p:cNvSpPr/>
          <p:nvPr/>
        </p:nvSpPr>
        <p:spPr>
          <a:xfrm>
            <a:off x="6011917" y="3746938"/>
            <a:ext cx="1524000" cy="1135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- 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CC64C-2DEF-DEE9-38CD-D0989A6243CB}"/>
              </a:ext>
            </a:extLst>
          </p:cNvPr>
          <p:cNvSpPr txBox="1"/>
          <p:nvPr/>
        </p:nvSpPr>
        <p:spPr>
          <a:xfrm>
            <a:off x="493986" y="809297"/>
            <a:ext cx="4120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User{</a:t>
            </a:r>
          </a:p>
          <a:p>
            <a:r>
              <a:rPr lang="en-US" dirty="0">
                <a:solidFill>
                  <a:schemeClr val="bg1"/>
                </a:solidFill>
              </a:rPr>
              <a:t>	 Account a1;</a:t>
            </a:r>
          </a:p>
          <a:p>
            <a:r>
              <a:rPr lang="en-US" dirty="0">
                <a:solidFill>
                  <a:schemeClr val="bg1"/>
                </a:solidFill>
              </a:rPr>
              <a:t> //singleton}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3CF1B-2608-452B-2291-1894E5D78283}"/>
              </a:ext>
            </a:extLst>
          </p:cNvPr>
          <p:cNvSpPr txBox="1"/>
          <p:nvPr/>
        </p:nvSpPr>
        <p:spPr>
          <a:xfrm>
            <a:off x="4593020" y="-29610"/>
            <a:ext cx="3005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the enclosing class looks like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ABE81-26B4-ED24-28A7-79653BAC8BC2}"/>
              </a:ext>
            </a:extLst>
          </p:cNvPr>
          <p:cNvSpPr txBox="1"/>
          <p:nvPr/>
        </p:nvSpPr>
        <p:spPr>
          <a:xfrm>
            <a:off x="493986" y="2095510"/>
            <a:ext cx="44668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Class Account{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Private static </a:t>
            </a:r>
            <a:r>
              <a:rPr lang="en-US" dirty="0" err="1">
                <a:solidFill>
                  <a:schemeClr val="bg1"/>
                </a:solidFill>
              </a:rPr>
              <a:t>BigDecimal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currentBalance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Private </a:t>
            </a:r>
            <a:r>
              <a:rPr lang="en-US" dirty="0" err="1">
                <a:solidFill>
                  <a:schemeClr val="bg1"/>
                </a:solidFill>
              </a:rPr>
              <a:t>BigDecimal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outstandingBalance</a:t>
            </a:r>
            <a:r>
              <a:rPr lang="en-US" dirty="0">
                <a:solidFill>
                  <a:schemeClr val="bg1"/>
                </a:solidFill>
              </a:rPr>
              <a:t>; // thread safe or not thread safe???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34300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7A45-DC5B-35A8-55B1-34E70B63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1F4156-1C6F-C090-FCEE-A301DA0CECDB}"/>
              </a:ext>
            </a:extLst>
          </p:cNvPr>
          <p:cNvSpPr/>
          <p:nvPr/>
        </p:nvSpPr>
        <p:spPr>
          <a:xfrm>
            <a:off x="5749159" y="3429000"/>
            <a:ext cx="1891862" cy="57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BE210-995D-8324-100C-3520DE7B4E89}"/>
              </a:ext>
            </a:extLst>
          </p:cNvPr>
          <p:cNvSpPr/>
          <p:nvPr/>
        </p:nvSpPr>
        <p:spPr>
          <a:xfrm>
            <a:off x="5749159" y="4180490"/>
            <a:ext cx="1891862" cy="575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DB26A-B4EB-7C1E-2457-4B481ACBA35A}"/>
              </a:ext>
            </a:extLst>
          </p:cNvPr>
          <p:cNvSpPr/>
          <p:nvPr/>
        </p:nvSpPr>
        <p:spPr>
          <a:xfrm>
            <a:off x="5744749" y="5005552"/>
            <a:ext cx="1891862" cy="575441"/>
          </a:xfrm>
          <a:prstGeom prst="rect">
            <a:avLst/>
          </a:prstGeom>
          <a:solidFill>
            <a:srgbClr val="A36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A017D6-A4F4-4F34-48B6-6EB4E552E9DE}"/>
              </a:ext>
            </a:extLst>
          </p:cNvPr>
          <p:cNvSpPr/>
          <p:nvPr/>
        </p:nvSpPr>
        <p:spPr>
          <a:xfrm>
            <a:off x="7961582" y="3413240"/>
            <a:ext cx="1891862" cy="57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1A1A3-BE76-FAAF-0402-18A5E615EDEA}"/>
              </a:ext>
            </a:extLst>
          </p:cNvPr>
          <p:cNvSpPr/>
          <p:nvPr/>
        </p:nvSpPr>
        <p:spPr>
          <a:xfrm>
            <a:off x="7961582" y="4164730"/>
            <a:ext cx="1891862" cy="575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C9CA3B-E233-B171-0F1D-1BF4F6340A34}"/>
              </a:ext>
            </a:extLst>
          </p:cNvPr>
          <p:cNvSpPr/>
          <p:nvPr/>
        </p:nvSpPr>
        <p:spPr>
          <a:xfrm>
            <a:off x="7957172" y="4989792"/>
            <a:ext cx="1891862" cy="575441"/>
          </a:xfrm>
          <a:prstGeom prst="rect">
            <a:avLst/>
          </a:prstGeom>
          <a:solidFill>
            <a:srgbClr val="A36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33A9CC-9251-70D1-FA42-AD154863B482}"/>
              </a:ext>
            </a:extLst>
          </p:cNvPr>
          <p:cNvSpPr/>
          <p:nvPr/>
        </p:nvSpPr>
        <p:spPr>
          <a:xfrm>
            <a:off x="10079412" y="3376453"/>
            <a:ext cx="1891862" cy="57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ACDD-0D4A-FF2E-2F36-175C871F4790}"/>
              </a:ext>
            </a:extLst>
          </p:cNvPr>
          <p:cNvSpPr/>
          <p:nvPr/>
        </p:nvSpPr>
        <p:spPr>
          <a:xfrm>
            <a:off x="10079412" y="4127943"/>
            <a:ext cx="1891862" cy="575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A17056-C6D1-6B7F-3127-10FFB5B11D9B}"/>
              </a:ext>
            </a:extLst>
          </p:cNvPr>
          <p:cNvSpPr/>
          <p:nvPr/>
        </p:nvSpPr>
        <p:spPr>
          <a:xfrm>
            <a:off x="10075002" y="4953005"/>
            <a:ext cx="1891862" cy="575441"/>
          </a:xfrm>
          <a:prstGeom prst="rect">
            <a:avLst/>
          </a:prstGeom>
          <a:solidFill>
            <a:srgbClr val="A36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9F86C-680C-15F5-0EAE-6D2C78EE1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7731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In 1994, four authors </a:t>
            </a:r>
            <a:r>
              <a:rPr lang="en-US" b="1" dirty="0"/>
              <a:t>Erich</a:t>
            </a:r>
            <a:r>
              <a:rPr lang="en-US" dirty="0"/>
              <a:t> Gamma, </a:t>
            </a:r>
            <a:r>
              <a:rPr lang="en-US" b="1" dirty="0"/>
              <a:t>Richard</a:t>
            </a:r>
            <a:r>
              <a:rPr lang="en-US" dirty="0"/>
              <a:t> Helm, </a:t>
            </a:r>
            <a:r>
              <a:rPr lang="en-US" b="1" dirty="0"/>
              <a:t>Ralph</a:t>
            </a:r>
            <a:r>
              <a:rPr lang="en-US" dirty="0"/>
              <a:t> Johnson and </a:t>
            </a:r>
            <a:r>
              <a:rPr lang="en-US" b="1" dirty="0"/>
              <a:t>John</a:t>
            </a:r>
            <a:r>
              <a:rPr lang="en-US" dirty="0"/>
              <a:t> </a:t>
            </a:r>
            <a:r>
              <a:rPr lang="en-US" dirty="0" err="1"/>
              <a:t>Vlissides</a:t>
            </a:r>
            <a:r>
              <a:rPr lang="en-US" dirty="0"/>
              <a:t> published a book (Design Patterns: Elements of Reusable Object-Oriented Software) for explaining the concept of Design Patterns in Software development.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These four authors are collectively known as Gang of Four (GOF).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23 Design patterns are defined by the GOF programmers which are divided into three groups depending on the nature of the design problem they intend to solve.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is GOF?</a:t>
            </a:r>
          </a:p>
        </p:txBody>
      </p:sp>
    </p:spTree>
    <p:extLst>
      <p:ext uri="{BB962C8B-B14F-4D97-AF65-F5344CB8AC3E}">
        <p14:creationId xmlns:p14="http://schemas.microsoft.com/office/powerpoint/2010/main" val="351294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40637819"/>
              </p:ext>
            </p:extLst>
          </p:nvPr>
        </p:nvGraphicFramePr>
        <p:xfrm>
          <a:off x="1056518" y="1259176"/>
          <a:ext cx="9995610" cy="416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GOF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9872" y="5341300"/>
            <a:ext cx="2965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Deals with the process of objects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5766" y="5334993"/>
            <a:ext cx="3549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Deals with the process of communication, relationships and responsibilities between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174" y="5334993"/>
            <a:ext cx="2965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Deals with the composition of objects structures</a:t>
            </a:r>
          </a:p>
        </p:txBody>
      </p:sp>
    </p:spTree>
    <p:extLst>
      <p:ext uri="{BB962C8B-B14F-4D97-AF65-F5344CB8AC3E}">
        <p14:creationId xmlns:p14="http://schemas.microsoft.com/office/powerpoint/2010/main" val="12020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74437C-9DCE-F327-2A05-121A0506C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u="sng" dirty="0"/>
              <a:t>Creational Patterns</a:t>
            </a:r>
          </a:p>
          <a:p>
            <a:r>
              <a:rPr lang="en-US" sz="2500" dirty="0"/>
              <a:t>Singleton</a:t>
            </a:r>
          </a:p>
          <a:p>
            <a:r>
              <a:rPr lang="en-US" sz="2500" dirty="0"/>
              <a:t>Factory</a:t>
            </a:r>
          </a:p>
          <a:p>
            <a:r>
              <a:rPr lang="en-US" sz="2500" dirty="0"/>
              <a:t>Abstract Factory</a:t>
            </a:r>
          </a:p>
          <a:p>
            <a:r>
              <a:rPr lang="en-US" sz="2500" dirty="0"/>
              <a:t>Builder</a:t>
            </a:r>
          </a:p>
          <a:p>
            <a:pPr marL="0" indent="0">
              <a:buNone/>
            </a:pPr>
            <a:r>
              <a:rPr lang="en-US" u="sng" dirty="0"/>
              <a:t>Structural Patterns</a:t>
            </a:r>
            <a:endParaRPr lang="en-US" dirty="0"/>
          </a:p>
          <a:p>
            <a:r>
              <a:rPr lang="en-US" sz="2500" dirty="0"/>
              <a:t>Adapter</a:t>
            </a:r>
          </a:p>
          <a:p>
            <a:r>
              <a:rPr lang="en-US" sz="2500" dirty="0"/>
              <a:t>Bridge</a:t>
            </a:r>
          </a:p>
          <a:p>
            <a:r>
              <a:rPr lang="en-US" sz="2500" dirty="0"/>
              <a:t>Façade</a:t>
            </a:r>
          </a:p>
          <a:p>
            <a:r>
              <a:rPr lang="en-US" sz="2500" dirty="0"/>
              <a:t>Proxy</a:t>
            </a:r>
          </a:p>
          <a:p>
            <a:pPr marL="0" indent="0">
              <a:buNone/>
            </a:pPr>
            <a:r>
              <a:rPr lang="en-US" u="sng" dirty="0"/>
              <a:t>Behavioral Patterns</a:t>
            </a:r>
            <a:endParaRPr lang="en-US" dirty="0"/>
          </a:p>
          <a:p>
            <a:r>
              <a:rPr lang="en-US" sz="2500" dirty="0"/>
              <a:t>Command</a:t>
            </a:r>
          </a:p>
          <a:p>
            <a:r>
              <a:rPr lang="en-US" sz="2500" dirty="0"/>
              <a:t>Iterator </a:t>
            </a:r>
          </a:p>
          <a:p>
            <a:r>
              <a:rPr lang="en-US" sz="2500" dirty="0"/>
              <a:t>State</a:t>
            </a:r>
          </a:p>
          <a:p>
            <a:r>
              <a:rPr lang="en-US" sz="2500" dirty="0"/>
              <a:t>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B49E-28BC-D3EE-472E-8A2CB2D2B58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Commonly Used GOF Design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8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8451B-06CE-589C-1BE1-5D4EAF0A2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0459B5-9E85-C978-EDB1-41B92D0E6F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Class.</a:t>
            </a:r>
          </a:p>
          <a:p>
            <a:pPr marL="0" indent="0">
              <a:buNone/>
            </a:pPr>
            <a:endParaRPr lang="en-US" sz="2500" u="sng" dirty="0"/>
          </a:p>
          <a:p>
            <a:pPr marL="0" indent="0">
              <a:buNone/>
            </a:pPr>
            <a:r>
              <a:rPr lang="en-US" sz="2500" u="sng" dirty="0"/>
              <a:t>But instance should not be created. How to achieve?</a:t>
            </a:r>
          </a:p>
          <a:p>
            <a:pPr marL="0" indent="0">
              <a:buNone/>
            </a:pPr>
            <a:endParaRPr lang="en-US" sz="2500" u="sng" dirty="0"/>
          </a:p>
          <a:p>
            <a:pPr marL="0" indent="0">
              <a:buNone/>
            </a:pPr>
            <a:r>
              <a:rPr lang="en-US" sz="2500" u="sng" dirty="0"/>
              <a:t>Private constructor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3FEC4-1F45-952A-2CB0-0946EAEEA3B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Commonly Used GOF Design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98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/>
              <a:t>Deals with the process of objects creation in such a way that they can be decoupled from their implementing system. 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Provides more flexibility in deciding which object need to be created for a given use case or scenario.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There are 5 design patterns in this category which are: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/>
              <a:t>Singleton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/>
              <a:t>Prototype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/>
              <a:t>Factory Method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/>
              <a:t>Abstract Factory 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/>
              <a:t>Builder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Creational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4925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CB7B-702F-A1EA-60F7-ED05D93D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Creational Design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06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813797" cy="487762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Ensures that a class has only one instance and provides a global point of access to it.</a:t>
            </a:r>
          </a:p>
          <a:p>
            <a:pPr algn="just"/>
            <a:r>
              <a:rPr lang="en-US" dirty="0"/>
              <a:t>Singleton class includes:</a:t>
            </a:r>
          </a:p>
          <a:p>
            <a:pPr lvl="1" algn="just"/>
            <a:r>
              <a:rPr lang="en-US" dirty="0"/>
              <a:t>Static private Instance</a:t>
            </a:r>
          </a:p>
          <a:p>
            <a:pPr lvl="1" algn="just"/>
            <a:r>
              <a:rPr lang="en-US" dirty="0"/>
              <a:t>Private Constructor</a:t>
            </a:r>
          </a:p>
          <a:p>
            <a:pPr lvl="1" algn="just"/>
            <a:r>
              <a:rPr lang="en-US" dirty="0"/>
              <a:t>Public Instance Property or </a:t>
            </a:r>
            <a:r>
              <a:rPr lang="en-US" dirty="0" err="1"/>
              <a:t>GetInstance</a:t>
            </a:r>
            <a:r>
              <a:rPr lang="en-US" dirty="0"/>
              <a:t>() method</a:t>
            </a:r>
          </a:p>
        </p:txBody>
      </p:sp>
      <p:pic>
        <p:nvPicPr>
          <p:cNvPr id="4" name="Picture 3" descr="http://www.dotnet-tricks.com/Content/images/designpatterns/singleton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18"/>
          <a:stretch/>
        </p:blipFill>
        <p:spPr bwMode="auto">
          <a:xfrm>
            <a:off x="8726311" y="2381956"/>
            <a:ext cx="2889040" cy="2020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32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Need a single instance of an object throughout the application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Exception Logging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Global Configuration Object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Database Manager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Business Layer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376009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B5F81E-3C32-B2B4-0B07-5DF0FFEA305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Static Class vs. Singleton Pattern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3462F-7793-EA97-08C8-A472EFDADA2A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/>
              <a:t>Members (fields, properties, methods) can be static and non-static.</a:t>
            </a:r>
            <a:endParaRPr lang="en-US" sz="2000" dirty="0"/>
          </a:p>
          <a:p>
            <a:pPr algn="just"/>
            <a:r>
              <a:rPr lang="en-US" sz="2000" dirty="0"/>
              <a:t>Can implement interfaces and be subclassed. So flexible compared to static.</a:t>
            </a:r>
          </a:p>
          <a:p>
            <a:pPr algn="just"/>
            <a:r>
              <a:rPr lang="en-US" sz="2000" dirty="0"/>
              <a:t>The single instance is created lazily when it is needed for the first time.</a:t>
            </a:r>
          </a:p>
          <a:p>
            <a:pPr algn="just"/>
            <a:r>
              <a:rPr lang="en-US" sz="2000" dirty="0"/>
              <a:t>Use lazy initialization with double check locking or Lazy&lt;T&gt; type for thread safe initialization.</a:t>
            </a:r>
          </a:p>
          <a:p>
            <a:pPr algn="just"/>
            <a:r>
              <a:rPr lang="en-US" sz="2000" b="1" dirty="0"/>
              <a:t>Usecase: </a:t>
            </a:r>
            <a:r>
              <a:rPr lang="en-US" sz="2000" dirty="0"/>
              <a:t>When you need to maintain state and there should be exactly one instance of the class accessible globally.</a:t>
            </a:r>
          </a:p>
          <a:p>
            <a:pPr algn="just"/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FDA99-7E0C-86E1-C7E2-4264E671FD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/>
              <a:t>Members (fields, properties, methods) must be static.</a:t>
            </a:r>
          </a:p>
          <a:p>
            <a:pPr algn="just"/>
            <a:r>
              <a:rPr lang="en-US" sz="2000" dirty="0"/>
              <a:t>Cannot implement interfaces directly since instance is not created.</a:t>
            </a:r>
          </a:p>
          <a:p>
            <a:pPr algn="just"/>
            <a:r>
              <a:rPr lang="en-US" sz="2000" dirty="0"/>
              <a:t>Less flexibility in terms of object-oriented design principles.</a:t>
            </a:r>
          </a:p>
          <a:p>
            <a:pPr algn="just"/>
            <a:r>
              <a:rPr lang="en-US" sz="2000" dirty="0"/>
              <a:t>Use static initialization and use immutable data to make it thread-safe. For Mutable data use lock.</a:t>
            </a:r>
          </a:p>
          <a:p>
            <a:pPr algn="just"/>
            <a:r>
              <a:rPr lang="en-US" sz="2000" b="1" dirty="0"/>
              <a:t>Usecase: </a:t>
            </a:r>
            <a:r>
              <a:rPr lang="en-US" sz="2000" dirty="0"/>
              <a:t>When you need a collection of utilities or constants and access directly using the class name.</a:t>
            </a:r>
          </a:p>
        </p:txBody>
      </p:sp>
    </p:spTree>
    <p:extLst>
      <p:ext uri="{BB962C8B-B14F-4D97-AF65-F5344CB8AC3E}">
        <p14:creationId xmlns:p14="http://schemas.microsoft.com/office/powerpoint/2010/main" val="2458818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538A-F35D-F7CC-7699-FA6E7501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361955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Prototype Pattern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Used to create a duplicate object or clone of the current object to enhance performance.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Used when creation of an object is costly or complex.</a:t>
            </a:r>
            <a:endParaRPr lang="en-US" sz="2400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b="11495"/>
          <a:stretch/>
        </p:blipFill>
        <p:spPr>
          <a:xfrm>
            <a:off x="3439585" y="3196130"/>
            <a:ext cx="4612675" cy="272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5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3200" dirty="0"/>
              <a:t>App needs copies of objects, where objects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Are not simple value types.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Have other objects as properties like </a:t>
            </a:r>
            <a:r>
              <a:rPr lang="en-US" sz="2800" i="1" dirty="0"/>
              <a:t>Customer</a:t>
            </a:r>
            <a:r>
              <a:rPr lang="en-US" sz="2800" dirty="0"/>
              <a:t> has </a:t>
            </a:r>
            <a:r>
              <a:rPr lang="en-US" sz="2800" i="1" dirty="0"/>
              <a:t>Address</a:t>
            </a:r>
            <a:r>
              <a:rPr lang="en-US" sz="2800" dirty="0"/>
              <a:t> object property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Prototype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309472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Only top-level objects are duplicated or copied. Shallow copy creates a new object by copying the non-static fields of the current object to the new object. 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If a field is value type then a bit-by-bit copy of the field is performed. 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If a field is reference type then the reference is copied but the referred object is not. Hence the original object and its clone refer to the same object.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Shallow Copy</a:t>
            </a:r>
          </a:p>
        </p:txBody>
      </p:sp>
    </p:spTree>
    <p:extLst>
      <p:ext uri="{BB962C8B-B14F-4D97-AF65-F5344CB8AC3E}">
        <p14:creationId xmlns:p14="http://schemas.microsoft.com/office/powerpoint/2010/main" val="251730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All objects are duplicated or copied.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Deep copy creates a new object by copying the non-static fields of the current object to the new object.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If a field is value type then a bit-by-bit copy of the field is performed.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If a field is reference type then a new copy of the referred object is performed.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Deep Copy</a:t>
            </a:r>
          </a:p>
        </p:txBody>
      </p:sp>
    </p:spTree>
    <p:extLst>
      <p:ext uri="{BB962C8B-B14F-4D97-AF65-F5344CB8AC3E}">
        <p14:creationId xmlns:p14="http://schemas.microsoft.com/office/powerpoint/2010/main" val="155162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F9C37-63D2-A817-FFA2-BE94CD3747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User{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BigDecimal</a:t>
            </a:r>
            <a:r>
              <a:rPr lang="en-US" dirty="0"/>
              <a:t> a1;</a:t>
            </a:r>
          </a:p>
          <a:p>
            <a:pPr marL="0" indent="0">
              <a:buNone/>
            </a:pPr>
            <a:r>
              <a:rPr lang="en-US" dirty="0"/>
              <a:t>	int a2;</a:t>
            </a:r>
          </a:p>
          <a:p>
            <a:pPr marL="0" indent="0">
              <a:buNone/>
            </a:pPr>
            <a:r>
              <a:rPr lang="en-US" dirty="0"/>
              <a:t>	String a3;</a:t>
            </a:r>
          </a:p>
          <a:p>
            <a:pPr marL="0" indent="0">
              <a:buNone/>
            </a:pPr>
            <a:r>
              <a:rPr lang="en-US" dirty="0"/>
              <a:t>	StringBuilder a4;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ArrayList</a:t>
            </a:r>
            <a:r>
              <a:rPr lang="en-US" dirty="0"/>
              <a:t> a5;</a:t>
            </a:r>
          </a:p>
          <a:p>
            <a:pPr marL="0" indent="0">
              <a:buNone/>
            </a:pPr>
            <a:r>
              <a:rPr lang="en-US" dirty="0"/>
              <a:t>	Account a6;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7F79D-E05E-1842-CEED-B9325F2A136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8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58E5-F8F8-CE5E-BFA1-D00F7D35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7549A7-B0A5-748A-74BA-1AE74357C2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Class Department{</a:t>
            </a:r>
          </a:p>
          <a:p>
            <a:pPr marL="0" indent="0">
              <a:buNone/>
            </a:pPr>
            <a:r>
              <a:rPr lang="en-US" sz="1200" dirty="0"/>
              <a:t>	String name;</a:t>
            </a:r>
          </a:p>
          <a:p>
            <a:pPr marL="0" indent="0">
              <a:buNone/>
            </a:pPr>
            <a:r>
              <a:rPr lang="en-US" sz="1200" dirty="0"/>
              <a:t>	int id;</a:t>
            </a:r>
          </a:p>
          <a:p>
            <a:pPr marL="0" indent="0">
              <a:buNone/>
            </a:pPr>
            <a:r>
              <a:rPr lang="en-US" sz="1200" dirty="0"/>
              <a:t>	//400 attributes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//I want to create 20 instances of Department. But, the 19 instances needs just name change. Remaining attributes are same.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Departmen</a:t>
            </a:r>
            <a:r>
              <a:rPr lang="en-US" sz="1200" dirty="0"/>
              <a:t> d1 = new Department();</a:t>
            </a:r>
          </a:p>
          <a:p>
            <a:pPr marL="0" indent="0">
              <a:buNone/>
            </a:pPr>
            <a:r>
              <a:rPr lang="en-US" sz="1200" dirty="0"/>
              <a:t>d2 = d1.clone();</a:t>
            </a:r>
          </a:p>
          <a:p>
            <a:pPr marL="0" indent="0">
              <a:buNone/>
            </a:pPr>
            <a:r>
              <a:rPr lang="en-US" sz="1200" dirty="0"/>
              <a:t>D20;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ED639-0BD0-70CD-D76E-272C03D45C5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19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B831-D45D-7445-64BE-CD4ECC2B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Prototype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2954678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Factory Method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Allow us to create object without exposing the creation logic. </a:t>
            </a:r>
          </a:p>
          <a:p>
            <a:pPr algn="just"/>
            <a:r>
              <a:rPr lang="en-US" dirty="0"/>
              <a:t>An interface is used for creating an object, but subclass decide which class to instantiate. </a:t>
            </a:r>
          </a:p>
        </p:txBody>
      </p:sp>
      <p:pic>
        <p:nvPicPr>
          <p:cNvPr id="7" name="Picture 6" descr="C:\Users\User\Desktop\DesignPatternImages\factory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" r="2207" b="11940"/>
          <a:stretch/>
        </p:blipFill>
        <p:spPr bwMode="auto">
          <a:xfrm>
            <a:off x="7789334" y="1717001"/>
            <a:ext cx="4142106" cy="24598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94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Factory Method Real Life Example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b="6894"/>
          <a:stretch/>
        </p:blipFill>
        <p:spPr>
          <a:xfrm>
            <a:off x="3106335" y="1917113"/>
            <a:ext cx="5895975" cy="289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34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3200" dirty="0"/>
              <a:t>Need to create different logger types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Console Logger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Database Logger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File Logger etc.</a:t>
            </a:r>
          </a:p>
          <a:p>
            <a:pPr algn="just">
              <a:lnSpc>
                <a:spcPct val="110000"/>
              </a:lnSpc>
            </a:pPr>
            <a:r>
              <a:rPr lang="en-US" sz="3200" dirty="0"/>
              <a:t>Need to create different report types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PDF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Word etc.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Factory Method Examples</a:t>
            </a:r>
          </a:p>
        </p:txBody>
      </p:sp>
    </p:spTree>
    <p:extLst>
      <p:ext uri="{BB962C8B-B14F-4D97-AF65-F5344CB8AC3E}">
        <p14:creationId xmlns:p14="http://schemas.microsoft.com/office/powerpoint/2010/main" val="194749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04B8-68FA-E846-0193-23ED2C7F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Factory Method Example</a:t>
            </a:r>
          </a:p>
        </p:txBody>
      </p:sp>
    </p:spTree>
    <p:extLst>
      <p:ext uri="{BB962C8B-B14F-4D97-AF65-F5344CB8AC3E}">
        <p14:creationId xmlns:p14="http://schemas.microsoft.com/office/powerpoint/2010/main" val="3138781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Abstract Factory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/>
              <a:t>Acts </a:t>
            </a:r>
            <a:r>
              <a:rPr lang="en-US" dirty="0"/>
              <a:t>a super-factory which creates other factories. This pattern is also called as </a:t>
            </a:r>
            <a:r>
              <a:rPr lang="en-US" b="1" dirty="0"/>
              <a:t>Factory of factories</a:t>
            </a:r>
            <a:r>
              <a:rPr lang="en-US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In Abstract Factory pattern an interface is responsible for creating a factory of related objects, or dependent objects without specifying their concrete classes.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b="10245"/>
          <a:stretch/>
        </p:blipFill>
        <p:spPr>
          <a:xfrm>
            <a:off x="7863416" y="1715912"/>
            <a:ext cx="4125384" cy="343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6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Abstract Factory Real Life Example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7683" y="1268413"/>
            <a:ext cx="5954085" cy="487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461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Need to support multiple database types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SQL Server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Oracle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MySQL etc.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Need to support multiple office types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MS Office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Google Docs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OpenOffice etc.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Abstract Factory Examples</a:t>
            </a:r>
          </a:p>
        </p:txBody>
      </p:sp>
    </p:spTree>
    <p:extLst>
      <p:ext uri="{BB962C8B-B14F-4D97-AF65-F5344CB8AC3E}">
        <p14:creationId xmlns:p14="http://schemas.microsoft.com/office/powerpoint/2010/main" val="22104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AE0C-34C9-151A-71A7-9231CF48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C64E8-DC7B-93B6-C643-FC441C079D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Java Swing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Java AWT/SWT.</a:t>
            </a:r>
          </a:p>
          <a:p>
            <a:pPr algn="just">
              <a:lnSpc>
                <a:spcPct val="110000"/>
              </a:lnSpc>
            </a:pPr>
            <a:endParaRPr lang="en-US" dirty="0"/>
          </a:p>
          <a:p>
            <a:pPr algn="just">
              <a:lnSpc>
                <a:spcPct val="110000"/>
              </a:lnSpc>
            </a:pPr>
            <a:r>
              <a:rPr lang="en-US" dirty="0" err="1"/>
              <a:t>GUIFactory</a:t>
            </a:r>
            <a:r>
              <a:rPr lang="en-US" dirty="0"/>
              <a:t>{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//</a:t>
            </a:r>
            <a:r>
              <a:rPr lang="en-US" dirty="0" err="1"/>
              <a:t>SwingFactory</a:t>
            </a:r>
            <a:endParaRPr lang="en-US" dirty="0"/>
          </a:p>
          <a:p>
            <a:pPr lvl="1" algn="just">
              <a:lnSpc>
                <a:spcPct val="110000"/>
              </a:lnSpc>
            </a:pPr>
            <a:r>
              <a:rPr lang="en-US" dirty="0"/>
              <a:t>//</a:t>
            </a:r>
            <a:r>
              <a:rPr lang="en-US" dirty="0" err="1"/>
              <a:t>SWTFactory</a:t>
            </a:r>
            <a:endParaRPr lang="en-US" dirty="0"/>
          </a:p>
          <a:p>
            <a:pPr lvl="1" algn="just">
              <a:lnSpc>
                <a:spcPct val="110000"/>
              </a:lnSpc>
            </a:pPr>
            <a:r>
              <a:rPr lang="en-US" dirty="0"/>
              <a:t>//</a:t>
            </a:r>
            <a:r>
              <a:rPr lang="en-US" dirty="0" err="1"/>
              <a:t>AWTFactory</a:t>
            </a:r>
            <a:endParaRPr lang="en-US" dirty="0"/>
          </a:p>
          <a:p>
            <a:pPr algn="just">
              <a:lnSpc>
                <a:spcPct val="110000"/>
              </a:lnSpc>
            </a:pPr>
            <a:r>
              <a:rPr lang="en-US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40F7-CB45-09AB-8CD2-0D6E362567E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Abstract Factory Examples</a:t>
            </a:r>
          </a:p>
        </p:txBody>
      </p:sp>
    </p:spTree>
    <p:extLst>
      <p:ext uri="{BB962C8B-B14F-4D97-AF65-F5344CB8AC3E}">
        <p14:creationId xmlns:p14="http://schemas.microsoft.com/office/powerpoint/2010/main" val="327277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569E-0E07-485E-6173-CF33A3CC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Factory Example</a:t>
            </a:r>
          </a:p>
        </p:txBody>
      </p:sp>
    </p:spTree>
    <p:extLst>
      <p:ext uri="{BB962C8B-B14F-4D97-AF65-F5344CB8AC3E}">
        <p14:creationId xmlns:p14="http://schemas.microsoft.com/office/powerpoint/2010/main" val="1991084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Factory Pattern vs. Abstract Factory Pattern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Use composition to delegate object creation responsibility to another class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Produce a family of related products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Hides the creation process of  a family of related objects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Abstract Factory may use Factory pattern or Builder design pattern or prototype design pattern for creating objects.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Use inheritance and relies on concrete class to create object.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Produce only one product.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Hides the creation process of single object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Factory may use Singleton design pattern for creating objects.</a:t>
            </a:r>
          </a:p>
        </p:txBody>
      </p:sp>
    </p:spTree>
    <p:extLst>
      <p:ext uri="{BB962C8B-B14F-4D97-AF65-F5344CB8AC3E}">
        <p14:creationId xmlns:p14="http://schemas.microsoft.com/office/powerpoint/2010/main" val="131626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Used to build a complex object by using a step-by-step approach. 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Builder interface defines the steps to build the final object. 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A class that is known as Director, controls the object creation process.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Describes a way to separate an object from its construction. The same construction method can create a different representation of the object.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Builder Pattern</a:t>
            </a:r>
          </a:p>
        </p:txBody>
      </p:sp>
      <p:pic>
        <p:nvPicPr>
          <p:cNvPr id="4" name="Picture 3" descr="http://www.dotnet-tricks.com/Content/images/designpatterns/builder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52"/>
          <a:stretch/>
        </p:blipFill>
        <p:spPr bwMode="auto">
          <a:xfrm>
            <a:off x="2733591" y="3816359"/>
            <a:ext cx="5396341" cy="2137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804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5BE1-6314-6460-8E0F-AC776303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744C38-8E22-92D7-EFB7-99438F3D2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Create Engine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Create Window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Create Steering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Create Wheel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Create Gearbox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>
              <a:lnSpc>
                <a:spcPct val="100000"/>
              </a:lnSpc>
            </a:pPr>
            <a:r>
              <a:rPr lang="en-US" sz="2400" dirty="0"/>
              <a:t>Create smaller smaller features and then finally assemble them to </a:t>
            </a:r>
            <a:r>
              <a:rPr lang="en-US" sz="2400"/>
              <a:t>concrete class.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0757-80EF-6898-30F9-238A266CFFB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Builder Pattern</a:t>
            </a:r>
          </a:p>
        </p:txBody>
      </p:sp>
    </p:spTree>
    <p:extLst>
      <p:ext uri="{BB962C8B-B14F-4D97-AF65-F5344CB8AC3E}">
        <p14:creationId xmlns:p14="http://schemas.microsoft.com/office/powerpoint/2010/main" val="375983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234667" y="1568152"/>
            <a:ext cx="7640116" cy="42773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Builder Pattern Real Life Example</a:t>
            </a:r>
          </a:p>
        </p:txBody>
      </p:sp>
    </p:spTree>
    <p:extLst>
      <p:ext uri="{BB962C8B-B14F-4D97-AF65-F5344CB8AC3E}">
        <p14:creationId xmlns:p14="http://schemas.microsoft.com/office/powerpoint/2010/main" val="30362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3200" dirty="0"/>
              <a:t>Construct Report/Email Builder Class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Set Header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Set Body</a:t>
            </a:r>
          </a:p>
          <a:p>
            <a:pPr lvl="1" algn="just">
              <a:lnSpc>
                <a:spcPct val="110000"/>
              </a:lnSpc>
            </a:pPr>
            <a:r>
              <a:rPr lang="en-US" sz="2800" dirty="0"/>
              <a:t>Set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Builder Pattern Examples</a:t>
            </a:r>
          </a:p>
        </p:txBody>
      </p:sp>
    </p:spTree>
    <p:extLst>
      <p:ext uri="{BB962C8B-B14F-4D97-AF65-F5344CB8AC3E}">
        <p14:creationId xmlns:p14="http://schemas.microsoft.com/office/powerpoint/2010/main" val="130150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CA20-00D3-D218-FE73-9F3FC95A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Builder Pattern Example</a:t>
            </a:r>
          </a:p>
        </p:txBody>
      </p:sp>
    </p:spTree>
    <p:extLst>
      <p:ext uri="{BB962C8B-B14F-4D97-AF65-F5344CB8AC3E}">
        <p14:creationId xmlns:p14="http://schemas.microsoft.com/office/powerpoint/2010/main" val="4095316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Factory Pattern vs. Builder Pattern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This pattern creates a complex object in several steps.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400" dirty="0"/>
          </a:p>
          <a:p>
            <a:pPr algn="just"/>
            <a:r>
              <a:rPr lang="en-US" sz="2400" dirty="0"/>
              <a:t>Constructs objects incrementally through multiple steps.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Keeps the reference of its created Object. </a:t>
            </a:r>
          </a:p>
          <a:p>
            <a:pPr algn="just"/>
            <a:r>
              <a:rPr lang="en-US" sz="2400" dirty="0"/>
              <a:t>Doesn’t rely on Abstract Factory pattern.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Provides an interface to create families of related objects without specifying their concrete classes.</a:t>
            </a:r>
          </a:p>
          <a:p>
            <a:pPr algn="just"/>
            <a:r>
              <a:rPr lang="en-US" sz="2400" dirty="0"/>
              <a:t>Returns instances directly from factory methods.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Does not keep the track of its created Object. </a:t>
            </a:r>
          </a:p>
          <a:p>
            <a:pPr algn="just"/>
            <a:r>
              <a:rPr lang="en-US" sz="2400" dirty="0"/>
              <a:t>Abstract Factory may use Builder design pattern for creating objects.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611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2171</TotalTime>
  <Words>1590</Words>
  <Application>Microsoft Macintosh PowerPoint</Application>
  <PresentationFormat>Widescreen</PresentationFormat>
  <Paragraphs>274</Paragraphs>
  <Slides>37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-apple-system</vt:lpstr>
      <vt:lpstr>Arial</vt:lpstr>
      <vt:lpstr>Calibri</vt:lpstr>
      <vt:lpstr>Calibri Light</vt:lpstr>
      <vt:lpstr>inherit</vt:lpstr>
      <vt:lpstr>Roboto</vt:lpstr>
      <vt:lpstr>Roboto Light</vt:lpstr>
      <vt:lpstr>Segoe UI</vt:lpstr>
      <vt:lpstr>Söhne</vt:lpstr>
      <vt:lpstr>Times New Roman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Creational Design Patterns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Venkataramanan Amirthalingam</cp:lastModifiedBy>
  <cp:revision>1238</cp:revision>
  <dcterms:created xsi:type="dcterms:W3CDTF">2015-04-26T09:42:00Z</dcterms:created>
  <dcterms:modified xsi:type="dcterms:W3CDTF">2025-06-28T16:25:40Z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1033-11.2.0.8942</vt:lpwstr>
  </property>
</Properties>
</file>