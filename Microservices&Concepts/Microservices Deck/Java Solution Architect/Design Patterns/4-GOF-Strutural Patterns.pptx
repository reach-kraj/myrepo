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97" r:id="rId1"/>
  </p:sldMasterIdLst>
  <p:notesMasterIdLst>
    <p:notesMasterId r:id="rId37"/>
  </p:notesMasterIdLst>
  <p:handoutMasterIdLst>
    <p:handoutMasterId r:id="rId38"/>
  </p:handoutMasterIdLst>
  <p:sldIdLst>
    <p:sldId id="574" r:id="rId2"/>
    <p:sldId id="523" r:id="rId3"/>
    <p:sldId id="541" r:id="rId4"/>
    <p:sldId id="544" r:id="rId5"/>
    <p:sldId id="558" r:id="rId6"/>
    <p:sldId id="542" r:id="rId7"/>
    <p:sldId id="543" r:id="rId8"/>
    <p:sldId id="545" r:id="rId9"/>
    <p:sldId id="549" r:id="rId10"/>
    <p:sldId id="547" r:id="rId11"/>
    <p:sldId id="546" r:id="rId12"/>
    <p:sldId id="548" r:id="rId13"/>
    <p:sldId id="554" r:id="rId14"/>
    <p:sldId id="551" r:id="rId15"/>
    <p:sldId id="576" r:id="rId16"/>
    <p:sldId id="552" r:id="rId17"/>
    <p:sldId id="553" r:id="rId18"/>
    <p:sldId id="550" r:id="rId19"/>
    <p:sldId id="555" r:id="rId20"/>
    <p:sldId id="556" r:id="rId21"/>
    <p:sldId id="557" r:id="rId22"/>
    <p:sldId id="559" r:id="rId23"/>
    <p:sldId id="560" r:id="rId24"/>
    <p:sldId id="561" r:id="rId25"/>
    <p:sldId id="562" r:id="rId26"/>
    <p:sldId id="577" r:id="rId27"/>
    <p:sldId id="563" r:id="rId28"/>
    <p:sldId id="564" r:id="rId29"/>
    <p:sldId id="565" r:id="rId30"/>
    <p:sldId id="566" r:id="rId31"/>
    <p:sldId id="567" r:id="rId32"/>
    <p:sldId id="575" r:id="rId33"/>
    <p:sldId id="569" r:id="rId34"/>
    <p:sldId id="571" r:id="rId35"/>
    <p:sldId id="57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B25"/>
    <a:srgbClr val="146BD8"/>
    <a:srgbClr val="F4814E"/>
    <a:srgbClr val="F58F61"/>
    <a:srgbClr val="FF9933"/>
    <a:srgbClr val="FF9900"/>
    <a:srgbClr val="BA8BDD"/>
    <a:srgbClr val="A365D1"/>
    <a:srgbClr val="009BD2"/>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4A7FB-8C65-F24F-A661-3CB7B0A21100}" v="21" dt="2025-06-29T15:30:39.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0" autoAdjust="0"/>
    <p:restoredTop sz="96132" autoAdjust="0"/>
  </p:normalViewPr>
  <p:slideViewPr>
    <p:cSldViewPr snapToGrid="0">
      <p:cViewPr varScale="1">
        <p:scale>
          <a:sx n="116" d="100"/>
          <a:sy n="116" d="100"/>
        </p:scale>
        <p:origin x="544" y="19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F3F3AD0A-4F02-460C-9BF5-9F8002446F74}"/>
    <pc:docChg chg="undo custSel addSld modSld">
      <pc:chgData name="Shailendra Chauhan" userId="a7d3133f-e197-4b90-bf63-99a63a264234" providerId="ADAL" clId="{F3F3AD0A-4F02-460C-9BF5-9F8002446F74}" dt="2024-12-22T03:00:21.642" v="33" actId="732"/>
      <pc:docMkLst>
        <pc:docMk/>
      </pc:docMkLst>
      <pc:sldChg chg="modSp">
        <pc:chgData name="Shailendra Chauhan" userId="a7d3133f-e197-4b90-bf63-99a63a264234" providerId="ADAL" clId="{F3F3AD0A-4F02-460C-9BF5-9F8002446F74}" dt="2024-12-21T03:19:35.725" v="0" actId="404"/>
        <pc:sldMkLst>
          <pc:docMk/>
          <pc:sldMk cId="1301508845" sldId="542"/>
        </pc:sldMkLst>
      </pc:sldChg>
      <pc:sldChg chg="modSp">
        <pc:chgData name="Shailendra Chauhan" userId="a7d3133f-e197-4b90-bf63-99a63a264234" providerId="ADAL" clId="{F3F3AD0A-4F02-460C-9BF5-9F8002446F74}" dt="2024-12-22T02:18:32.834" v="1" actId="404"/>
        <pc:sldMkLst>
          <pc:docMk/>
          <pc:sldMk cId="1792262271" sldId="562"/>
        </pc:sldMkLst>
      </pc:sldChg>
      <pc:sldChg chg="addSp delSp modSp new mod modClrScheme chgLayout">
        <pc:chgData name="Shailendra Chauhan" userId="a7d3133f-e197-4b90-bf63-99a63a264234" providerId="ADAL" clId="{F3F3AD0A-4F02-460C-9BF5-9F8002446F74}" dt="2024-12-22T03:00:21.642" v="33" actId="732"/>
        <pc:sldMkLst>
          <pc:docMk/>
          <pc:sldMk cId="585070403" sldId="575"/>
        </pc:sldMkLst>
      </pc:sldChg>
    </pc:docChg>
  </pc:docChgLst>
  <pc:docChgLst>
    <pc:chgData name="Shailendra Chauhan" userId="a7d3133f-e197-4b90-bf63-99a63a264234" providerId="ADAL" clId="{82F0F6E2-C7AE-4569-A9AC-B02A2C55A565}"/>
    <pc:docChg chg="undo custSel addSld delSld modSld modMainMaster">
      <pc:chgData name="Shailendra Chauhan" userId="a7d3133f-e197-4b90-bf63-99a63a264234" providerId="ADAL" clId="{82F0F6E2-C7AE-4569-A9AC-B02A2C55A565}" dt="2024-07-16T07:23:21.543" v="161" actId="2696"/>
      <pc:docMkLst>
        <pc:docMk/>
      </pc:docMkLst>
      <pc:sldChg chg="modSp mod modClrScheme chgLayout">
        <pc:chgData name="Shailendra Chauhan" userId="a7d3133f-e197-4b90-bf63-99a63a264234" providerId="ADAL" clId="{82F0F6E2-C7AE-4569-A9AC-B02A2C55A565}" dt="2024-07-16T07:14:21.519" v="6" actId="27636"/>
        <pc:sldMkLst>
          <pc:docMk/>
          <pc:sldMk cId="419753631" sldId="523"/>
        </pc:sldMkLst>
      </pc:sldChg>
      <pc:sldChg chg="modSp mod setBg modClrScheme chgLayout">
        <pc:chgData name="Shailendra Chauhan" userId="a7d3133f-e197-4b90-bf63-99a63a264234" providerId="ADAL" clId="{82F0F6E2-C7AE-4569-A9AC-B02A2C55A565}" dt="2024-07-16T07:14:40.453" v="11" actId="1076"/>
        <pc:sldMkLst>
          <pc:docMk/>
          <pc:sldMk cId="1818047445" sldId="541"/>
        </pc:sldMkLst>
      </pc:sldChg>
      <pc:sldChg chg="modSp mod modClrScheme chgLayout">
        <pc:chgData name="Shailendra Chauhan" userId="a7d3133f-e197-4b90-bf63-99a63a264234" providerId="ADAL" clId="{82F0F6E2-C7AE-4569-A9AC-B02A2C55A565}" dt="2024-07-16T07:15:34.745" v="24" actId="700"/>
        <pc:sldMkLst>
          <pc:docMk/>
          <pc:sldMk cId="1301508845" sldId="542"/>
        </pc:sldMkLst>
      </pc:sldChg>
      <pc:sldChg chg="addSp modSp mod modClrScheme chgLayout">
        <pc:chgData name="Shailendra Chauhan" userId="a7d3133f-e197-4b90-bf63-99a63a264234" providerId="ADAL" clId="{82F0F6E2-C7AE-4569-A9AC-B02A2C55A565}" dt="2024-07-16T07:15:56.852" v="36" actId="20577"/>
        <pc:sldMkLst>
          <pc:docMk/>
          <pc:sldMk cId="4095316201" sldId="543"/>
        </pc:sldMkLst>
      </pc:sldChg>
      <pc:sldChg chg="modSp mod modClrScheme chgLayout">
        <pc:chgData name="Shailendra Chauhan" userId="a7d3133f-e197-4b90-bf63-99a63a264234" providerId="ADAL" clId="{82F0F6E2-C7AE-4569-A9AC-B02A2C55A565}" dt="2024-07-16T07:14:54.154" v="14" actId="700"/>
        <pc:sldMkLst>
          <pc:docMk/>
          <pc:sldMk cId="3036298311" sldId="544"/>
        </pc:sldMkLst>
      </pc:sldChg>
      <pc:sldChg chg="modSp mod setBg modClrScheme chgLayout">
        <pc:chgData name="Shailendra Chauhan" userId="a7d3133f-e197-4b90-bf63-99a63a264234" providerId="ADAL" clId="{82F0F6E2-C7AE-4569-A9AC-B02A2C55A565}" dt="2024-07-16T07:16:49.545" v="47" actId="732"/>
        <pc:sldMkLst>
          <pc:docMk/>
          <pc:sldMk cId="2665607458" sldId="545"/>
        </pc:sldMkLst>
      </pc:sldChg>
      <pc:sldChg chg="modSp mod modClrScheme chgLayout">
        <pc:chgData name="Shailendra Chauhan" userId="a7d3133f-e197-4b90-bf63-99a63a264234" providerId="ADAL" clId="{82F0F6E2-C7AE-4569-A9AC-B02A2C55A565}" dt="2024-07-16T07:17:12.512" v="52" actId="700"/>
        <pc:sldMkLst>
          <pc:docMk/>
          <pc:sldMk cId="2932295806" sldId="546"/>
        </pc:sldMkLst>
      </pc:sldChg>
      <pc:sldChg chg="modSp mod modClrScheme chgLayout">
        <pc:chgData name="Shailendra Chauhan" userId="a7d3133f-e197-4b90-bf63-99a63a264234" providerId="ADAL" clId="{82F0F6E2-C7AE-4569-A9AC-B02A2C55A565}" dt="2024-07-16T07:17:16.429" v="53" actId="700"/>
        <pc:sldMkLst>
          <pc:docMk/>
          <pc:sldMk cId="917077416" sldId="547"/>
        </pc:sldMkLst>
      </pc:sldChg>
      <pc:sldChg chg="addSp modSp mod modClrScheme chgLayout">
        <pc:chgData name="Shailendra Chauhan" userId="a7d3133f-e197-4b90-bf63-99a63a264234" providerId="ADAL" clId="{82F0F6E2-C7AE-4569-A9AC-B02A2C55A565}" dt="2024-07-16T07:17:37.434" v="63" actId="20577"/>
        <pc:sldMkLst>
          <pc:docMk/>
          <pc:sldMk cId="1774079866" sldId="548"/>
        </pc:sldMkLst>
      </pc:sldChg>
      <pc:sldChg chg="modSp mod modClrScheme chgLayout">
        <pc:chgData name="Shailendra Chauhan" userId="a7d3133f-e197-4b90-bf63-99a63a264234" providerId="ADAL" clId="{82F0F6E2-C7AE-4569-A9AC-B02A2C55A565}" dt="2024-07-16T07:17:07.159" v="51" actId="1076"/>
        <pc:sldMkLst>
          <pc:docMk/>
          <pc:sldMk cId="4143690650" sldId="549"/>
        </pc:sldMkLst>
      </pc:sldChg>
      <pc:sldChg chg="modSp mod setBg modClrScheme chgLayout">
        <pc:chgData name="Shailendra Chauhan" userId="a7d3133f-e197-4b90-bf63-99a63a264234" providerId="ADAL" clId="{82F0F6E2-C7AE-4569-A9AC-B02A2C55A565}" dt="2024-07-16T07:18:56.996" v="84"/>
        <pc:sldMkLst>
          <pc:docMk/>
          <pc:sldMk cId="664595722" sldId="550"/>
        </pc:sldMkLst>
      </pc:sldChg>
      <pc:sldChg chg="modSp mod modClrScheme chgLayout">
        <pc:chgData name="Shailendra Chauhan" userId="a7d3133f-e197-4b90-bf63-99a63a264234" providerId="ADAL" clId="{82F0F6E2-C7AE-4569-A9AC-B02A2C55A565}" dt="2024-07-16T07:18:07.549" v="69" actId="1076"/>
        <pc:sldMkLst>
          <pc:docMk/>
          <pc:sldMk cId="1731212433" sldId="551"/>
        </pc:sldMkLst>
      </pc:sldChg>
      <pc:sldChg chg="modSp mod modClrScheme chgLayout">
        <pc:chgData name="Shailendra Chauhan" userId="a7d3133f-e197-4b90-bf63-99a63a264234" providerId="ADAL" clId="{82F0F6E2-C7AE-4569-A9AC-B02A2C55A565}" dt="2024-07-16T07:18:12.712" v="70" actId="700"/>
        <pc:sldMkLst>
          <pc:docMk/>
          <pc:sldMk cId="2205413068" sldId="552"/>
        </pc:sldMkLst>
      </pc:sldChg>
      <pc:sldChg chg="addSp modSp mod modClrScheme chgLayout">
        <pc:chgData name="Shailendra Chauhan" userId="a7d3133f-e197-4b90-bf63-99a63a264234" providerId="ADAL" clId="{82F0F6E2-C7AE-4569-A9AC-B02A2C55A565}" dt="2024-07-16T07:18:43.250" v="82" actId="20577"/>
        <pc:sldMkLst>
          <pc:docMk/>
          <pc:sldMk cId="4126385898" sldId="553"/>
        </pc:sldMkLst>
      </pc:sldChg>
      <pc:sldChg chg="modSp mod setBg modClrScheme chgLayout">
        <pc:chgData name="Shailendra Chauhan" userId="a7d3133f-e197-4b90-bf63-99a63a264234" providerId="ADAL" clId="{82F0F6E2-C7AE-4569-A9AC-B02A2C55A565}" dt="2024-07-16T07:17:52.022" v="66" actId="1076"/>
        <pc:sldMkLst>
          <pc:docMk/>
          <pc:sldMk cId="1958918401" sldId="554"/>
        </pc:sldMkLst>
      </pc:sldChg>
      <pc:sldChg chg="addSp delSp modSp mod modClrScheme chgLayout">
        <pc:chgData name="Shailendra Chauhan" userId="a7d3133f-e197-4b90-bf63-99a63a264234" providerId="ADAL" clId="{82F0F6E2-C7AE-4569-A9AC-B02A2C55A565}" dt="2024-07-16T07:19:10.199" v="86" actId="700"/>
        <pc:sldMkLst>
          <pc:docMk/>
          <pc:sldMk cId="1707904280" sldId="555"/>
        </pc:sldMkLst>
      </pc:sldChg>
      <pc:sldChg chg="modSp mod modClrScheme chgLayout">
        <pc:chgData name="Shailendra Chauhan" userId="a7d3133f-e197-4b90-bf63-99a63a264234" providerId="ADAL" clId="{82F0F6E2-C7AE-4569-A9AC-B02A2C55A565}" dt="2024-07-16T07:19:18.054" v="87" actId="700"/>
        <pc:sldMkLst>
          <pc:docMk/>
          <pc:sldMk cId="1697585043" sldId="556"/>
        </pc:sldMkLst>
      </pc:sldChg>
      <pc:sldChg chg="addSp modSp mod modClrScheme chgLayout">
        <pc:chgData name="Shailendra Chauhan" userId="a7d3133f-e197-4b90-bf63-99a63a264234" providerId="ADAL" clId="{82F0F6E2-C7AE-4569-A9AC-B02A2C55A565}" dt="2024-07-16T07:19:41.184" v="100" actId="6549"/>
        <pc:sldMkLst>
          <pc:docMk/>
          <pc:sldMk cId="3364646290" sldId="557"/>
        </pc:sldMkLst>
      </pc:sldChg>
      <pc:sldChg chg="modSp mod modClrScheme chgLayout">
        <pc:chgData name="Shailendra Chauhan" userId="a7d3133f-e197-4b90-bf63-99a63a264234" providerId="ADAL" clId="{82F0F6E2-C7AE-4569-A9AC-B02A2C55A565}" dt="2024-07-16T07:15:27.949" v="23" actId="404"/>
        <pc:sldMkLst>
          <pc:docMk/>
          <pc:sldMk cId="2679215572" sldId="558"/>
        </pc:sldMkLst>
      </pc:sldChg>
      <pc:sldChg chg="modSp mod modClrScheme chgLayout">
        <pc:chgData name="Shailendra Chauhan" userId="a7d3133f-e197-4b90-bf63-99a63a264234" providerId="ADAL" clId="{82F0F6E2-C7AE-4569-A9AC-B02A2C55A565}" dt="2024-07-16T07:20:07.889" v="105" actId="700"/>
        <pc:sldMkLst>
          <pc:docMk/>
          <pc:sldMk cId="1298726887" sldId="559"/>
        </pc:sldMkLst>
      </pc:sldChg>
      <pc:sldChg chg="modSp mod setBg modClrScheme chgLayout">
        <pc:chgData name="Shailendra Chauhan" userId="a7d3133f-e197-4b90-bf63-99a63a264234" providerId="ADAL" clId="{82F0F6E2-C7AE-4569-A9AC-B02A2C55A565}" dt="2024-07-16T07:20:20.211" v="110"/>
        <pc:sldMkLst>
          <pc:docMk/>
          <pc:sldMk cId="3124892033" sldId="560"/>
        </pc:sldMkLst>
      </pc:sldChg>
      <pc:sldChg chg="addSp delSp modSp mod setBg modClrScheme chgLayout">
        <pc:chgData name="Shailendra Chauhan" userId="a7d3133f-e197-4b90-bf63-99a63a264234" providerId="ADAL" clId="{82F0F6E2-C7AE-4569-A9AC-B02A2C55A565}" dt="2024-07-16T07:20:47.955" v="116" actId="1440"/>
        <pc:sldMkLst>
          <pc:docMk/>
          <pc:sldMk cId="1386655053" sldId="561"/>
        </pc:sldMkLst>
      </pc:sldChg>
      <pc:sldChg chg="modSp mod modClrScheme chgLayout">
        <pc:chgData name="Shailendra Chauhan" userId="a7d3133f-e197-4b90-bf63-99a63a264234" providerId="ADAL" clId="{82F0F6E2-C7AE-4569-A9AC-B02A2C55A565}" dt="2024-07-16T07:20:52.739" v="117" actId="700"/>
        <pc:sldMkLst>
          <pc:docMk/>
          <pc:sldMk cId="1792262271" sldId="562"/>
        </pc:sldMkLst>
      </pc:sldChg>
      <pc:sldChg chg="addSp modSp mod modClrScheme chgLayout">
        <pc:chgData name="Shailendra Chauhan" userId="a7d3133f-e197-4b90-bf63-99a63a264234" providerId="ADAL" clId="{82F0F6E2-C7AE-4569-A9AC-B02A2C55A565}" dt="2024-07-16T07:21:15.577" v="125" actId="255"/>
        <pc:sldMkLst>
          <pc:docMk/>
          <pc:sldMk cId="1490750923" sldId="563"/>
        </pc:sldMkLst>
      </pc:sldChg>
      <pc:sldChg chg="modSp mod setBg modClrScheme chgLayout">
        <pc:chgData name="Shailendra Chauhan" userId="a7d3133f-e197-4b90-bf63-99a63a264234" providerId="ADAL" clId="{82F0F6E2-C7AE-4569-A9AC-B02A2C55A565}" dt="2024-07-16T07:21:29.240" v="127"/>
        <pc:sldMkLst>
          <pc:docMk/>
          <pc:sldMk cId="2397710666" sldId="564"/>
        </pc:sldMkLst>
      </pc:sldChg>
      <pc:sldChg chg="modSp mod setBg modClrScheme chgLayout">
        <pc:chgData name="Shailendra Chauhan" userId="a7d3133f-e197-4b90-bf63-99a63a264234" providerId="ADAL" clId="{82F0F6E2-C7AE-4569-A9AC-B02A2C55A565}" dt="2024-07-16T07:21:50.319" v="131" actId="1076"/>
        <pc:sldMkLst>
          <pc:docMk/>
          <pc:sldMk cId="343053867" sldId="565"/>
        </pc:sldMkLst>
      </pc:sldChg>
      <pc:sldChg chg="modSp mod modClrScheme chgLayout">
        <pc:chgData name="Shailendra Chauhan" userId="a7d3133f-e197-4b90-bf63-99a63a264234" providerId="ADAL" clId="{82F0F6E2-C7AE-4569-A9AC-B02A2C55A565}" dt="2024-07-16T07:21:55.714" v="132" actId="700"/>
        <pc:sldMkLst>
          <pc:docMk/>
          <pc:sldMk cId="2721185464" sldId="566"/>
        </pc:sldMkLst>
      </pc:sldChg>
      <pc:sldChg chg="addSp modSp mod modClrScheme chgLayout">
        <pc:chgData name="Shailendra Chauhan" userId="a7d3133f-e197-4b90-bf63-99a63a264234" providerId="ADAL" clId="{82F0F6E2-C7AE-4569-A9AC-B02A2C55A565}" dt="2024-07-16T07:22:22.450" v="142" actId="20577"/>
        <pc:sldMkLst>
          <pc:docMk/>
          <pc:sldMk cId="4083154221" sldId="567"/>
        </pc:sldMkLst>
      </pc:sldChg>
      <pc:sldChg chg="modSp mod setBg modClrScheme chgLayout">
        <pc:chgData name="Shailendra Chauhan" userId="a7d3133f-e197-4b90-bf63-99a63a264234" providerId="ADAL" clId="{82F0F6E2-C7AE-4569-A9AC-B02A2C55A565}" dt="2024-07-16T07:22:37.882" v="145" actId="1076"/>
        <pc:sldMkLst>
          <pc:docMk/>
          <pc:sldMk cId="2604844418" sldId="569"/>
        </pc:sldMkLst>
      </pc:sldChg>
      <pc:sldChg chg="modSp mod modClrScheme chgLayout">
        <pc:chgData name="Shailendra Chauhan" userId="a7d3133f-e197-4b90-bf63-99a63a264234" providerId="ADAL" clId="{82F0F6E2-C7AE-4569-A9AC-B02A2C55A565}" dt="2024-07-16T07:22:41.805" v="146" actId="700"/>
        <pc:sldMkLst>
          <pc:docMk/>
          <pc:sldMk cId="3777459273" sldId="571"/>
        </pc:sldMkLst>
      </pc:sldChg>
      <pc:sldChg chg="addSp modSp mod modClrScheme chgLayout">
        <pc:chgData name="Shailendra Chauhan" userId="a7d3133f-e197-4b90-bf63-99a63a264234" providerId="ADAL" clId="{82F0F6E2-C7AE-4569-A9AC-B02A2C55A565}" dt="2024-07-16T07:23:03.885" v="159" actId="6549"/>
        <pc:sldMkLst>
          <pc:docMk/>
          <pc:sldMk cId="3860401810" sldId="572"/>
        </pc:sldMkLst>
      </pc:sldChg>
      <pc:sldChg chg="modSp mod">
        <pc:chgData name="Shailendra Chauhan" userId="a7d3133f-e197-4b90-bf63-99a63a264234" providerId="ADAL" clId="{82F0F6E2-C7AE-4569-A9AC-B02A2C55A565}" dt="2024-07-16T07:14:16.454" v="1" actId="27636"/>
        <pc:sldMkLst>
          <pc:docMk/>
          <pc:sldMk cId="451516409" sldId="574"/>
        </pc:sldMkLst>
      </pc:sldChg>
      <pc:sldChg chg="new del">
        <pc:chgData name="Shailendra Chauhan" userId="a7d3133f-e197-4b90-bf63-99a63a264234" providerId="ADAL" clId="{82F0F6E2-C7AE-4569-A9AC-B02A2C55A565}" dt="2024-07-16T07:19:52.823" v="102" actId="2696"/>
        <pc:sldMkLst>
          <pc:docMk/>
          <pc:sldMk cId="1340137727" sldId="575"/>
        </pc:sldMkLst>
      </pc:sldChg>
      <pc:sldMasterChg chg="delSldLayout modSldLayout">
        <pc:chgData name="Shailendra Chauhan" userId="a7d3133f-e197-4b90-bf63-99a63a264234" providerId="ADAL" clId="{82F0F6E2-C7AE-4569-A9AC-B02A2C55A565}" dt="2024-07-16T07:23:21.543" v="161" actId="2696"/>
        <pc:sldMasterMkLst>
          <pc:docMk/>
          <pc:sldMasterMk cId="761826488" sldId="2147483697"/>
        </pc:sldMasterMkLst>
        <pc:sldLayoutChg chg="delSp del">
          <pc:chgData name="Shailendra Chauhan" userId="a7d3133f-e197-4b90-bf63-99a63a264234" providerId="ADAL" clId="{82F0F6E2-C7AE-4569-A9AC-B02A2C55A565}" dt="2024-07-16T07:23:21.543" v="161" actId="2696"/>
          <pc:sldLayoutMkLst>
            <pc:docMk/>
            <pc:sldMasterMk cId="761826488" sldId="2147483697"/>
            <pc:sldLayoutMk cId="1073848199" sldId="2147483723"/>
          </pc:sldLayoutMkLst>
        </pc:sldLayoutChg>
        <pc:sldLayoutChg chg="del">
          <pc:chgData name="Shailendra Chauhan" userId="a7d3133f-e197-4b90-bf63-99a63a264234" providerId="ADAL" clId="{82F0F6E2-C7AE-4569-A9AC-B02A2C55A565}" dt="2024-07-16T07:23:20.569" v="160" actId="2696"/>
          <pc:sldLayoutMkLst>
            <pc:docMk/>
            <pc:sldMasterMk cId="761826488" sldId="2147483697"/>
            <pc:sldLayoutMk cId="266929336" sldId="2147483724"/>
          </pc:sldLayoutMkLst>
        </pc:sldLayoutChg>
      </pc:sldMasterChg>
    </pc:docChg>
  </pc:docChgLst>
  <pc:docChgLst>
    <pc:chgData name="Shailendra Chauhan" userId="a7d3133f-e197-4b90-bf63-99a63a264234" providerId="ADAL" clId="{B52F5BD1-C42D-4A93-B507-D2988F2EFC10}"/>
    <pc:docChg chg="undo custSel modSld">
      <pc:chgData name="Shailendra Chauhan" userId="a7d3133f-e197-4b90-bf63-99a63a264234" providerId="ADAL" clId="{B52F5BD1-C42D-4A93-B507-D2988F2EFC10}" dt="2024-08-25T12:40:30.733" v="42" actId="20577"/>
      <pc:docMkLst>
        <pc:docMk/>
      </pc:docMkLst>
      <pc:sldChg chg="modSp mod modClrScheme chgLayout">
        <pc:chgData name="Shailendra Chauhan" userId="a7d3133f-e197-4b90-bf63-99a63a264234" providerId="ADAL" clId="{B52F5BD1-C42D-4A93-B507-D2988F2EFC10}" dt="2024-08-25T12:06:20.675" v="12" actId="700"/>
        <pc:sldMkLst>
          <pc:docMk/>
          <pc:sldMk cId="4143690650" sldId="549"/>
        </pc:sldMkLst>
      </pc:sldChg>
      <pc:sldChg chg="modSp mod">
        <pc:chgData name="Shailendra Chauhan" userId="a7d3133f-e197-4b90-bf63-99a63a264234" providerId="ADAL" clId="{B52F5BD1-C42D-4A93-B507-D2988F2EFC10}" dt="2024-08-24T13:42:15.533" v="11" actId="1076"/>
        <pc:sldMkLst>
          <pc:docMk/>
          <pc:sldMk cId="2679215572" sldId="558"/>
        </pc:sldMkLst>
      </pc:sldChg>
      <pc:sldChg chg="modSp modAnim">
        <pc:chgData name="Shailendra Chauhan" userId="a7d3133f-e197-4b90-bf63-99a63a264234" providerId="ADAL" clId="{B52F5BD1-C42D-4A93-B507-D2988F2EFC10}" dt="2024-08-25T12:40:30.733" v="42" actId="20577"/>
        <pc:sldMkLst>
          <pc:docMk/>
          <pc:sldMk cId="2721185464" sldId="566"/>
        </pc:sldMkLst>
      </pc:sldChg>
    </pc:docChg>
  </pc:docChgLst>
  <pc:docChgLst>
    <pc:chgData name="Shailendra Chauhan" userId="a7d3133f-e197-4b90-bf63-99a63a264234" providerId="ADAL" clId="{74E13D85-E5A0-47E3-9524-CEB879F455B2}"/>
    <pc:docChg chg="undo custSel modSld sldOrd">
      <pc:chgData name="Shailendra Chauhan" userId="a7d3133f-e197-4b90-bf63-99a63a264234" providerId="ADAL" clId="{74E13D85-E5A0-47E3-9524-CEB879F455B2}" dt="2024-10-20T02:01:43.583" v="4"/>
      <pc:docMkLst>
        <pc:docMk/>
      </pc:docMkLst>
      <pc:sldChg chg="modSp mod modClrScheme chgLayout">
        <pc:chgData name="Shailendra Chauhan" userId="a7d3133f-e197-4b90-bf63-99a63a264234" providerId="ADAL" clId="{74E13D85-E5A0-47E3-9524-CEB879F455B2}" dt="2024-10-20T01:44:17.020" v="2" actId="700"/>
        <pc:sldMkLst>
          <pc:docMk/>
          <pc:sldMk cId="3036298311" sldId="544"/>
        </pc:sldMkLst>
      </pc:sldChg>
      <pc:sldChg chg="ord">
        <pc:chgData name="Shailendra Chauhan" userId="a7d3133f-e197-4b90-bf63-99a63a264234" providerId="ADAL" clId="{74E13D85-E5A0-47E3-9524-CEB879F455B2}" dt="2024-10-20T02:01:43.583" v="4"/>
        <pc:sldMkLst>
          <pc:docMk/>
          <pc:sldMk cId="2932295806" sldId="546"/>
        </pc:sldMkLst>
      </pc:sldChg>
    </pc:docChg>
  </pc:docChgLst>
  <pc:docChgLst>
    <pc:chgData name="Sakshi Dhameja" userId="S::sakshi@scholarhat.com::ea00e08a-f285-43f8-b684-36364e247324" providerId="AD" clId="Web-{21D5F3E3-CD67-8376-D14D-84C15DB1C2D4}"/>
    <pc:docChg chg="modSld">
      <pc:chgData name="Sakshi Dhameja" userId="S::sakshi@scholarhat.com::ea00e08a-f285-43f8-b684-36364e247324" providerId="AD" clId="Web-{21D5F3E3-CD67-8376-D14D-84C15DB1C2D4}" dt="2024-08-01T07:33:38.057" v="14" actId="1076"/>
      <pc:docMkLst>
        <pc:docMk/>
      </pc:docMkLst>
      <pc:sldChg chg="addSp delSp modSp addAnim delAnim">
        <pc:chgData name="Sakshi Dhameja" userId="S::sakshi@scholarhat.com::ea00e08a-f285-43f8-b684-36364e247324" providerId="AD" clId="Web-{21D5F3E3-CD67-8376-D14D-84C15DB1C2D4}" dt="2024-08-01T07:32:50.869" v="6"/>
        <pc:sldMkLst>
          <pc:docMk/>
          <pc:sldMk cId="4143690650" sldId="549"/>
        </pc:sldMkLst>
      </pc:sldChg>
      <pc:sldChg chg="addSp delSp modSp delAnim">
        <pc:chgData name="Sakshi Dhameja" userId="S::sakshi@scholarhat.com::ea00e08a-f285-43f8-b684-36364e247324" providerId="AD" clId="Web-{21D5F3E3-CD67-8376-D14D-84C15DB1C2D4}" dt="2024-08-01T07:33:38.057" v="14" actId="1076"/>
        <pc:sldMkLst>
          <pc:docMk/>
          <pc:sldMk cId="1731212433" sldId="551"/>
        </pc:sldMkLst>
      </pc:sldChg>
    </pc:docChg>
  </pc:docChgLst>
  <pc:docChgLst>
    <pc:chgData name="Shailendra Chauhan" userId="a7d3133f-e197-4b90-bf63-99a63a264234" providerId="ADAL" clId="{629AE5AB-CA15-41D7-B51A-9AFB84718D47}"/>
    <pc:docChg chg="custSel modSld">
      <pc:chgData name="Shailendra Chauhan" userId="a7d3133f-e197-4b90-bf63-99a63a264234" providerId="ADAL" clId="{629AE5AB-CA15-41D7-B51A-9AFB84718D47}" dt="2024-03-02T05:02:46.846" v="1" actId="27636"/>
      <pc:docMkLst>
        <pc:docMk/>
      </pc:docMkLst>
      <pc:sldChg chg="modSp mod">
        <pc:chgData name="Shailendra Chauhan" userId="a7d3133f-e197-4b90-bf63-99a63a264234" providerId="ADAL" clId="{629AE5AB-CA15-41D7-B51A-9AFB84718D47}" dt="2024-03-02T05:02:46.846" v="1" actId="27636"/>
        <pc:sldMkLst>
          <pc:docMk/>
          <pc:sldMk cId="2665607458" sldId="545"/>
        </pc:sldMkLst>
      </pc:sldChg>
    </pc:docChg>
  </pc:docChgLst>
  <pc:docChgLst>
    <pc:chgData name="Venkataramanan Amirthalingam" userId="4d061ca2-e95c-4cea-aac4-ded24a5cea8d" providerId="ADAL" clId="{0B34A7FB-8C65-F24F-A661-3CB7B0A21100}"/>
    <pc:docChg chg="custSel addSld modSld">
      <pc:chgData name="Venkataramanan Amirthalingam" userId="4d061ca2-e95c-4cea-aac4-ded24a5cea8d" providerId="ADAL" clId="{0B34A7FB-8C65-F24F-A661-3CB7B0A21100}" dt="2025-06-29T15:31:35.187" v="154" actId="20577"/>
      <pc:docMkLst>
        <pc:docMk/>
      </pc:docMkLst>
      <pc:sldChg chg="modSp">
        <pc:chgData name="Venkataramanan Amirthalingam" userId="4d061ca2-e95c-4cea-aac4-ded24a5cea8d" providerId="ADAL" clId="{0B34A7FB-8C65-F24F-A661-3CB7B0A21100}" dt="2025-06-28T16:36:33.754" v="21" actId="20577"/>
        <pc:sldMkLst>
          <pc:docMk/>
          <pc:sldMk cId="419753631" sldId="523"/>
        </pc:sldMkLst>
        <pc:spChg chg="mod">
          <ac:chgData name="Venkataramanan Amirthalingam" userId="4d061ca2-e95c-4cea-aac4-ded24a5cea8d" providerId="ADAL" clId="{0B34A7FB-8C65-F24F-A661-3CB7B0A21100}" dt="2025-06-28T16:36:33.754" v="21" actId="20577"/>
          <ac:spMkLst>
            <pc:docMk/>
            <pc:sldMk cId="419753631" sldId="523"/>
            <ac:spMk id="2" creationId="{00000000-0000-0000-0000-000000000000}"/>
          </ac:spMkLst>
        </pc:spChg>
      </pc:sldChg>
      <pc:sldChg chg="modSp mod">
        <pc:chgData name="Venkataramanan Amirthalingam" userId="4d061ca2-e95c-4cea-aac4-ded24a5cea8d" providerId="ADAL" clId="{0B34A7FB-8C65-F24F-A661-3CB7B0A21100}" dt="2025-06-23T04:38:50.450" v="0" actId="1035"/>
        <pc:sldMkLst>
          <pc:docMk/>
          <pc:sldMk cId="4126385898" sldId="553"/>
        </pc:sldMkLst>
        <pc:spChg chg="mod">
          <ac:chgData name="Venkataramanan Amirthalingam" userId="4d061ca2-e95c-4cea-aac4-ded24a5cea8d" providerId="ADAL" clId="{0B34A7FB-8C65-F24F-A661-3CB7B0A21100}" dt="2025-06-23T04:38:50.450" v="0" actId="1035"/>
          <ac:spMkLst>
            <pc:docMk/>
            <pc:sldMk cId="4126385898" sldId="553"/>
            <ac:spMk id="4" creationId="{00000000-0000-0000-0000-000000000000}"/>
          </ac:spMkLst>
        </pc:spChg>
      </pc:sldChg>
      <pc:sldChg chg="modSp mod">
        <pc:chgData name="Venkataramanan Amirthalingam" userId="4d061ca2-e95c-4cea-aac4-ded24a5cea8d" providerId="ADAL" clId="{0B34A7FB-8C65-F24F-A661-3CB7B0A21100}" dt="2025-06-28T16:36:25.503" v="4" actId="27636"/>
        <pc:sldMkLst>
          <pc:docMk/>
          <pc:sldMk cId="3124892033" sldId="560"/>
        </pc:sldMkLst>
        <pc:spChg chg="mod">
          <ac:chgData name="Venkataramanan Amirthalingam" userId="4d061ca2-e95c-4cea-aac4-ded24a5cea8d" providerId="ADAL" clId="{0B34A7FB-8C65-F24F-A661-3CB7B0A21100}" dt="2025-06-28T16:36:25.503" v="4" actId="27636"/>
          <ac:spMkLst>
            <pc:docMk/>
            <pc:sldMk cId="3124892033" sldId="560"/>
            <ac:spMk id="2" creationId="{00000000-0000-0000-0000-000000000000}"/>
          </ac:spMkLst>
        </pc:spChg>
      </pc:sldChg>
      <pc:sldChg chg="modSp mod">
        <pc:chgData name="Venkataramanan Amirthalingam" userId="4d061ca2-e95c-4cea-aac4-ded24a5cea8d" providerId="ADAL" clId="{0B34A7FB-8C65-F24F-A661-3CB7B0A21100}" dt="2025-06-23T04:39:28.278" v="2" actId="1035"/>
        <pc:sldMkLst>
          <pc:docMk/>
          <pc:sldMk cId="4083154221" sldId="567"/>
        </pc:sldMkLst>
        <pc:spChg chg="mod">
          <ac:chgData name="Venkataramanan Amirthalingam" userId="4d061ca2-e95c-4cea-aac4-ded24a5cea8d" providerId="ADAL" clId="{0B34A7FB-8C65-F24F-A661-3CB7B0A21100}" dt="2025-06-23T04:39:28.278" v="2" actId="1035"/>
          <ac:spMkLst>
            <pc:docMk/>
            <pc:sldMk cId="4083154221" sldId="567"/>
            <ac:spMk id="4" creationId="{00000000-0000-0000-0000-000000000000}"/>
          </ac:spMkLst>
        </pc:spChg>
      </pc:sldChg>
      <pc:sldChg chg="addSp delSp modSp new mod">
        <pc:chgData name="Venkataramanan Amirthalingam" userId="4d061ca2-e95c-4cea-aac4-ded24a5cea8d" providerId="ADAL" clId="{0B34A7FB-8C65-F24F-A661-3CB7B0A21100}" dt="2025-06-29T15:12:36.399" v="34" actId="1076"/>
        <pc:sldMkLst>
          <pc:docMk/>
          <pc:sldMk cId="557928565" sldId="576"/>
        </pc:sldMkLst>
        <pc:spChg chg="del">
          <ac:chgData name="Venkataramanan Amirthalingam" userId="4d061ca2-e95c-4cea-aac4-ded24a5cea8d" providerId="ADAL" clId="{0B34A7FB-8C65-F24F-A661-3CB7B0A21100}" dt="2025-06-29T15:11:55.988" v="23" actId="478"/>
          <ac:spMkLst>
            <pc:docMk/>
            <pc:sldMk cId="557928565" sldId="576"/>
            <ac:spMk id="3" creationId="{B25AA30E-8C9C-713B-CF35-8782E5B81743}"/>
          </ac:spMkLst>
        </pc:spChg>
        <pc:spChg chg="add mod">
          <ac:chgData name="Venkataramanan Amirthalingam" userId="4d061ca2-e95c-4cea-aac4-ded24a5cea8d" providerId="ADAL" clId="{0B34A7FB-8C65-F24F-A661-3CB7B0A21100}" dt="2025-06-29T15:12:36.399" v="34" actId="1076"/>
          <ac:spMkLst>
            <pc:docMk/>
            <pc:sldMk cId="557928565" sldId="576"/>
            <ac:spMk id="4" creationId="{581FFDA0-1D17-6485-A261-A82EE58CF736}"/>
          </ac:spMkLst>
        </pc:spChg>
        <pc:spChg chg="add mod">
          <ac:chgData name="Venkataramanan Amirthalingam" userId="4d061ca2-e95c-4cea-aac4-ded24a5cea8d" providerId="ADAL" clId="{0B34A7FB-8C65-F24F-A661-3CB7B0A21100}" dt="2025-06-29T15:12:13.945" v="29" actId="207"/>
          <ac:spMkLst>
            <pc:docMk/>
            <pc:sldMk cId="557928565" sldId="576"/>
            <ac:spMk id="5" creationId="{C1E1FDB7-7164-8368-A800-529511D51FD3}"/>
          </ac:spMkLst>
        </pc:spChg>
        <pc:spChg chg="add mod">
          <ac:chgData name="Venkataramanan Amirthalingam" userId="4d061ca2-e95c-4cea-aac4-ded24a5cea8d" providerId="ADAL" clId="{0B34A7FB-8C65-F24F-A661-3CB7B0A21100}" dt="2025-06-29T15:12:22.975" v="33" actId="207"/>
          <ac:spMkLst>
            <pc:docMk/>
            <pc:sldMk cId="557928565" sldId="576"/>
            <ac:spMk id="6" creationId="{3E4AAA34-EEB4-3A72-11D4-A71AC3E0133D}"/>
          </ac:spMkLst>
        </pc:spChg>
      </pc:sldChg>
      <pc:sldChg chg="addSp delSp modSp new mod">
        <pc:chgData name="Venkataramanan Amirthalingam" userId="4d061ca2-e95c-4cea-aac4-ded24a5cea8d" providerId="ADAL" clId="{0B34A7FB-8C65-F24F-A661-3CB7B0A21100}" dt="2025-06-29T15:31:35.187" v="154" actId="20577"/>
        <pc:sldMkLst>
          <pc:docMk/>
          <pc:sldMk cId="923563830" sldId="577"/>
        </pc:sldMkLst>
        <pc:spChg chg="del">
          <ac:chgData name="Venkataramanan Amirthalingam" userId="4d061ca2-e95c-4cea-aac4-ded24a5cea8d" providerId="ADAL" clId="{0B34A7FB-8C65-F24F-A661-3CB7B0A21100}" dt="2025-06-29T15:30:36.398" v="36" actId="478"/>
          <ac:spMkLst>
            <pc:docMk/>
            <pc:sldMk cId="923563830" sldId="577"/>
            <ac:spMk id="2" creationId="{25DDE652-5AF4-B555-EE20-ABA920A88839}"/>
          </ac:spMkLst>
        </pc:spChg>
        <pc:spChg chg="add mod">
          <ac:chgData name="Venkataramanan Amirthalingam" userId="4d061ca2-e95c-4cea-aac4-ded24a5cea8d" providerId="ADAL" clId="{0B34A7FB-8C65-F24F-A661-3CB7B0A21100}" dt="2025-06-29T15:31:35.187" v="154" actId="20577"/>
          <ac:spMkLst>
            <pc:docMk/>
            <pc:sldMk cId="923563830" sldId="577"/>
            <ac:spMk id="4" creationId="{7CC57641-4CD9-0799-D234-C5A9A5374509}"/>
          </ac:spMkLst>
        </pc:spChg>
      </pc:sldChg>
    </pc:docChg>
  </pc:docChgLst>
  <pc:docChgLst>
    <pc:chgData name="Shailendra Chauhan" userId="a7d3133f-e197-4b90-bf63-99a63a264234" providerId="ADAL" clId="{D1C3248C-3B0F-434B-95FF-EAE32D0A10DA}"/>
    <pc:docChg chg="custSel modSld">
      <pc:chgData name="Shailendra Chauhan" userId="a7d3133f-e197-4b90-bf63-99a63a264234" providerId="ADAL" clId="{D1C3248C-3B0F-434B-95FF-EAE32D0A10DA}" dt="2024-06-15T01:47:44.460" v="103" actId="255"/>
      <pc:docMkLst>
        <pc:docMk/>
      </pc:docMkLst>
      <pc:sldChg chg="modSp mod modAnim">
        <pc:chgData name="Shailendra Chauhan" userId="a7d3133f-e197-4b90-bf63-99a63a264234" providerId="ADAL" clId="{D1C3248C-3B0F-434B-95FF-EAE32D0A10DA}" dt="2024-06-15T01:47:44.460" v="103" actId="255"/>
        <pc:sldMkLst>
          <pc:docMk/>
          <pc:sldMk cId="917077416" sldId="54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0D312B-924A-4BAF-A47E-64FA694B0EC2}" type="doc">
      <dgm:prSet loTypeId="urn:microsoft.com/office/officeart/2005/8/layout/hierarchy1" loCatId="hierarchy" qsTypeId="urn:microsoft.com/office/officeart/2005/8/quickstyle/simple1" qsCatId="simple" csTypeId="urn:microsoft.com/office/officeart/2005/8/colors/colorful4" csCatId="colorful" phldr="1"/>
      <dgm:spPr/>
      <dgm:t>
        <a:bodyPr/>
        <a:lstStyle/>
        <a:p>
          <a:endParaRPr lang="en-US"/>
        </a:p>
      </dgm:t>
    </dgm:pt>
    <dgm:pt modelId="{990BAC51-F6D5-4FCA-9F38-3382B3CB8270}">
      <dgm:prSet phldrT="[Text]" custT="1"/>
      <dgm:spPr/>
      <dgm:t>
        <a:bodyPr/>
        <a:lstStyle/>
        <a:p>
          <a:r>
            <a:rPr lang="en-US" sz="2400" dirty="0"/>
            <a:t>Adapter</a:t>
          </a:r>
        </a:p>
      </dgm:t>
    </dgm:pt>
    <dgm:pt modelId="{22C5D736-06B5-4768-AA4A-342F938C8AA0}" type="parTrans" cxnId="{A11CFE5F-5E16-4032-A9C4-997A724A7F1A}">
      <dgm:prSet/>
      <dgm:spPr/>
      <dgm:t>
        <a:bodyPr/>
        <a:lstStyle/>
        <a:p>
          <a:endParaRPr lang="en-US"/>
        </a:p>
      </dgm:t>
    </dgm:pt>
    <dgm:pt modelId="{3FF77AD9-F9A6-4F74-A314-388B34FFF997}" type="sibTrans" cxnId="{A11CFE5F-5E16-4032-A9C4-997A724A7F1A}">
      <dgm:prSet/>
      <dgm:spPr/>
      <dgm:t>
        <a:bodyPr/>
        <a:lstStyle/>
        <a:p>
          <a:endParaRPr lang="en-US"/>
        </a:p>
      </dgm:t>
    </dgm:pt>
    <dgm:pt modelId="{10069299-8415-4F73-ADBD-0A0736AD54D2}">
      <dgm:prSet phldrT="[Text]" custT="1"/>
      <dgm:spPr/>
      <dgm:t>
        <a:bodyPr/>
        <a:lstStyle/>
        <a:p>
          <a:r>
            <a:rPr lang="en-US" sz="2000" dirty="0"/>
            <a:t>Class Adapter</a:t>
          </a:r>
        </a:p>
      </dgm:t>
    </dgm:pt>
    <dgm:pt modelId="{0DD851E7-CBB9-4570-B203-E16BD9454763}" type="parTrans" cxnId="{7A2E21AE-F1BD-4FBA-9183-ED43D7780304}">
      <dgm:prSet/>
      <dgm:spPr/>
      <dgm:t>
        <a:bodyPr/>
        <a:lstStyle/>
        <a:p>
          <a:endParaRPr lang="en-US"/>
        </a:p>
      </dgm:t>
    </dgm:pt>
    <dgm:pt modelId="{F4076021-059C-47AD-A9CC-5F884962370B}" type="sibTrans" cxnId="{7A2E21AE-F1BD-4FBA-9183-ED43D7780304}">
      <dgm:prSet/>
      <dgm:spPr/>
      <dgm:t>
        <a:bodyPr/>
        <a:lstStyle/>
        <a:p>
          <a:endParaRPr lang="en-US"/>
        </a:p>
      </dgm:t>
    </dgm:pt>
    <dgm:pt modelId="{DE1ADEED-121E-4D22-9934-22FE25BC0234}">
      <dgm:prSet phldrT="[Text]" custT="1"/>
      <dgm:spPr/>
      <dgm:t>
        <a:bodyPr/>
        <a:lstStyle/>
        <a:p>
          <a:r>
            <a:rPr lang="en-US" sz="2000" dirty="0"/>
            <a:t>Object Adapter</a:t>
          </a:r>
        </a:p>
      </dgm:t>
    </dgm:pt>
    <dgm:pt modelId="{A7D9A6DB-9DD3-404C-9F04-DC438949A6FF}" type="parTrans" cxnId="{CADB0C22-8F32-473D-A101-6FBFC03EA094}">
      <dgm:prSet/>
      <dgm:spPr/>
      <dgm:t>
        <a:bodyPr/>
        <a:lstStyle/>
        <a:p>
          <a:endParaRPr lang="en-US"/>
        </a:p>
      </dgm:t>
    </dgm:pt>
    <dgm:pt modelId="{965B1D62-314E-44DF-9157-AFF9BA8804B9}" type="sibTrans" cxnId="{CADB0C22-8F32-473D-A101-6FBFC03EA094}">
      <dgm:prSet/>
      <dgm:spPr/>
      <dgm:t>
        <a:bodyPr/>
        <a:lstStyle/>
        <a:p>
          <a:endParaRPr lang="en-US"/>
        </a:p>
      </dgm:t>
    </dgm:pt>
    <dgm:pt modelId="{B26355B3-28B8-45A6-BCE8-02DB82487C99}" type="pres">
      <dgm:prSet presAssocID="{500D312B-924A-4BAF-A47E-64FA694B0EC2}" presName="hierChild1" presStyleCnt="0">
        <dgm:presLayoutVars>
          <dgm:chPref val="1"/>
          <dgm:dir/>
          <dgm:animOne val="branch"/>
          <dgm:animLvl val="lvl"/>
          <dgm:resizeHandles/>
        </dgm:presLayoutVars>
      </dgm:prSet>
      <dgm:spPr/>
    </dgm:pt>
    <dgm:pt modelId="{BB86DD9B-04BC-4CE6-A218-FDC8206A11DF}" type="pres">
      <dgm:prSet presAssocID="{990BAC51-F6D5-4FCA-9F38-3382B3CB8270}" presName="hierRoot1" presStyleCnt="0"/>
      <dgm:spPr/>
    </dgm:pt>
    <dgm:pt modelId="{AF83983F-5D10-4549-A7D5-71BBE7BF3BED}" type="pres">
      <dgm:prSet presAssocID="{990BAC51-F6D5-4FCA-9F38-3382B3CB8270}" presName="composite" presStyleCnt="0"/>
      <dgm:spPr/>
    </dgm:pt>
    <dgm:pt modelId="{C77E013F-7CDD-4925-875D-2926E8247230}" type="pres">
      <dgm:prSet presAssocID="{990BAC51-F6D5-4FCA-9F38-3382B3CB8270}" presName="background" presStyleLbl="node0" presStyleIdx="0" presStyleCnt="1"/>
      <dgm:spPr/>
    </dgm:pt>
    <dgm:pt modelId="{8D88E6E9-E14F-40DA-8334-42E21F52674E}" type="pres">
      <dgm:prSet presAssocID="{990BAC51-F6D5-4FCA-9F38-3382B3CB8270}" presName="text" presStyleLbl="fgAcc0" presStyleIdx="0" presStyleCnt="1">
        <dgm:presLayoutVars>
          <dgm:chPref val="3"/>
        </dgm:presLayoutVars>
      </dgm:prSet>
      <dgm:spPr/>
    </dgm:pt>
    <dgm:pt modelId="{DE553BB3-EB7A-4CD0-BBF4-786EF29D6D44}" type="pres">
      <dgm:prSet presAssocID="{990BAC51-F6D5-4FCA-9F38-3382B3CB8270}" presName="hierChild2" presStyleCnt="0"/>
      <dgm:spPr/>
    </dgm:pt>
    <dgm:pt modelId="{8C0EF809-9D23-464F-8B0C-D493172F7E81}" type="pres">
      <dgm:prSet presAssocID="{0DD851E7-CBB9-4570-B203-E16BD9454763}" presName="Name10" presStyleLbl="parChTrans1D2" presStyleIdx="0" presStyleCnt="2"/>
      <dgm:spPr/>
    </dgm:pt>
    <dgm:pt modelId="{C25A220A-B7A9-4A02-A18C-B1DACCAF9281}" type="pres">
      <dgm:prSet presAssocID="{10069299-8415-4F73-ADBD-0A0736AD54D2}" presName="hierRoot2" presStyleCnt="0"/>
      <dgm:spPr/>
    </dgm:pt>
    <dgm:pt modelId="{E307E9FC-19C7-4F55-9AAB-5AAB3E5BCEB3}" type="pres">
      <dgm:prSet presAssocID="{10069299-8415-4F73-ADBD-0A0736AD54D2}" presName="composite2" presStyleCnt="0"/>
      <dgm:spPr/>
    </dgm:pt>
    <dgm:pt modelId="{20C404EB-BCFB-48DD-B096-4ECBFA12D9FA}" type="pres">
      <dgm:prSet presAssocID="{10069299-8415-4F73-ADBD-0A0736AD54D2}" presName="background2" presStyleLbl="node2" presStyleIdx="0" presStyleCnt="2"/>
      <dgm:spPr/>
    </dgm:pt>
    <dgm:pt modelId="{C2A71973-EAF7-45D9-A401-CB0F1E8EAEA8}" type="pres">
      <dgm:prSet presAssocID="{10069299-8415-4F73-ADBD-0A0736AD54D2}" presName="text2" presStyleLbl="fgAcc2" presStyleIdx="0" presStyleCnt="2">
        <dgm:presLayoutVars>
          <dgm:chPref val="3"/>
        </dgm:presLayoutVars>
      </dgm:prSet>
      <dgm:spPr/>
    </dgm:pt>
    <dgm:pt modelId="{C2E39495-8ED8-4DD8-98EF-538DF60B45FD}" type="pres">
      <dgm:prSet presAssocID="{10069299-8415-4F73-ADBD-0A0736AD54D2}" presName="hierChild3" presStyleCnt="0"/>
      <dgm:spPr/>
    </dgm:pt>
    <dgm:pt modelId="{0701FDF6-D7DF-4CCC-B59E-EA038F5F8503}" type="pres">
      <dgm:prSet presAssocID="{A7D9A6DB-9DD3-404C-9F04-DC438949A6FF}" presName="Name10" presStyleLbl="parChTrans1D2" presStyleIdx="1" presStyleCnt="2"/>
      <dgm:spPr/>
    </dgm:pt>
    <dgm:pt modelId="{C61990C7-AEE0-440F-AF53-DD54190A4FE7}" type="pres">
      <dgm:prSet presAssocID="{DE1ADEED-121E-4D22-9934-22FE25BC0234}" presName="hierRoot2" presStyleCnt="0"/>
      <dgm:spPr/>
    </dgm:pt>
    <dgm:pt modelId="{8495F540-0DD3-4E39-BD3A-2F8BEE7E6FC2}" type="pres">
      <dgm:prSet presAssocID="{DE1ADEED-121E-4D22-9934-22FE25BC0234}" presName="composite2" presStyleCnt="0"/>
      <dgm:spPr/>
    </dgm:pt>
    <dgm:pt modelId="{178E0CE2-E735-4E52-B8DE-2941C858CD62}" type="pres">
      <dgm:prSet presAssocID="{DE1ADEED-121E-4D22-9934-22FE25BC0234}" presName="background2" presStyleLbl="node2" presStyleIdx="1" presStyleCnt="2"/>
      <dgm:spPr/>
    </dgm:pt>
    <dgm:pt modelId="{12BD07A2-A5EC-4990-94B6-B8BDC8F55AF1}" type="pres">
      <dgm:prSet presAssocID="{DE1ADEED-121E-4D22-9934-22FE25BC0234}" presName="text2" presStyleLbl="fgAcc2" presStyleIdx="1" presStyleCnt="2">
        <dgm:presLayoutVars>
          <dgm:chPref val="3"/>
        </dgm:presLayoutVars>
      </dgm:prSet>
      <dgm:spPr/>
    </dgm:pt>
    <dgm:pt modelId="{103C01CE-B7A9-4B50-BB4B-5BF54EBB27E8}" type="pres">
      <dgm:prSet presAssocID="{DE1ADEED-121E-4D22-9934-22FE25BC0234}" presName="hierChild3" presStyleCnt="0"/>
      <dgm:spPr/>
    </dgm:pt>
  </dgm:ptLst>
  <dgm:cxnLst>
    <dgm:cxn modelId="{CADB0C22-8F32-473D-A101-6FBFC03EA094}" srcId="{990BAC51-F6D5-4FCA-9F38-3382B3CB8270}" destId="{DE1ADEED-121E-4D22-9934-22FE25BC0234}" srcOrd="1" destOrd="0" parTransId="{A7D9A6DB-9DD3-404C-9F04-DC438949A6FF}" sibTransId="{965B1D62-314E-44DF-9157-AFF9BA8804B9}"/>
    <dgm:cxn modelId="{8AB61822-6496-4CF6-B18C-37CABE6A40C8}" type="presOf" srcId="{DE1ADEED-121E-4D22-9934-22FE25BC0234}" destId="{12BD07A2-A5EC-4990-94B6-B8BDC8F55AF1}" srcOrd="0" destOrd="0" presId="urn:microsoft.com/office/officeart/2005/8/layout/hierarchy1"/>
    <dgm:cxn modelId="{A11CFE5F-5E16-4032-A9C4-997A724A7F1A}" srcId="{500D312B-924A-4BAF-A47E-64FA694B0EC2}" destId="{990BAC51-F6D5-4FCA-9F38-3382B3CB8270}" srcOrd="0" destOrd="0" parTransId="{22C5D736-06B5-4768-AA4A-342F938C8AA0}" sibTransId="{3FF77AD9-F9A6-4F74-A314-388B34FFF997}"/>
    <dgm:cxn modelId="{75947176-E2A9-4D4B-8104-2523D9AA971E}" type="presOf" srcId="{10069299-8415-4F73-ADBD-0A0736AD54D2}" destId="{C2A71973-EAF7-45D9-A401-CB0F1E8EAEA8}" srcOrd="0" destOrd="0" presId="urn:microsoft.com/office/officeart/2005/8/layout/hierarchy1"/>
    <dgm:cxn modelId="{EEE26599-A7D1-4DA1-98B6-9CBF47C6DE99}" type="presOf" srcId="{A7D9A6DB-9DD3-404C-9F04-DC438949A6FF}" destId="{0701FDF6-D7DF-4CCC-B59E-EA038F5F8503}" srcOrd="0" destOrd="0" presId="urn:microsoft.com/office/officeart/2005/8/layout/hierarchy1"/>
    <dgm:cxn modelId="{8F6D00A9-9A19-487E-B2F4-D1D0B1C8571D}" type="presOf" srcId="{990BAC51-F6D5-4FCA-9F38-3382B3CB8270}" destId="{8D88E6E9-E14F-40DA-8334-42E21F52674E}" srcOrd="0" destOrd="0" presId="urn:microsoft.com/office/officeart/2005/8/layout/hierarchy1"/>
    <dgm:cxn modelId="{054FBEAC-91B0-41BA-8B82-A914AB2A3936}" type="presOf" srcId="{0DD851E7-CBB9-4570-B203-E16BD9454763}" destId="{8C0EF809-9D23-464F-8B0C-D493172F7E81}" srcOrd="0" destOrd="0" presId="urn:microsoft.com/office/officeart/2005/8/layout/hierarchy1"/>
    <dgm:cxn modelId="{7A2E21AE-F1BD-4FBA-9183-ED43D7780304}" srcId="{990BAC51-F6D5-4FCA-9F38-3382B3CB8270}" destId="{10069299-8415-4F73-ADBD-0A0736AD54D2}" srcOrd="0" destOrd="0" parTransId="{0DD851E7-CBB9-4570-B203-E16BD9454763}" sibTransId="{F4076021-059C-47AD-A9CC-5F884962370B}"/>
    <dgm:cxn modelId="{432E47D2-680D-4A6C-901A-A1CD78495112}" type="presOf" srcId="{500D312B-924A-4BAF-A47E-64FA694B0EC2}" destId="{B26355B3-28B8-45A6-BCE8-02DB82487C99}" srcOrd="0" destOrd="0" presId="urn:microsoft.com/office/officeart/2005/8/layout/hierarchy1"/>
    <dgm:cxn modelId="{DC0D4E2E-F7D8-4F22-8FC7-16E34533FC56}" type="presParOf" srcId="{B26355B3-28B8-45A6-BCE8-02DB82487C99}" destId="{BB86DD9B-04BC-4CE6-A218-FDC8206A11DF}" srcOrd="0" destOrd="0" presId="urn:microsoft.com/office/officeart/2005/8/layout/hierarchy1"/>
    <dgm:cxn modelId="{D5D22A0C-F4AA-4D48-B95A-DBF7BF148BEE}" type="presParOf" srcId="{BB86DD9B-04BC-4CE6-A218-FDC8206A11DF}" destId="{AF83983F-5D10-4549-A7D5-71BBE7BF3BED}" srcOrd="0" destOrd="0" presId="urn:microsoft.com/office/officeart/2005/8/layout/hierarchy1"/>
    <dgm:cxn modelId="{8533AA65-78DD-40EB-8D12-1E25A12BF488}" type="presParOf" srcId="{AF83983F-5D10-4549-A7D5-71BBE7BF3BED}" destId="{C77E013F-7CDD-4925-875D-2926E8247230}" srcOrd="0" destOrd="0" presId="urn:microsoft.com/office/officeart/2005/8/layout/hierarchy1"/>
    <dgm:cxn modelId="{1423CE61-B5E2-461C-8D6C-1AC516E1F6BF}" type="presParOf" srcId="{AF83983F-5D10-4549-A7D5-71BBE7BF3BED}" destId="{8D88E6E9-E14F-40DA-8334-42E21F52674E}" srcOrd="1" destOrd="0" presId="urn:microsoft.com/office/officeart/2005/8/layout/hierarchy1"/>
    <dgm:cxn modelId="{88BB06F1-1DF1-4E00-8789-8CA5E0623C9F}" type="presParOf" srcId="{BB86DD9B-04BC-4CE6-A218-FDC8206A11DF}" destId="{DE553BB3-EB7A-4CD0-BBF4-786EF29D6D44}" srcOrd="1" destOrd="0" presId="urn:microsoft.com/office/officeart/2005/8/layout/hierarchy1"/>
    <dgm:cxn modelId="{5CF03B79-4C55-430B-8E0E-D647F96FA7EF}" type="presParOf" srcId="{DE553BB3-EB7A-4CD0-BBF4-786EF29D6D44}" destId="{8C0EF809-9D23-464F-8B0C-D493172F7E81}" srcOrd="0" destOrd="0" presId="urn:microsoft.com/office/officeart/2005/8/layout/hierarchy1"/>
    <dgm:cxn modelId="{4FB353C8-06BD-4403-A5EC-2542276D89C4}" type="presParOf" srcId="{DE553BB3-EB7A-4CD0-BBF4-786EF29D6D44}" destId="{C25A220A-B7A9-4A02-A18C-B1DACCAF9281}" srcOrd="1" destOrd="0" presId="urn:microsoft.com/office/officeart/2005/8/layout/hierarchy1"/>
    <dgm:cxn modelId="{7AD1FC5E-EE56-468B-8879-AE0ACE774E21}" type="presParOf" srcId="{C25A220A-B7A9-4A02-A18C-B1DACCAF9281}" destId="{E307E9FC-19C7-4F55-9AAB-5AAB3E5BCEB3}" srcOrd="0" destOrd="0" presId="urn:microsoft.com/office/officeart/2005/8/layout/hierarchy1"/>
    <dgm:cxn modelId="{EADD5693-9CDC-400F-A87F-FAB593A67FBF}" type="presParOf" srcId="{E307E9FC-19C7-4F55-9AAB-5AAB3E5BCEB3}" destId="{20C404EB-BCFB-48DD-B096-4ECBFA12D9FA}" srcOrd="0" destOrd="0" presId="urn:microsoft.com/office/officeart/2005/8/layout/hierarchy1"/>
    <dgm:cxn modelId="{C96276BA-0754-482E-92ED-5CE05E473D7E}" type="presParOf" srcId="{E307E9FC-19C7-4F55-9AAB-5AAB3E5BCEB3}" destId="{C2A71973-EAF7-45D9-A401-CB0F1E8EAEA8}" srcOrd="1" destOrd="0" presId="urn:microsoft.com/office/officeart/2005/8/layout/hierarchy1"/>
    <dgm:cxn modelId="{8D013B45-6CB0-4E87-8EDC-833E5D73D336}" type="presParOf" srcId="{C25A220A-B7A9-4A02-A18C-B1DACCAF9281}" destId="{C2E39495-8ED8-4DD8-98EF-538DF60B45FD}" srcOrd="1" destOrd="0" presId="urn:microsoft.com/office/officeart/2005/8/layout/hierarchy1"/>
    <dgm:cxn modelId="{0D4BF788-A9F5-41C4-A6AD-8F90CDE9A94D}" type="presParOf" srcId="{DE553BB3-EB7A-4CD0-BBF4-786EF29D6D44}" destId="{0701FDF6-D7DF-4CCC-B59E-EA038F5F8503}" srcOrd="2" destOrd="0" presId="urn:microsoft.com/office/officeart/2005/8/layout/hierarchy1"/>
    <dgm:cxn modelId="{6414AB50-59BA-4474-9BF1-0E6FEA6B04F3}" type="presParOf" srcId="{DE553BB3-EB7A-4CD0-BBF4-786EF29D6D44}" destId="{C61990C7-AEE0-440F-AF53-DD54190A4FE7}" srcOrd="3" destOrd="0" presId="urn:microsoft.com/office/officeart/2005/8/layout/hierarchy1"/>
    <dgm:cxn modelId="{93A4375A-7C7A-4C63-9177-8916F0A804A5}" type="presParOf" srcId="{C61990C7-AEE0-440F-AF53-DD54190A4FE7}" destId="{8495F540-0DD3-4E39-BD3A-2F8BEE7E6FC2}" srcOrd="0" destOrd="0" presId="urn:microsoft.com/office/officeart/2005/8/layout/hierarchy1"/>
    <dgm:cxn modelId="{448C8DD0-3167-4DEB-9648-F1BCAB9AFD23}" type="presParOf" srcId="{8495F540-0DD3-4E39-BD3A-2F8BEE7E6FC2}" destId="{178E0CE2-E735-4E52-B8DE-2941C858CD62}" srcOrd="0" destOrd="0" presId="urn:microsoft.com/office/officeart/2005/8/layout/hierarchy1"/>
    <dgm:cxn modelId="{B4788DF3-5E21-4BA4-8448-C9F085313739}" type="presParOf" srcId="{8495F540-0DD3-4E39-BD3A-2F8BEE7E6FC2}" destId="{12BD07A2-A5EC-4990-94B6-B8BDC8F55AF1}" srcOrd="1" destOrd="0" presId="urn:microsoft.com/office/officeart/2005/8/layout/hierarchy1"/>
    <dgm:cxn modelId="{5824B526-D030-4847-AF33-50E35924D072}" type="presParOf" srcId="{C61990C7-AEE0-440F-AF53-DD54190A4FE7}" destId="{103C01CE-B7A9-4B50-BB4B-5BF54EBB27E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1FDF6-D7DF-4CCC-B59E-EA038F5F8503}">
      <dsp:nvSpPr>
        <dsp:cNvPr id="0" name=""/>
        <dsp:cNvSpPr/>
      </dsp:nvSpPr>
      <dsp:spPr>
        <a:xfrm>
          <a:off x="3406574" y="1037775"/>
          <a:ext cx="997433" cy="474687"/>
        </a:xfrm>
        <a:custGeom>
          <a:avLst/>
          <a:gdLst/>
          <a:ahLst/>
          <a:cxnLst/>
          <a:rect l="0" t="0" r="0" b="0"/>
          <a:pathLst>
            <a:path>
              <a:moveTo>
                <a:pt x="0" y="0"/>
              </a:moveTo>
              <a:lnTo>
                <a:pt x="0" y="323485"/>
              </a:lnTo>
              <a:lnTo>
                <a:pt x="997433" y="323485"/>
              </a:lnTo>
              <a:lnTo>
                <a:pt x="997433" y="4746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0EF809-9D23-464F-8B0C-D493172F7E81}">
      <dsp:nvSpPr>
        <dsp:cNvPr id="0" name=""/>
        <dsp:cNvSpPr/>
      </dsp:nvSpPr>
      <dsp:spPr>
        <a:xfrm>
          <a:off x="2409140" y="1037775"/>
          <a:ext cx="997433" cy="474687"/>
        </a:xfrm>
        <a:custGeom>
          <a:avLst/>
          <a:gdLst/>
          <a:ahLst/>
          <a:cxnLst/>
          <a:rect l="0" t="0" r="0" b="0"/>
          <a:pathLst>
            <a:path>
              <a:moveTo>
                <a:pt x="997433" y="0"/>
              </a:moveTo>
              <a:lnTo>
                <a:pt x="997433" y="323485"/>
              </a:lnTo>
              <a:lnTo>
                <a:pt x="0" y="323485"/>
              </a:lnTo>
              <a:lnTo>
                <a:pt x="0" y="474687"/>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7E013F-7CDD-4925-875D-2926E8247230}">
      <dsp:nvSpPr>
        <dsp:cNvPr id="0" name=""/>
        <dsp:cNvSpPr/>
      </dsp:nvSpPr>
      <dsp:spPr>
        <a:xfrm>
          <a:off x="2590492" y="1351"/>
          <a:ext cx="1632163" cy="103642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88E6E9-E14F-40DA-8334-42E21F52674E}">
      <dsp:nvSpPr>
        <dsp:cNvPr id="0" name=""/>
        <dsp:cNvSpPr/>
      </dsp:nvSpPr>
      <dsp:spPr>
        <a:xfrm>
          <a:off x="2771843" y="173635"/>
          <a:ext cx="1632163" cy="1036424"/>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t>Adapter</a:t>
          </a:r>
        </a:p>
      </dsp:txBody>
      <dsp:txXfrm>
        <a:off x="2802199" y="203991"/>
        <a:ext cx="1571451" cy="975712"/>
      </dsp:txXfrm>
    </dsp:sp>
    <dsp:sp modelId="{20C404EB-BCFB-48DD-B096-4ECBFA12D9FA}">
      <dsp:nvSpPr>
        <dsp:cNvPr id="0" name=""/>
        <dsp:cNvSpPr/>
      </dsp:nvSpPr>
      <dsp:spPr>
        <a:xfrm>
          <a:off x="1593058" y="1512463"/>
          <a:ext cx="1632163" cy="103642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A71973-EAF7-45D9-A401-CB0F1E8EAEA8}">
      <dsp:nvSpPr>
        <dsp:cNvPr id="0" name=""/>
        <dsp:cNvSpPr/>
      </dsp:nvSpPr>
      <dsp:spPr>
        <a:xfrm>
          <a:off x="1774410" y="1684747"/>
          <a:ext cx="1632163" cy="103642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Class Adapter</a:t>
          </a:r>
        </a:p>
      </dsp:txBody>
      <dsp:txXfrm>
        <a:off x="1804766" y="1715103"/>
        <a:ext cx="1571451" cy="975712"/>
      </dsp:txXfrm>
    </dsp:sp>
    <dsp:sp modelId="{178E0CE2-E735-4E52-B8DE-2941C858CD62}">
      <dsp:nvSpPr>
        <dsp:cNvPr id="0" name=""/>
        <dsp:cNvSpPr/>
      </dsp:nvSpPr>
      <dsp:spPr>
        <a:xfrm>
          <a:off x="3587925" y="1512463"/>
          <a:ext cx="1632163" cy="1036424"/>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D07A2-A5EC-4990-94B6-B8BDC8F55AF1}">
      <dsp:nvSpPr>
        <dsp:cNvPr id="0" name=""/>
        <dsp:cNvSpPr/>
      </dsp:nvSpPr>
      <dsp:spPr>
        <a:xfrm>
          <a:off x="3769277" y="1684747"/>
          <a:ext cx="1632163" cy="103642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Object Adapter</a:t>
          </a:r>
        </a:p>
      </dsp:txBody>
      <dsp:txXfrm>
        <a:off x="3799633" y="1715103"/>
        <a:ext cx="1571451" cy="97571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515C61-0398-4C51-8D5A-E7C1224117FB}" type="datetimeFigureOut">
              <a:rPr lang="en-US" smtClean="0"/>
              <a:t>6/29/25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B3E6D-78B7-448A-943B-FF5E6AE15AF2}"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28773F-F672-41CF-AE0C-76B333D9A322}" type="datetimeFigureOut">
              <a:rPr lang="en-US" smtClean="0"/>
              <a:t>6/29/25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2DD7D5-A1E7-4E59-B251-136D919D9E0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7</a:t>
            </a:fld>
            <a:endParaRPr lang="en-US"/>
          </a:p>
        </p:txBody>
      </p:sp>
    </p:spTree>
    <p:extLst>
      <p:ext uri="{BB962C8B-B14F-4D97-AF65-F5344CB8AC3E}">
        <p14:creationId xmlns:p14="http://schemas.microsoft.com/office/powerpoint/2010/main" val="809750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All we know, Inheritance is a way to specify different implementations of an abstraction.  But in this way, implementations are tightly bound to the abstraction, cannot be modified independently. The Bridge pattern provides an alternative to inheritance when there is more than one version of an abstraction.</a:t>
            </a:r>
          </a:p>
          <a:p>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8</a:t>
            </a:fld>
            <a:endParaRPr lang="en-US"/>
          </a:p>
        </p:txBody>
      </p:sp>
    </p:spTree>
    <p:extLst>
      <p:ext uri="{BB962C8B-B14F-4D97-AF65-F5344CB8AC3E}">
        <p14:creationId xmlns:p14="http://schemas.microsoft.com/office/powerpoint/2010/main" val="728787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Bridge pattern has nearly the same structure as the Adapter Pattern. But it is used when designing new systems instead of the Adapter pattern which is used with already existing systems.</a:t>
            </a:r>
          </a:p>
          <a:p>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10</a:t>
            </a:fld>
            <a:endParaRPr lang="en-US"/>
          </a:p>
        </p:txBody>
      </p:sp>
    </p:spTree>
    <p:extLst>
      <p:ext uri="{BB962C8B-B14F-4D97-AF65-F5344CB8AC3E}">
        <p14:creationId xmlns:p14="http://schemas.microsoft.com/office/powerpoint/2010/main" val="3501107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software product development company, the development team and the marketing team both play crucial roles. The marketing team does a market survey and gathers the customer requirements. The development team implements those requirements in the product to fulfill the customer needs. Any change (say, in the operational strategy) in one team should not have a direct impact on the other team. In this case, you can think of the marketing team as playing the role of the bridge between the clients of the product and the development team of the software organization.</a:t>
            </a:r>
          </a:p>
        </p:txBody>
      </p:sp>
      <p:sp>
        <p:nvSpPr>
          <p:cNvPr id="4" name="Slide Number Placeholder 3"/>
          <p:cNvSpPr>
            <a:spLocks noGrp="1"/>
          </p:cNvSpPr>
          <p:nvPr>
            <p:ph type="sldNum" sz="quarter" idx="10"/>
          </p:nvPr>
        </p:nvSpPr>
        <p:spPr/>
        <p:txBody>
          <a:bodyPr/>
          <a:lstStyle/>
          <a:p>
            <a:fld id="{572DD7D5-A1E7-4E59-B251-136D919D9E0A}" type="slidenum">
              <a:rPr lang="en-US" smtClean="0"/>
              <a:t>11</a:t>
            </a:fld>
            <a:endParaRPr lang="en-US"/>
          </a:p>
        </p:txBody>
      </p:sp>
    </p:spTree>
    <p:extLst>
      <p:ext uri="{BB962C8B-B14F-4D97-AF65-F5344CB8AC3E}">
        <p14:creationId xmlns:p14="http://schemas.microsoft.com/office/powerpoint/2010/main" val="39023372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12</a:t>
            </a:fld>
            <a:endParaRPr lang="en-US"/>
          </a:p>
        </p:txBody>
      </p:sp>
    </p:spTree>
    <p:extLst>
      <p:ext uri="{BB962C8B-B14F-4D97-AF65-F5344CB8AC3E}">
        <p14:creationId xmlns:p14="http://schemas.microsoft.com/office/powerpoint/2010/main" val="489244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useful when you want to add some special functionality to a specific object instead of the whole class. This pattern prefers object composition over inheritance.</a:t>
            </a:r>
          </a:p>
        </p:txBody>
      </p:sp>
      <p:sp>
        <p:nvSpPr>
          <p:cNvPr id="4" name="Slide Number Placeholder 3"/>
          <p:cNvSpPr>
            <a:spLocks noGrp="1"/>
          </p:cNvSpPr>
          <p:nvPr>
            <p:ph type="sldNum" sz="quarter" idx="10"/>
          </p:nvPr>
        </p:nvSpPr>
        <p:spPr/>
        <p:txBody>
          <a:bodyPr/>
          <a:lstStyle/>
          <a:p>
            <a:fld id="{572DD7D5-A1E7-4E59-B251-136D919D9E0A}" type="slidenum">
              <a:rPr lang="en-US" smtClean="0"/>
              <a:t>13</a:t>
            </a:fld>
            <a:endParaRPr lang="en-US"/>
          </a:p>
        </p:txBody>
      </p:sp>
    </p:spTree>
    <p:extLst>
      <p:ext uri="{BB962C8B-B14F-4D97-AF65-F5344CB8AC3E}">
        <p14:creationId xmlns:p14="http://schemas.microsoft.com/office/powerpoint/2010/main" val="161501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17</a:t>
            </a:fld>
            <a:endParaRPr lang="en-US"/>
          </a:p>
        </p:txBody>
      </p:sp>
    </p:spTree>
    <p:extLst>
      <p:ext uri="{BB962C8B-B14F-4D97-AF65-F5344CB8AC3E}">
        <p14:creationId xmlns:p14="http://schemas.microsoft.com/office/powerpoint/2010/main" val="13845363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useful when you want to add some special functionality to a specific object instead of the whole class. This pattern prefers object composition over inheritance.</a:t>
            </a:r>
          </a:p>
        </p:txBody>
      </p:sp>
      <p:sp>
        <p:nvSpPr>
          <p:cNvPr id="4" name="Slide Number Placeholder 3"/>
          <p:cNvSpPr>
            <a:spLocks noGrp="1"/>
          </p:cNvSpPr>
          <p:nvPr>
            <p:ph type="sldNum" sz="quarter" idx="10"/>
          </p:nvPr>
        </p:nvSpPr>
        <p:spPr/>
        <p:txBody>
          <a:bodyPr/>
          <a:lstStyle/>
          <a:p>
            <a:fld id="{572DD7D5-A1E7-4E59-B251-136D919D9E0A}" type="slidenum">
              <a:rPr lang="en-US" smtClean="0"/>
              <a:t>18</a:t>
            </a:fld>
            <a:endParaRPr lang="en-US"/>
          </a:p>
        </p:txBody>
      </p:sp>
    </p:spTree>
    <p:extLst>
      <p:ext uri="{BB962C8B-B14F-4D97-AF65-F5344CB8AC3E}">
        <p14:creationId xmlns:p14="http://schemas.microsoft.com/office/powerpoint/2010/main" val="4201960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Advantage of Decorator Pattern</a:t>
            </a:r>
          </a:p>
          <a:p>
            <a:r>
              <a:rPr lang="en-US" sz="1200" b="0" kern="1200" dirty="0">
                <a:solidFill>
                  <a:schemeClr val="tx1"/>
                </a:solidFill>
                <a:effectLst/>
                <a:latin typeface="+mn-lt"/>
                <a:ea typeface="+mn-ea"/>
                <a:cs typeface="+mn-cs"/>
              </a:rPr>
              <a:t>It provides greater flexibility than static inheritance.</a:t>
            </a:r>
          </a:p>
          <a:p>
            <a:r>
              <a:rPr lang="en-US" sz="1200" b="0" kern="1200" dirty="0">
                <a:solidFill>
                  <a:schemeClr val="tx1"/>
                </a:solidFill>
                <a:effectLst/>
                <a:latin typeface="+mn-lt"/>
                <a:ea typeface="+mn-ea"/>
                <a:cs typeface="+mn-cs"/>
              </a:rPr>
              <a:t>It enhances the extensibility of the object, because changes are made by coding new classes.</a:t>
            </a:r>
          </a:p>
          <a:p>
            <a:r>
              <a:rPr lang="en-US" sz="1200" b="0" kern="1200" dirty="0">
                <a:solidFill>
                  <a:schemeClr val="tx1"/>
                </a:solidFill>
                <a:effectLst/>
                <a:latin typeface="+mn-lt"/>
                <a:ea typeface="+mn-ea"/>
                <a:cs typeface="+mn-cs"/>
              </a:rPr>
              <a:t>It simplifies the coding by allowing you to develop a series of functionality from targeted classes instead of coding all of the behavior into the object.</a:t>
            </a:r>
          </a:p>
          <a:p>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19</a:t>
            </a:fld>
            <a:endParaRPr lang="en-US"/>
          </a:p>
        </p:txBody>
      </p:sp>
    </p:spTree>
    <p:extLst>
      <p:ext uri="{BB962C8B-B14F-4D97-AF65-F5344CB8AC3E}">
        <p14:creationId xmlns:p14="http://schemas.microsoft.com/office/powerpoint/2010/main" val="1256535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21</a:t>
            </a:fld>
            <a:endParaRPr lang="en-US"/>
          </a:p>
        </p:txBody>
      </p:sp>
    </p:spTree>
    <p:extLst>
      <p:ext uri="{BB962C8B-B14F-4D97-AF65-F5344CB8AC3E}">
        <p14:creationId xmlns:p14="http://schemas.microsoft.com/office/powerpoint/2010/main" val="4093024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useful when you want to add some special functionality to a specific object instead of the whole class. This pattern prefers object composition over inheritance.</a:t>
            </a:r>
          </a:p>
        </p:txBody>
      </p:sp>
      <p:sp>
        <p:nvSpPr>
          <p:cNvPr id="4" name="Slide Number Placeholder 3"/>
          <p:cNvSpPr>
            <a:spLocks noGrp="1"/>
          </p:cNvSpPr>
          <p:nvPr>
            <p:ph type="sldNum" sz="quarter" idx="10"/>
          </p:nvPr>
        </p:nvSpPr>
        <p:spPr/>
        <p:txBody>
          <a:bodyPr/>
          <a:lstStyle/>
          <a:p>
            <a:fld id="{572DD7D5-A1E7-4E59-B251-136D919D9E0A}" type="slidenum">
              <a:rPr lang="en-US" smtClean="0"/>
              <a:t>23</a:t>
            </a:fld>
            <a:endParaRPr lang="en-US"/>
          </a:p>
        </p:txBody>
      </p:sp>
    </p:spTree>
    <p:extLst>
      <p:ext uri="{BB962C8B-B14F-4D97-AF65-F5344CB8AC3E}">
        <p14:creationId xmlns:p14="http://schemas.microsoft.com/office/powerpoint/2010/main" val="2159543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Advantage of Decorator Pattern</a:t>
            </a:r>
          </a:p>
          <a:p>
            <a:r>
              <a:rPr lang="en-US" sz="1200" b="0" kern="1200" dirty="0">
                <a:solidFill>
                  <a:schemeClr val="tx1"/>
                </a:solidFill>
                <a:effectLst/>
                <a:latin typeface="+mn-lt"/>
                <a:ea typeface="+mn-ea"/>
                <a:cs typeface="+mn-cs"/>
              </a:rPr>
              <a:t>It provides greater flexibility than static inheritance.</a:t>
            </a:r>
          </a:p>
          <a:p>
            <a:r>
              <a:rPr lang="en-US" sz="1200" b="0" kern="1200" dirty="0">
                <a:solidFill>
                  <a:schemeClr val="tx1"/>
                </a:solidFill>
                <a:effectLst/>
                <a:latin typeface="+mn-lt"/>
                <a:ea typeface="+mn-ea"/>
                <a:cs typeface="+mn-cs"/>
              </a:rPr>
              <a:t>It enhances the extensibility of the object, because changes are made by coding new classes.</a:t>
            </a:r>
          </a:p>
          <a:p>
            <a:r>
              <a:rPr lang="en-US" sz="1200" b="0" kern="1200" dirty="0">
                <a:solidFill>
                  <a:schemeClr val="tx1"/>
                </a:solidFill>
                <a:effectLst/>
                <a:latin typeface="+mn-lt"/>
                <a:ea typeface="+mn-ea"/>
                <a:cs typeface="+mn-cs"/>
              </a:rPr>
              <a:t>It simplifies the coding by allowing you to develop a series of functionality from targeted classes instead of coding all of the behavior into the object.</a:t>
            </a:r>
          </a:p>
          <a:p>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24</a:t>
            </a:fld>
            <a:endParaRPr lang="en-US"/>
          </a:p>
        </p:txBody>
      </p:sp>
    </p:spTree>
    <p:extLst>
      <p:ext uri="{BB962C8B-B14F-4D97-AF65-F5344CB8AC3E}">
        <p14:creationId xmlns:p14="http://schemas.microsoft.com/office/powerpoint/2010/main" val="4864832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Fasad</a:t>
            </a:r>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27</a:t>
            </a:fld>
            <a:endParaRPr lang="en-US"/>
          </a:p>
        </p:txBody>
      </p:sp>
    </p:spTree>
    <p:extLst>
      <p:ext uri="{BB962C8B-B14F-4D97-AF65-F5344CB8AC3E}">
        <p14:creationId xmlns:p14="http://schemas.microsoft.com/office/powerpoint/2010/main" val="1390700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useful when you want to add some special functionality to a specific object instead of the whole class. This pattern prefers object composition over inheritance.</a:t>
            </a:r>
          </a:p>
        </p:txBody>
      </p:sp>
      <p:sp>
        <p:nvSpPr>
          <p:cNvPr id="4" name="Slide Number Placeholder 3"/>
          <p:cNvSpPr>
            <a:spLocks noGrp="1"/>
          </p:cNvSpPr>
          <p:nvPr>
            <p:ph type="sldNum" sz="quarter" idx="10"/>
          </p:nvPr>
        </p:nvSpPr>
        <p:spPr/>
        <p:txBody>
          <a:bodyPr/>
          <a:lstStyle/>
          <a:p>
            <a:fld id="{572DD7D5-A1E7-4E59-B251-136D919D9E0A}" type="slidenum">
              <a:rPr lang="en-US" smtClean="0"/>
              <a:t>28</a:t>
            </a:fld>
            <a:endParaRPr lang="en-US"/>
          </a:p>
        </p:txBody>
      </p:sp>
    </p:spTree>
    <p:extLst>
      <p:ext uri="{BB962C8B-B14F-4D97-AF65-F5344CB8AC3E}">
        <p14:creationId xmlns:p14="http://schemas.microsoft.com/office/powerpoint/2010/main" val="4068338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Advantage of Decorator Pattern</a:t>
            </a:r>
          </a:p>
          <a:p>
            <a:r>
              <a:rPr lang="en-US" sz="1200" b="0" kern="1200" dirty="0">
                <a:solidFill>
                  <a:schemeClr val="tx1"/>
                </a:solidFill>
                <a:effectLst/>
                <a:latin typeface="+mn-lt"/>
                <a:ea typeface="+mn-ea"/>
                <a:cs typeface="+mn-cs"/>
              </a:rPr>
              <a:t>It provides greater flexibility than static inheritance.</a:t>
            </a:r>
          </a:p>
          <a:p>
            <a:r>
              <a:rPr lang="en-US" sz="1200" b="0" kern="1200" dirty="0">
                <a:solidFill>
                  <a:schemeClr val="tx1"/>
                </a:solidFill>
                <a:effectLst/>
                <a:latin typeface="+mn-lt"/>
                <a:ea typeface="+mn-ea"/>
                <a:cs typeface="+mn-cs"/>
              </a:rPr>
              <a:t>It enhances the extensibility of the object, because changes are made by coding new classes.</a:t>
            </a:r>
          </a:p>
          <a:p>
            <a:r>
              <a:rPr lang="en-US" sz="1200" b="0" kern="1200" dirty="0">
                <a:solidFill>
                  <a:schemeClr val="tx1"/>
                </a:solidFill>
                <a:effectLst/>
                <a:latin typeface="+mn-lt"/>
                <a:ea typeface="+mn-ea"/>
                <a:cs typeface="+mn-cs"/>
              </a:rPr>
              <a:t>It simplifies the coding by allowing you to develop a series of functionality from targeted classes instead of coding all of the behavior into the object.</a:t>
            </a:r>
          </a:p>
          <a:p>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29</a:t>
            </a:fld>
            <a:endParaRPr lang="en-US"/>
          </a:p>
        </p:txBody>
      </p:sp>
    </p:spTree>
    <p:extLst>
      <p:ext uri="{BB962C8B-B14F-4D97-AF65-F5344CB8AC3E}">
        <p14:creationId xmlns:p14="http://schemas.microsoft.com/office/powerpoint/2010/main" val="42004217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31</a:t>
            </a:fld>
            <a:endParaRPr lang="en-US"/>
          </a:p>
        </p:txBody>
      </p:sp>
    </p:spTree>
    <p:extLst>
      <p:ext uri="{BB962C8B-B14F-4D97-AF65-F5344CB8AC3E}">
        <p14:creationId xmlns:p14="http://schemas.microsoft.com/office/powerpoint/2010/main" val="2749025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a:t>
            </a:r>
            <a:r>
              <a:rPr lang="en-US" baseline="0" dirty="0"/>
              <a:t> real life example is visiting cards in a  company.</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33</a:t>
            </a:fld>
            <a:endParaRPr lang="en-US"/>
          </a:p>
        </p:txBody>
      </p:sp>
    </p:spTree>
    <p:extLst>
      <p:ext uri="{BB962C8B-B14F-4D97-AF65-F5344CB8AC3E}">
        <p14:creationId xmlns:p14="http://schemas.microsoft.com/office/powerpoint/2010/main" val="556053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a:t>
            </a:r>
            <a:r>
              <a:rPr lang="en-US" baseline="0" dirty="0"/>
              <a:t> real life example is visiting cards in a  company.</a:t>
            </a:r>
            <a:endParaRPr lang="en-US" dirty="0"/>
          </a:p>
        </p:txBody>
      </p:sp>
      <p:sp>
        <p:nvSpPr>
          <p:cNvPr id="4" name="Slide Number Placeholder 3"/>
          <p:cNvSpPr>
            <a:spLocks noGrp="1"/>
          </p:cNvSpPr>
          <p:nvPr>
            <p:ph type="sldNum" sz="quarter" idx="10"/>
          </p:nvPr>
        </p:nvSpPr>
        <p:spPr/>
        <p:txBody>
          <a:bodyPr/>
          <a:lstStyle/>
          <a:p>
            <a:fld id="{572DD7D5-A1E7-4E59-B251-136D919D9E0A}" type="slidenum">
              <a:rPr lang="en-US" smtClean="0"/>
              <a:t>34</a:t>
            </a:fld>
            <a:endParaRPr lang="en-US"/>
          </a:p>
        </p:txBody>
      </p:sp>
    </p:spTree>
    <p:extLst>
      <p:ext uri="{BB962C8B-B14F-4D97-AF65-F5344CB8AC3E}">
        <p14:creationId xmlns:p14="http://schemas.microsoft.com/office/powerpoint/2010/main" val="9438750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DD7D5-A1E7-4E59-B251-136D919D9E0A}" type="slidenum">
              <a:rPr lang="en-US" smtClean="0"/>
              <a:t>35</a:t>
            </a:fld>
            <a:endParaRPr lang="en-US"/>
          </a:p>
        </p:txBody>
      </p:sp>
    </p:spTree>
    <p:extLst>
      <p:ext uri="{BB962C8B-B14F-4D97-AF65-F5344CB8AC3E}">
        <p14:creationId xmlns:p14="http://schemas.microsoft.com/office/powerpoint/2010/main" val="3992077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1624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8162695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596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101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75851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1809548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89292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3759859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803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70836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29177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610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58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654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6134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2754101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830837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349639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251126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358781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4070702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63132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821459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867319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7856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76182648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 id="2147483719" r:id="rId22"/>
    <p:sldLayoutId id="2147483720" r:id="rId23"/>
    <p:sldLayoutId id="2147483721" r:id="rId24"/>
    <p:sldLayoutId id="2147483722" r:id="rId2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627AD-A06B-0405-56DC-27D01A208FF1}"/>
              </a:ext>
            </a:extLst>
          </p:cNvPr>
          <p:cNvSpPr>
            <a:spLocks noGrp="1"/>
          </p:cNvSpPr>
          <p:nvPr>
            <p:ph sz="half" idx="1"/>
          </p:nvPr>
        </p:nvSpPr>
        <p:spPr/>
        <p:txBody>
          <a:bodyPr/>
          <a:lstStyle/>
          <a:p>
            <a:pPr>
              <a:lnSpc>
                <a:spcPct val="100000"/>
              </a:lnSpc>
            </a:pPr>
            <a:r>
              <a:rPr lang="en-US" sz="2800" dirty="0"/>
              <a:t>Structural Patterns</a:t>
            </a:r>
          </a:p>
          <a:p>
            <a:r>
              <a:rPr lang="en-US" sz="2800" dirty="0"/>
              <a:t>Adapter</a:t>
            </a:r>
          </a:p>
          <a:p>
            <a:r>
              <a:rPr lang="en-US" sz="2800" dirty="0"/>
              <a:t>Bridge</a:t>
            </a:r>
          </a:p>
          <a:p>
            <a:r>
              <a:rPr lang="en-US" sz="2800" dirty="0"/>
              <a:t>Composite </a:t>
            </a:r>
          </a:p>
          <a:p>
            <a:r>
              <a:rPr lang="en-US" sz="2800" dirty="0"/>
              <a:t>Decorator </a:t>
            </a:r>
          </a:p>
          <a:p>
            <a:r>
              <a:rPr lang="en-US" sz="2800" dirty="0"/>
              <a:t>Façade</a:t>
            </a:r>
          </a:p>
          <a:p>
            <a:r>
              <a:rPr lang="en-US" dirty="0"/>
              <a:t>Proxy</a:t>
            </a:r>
            <a:endParaRPr lang="en-US" sz="2800" dirty="0"/>
          </a:p>
          <a:p>
            <a:r>
              <a:rPr lang="en-US" sz="2800" dirty="0"/>
              <a:t>Flyweight</a:t>
            </a:r>
          </a:p>
        </p:txBody>
      </p:sp>
      <p:sp>
        <p:nvSpPr>
          <p:cNvPr id="4" name="Content Placeholder 3">
            <a:extLst>
              <a:ext uri="{FF2B5EF4-FFF2-40B4-BE49-F238E27FC236}">
                <a16:creationId xmlns:a16="http://schemas.microsoft.com/office/drawing/2014/main" id="{7233BC87-E361-A078-7408-6FBE22EC460E}"/>
              </a:ext>
            </a:extLst>
          </p:cNvPr>
          <p:cNvSpPr>
            <a:spLocks noGrp="1"/>
          </p:cNvSpPr>
          <p:nvPr>
            <p:ph sz="half" idx="10"/>
          </p:nvPr>
        </p:nvSpPr>
        <p:spPr/>
        <p:txBody>
          <a:bodyPr>
            <a:normAutofit fontScale="92500" lnSpcReduction="10000"/>
          </a:bodyPr>
          <a:lstStyle/>
          <a:p>
            <a:r>
              <a:rPr lang="en-US" sz="4000" dirty="0"/>
              <a:t>Structural Design Patterns</a:t>
            </a:r>
            <a:endParaRPr lang="en-IN" dirty="0"/>
          </a:p>
        </p:txBody>
      </p:sp>
      <p:sp>
        <p:nvSpPr>
          <p:cNvPr id="2" name="Title 1">
            <a:extLst>
              <a:ext uri="{FF2B5EF4-FFF2-40B4-BE49-F238E27FC236}">
                <a16:creationId xmlns:a16="http://schemas.microsoft.com/office/drawing/2014/main" id="{B1584172-B793-E534-1540-E74F5791F2EC}"/>
              </a:ext>
            </a:extLst>
          </p:cNvPr>
          <p:cNvSpPr>
            <a:spLocks noGrp="1"/>
          </p:cNvSpPr>
          <p:nvPr>
            <p:ph type="title"/>
          </p:nvPr>
        </p:nvSpPr>
        <p:spPr/>
        <p:txBody>
          <a:bodyPr/>
          <a:lstStyle/>
          <a:p>
            <a:r>
              <a:rPr lang="en-IN" dirty="0"/>
              <a:t>Agenda</a:t>
            </a:r>
          </a:p>
        </p:txBody>
      </p:sp>
    </p:spTree>
    <p:extLst>
      <p:ext uri="{BB962C8B-B14F-4D97-AF65-F5344CB8AC3E}">
        <p14:creationId xmlns:p14="http://schemas.microsoft.com/office/powerpoint/2010/main" val="45151640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dirty="0"/>
              <a:t>Deals with the composition of objects structures. </a:t>
            </a:r>
          </a:p>
          <a:p>
            <a:pPr algn="just">
              <a:lnSpc>
                <a:spcPct val="100000"/>
              </a:lnSpc>
            </a:pPr>
            <a:r>
              <a:rPr lang="en-US" dirty="0"/>
              <a:t>The concept of inheritance is used to compose interfaces and define various ways to compose objects for obtaining new functionalities. </a:t>
            </a:r>
          </a:p>
          <a:p>
            <a:pPr lvl="1">
              <a:lnSpc>
                <a:spcPct val="100000"/>
              </a:lnSpc>
            </a:pPr>
            <a:r>
              <a:rPr lang="en-US" dirty="0"/>
              <a:t>Adapter</a:t>
            </a:r>
          </a:p>
          <a:p>
            <a:pPr lvl="1">
              <a:lnSpc>
                <a:spcPct val="100000"/>
              </a:lnSpc>
            </a:pPr>
            <a:r>
              <a:rPr lang="en-US" dirty="0"/>
              <a:t>Bridge</a:t>
            </a:r>
          </a:p>
          <a:p>
            <a:pPr lvl="1">
              <a:lnSpc>
                <a:spcPct val="100000"/>
              </a:lnSpc>
            </a:pPr>
            <a:r>
              <a:rPr lang="en-US" dirty="0"/>
              <a:t>Composite </a:t>
            </a:r>
          </a:p>
          <a:p>
            <a:pPr lvl="1">
              <a:lnSpc>
                <a:spcPct val="100000"/>
              </a:lnSpc>
            </a:pPr>
            <a:r>
              <a:rPr lang="en-US" dirty="0"/>
              <a:t>Decorator </a:t>
            </a:r>
          </a:p>
          <a:p>
            <a:pPr lvl="1">
              <a:lnSpc>
                <a:spcPct val="100000"/>
              </a:lnSpc>
            </a:pPr>
            <a:r>
              <a:rPr lang="en-US" dirty="0"/>
              <a:t>Façade</a:t>
            </a:r>
          </a:p>
          <a:p>
            <a:pPr lvl="1">
              <a:lnSpc>
                <a:spcPct val="100000"/>
              </a:lnSpc>
            </a:pPr>
            <a:r>
              <a:rPr lang="en-US" dirty="0"/>
              <a:t>Flyweight</a:t>
            </a:r>
          </a:p>
          <a:p>
            <a:pPr lvl="1">
              <a:lnSpc>
                <a:spcPct val="100000"/>
              </a:lnSpc>
            </a:pPr>
            <a:r>
              <a:rPr lang="en-US"/>
              <a:t>Proxy</a:t>
            </a:r>
            <a:endParaRPr lang="en-US" dirty="0"/>
          </a:p>
        </p:txBody>
      </p:sp>
      <p:sp>
        <p:nvSpPr>
          <p:cNvPr id="3" name="Content Placeholder 2"/>
          <p:cNvSpPr>
            <a:spLocks noGrp="1"/>
          </p:cNvSpPr>
          <p:nvPr>
            <p:ph sz="half" idx="10"/>
          </p:nvPr>
        </p:nvSpPr>
        <p:spPr/>
        <p:txBody>
          <a:bodyPr>
            <a:normAutofit/>
          </a:bodyPr>
          <a:lstStyle/>
          <a:p>
            <a:r>
              <a:rPr lang="en-US" dirty="0"/>
              <a:t>Structural  Design Patterns (7 Design Patterns)</a:t>
            </a:r>
          </a:p>
        </p:txBody>
      </p:sp>
    </p:spTree>
    <p:extLst>
      <p:ext uri="{BB962C8B-B14F-4D97-AF65-F5344CB8AC3E}">
        <p14:creationId xmlns:p14="http://schemas.microsoft.com/office/powerpoint/2010/main" val="419753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500"/>
                                        <p:tgtEl>
                                          <p:spTgt spid="2">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500"/>
                                        <p:tgtEl>
                                          <p:spTgt spid="2">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
                                            <p:txEl>
                                              <p:pRg st="5" end="5"/>
                                            </p:txEl>
                                          </p:spTgt>
                                        </p:tgtEl>
                                        <p:attrNameLst>
                                          <p:attrName>style.visibility</p:attrName>
                                        </p:attrNameLst>
                                      </p:cBhvr>
                                      <p:to>
                                        <p:strVal val="visible"/>
                                      </p:to>
                                    </p:set>
                                    <p:animEffect transition="in" filter="fade">
                                      <p:cBhvr>
                                        <p:cTn id="26" dur="500"/>
                                        <p:tgtEl>
                                          <p:spTgt spid="2">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500"/>
                                        <p:tgtEl>
                                          <p:spTgt spid="2">
                                            <p:txEl>
                                              <p:pRg st="6" end="6"/>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500"/>
                                        <p:tgtEl>
                                          <p:spTgt spid="2">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2800" dirty="0"/>
              <a:t>Acts as a bridge between two incompatible interfaces.  </a:t>
            </a:r>
          </a:p>
          <a:p>
            <a:pPr algn="just">
              <a:lnSpc>
                <a:spcPct val="100000"/>
              </a:lnSpc>
            </a:pPr>
            <a:r>
              <a:rPr lang="en-US" sz="2800" dirty="0"/>
              <a:t>Involves a single class called adapter which is responsible for communication between two independent or incompatible interfaces.</a:t>
            </a:r>
          </a:p>
        </p:txBody>
      </p:sp>
      <p:sp>
        <p:nvSpPr>
          <p:cNvPr id="3" name="Content Placeholder 2"/>
          <p:cNvSpPr>
            <a:spLocks noGrp="1"/>
          </p:cNvSpPr>
          <p:nvPr>
            <p:ph sz="half" idx="10"/>
          </p:nvPr>
        </p:nvSpPr>
        <p:spPr/>
        <p:txBody>
          <a:bodyPr/>
          <a:lstStyle/>
          <a:p>
            <a:r>
              <a:rPr lang="en-US" dirty="0"/>
              <a:t>Adapter Pattern</a:t>
            </a:r>
          </a:p>
        </p:txBody>
      </p:sp>
      <p:pic>
        <p:nvPicPr>
          <p:cNvPr id="4" name="Picture 3"/>
          <p:cNvPicPr/>
          <p:nvPr/>
        </p:nvPicPr>
        <p:blipFill rotWithShape="1">
          <a:blip r:embed="rId2">
            <a:extLst>
              <a:ext uri="{28A0092B-C50C-407E-A947-70E740481C1C}">
                <a14:useLocalDpi xmlns:a14="http://schemas.microsoft.com/office/drawing/2010/main" val="0"/>
              </a:ext>
            </a:extLst>
          </a:blip>
          <a:srcRect b="9371"/>
          <a:stretch/>
        </p:blipFill>
        <p:spPr bwMode="auto">
          <a:xfrm>
            <a:off x="2380076" y="3429000"/>
            <a:ext cx="6085241" cy="2424467"/>
          </a:xfrm>
          <a:prstGeom prst="rect">
            <a:avLst/>
          </a:prstGeom>
          <a:noFill/>
          <a:ln>
            <a:noFill/>
          </a:ln>
        </p:spPr>
      </p:pic>
    </p:spTree>
    <p:extLst>
      <p:ext uri="{BB962C8B-B14F-4D97-AF65-F5344CB8AC3E}">
        <p14:creationId xmlns:p14="http://schemas.microsoft.com/office/powerpoint/2010/main" val="181804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0"/>
          </p:nvPr>
        </p:nvSpPr>
        <p:spPr>
          <a:prstGeom prst="rect">
            <a:avLst/>
          </a:prstGeom>
        </p:spPr>
        <p:txBody>
          <a:bodyPr/>
          <a:lstStyle/>
          <a:p>
            <a:r>
              <a:rPr lang="en-US" dirty="0"/>
              <a:t>Adapter Pattern Real Life Example</a:t>
            </a:r>
          </a:p>
        </p:txBody>
      </p:sp>
      <p:pic>
        <p:nvPicPr>
          <p:cNvPr id="9" name="Content Placeholder 8">
            <a:extLst>
              <a:ext uri="{FF2B5EF4-FFF2-40B4-BE49-F238E27FC236}">
                <a16:creationId xmlns:a16="http://schemas.microsoft.com/office/drawing/2014/main" id="{9805E6A2-6FEB-4DDF-AFD8-144CEDEA2F3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616325" y="1268413"/>
            <a:ext cx="4876800" cy="4876800"/>
          </a:xfrm>
        </p:spPr>
      </p:pic>
    </p:spTree>
    <p:extLst>
      <p:ext uri="{BB962C8B-B14F-4D97-AF65-F5344CB8AC3E}">
        <p14:creationId xmlns:p14="http://schemas.microsoft.com/office/powerpoint/2010/main" val="3036298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half" idx="1"/>
            <p:extLst>
              <p:ext uri="{D42A27DB-BD31-4B8C-83A1-F6EECF244321}">
                <p14:modId xmlns:p14="http://schemas.microsoft.com/office/powerpoint/2010/main" val="1425148983"/>
              </p:ext>
            </p:extLst>
          </p:nvPr>
        </p:nvGraphicFramePr>
        <p:xfrm>
          <a:off x="2843767" y="2067738"/>
          <a:ext cx="6994500" cy="27225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sz="half" idx="10"/>
          </p:nvPr>
        </p:nvSpPr>
        <p:spPr/>
        <p:txBody>
          <a:bodyPr/>
          <a:lstStyle/>
          <a:p>
            <a:r>
              <a:rPr lang="en-US" dirty="0"/>
              <a:t>Types of Adapter Pattern</a:t>
            </a:r>
          </a:p>
        </p:txBody>
      </p:sp>
    </p:spTree>
    <p:extLst>
      <p:ext uri="{BB962C8B-B14F-4D97-AF65-F5344CB8AC3E}">
        <p14:creationId xmlns:p14="http://schemas.microsoft.com/office/powerpoint/2010/main" val="267921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10000"/>
              </a:lnSpc>
            </a:pPr>
            <a:r>
              <a:rPr lang="en-US" dirty="0"/>
              <a:t>Data Transfer Object (DTO) to Business Object</a:t>
            </a:r>
          </a:p>
          <a:p>
            <a:pPr algn="just">
              <a:lnSpc>
                <a:spcPct val="110000"/>
              </a:lnSpc>
            </a:pPr>
            <a:r>
              <a:rPr lang="en-US" dirty="0"/>
              <a:t>Need to convert third party objects to application types</a:t>
            </a:r>
          </a:p>
          <a:p>
            <a:pPr algn="just">
              <a:lnSpc>
                <a:spcPct val="110000"/>
              </a:lnSpc>
            </a:pPr>
            <a:r>
              <a:rPr lang="en-US" dirty="0"/>
              <a:t>ADO.NET </a:t>
            </a:r>
            <a:r>
              <a:rPr lang="en-US" dirty="0" err="1"/>
              <a:t>SqlAdapter</a:t>
            </a:r>
            <a:r>
              <a:rPr lang="en-US" dirty="0"/>
              <a:t>, </a:t>
            </a:r>
            <a:r>
              <a:rPr lang="en-US" dirty="0" err="1"/>
              <a:t>OracleAdapter</a:t>
            </a:r>
            <a:r>
              <a:rPr lang="en-US" dirty="0"/>
              <a:t>, </a:t>
            </a:r>
            <a:r>
              <a:rPr lang="en-US" dirty="0" err="1"/>
              <a:t>MySqlAdapter</a:t>
            </a:r>
            <a:endParaRPr lang="en-US" dirty="0"/>
          </a:p>
        </p:txBody>
      </p:sp>
      <p:sp>
        <p:nvSpPr>
          <p:cNvPr id="3" name="Content Placeholder 2"/>
          <p:cNvSpPr>
            <a:spLocks noGrp="1"/>
          </p:cNvSpPr>
          <p:nvPr>
            <p:ph sz="half" idx="10"/>
          </p:nvPr>
        </p:nvSpPr>
        <p:spPr/>
        <p:txBody>
          <a:bodyPr/>
          <a:lstStyle/>
          <a:p>
            <a:r>
              <a:rPr lang="en-US" dirty="0"/>
              <a:t>Adapter Pattern Examples</a:t>
            </a:r>
          </a:p>
        </p:txBody>
      </p:sp>
    </p:spTree>
    <p:extLst>
      <p:ext uri="{BB962C8B-B14F-4D97-AF65-F5344CB8AC3E}">
        <p14:creationId xmlns:p14="http://schemas.microsoft.com/office/powerpoint/2010/main" val="13015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75439-C743-F3FC-330B-34A9EAB55ABF}"/>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p:txBody>
          <a:bodyPr>
            <a:normAutofit/>
          </a:bodyPr>
          <a:lstStyle/>
          <a:p>
            <a:r>
              <a:rPr lang="en-US" sz="3600" dirty="0"/>
              <a:t>Adapter Pattern Example</a:t>
            </a:r>
          </a:p>
        </p:txBody>
      </p:sp>
    </p:spTree>
    <p:extLst>
      <p:ext uri="{BB962C8B-B14F-4D97-AF65-F5344CB8AC3E}">
        <p14:creationId xmlns:p14="http://schemas.microsoft.com/office/powerpoint/2010/main" val="40953162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2800" dirty="0"/>
              <a:t>Bridge pattern is used to separate abstraction from its implementation so that both can be modified independently. </a:t>
            </a:r>
          </a:p>
          <a:p>
            <a:pPr algn="just">
              <a:lnSpc>
                <a:spcPct val="100000"/>
              </a:lnSpc>
            </a:pPr>
            <a:r>
              <a:rPr lang="en-US" sz="2800" dirty="0"/>
              <a:t>This pattern involves an interface which acts as a bridge between the abstraction class and implementer classes and also makes the functionality of the implementer independent from the abstraction. </a:t>
            </a:r>
          </a:p>
        </p:txBody>
      </p:sp>
      <p:sp>
        <p:nvSpPr>
          <p:cNvPr id="3" name="Content Placeholder 2"/>
          <p:cNvSpPr>
            <a:spLocks noGrp="1"/>
          </p:cNvSpPr>
          <p:nvPr>
            <p:ph sz="half" idx="10"/>
          </p:nvPr>
        </p:nvSpPr>
        <p:spPr/>
        <p:txBody>
          <a:bodyPr/>
          <a:lstStyle/>
          <a:p>
            <a:r>
              <a:rPr lang="en-US" dirty="0"/>
              <a:t>Bridge Pattern</a:t>
            </a:r>
          </a:p>
        </p:txBody>
      </p:sp>
      <p:pic>
        <p:nvPicPr>
          <p:cNvPr id="4" name="Picture 3" descr="http://www.dotnet-tricks.com/Content/images/designpatterns/bridge.png"/>
          <p:cNvPicPr/>
          <p:nvPr/>
        </p:nvPicPr>
        <p:blipFill rotWithShape="1">
          <a:blip r:embed="rId3">
            <a:extLst>
              <a:ext uri="{28A0092B-C50C-407E-A947-70E740481C1C}">
                <a14:useLocalDpi xmlns:a14="http://schemas.microsoft.com/office/drawing/2010/main" val="0"/>
              </a:ext>
            </a:extLst>
          </a:blip>
          <a:srcRect b="-308"/>
          <a:stretch/>
        </p:blipFill>
        <p:spPr bwMode="auto">
          <a:xfrm>
            <a:off x="2820785" y="3810412"/>
            <a:ext cx="5541820" cy="2477372"/>
          </a:xfrm>
          <a:prstGeom prst="rect">
            <a:avLst/>
          </a:prstGeom>
          <a:noFill/>
          <a:ln>
            <a:noFill/>
          </a:ln>
        </p:spPr>
      </p:pic>
    </p:spTree>
    <p:extLst>
      <p:ext uri="{BB962C8B-B14F-4D97-AF65-F5344CB8AC3E}">
        <p14:creationId xmlns:p14="http://schemas.microsoft.com/office/powerpoint/2010/main" val="2665607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a:prstGeom prst="rect">
            <a:avLst/>
          </a:prstGeom>
        </p:spPr>
        <p:txBody>
          <a:bodyPr/>
          <a:lstStyle/>
          <a:p>
            <a:r>
              <a:rPr lang="en-US" dirty="0"/>
              <a:t>Bridge Pattern Real Life Example</a:t>
            </a:r>
          </a:p>
        </p:txBody>
      </p:sp>
      <p:pic>
        <p:nvPicPr>
          <p:cNvPr id="6" name="Picture 5" descr="A diagram of a computer system&#10;&#10;Description automatically generated">
            <a:extLst>
              <a:ext uri="{FF2B5EF4-FFF2-40B4-BE49-F238E27FC236}">
                <a16:creationId xmlns:a16="http://schemas.microsoft.com/office/drawing/2014/main" id="{80847F07-82CC-EA99-A340-BA20F4AB8A13}"/>
              </a:ext>
            </a:extLst>
          </p:cNvPr>
          <p:cNvPicPr>
            <a:picLocks noChangeAspect="1"/>
          </p:cNvPicPr>
          <p:nvPr/>
        </p:nvPicPr>
        <p:blipFill>
          <a:blip r:embed="rId2"/>
          <a:stretch>
            <a:fillRect/>
          </a:stretch>
        </p:blipFill>
        <p:spPr>
          <a:xfrm>
            <a:off x="1988527" y="1596170"/>
            <a:ext cx="7230207" cy="4427660"/>
          </a:xfrm>
          <a:prstGeom prst="rect">
            <a:avLst/>
          </a:prstGeom>
        </p:spPr>
      </p:pic>
    </p:spTree>
    <p:extLst>
      <p:ext uri="{BB962C8B-B14F-4D97-AF65-F5344CB8AC3E}">
        <p14:creationId xmlns:p14="http://schemas.microsoft.com/office/powerpoint/2010/main" val="4143690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92500" lnSpcReduction="20000"/>
          </a:bodyPr>
          <a:lstStyle/>
          <a:p>
            <a:pPr algn="just">
              <a:lnSpc>
                <a:spcPct val="110000"/>
              </a:lnSpc>
            </a:pPr>
            <a:r>
              <a:rPr lang="en-US" sz="3200" dirty="0"/>
              <a:t>Payment Features: </a:t>
            </a:r>
          </a:p>
          <a:p>
            <a:pPr lvl="1" algn="just">
              <a:lnSpc>
                <a:spcPct val="110000"/>
              </a:lnSpc>
            </a:pPr>
            <a:r>
              <a:rPr lang="en-US" sz="2800" dirty="0"/>
              <a:t>Currently Credit Card, Debit Card</a:t>
            </a:r>
          </a:p>
          <a:p>
            <a:pPr lvl="1" algn="just">
              <a:lnSpc>
                <a:spcPct val="110000"/>
              </a:lnSpc>
            </a:pPr>
            <a:r>
              <a:rPr lang="en-US" sz="2800" dirty="0"/>
              <a:t>In Future add more</a:t>
            </a:r>
            <a:endParaRPr lang="en-US" sz="3200" dirty="0"/>
          </a:p>
          <a:p>
            <a:pPr algn="just">
              <a:lnSpc>
                <a:spcPct val="110000"/>
              </a:lnSpc>
            </a:pPr>
            <a:r>
              <a:rPr lang="en-US" sz="3200" dirty="0"/>
              <a:t>Cross-Platform GUI: </a:t>
            </a:r>
            <a:r>
              <a:rPr lang="en-US" sz="3200" dirty="0" err="1"/>
              <a:t>ReactNative</a:t>
            </a:r>
            <a:endParaRPr lang="en-US" sz="3200" dirty="0"/>
          </a:p>
          <a:p>
            <a:pPr lvl="1" algn="just">
              <a:lnSpc>
                <a:spcPct val="110000"/>
              </a:lnSpc>
            </a:pPr>
            <a:r>
              <a:rPr lang="en-US" sz="2800" dirty="0"/>
              <a:t>GUI Component</a:t>
            </a:r>
          </a:p>
          <a:p>
            <a:pPr lvl="1" algn="just">
              <a:lnSpc>
                <a:spcPct val="110000"/>
              </a:lnSpc>
            </a:pPr>
            <a:r>
              <a:rPr lang="en-US" sz="2800" dirty="0"/>
              <a:t>Platform Specific Implementation</a:t>
            </a:r>
          </a:p>
          <a:p>
            <a:pPr lvl="1" algn="just">
              <a:lnSpc>
                <a:spcPct val="110000"/>
              </a:lnSpc>
            </a:pPr>
            <a:r>
              <a:rPr lang="en-US" sz="2800" dirty="0"/>
              <a:t>In Future add more</a:t>
            </a:r>
          </a:p>
          <a:p>
            <a:pPr algn="just">
              <a:lnSpc>
                <a:spcPct val="110000"/>
              </a:lnSpc>
            </a:pPr>
            <a:r>
              <a:rPr lang="en-US" sz="3200" dirty="0"/>
              <a:t>Messaging Features: </a:t>
            </a:r>
          </a:p>
          <a:p>
            <a:pPr lvl="1" algn="just">
              <a:lnSpc>
                <a:spcPct val="110000"/>
              </a:lnSpc>
            </a:pPr>
            <a:r>
              <a:rPr lang="en-US" sz="2800" dirty="0"/>
              <a:t>Currently SMS or Email</a:t>
            </a:r>
          </a:p>
          <a:p>
            <a:pPr lvl="1" algn="just">
              <a:lnSpc>
                <a:spcPct val="110000"/>
              </a:lnSpc>
            </a:pPr>
            <a:r>
              <a:rPr lang="en-US" sz="2800" dirty="0"/>
              <a:t>In Future add more</a:t>
            </a:r>
          </a:p>
        </p:txBody>
      </p:sp>
      <p:sp>
        <p:nvSpPr>
          <p:cNvPr id="3" name="Content Placeholder 2"/>
          <p:cNvSpPr>
            <a:spLocks noGrp="1"/>
          </p:cNvSpPr>
          <p:nvPr>
            <p:ph sz="half" idx="10"/>
          </p:nvPr>
        </p:nvSpPr>
        <p:spPr/>
        <p:txBody>
          <a:bodyPr/>
          <a:lstStyle/>
          <a:p>
            <a:r>
              <a:rPr lang="en-US" dirty="0"/>
              <a:t>Bridge Pattern Examples</a:t>
            </a:r>
          </a:p>
        </p:txBody>
      </p:sp>
    </p:spTree>
    <p:extLst>
      <p:ext uri="{BB962C8B-B14F-4D97-AF65-F5344CB8AC3E}">
        <p14:creationId xmlns:p14="http://schemas.microsoft.com/office/powerpoint/2010/main" val="917077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500"/>
                                        <p:tgtEl>
                                          <p:spTgt spid="2">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500"/>
                                        <p:tgtEl>
                                          <p:spTgt spid="2">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500"/>
                                        <p:tgtEl>
                                          <p:spTgt spid="2">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500"/>
                                        <p:tgtEl>
                                          <p:spTgt spid="2">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500"/>
                                        <p:tgtEl>
                                          <p:spTgt spid="2">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500"/>
                                        <p:tgtEl>
                                          <p:spTgt spid="2">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fade">
                                      <p:cBhvr>
                                        <p:cTn id="30" dur="500"/>
                                        <p:tgtEl>
                                          <p:spTgt spid="2">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8" end="8"/>
                                            </p:txEl>
                                          </p:spTgt>
                                        </p:tgtEl>
                                        <p:attrNameLst>
                                          <p:attrName>style.visibility</p:attrName>
                                        </p:attrNameLst>
                                      </p:cBhvr>
                                      <p:to>
                                        <p:strVal val="visible"/>
                                      </p:to>
                                    </p:set>
                                    <p:animEffect transition="in" filter="fade">
                                      <p:cBhvr>
                                        <p:cTn id="33" dur="500"/>
                                        <p:tgtEl>
                                          <p:spTgt spid="2">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fade">
                                      <p:cBhvr>
                                        <p:cTn id="36"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Autofit/>
          </a:bodyPr>
          <a:lstStyle/>
          <a:p>
            <a:pPr algn="just">
              <a:lnSpc>
                <a:spcPct val="110000"/>
              </a:lnSpc>
            </a:pPr>
            <a:r>
              <a:rPr lang="en-US" sz="3200" dirty="0"/>
              <a:t>Abstractions and implementations should be modified independently.</a:t>
            </a:r>
          </a:p>
          <a:p>
            <a:pPr algn="just">
              <a:lnSpc>
                <a:spcPct val="110000"/>
              </a:lnSpc>
            </a:pPr>
            <a:r>
              <a:rPr lang="en-US" sz="3200" dirty="0"/>
              <a:t>Changes in the implementation of an abstraction should have no impact on clients.</a:t>
            </a:r>
          </a:p>
          <a:p>
            <a:pPr algn="just">
              <a:lnSpc>
                <a:spcPct val="110000"/>
              </a:lnSpc>
            </a:pPr>
            <a:r>
              <a:rPr lang="en-US" sz="3200" dirty="0"/>
              <a:t>Used when a new version of a software or system is brought out, but the older version of the software still running for its existing client. There is no need to change the client code, but the client need to choose which version he wants to use.</a:t>
            </a:r>
          </a:p>
        </p:txBody>
      </p:sp>
      <p:sp>
        <p:nvSpPr>
          <p:cNvPr id="3" name="Content Placeholder 2"/>
          <p:cNvSpPr>
            <a:spLocks noGrp="1"/>
          </p:cNvSpPr>
          <p:nvPr>
            <p:ph sz="half" idx="10"/>
          </p:nvPr>
        </p:nvSpPr>
        <p:spPr/>
        <p:txBody>
          <a:bodyPr/>
          <a:lstStyle/>
          <a:p>
            <a:r>
              <a:rPr lang="en-US" dirty="0"/>
              <a:t>Bridge Pattern Real Life Example</a:t>
            </a:r>
          </a:p>
        </p:txBody>
      </p:sp>
    </p:spTree>
    <p:extLst>
      <p:ext uri="{BB962C8B-B14F-4D97-AF65-F5344CB8AC3E}">
        <p14:creationId xmlns:p14="http://schemas.microsoft.com/office/powerpoint/2010/main" val="2932295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C3F2-EA84-C459-A77D-F76E524B1ABA}"/>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p:txBody>
          <a:bodyPr>
            <a:normAutofit/>
          </a:bodyPr>
          <a:lstStyle/>
          <a:p>
            <a:r>
              <a:rPr lang="en-US" dirty="0"/>
              <a:t>Bridge Pattern Example</a:t>
            </a:r>
          </a:p>
        </p:txBody>
      </p:sp>
    </p:spTree>
    <p:extLst>
      <p:ext uri="{BB962C8B-B14F-4D97-AF65-F5344CB8AC3E}">
        <p14:creationId xmlns:p14="http://schemas.microsoft.com/office/powerpoint/2010/main" val="1774079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2800" dirty="0"/>
              <a:t>Composite pattern is used when we need to treat a group of objects and a single object in the same way. </a:t>
            </a:r>
          </a:p>
          <a:p>
            <a:pPr algn="just">
              <a:lnSpc>
                <a:spcPct val="100000"/>
              </a:lnSpc>
            </a:pPr>
            <a:r>
              <a:rPr lang="en-US" sz="2800" dirty="0"/>
              <a:t>Composite pattern composes objects in term of a tree structure to represent part as well as whole hierarchies.</a:t>
            </a:r>
          </a:p>
        </p:txBody>
      </p:sp>
      <p:sp>
        <p:nvSpPr>
          <p:cNvPr id="3" name="Content Placeholder 2"/>
          <p:cNvSpPr>
            <a:spLocks noGrp="1"/>
          </p:cNvSpPr>
          <p:nvPr>
            <p:ph sz="half" idx="10"/>
          </p:nvPr>
        </p:nvSpPr>
        <p:spPr/>
        <p:txBody>
          <a:bodyPr/>
          <a:lstStyle/>
          <a:p>
            <a:r>
              <a:rPr lang="en-US" dirty="0"/>
              <a:t>Composite Pattern</a:t>
            </a:r>
          </a:p>
        </p:txBody>
      </p:sp>
      <p:pic>
        <p:nvPicPr>
          <p:cNvPr id="6" name="Picture 5" descr="http://www.dotnet-tricks.com/Content/images/designpatterns/composite.png"/>
          <p:cNvPicPr/>
          <p:nvPr/>
        </p:nvPicPr>
        <p:blipFill rotWithShape="1">
          <a:blip r:embed="rId3">
            <a:extLst>
              <a:ext uri="{28A0092B-C50C-407E-A947-70E740481C1C}">
                <a14:useLocalDpi xmlns:a14="http://schemas.microsoft.com/office/drawing/2010/main" val="0"/>
              </a:ext>
            </a:extLst>
          </a:blip>
          <a:srcRect b="7973"/>
          <a:stretch/>
        </p:blipFill>
        <p:spPr bwMode="auto">
          <a:xfrm>
            <a:off x="2916026" y="3429000"/>
            <a:ext cx="5027966" cy="2723967"/>
          </a:xfrm>
          <a:prstGeom prst="rect">
            <a:avLst/>
          </a:prstGeom>
          <a:noFill/>
          <a:ln>
            <a:noFill/>
          </a:ln>
        </p:spPr>
      </p:pic>
    </p:spTree>
    <p:extLst>
      <p:ext uri="{BB962C8B-B14F-4D97-AF65-F5344CB8AC3E}">
        <p14:creationId xmlns:p14="http://schemas.microsoft.com/office/powerpoint/2010/main" val="195891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0"/>
          </p:nvPr>
        </p:nvSpPr>
        <p:spPr>
          <a:prstGeom prst="rect">
            <a:avLst/>
          </a:prstGeom>
        </p:spPr>
        <p:txBody>
          <a:bodyPr/>
          <a:lstStyle/>
          <a:p>
            <a:r>
              <a:rPr lang="en-US" dirty="0"/>
              <a:t>Composite Pattern Real Life Example</a:t>
            </a:r>
          </a:p>
        </p:txBody>
      </p:sp>
      <p:pic>
        <p:nvPicPr>
          <p:cNvPr id="6" name="Picture 5" descr="A diagram of a computer network&#10;&#10;Description automatically generated">
            <a:extLst>
              <a:ext uri="{FF2B5EF4-FFF2-40B4-BE49-F238E27FC236}">
                <a16:creationId xmlns:a16="http://schemas.microsoft.com/office/drawing/2014/main" id="{AF59694B-72B2-4011-F24F-749D50BAC1B2}"/>
              </a:ext>
            </a:extLst>
          </p:cNvPr>
          <p:cNvPicPr>
            <a:picLocks noChangeAspect="1"/>
          </p:cNvPicPr>
          <p:nvPr/>
        </p:nvPicPr>
        <p:blipFill>
          <a:blip r:embed="rId2"/>
          <a:stretch>
            <a:fillRect/>
          </a:stretch>
        </p:blipFill>
        <p:spPr>
          <a:xfrm>
            <a:off x="3052372" y="1205459"/>
            <a:ext cx="5987322" cy="5059181"/>
          </a:xfrm>
          <a:prstGeom prst="rect">
            <a:avLst/>
          </a:prstGeom>
        </p:spPr>
      </p:pic>
    </p:spTree>
    <p:extLst>
      <p:ext uri="{BB962C8B-B14F-4D97-AF65-F5344CB8AC3E}">
        <p14:creationId xmlns:p14="http://schemas.microsoft.com/office/powerpoint/2010/main" val="1731212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387D85-F472-AB6E-9FCD-64726FF34706}"/>
              </a:ext>
            </a:extLst>
          </p:cNvPr>
          <p:cNvSpPr>
            <a:spLocks noGrp="1"/>
          </p:cNvSpPr>
          <p:nvPr>
            <p:ph sz="half" idx="10"/>
          </p:nvPr>
        </p:nvSpPr>
        <p:spPr/>
        <p:txBody>
          <a:bodyPr/>
          <a:lstStyle/>
          <a:p>
            <a:endParaRPr lang="en-US"/>
          </a:p>
        </p:txBody>
      </p:sp>
      <p:sp>
        <p:nvSpPr>
          <p:cNvPr id="4" name="Oval 3">
            <a:extLst>
              <a:ext uri="{FF2B5EF4-FFF2-40B4-BE49-F238E27FC236}">
                <a16:creationId xmlns:a16="http://schemas.microsoft.com/office/drawing/2014/main" id="{581FFDA0-1D17-6485-A261-A82EE58CF736}"/>
              </a:ext>
            </a:extLst>
          </p:cNvPr>
          <p:cNvSpPr/>
          <p:nvPr/>
        </p:nvSpPr>
        <p:spPr>
          <a:xfrm>
            <a:off x="3481328" y="2049136"/>
            <a:ext cx="3822853" cy="317285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1E1FDB7-7164-8368-A800-529511D51FD3}"/>
              </a:ext>
            </a:extLst>
          </p:cNvPr>
          <p:cNvSpPr/>
          <p:nvPr/>
        </p:nvSpPr>
        <p:spPr>
          <a:xfrm>
            <a:off x="3910069" y="2430137"/>
            <a:ext cx="2965374" cy="2410858"/>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3E4AAA34-EEB4-3A72-11D4-A71AC3E0133D}"/>
              </a:ext>
            </a:extLst>
          </p:cNvPr>
          <p:cNvSpPr/>
          <p:nvPr/>
        </p:nvSpPr>
        <p:spPr>
          <a:xfrm>
            <a:off x="4096896" y="2675721"/>
            <a:ext cx="2591719" cy="1919689"/>
          </a:xfrm>
          <a:prstGeom prst="ellipse">
            <a:avLst/>
          </a:prstGeom>
          <a:solidFill>
            <a:srgbClr val="FFCB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7928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10000"/>
              </a:lnSpc>
            </a:pPr>
            <a:r>
              <a:rPr lang="en-US" sz="3200" dirty="0"/>
              <a:t>File System Folders</a:t>
            </a:r>
          </a:p>
          <a:p>
            <a:pPr algn="just">
              <a:lnSpc>
                <a:spcPct val="110000"/>
              </a:lnSpc>
            </a:pPr>
            <a:r>
              <a:rPr lang="en-US" sz="3200" dirty="0"/>
              <a:t>Managers and Employees</a:t>
            </a:r>
          </a:p>
          <a:p>
            <a:pPr algn="just">
              <a:lnSpc>
                <a:spcPct val="110000"/>
              </a:lnSpc>
            </a:pPr>
            <a:r>
              <a:rPr lang="en-US" sz="3200" dirty="0"/>
              <a:t>Assemblies</a:t>
            </a:r>
          </a:p>
          <a:p>
            <a:pPr algn="just">
              <a:lnSpc>
                <a:spcPct val="110000"/>
              </a:lnSpc>
            </a:pPr>
            <a:endParaRPr lang="en-US" sz="3200" dirty="0"/>
          </a:p>
        </p:txBody>
      </p:sp>
      <p:sp>
        <p:nvSpPr>
          <p:cNvPr id="3" name="Content Placeholder 2"/>
          <p:cNvSpPr>
            <a:spLocks noGrp="1"/>
          </p:cNvSpPr>
          <p:nvPr>
            <p:ph sz="half" idx="10"/>
          </p:nvPr>
        </p:nvSpPr>
        <p:spPr/>
        <p:txBody>
          <a:bodyPr/>
          <a:lstStyle/>
          <a:p>
            <a:r>
              <a:rPr lang="en-US" dirty="0"/>
              <a:t>Composite Pattern Examples</a:t>
            </a:r>
          </a:p>
        </p:txBody>
      </p:sp>
    </p:spTree>
    <p:extLst>
      <p:ext uri="{BB962C8B-B14F-4D97-AF65-F5344CB8AC3E}">
        <p14:creationId xmlns:p14="http://schemas.microsoft.com/office/powerpoint/2010/main" val="220541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F1BAD-8B4D-D8AA-DF95-3AB86527A051}"/>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a:xfrm>
            <a:off x="484490" y="2844084"/>
            <a:ext cx="11122056" cy="2673061"/>
          </a:xfrm>
        </p:spPr>
        <p:txBody>
          <a:bodyPr>
            <a:normAutofit/>
          </a:bodyPr>
          <a:lstStyle/>
          <a:p>
            <a:r>
              <a:rPr lang="en-US" dirty="0"/>
              <a:t>Composite Pattern Example</a:t>
            </a:r>
          </a:p>
        </p:txBody>
      </p:sp>
    </p:spTree>
    <p:extLst>
      <p:ext uri="{BB962C8B-B14F-4D97-AF65-F5344CB8AC3E}">
        <p14:creationId xmlns:p14="http://schemas.microsoft.com/office/powerpoint/2010/main" val="41263858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Decorator Pattern</a:t>
            </a:r>
          </a:p>
        </p:txBody>
      </p:sp>
      <p:sp>
        <p:nvSpPr>
          <p:cNvPr id="2" name="Content Placeholder 1"/>
          <p:cNvSpPr>
            <a:spLocks noGrp="1"/>
          </p:cNvSpPr>
          <p:nvPr>
            <p:ph sz="half" idx="1"/>
          </p:nvPr>
        </p:nvSpPr>
        <p:spPr/>
        <p:txBody>
          <a:bodyPr>
            <a:normAutofit/>
          </a:bodyPr>
          <a:lstStyle/>
          <a:p>
            <a:pPr algn="just">
              <a:lnSpc>
                <a:spcPct val="100000"/>
              </a:lnSpc>
            </a:pPr>
            <a:r>
              <a:rPr lang="en-US" sz="2800" dirty="0"/>
              <a:t>Decorator pattern is used to add new functionality to an existing object without changing its structure.</a:t>
            </a:r>
          </a:p>
          <a:p>
            <a:pPr algn="just">
              <a:lnSpc>
                <a:spcPct val="100000"/>
              </a:lnSpc>
            </a:pPr>
            <a:r>
              <a:rPr lang="en-US" sz="2800" dirty="0"/>
              <a:t>This pattern creates a decorator class which wraps the original class and add new behaviors/operations to an object at run-time.</a:t>
            </a:r>
          </a:p>
          <a:p>
            <a:pPr algn="just">
              <a:lnSpc>
                <a:spcPct val="100000"/>
              </a:lnSpc>
            </a:pPr>
            <a:r>
              <a:rPr lang="en-US" sz="2800" dirty="0"/>
              <a:t>An another way to implement inheritance.</a:t>
            </a:r>
          </a:p>
        </p:txBody>
      </p:sp>
      <p:pic>
        <p:nvPicPr>
          <p:cNvPr id="5" name="Picture 4" descr="C:\Users\Saksham\Desktop\Untitled.png"/>
          <p:cNvPicPr/>
          <p:nvPr/>
        </p:nvPicPr>
        <p:blipFill rotWithShape="1">
          <a:blip r:embed="rId3">
            <a:extLst>
              <a:ext uri="{28A0092B-C50C-407E-A947-70E740481C1C}">
                <a14:useLocalDpi xmlns:a14="http://schemas.microsoft.com/office/drawing/2010/main" val="0"/>
              </a:ext>
            </a:extLst>
          </a:blip>
          <a:srcRect b="7913"/>
          <a:stretch/>
        </p:blipFill>
        <p:spPr bwMode="auto">
          <a:xfrm>
            <a:off x="7916861" y="1593668"/>
            <a:ext cx="3876675" cy="3340701"/>
          </a:xfrm>
          <a:prstGeom prst="rect">
            <a:avLst/>
          </a:prstGeom>
          <a:noFill/>
          <a:ln>
            <a:noFill/>
          </a:ln>
        </p:spPr>
      </p:pic>
    </p:spTree>
    <p:extLst>
      <p:ext uri="{BB962C8B-B14F-4D97-AF65-F5344CB8AC3E}">
        <p14:creationId xmlns:p14="http://schemas.microsoft.com/office/powerpoint/2010/main" val="664595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Decorator Pattern Real Life Example</a:t>
            </a:r>
          </a:p>
        </p:txBody>
      </p:sp>
      <p:pic>
        <p:nvPicPr>
          <p:cNvPr id="9" name="Picture 8"/>
          <p:cNvPicPr>
            <a:picLocks noChangeAspect="1"/>
          </p:cNvPicPr>
          <p:nvPr/>
        </p:nvPicPr>
        <p:blipFill>
          <a:blip r:embed="rId3"/>
          <a:stretch>
            <a:fillRect/>
          </a:stretch>
        </p:blipFill>
        <p:spPr>
          <a:xfrm>
            <a:off x="582195" y="1593670"/>
            <a:ext cx="8186681" cy="4699563"/>
          </a:xfrm>
          <a:prstGeom prst="rect">
            <a:avLst/>
          </a:prstGeom>
        </p:spPr>
      </p:pic>
    </p:spTree>
    <p:extLst>
      <p:ext uri="{BB962C8B-B14F-4D97-AF65-F5344CB8AC3E}">
        <p14:creationId xmlns:p14="http://schemas.microsoft.com/office/powerpoint/2010/main" val="1707904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en-US" dirty="0"/>
              <a:t>Build Your Own Computer Order</a:t>
            </a:r>
          </a:p>
          <a:p>
            <a:pPr lvl="1"/>
            <a:r>
              <a:rPr lang="en-US" dirty="0"/>
              <a:t>RAM options</a:t>
            </a:r>
          </a:p>
          <a:p>
            <a:pPr lvl="1"/>
            <a:r>
              <a:rPr lang="en-US" dirty="0"/>
              <a:t>Storage Options</a:t>
            </a:r>
          </a:p>
          <a:p>
            <a:pPr lvl="1"/>
            <a:r>
              <a:rPr lang="en-US" dirty="0"/>
              <a:t>Processor Options</a:t>
            </a:r>
          </a:p>
          <a:p>
            <a:r>
              <a:rPr lang="en-US" dirty="0"/>
              <a:t>Build Your Own Car Order</a:t>
            </a:r>
          </a:p>
          <a:p>
            <a:pPr lvl="1"/>
            <a:r>
              <a:rPr lang="en-US" dirty="0"/>
              <a:t>Accessories Options</a:t>
            </a:r>
          </a:p>
          <a:p>
            <a:pPr lvl="2"/>
            <a:r>
              <a:rPr lang="en-US" dirty="0"/>
              <a:t>Security</a:t>
            </a:r>
          </a:p>
          <a:p>
            <a:pPr lvl="2"/>
            <a:r>
              <a:rPr lang="en-US" dirty="0"/>
              <a:t>Sports</a:t>
            </a:r>
          </a:p>
        </p:txBody>
      </p:sp>
      <p:sp>
        <p:nvSpPr>
          <p:cNvPr id="3" name="Content Placeholder 2"/>
          <p:cNvSpPr>
            <a:spLocks noGrp="1"/>
          </p:cNvSpPr>
          <p:nvPr>
            <p:ph sz="half" idx="10"/>
          </p:nvPr>
        </p:nvSpPr>
        <p:spPr/>
        <p:txBody>
          <a:bodyPr/>
          <a:lstStyle/>
          <a:p>
            <a:r>
              <a:rPr lang="en-US" dirty="0"/>
              <a:t>Decorator Pattern Examples</a:t>
            </a:r>
          </a:p>
        </p:txBody>
      </p:sp>
    </p:spTree>
    <p:extLst>
      <p:ext uri="{BB962C8B-B14F-4D97-AF65-F5344CB8AC3E}">
        <p14:creationId xmlns:p14="http://schemas.microsoft.com/office/powerpoint/2010/main" val="169758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2D691-8BF5-2451-E663-D367EBD16764}"/>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p:txBody>
          <a:bodyPr>
            <a:normAutofit/>
          </a:bodyPr>
          <a:lstStyle/>
          <a:p>
            <a:r>
              <a:rPr lang="en-US" dirty="0"/>
              <a:t>Decorator Pattern Example</a:t>
            </a:r>
          </a:p>
        </p:txBody>
      </p:sp>
    </p:spTree>
    <p:extLst>
      <p:ext uri="{BB962C8B-B14F-4D97-AF65-F5344CB8AC3E}">
        <p14:creationId xmlns:p14="http://schemas.microsoft.com/office/powerpoint/2010/main" val="3364646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ontent Placeholder 13"/>
          <p:cNvGraphicFramePr>
            <a:graphicFrameLocks noGrp="1"/>
          </p:cNvGraphicFramePr>
          <p:nvPr>
            <p:ph sz="half" idx="1"/>
            <p:extLst>
              <p:ext uri="{D42A27DB-BD31-4B8C-83A1-F6EECF244321}">
                <p14:modId xmlns:p14="http://schemas.microsoft.com/office/powerpoint/2010/main" val="2619379513"/>
              </p:ext>
            </p:extLst>
          </p:nvPr>
        </p:nvGraphicFramePr>
        <p:xfrm>
          <a:off x="493713" y="1276350"/>
          <a:ext cx="11122024" cy="2778711"/>
        </p:xfrm>
        <a:graphic>
          <a:graphicData uri="http://schemas.openxmlformats.org/drawingml/2006/table">
            <a:tbl>
              <a:tblPr firstRow="1" firstCol="1" bandRow="1"/>
              <a:tblGrid>
                <a:gridCol w="2269581">
                  <a:extLst>
                    <a:ext uri="{9D8B030D-6E8A-4147-A177-3AD203B41FA5}">
                      <a16:colId xmlns:a16="http://schemas.microsoft.com/office/drawing/2014/main" val="819562004"/>
                    </a:ext>
                  </a:extLst>
                </a:gridCol>
                <a:gridCol w="8852443">
                  <a:extLst>
                    <a:ext uri="{9D8B030D-6E8A-4147-A177-3AD203B41FA5}">
                      <a16:colId xmlns:a16="http://schemas.microsoft.com/office/drawing/2014/main" val="4174476463"/>
                    </a:ext>
                  </a:extLst>
                </a:gridCol>
              </a:tblGrid>
              <a:tr h="553448">
                <a:tc>
                  <a:txBody>
                    <a:bodyPr/>
                    <a:lstStyle/>
                    <a:p>
                      <a:pPr marL="0" marR="0">
                        <a:lnSpc>
                          <a:spcPct val="107000"/>
                        </a:lnSpc>
                        <a:spcBef>
                          <a:spcPts val="0"/>
                        </a:spcBef>
                        <a:spcAft>
                          <a:spcPts val="800"/>
                        </a:spcAft>
                      </a:pPr>
                      <a:r>
                        <a:rPr lang="en-US" sz="2400" b="1" dirty="0">
                          <a:effectLst/>
                          <a:latin typeface="Calibri" panose="020F0502020204030204" pitchFamily="34" charset="0"/>
                          <a:ea typeface="SimSun" panose="02010600030101010101" pitchFamily="2" charset="-122"/>
                          <a:cs typeface="Times New Roman" panose="02020603050405020304" pitchFamily="18" charset="0"/>
                        </a:rPr>
                        <a:t>Pattern</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tc>
                  <a:txBody>
                    <a:bodyPr/>
                    <a:lstStyle/>
                    <a:p>
                      <a:pPr marL="0" marR="0">
                        <a:lnSpc>
                          <a:spcPct val="107000"/>
                        </a:lnSpc>
                        <a:spcBef>
                          <a:spcPts val="0"/>
                        </a:spcBef>
                        <a:spcAft>
                          <a:spcPts val="800"/>
                        </a:spcAft>
                      </a:pPr>
                      <a:r>
                        <a:rPr lang="en-US" sz="2400" b="1" dirty="0">
                          <a:effectLst/>
                          <a:latin typeface="Calibri" panose="020F0502020204030204" pitchFamily="34" charset="0"/>
                          <a:ea typeface="SimSun" panose="02010600030101010101" pitchFamily="2" charset="-122"/>
                          <a:cs typeface="Times New Roman" panose="02020603050405020304" pitchFamily="18" charset="0"/>
                        </a:rPr>
                        <a:t>Intent</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EAECF0"/>
                    </a:solidFill>
                  </a:tcPr>
                </a:tc>
                <a:extLst>
                  <a:ext uri="{0D108BD9-81ED-4DB2-BD59-A6C34878D82A}">
                    <a16:rowId xmlns:a16="http://schemas.microsoft.com/office/drawing/2014/main" val="392334001"/>
                  </a:ext>
                </a:extLst>
              </a:tr>
              <a:tr h="745071">
                <a:tc>
                  <a:txBody>
                    <a:bodyPr/>
                    <a:lstStyle/>
                    <a:p>
                      <a:pPr marL="0" marR="0">
                        <a:lnSpc>
                          <a:spcPct val="107000"/>
                        </a:lnSpc>
                        <a:spcBef>
                          <a:spcPts val="0"/>
                        </a:spcBef>
                        <a:spcAft>
                          <a:spcPts val="800"/>
                        </a:spcAft>
                      </a:pPr>
                      <a:r>
                        <a:rPr lang="en-US" sz="2400" dirty="0">
                          <a:effectLst/>
                          <a:latin typeface="Calibri" panose="020F0502020204030204" pitchFamily="34" charset="0"/>
                          <a:ea typeface="SimSun" panose="02010600030101010101" pitchFamily="2" charset="-122"/>
                          <a:cs typeface="Times New Roman" panose="02020603050405020304" pitchFamily="18" charset="0"/>
                        </a:rPr>
                        <a:t>Adapter</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marL="0" marR="0">
                        <a:lnSpc>
                          <a:spcPct val="107000"/>
                        </a:lnSpc>
                        <a:spcBef>
                          <a:spcPts val="0"/>
                        </a:spcBef>
                        <a:spcAft>
                          <a:spcPts val="800"/>
                        </a:spcAft>
                      </a:pPr>
                      <a:r>
                        <a:rPr lang="en-US" sz="2400" dirty="0">
                          <a:effectLst/>
                          <a:latin typeface="Calibri" panose="020F0502020204030204" pitchFamily="34" charset="0"/>
                          <a:ea typeface="SimSun" panose="02010600030101010101" pitchFamily="2" charset="-122"/>
                          <a:cs typeface="Times New Roman" panose="02020603050405020304" pitchFamily="18" charset="0"/>
                        </a:rPr>
                        <a:t>Converts one interface to another so that it matches what the client is expecting</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037922151"/>
                  </a:ext>
                </a:extLst>
              </a:tr>
              <a:tr h="745071">
                <a:tc>
                  <a:txBody>
                    <a:bodyPr/>
                    <a:lstStyle/>
                    <a:p>
                      <a:pPr marL="0" marR="0">
                        <a:lnSpc>
                          <a:spcPct val="107000"/>
                        </a:lnSpc>
                        <a:spcBef>
                          <a:spcPts val="0"/>
                        </a:spcBef>
                        <a:spcAft>
                          <a:spcPts val="800"/>
                        </a:spcAft>
                      </a:pPr>
                      <a:r>
                        <a:rPr lang="en-US" sz="2400" dirty="0">
                          <a:effectLst/>
                          <a:latin typeface="Calibri" panose="020F0502020204030204" pitchFamily="34" charset="0"/>
                          <a:ea typeface="SimSun" panose="02010600030101010101" pitchFamily="2" charset="-122"/>
                          <a:cs typeface="Times New Roman" panose="02020603050405020304" pitchFamily="18" charset="0"/>
                        </a:rPr>
                        <a:t>Decorator</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marL="0" marR="0">
                        <a:lnSpc>
                          <a:spcPct val="107000"/>
                        </a:lnSpc>
                        <a:spcBef>
                          <a:spcPts val="0"/>
                        </a:spcBef>
                        <a:spcAft>
                          <a:spcPts val="800"/>
                        </a:spcAft>
                      </a:pPr>
                      <a:r>
                        <a:rPr lang="en-US" sz="2400" dirty="0">
                          <a:effectLst/>
                          <a:latin typeface="Calibri" panose="020F0502020204030204" pitchFamily="34" charset="0"/>
                          <a:ea typeface="SimSun" panose="02010600030101010101" pitchFamily="2" charset="-122"/>
                          <a:cs typeface="Times New Roman" panose="02020603050405020304" pitchFamily="18" charset="0"/>
                        </a:rPr>
                        <a:t>Dynamically adds responsibility to the interface by wrapping the original code</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1217823210"/>
                  </a:ext>
                </a:extLst>
              </a:tr>
              <a:tr h="572611">
                <a:tc>
                  <a:txBody>
                    <a:bodyPr/>
                    <a:lstStyle/>
                    <a:p>
                      <a:pPr marL="0" marR="0">
                        <a:lnSpc>
                          <a:spcPct val="107000"/>
                        </a:lnSpc>
                        <a:spcBef>
                          <a:spcPts val="0"/>
                        </a:spcBef>
                        <a:spcAft>
                          <a:spcPts val="800"/>
                        </a:spcAft>
                      </a:pPr>
                      <a:r>
                        <a:rPr lang="en-US" sz="2400" dirty="0">
                          <a:effectLst/>
                          <a:latin typeface="Calibri" panose="020F0502020204030204" pitchFamily="34" charset="0"/>
                          <a:ea typeface="SimSun" panose="02010600030101010101" pitchFamily="2" charset="-122"/>
                          <a:cs typeface="Times New Roman" panose="02020603050405020304" pitchFamily="18" charset="0"/>
                        </a:rPr>
                        <a:t>Facade</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tc>
                  <a:txBody>
                    <a:bodyPr/>
                    <a:lstStyle/>
                    <a:p>
                      <a:pPr marL="0" marR="0">
                        <a:lnSpc>
                          <a:spcPct val="107000"/>
                        </a:lnSpc>
                        <a:spcBef>
                          <a:spcPts val="0"/>
                        </a:spcBef>
                        <a:spcAft>
                          <a:spcPts val="800"/>
                        </a:spcAft>
                      </a:pPr>
                      <a:r>
                        <a:rPr lang="en-US" sz="2400" dirty="0">
                          <a:effectLst/>
                          <a:latin typeface="Calibri" panose="020F0502020204030204" pitchFamily="34" charset="0"/>
                          <a:ea typeface="SimSun" panose="02010600030101010101" pitchFamily="2" charset="-122"/>
                          <a:cs typeface="Times New Roman" panose="02020603050405020304" pitchFamily="18" charset="0"/>
                        </a:rPr>
                        <a:t>Provides a simplified interface</a:t>
                      </a:r>
                    </a:p>
                  </a:txBody>
                  <a:tcPr marL="60960" marR="60960" marT="30480" marB="30480" anchor="ctr">
                    <a:lnL w="12700" cap="flat" cmpd="sng" algn="ctr">
                      <a:solidFill>
                        <a:srgbClr val="A2A9B1"/>
                      </a:solidFill>
                      <a:prstDash val="solid"/>
                      <a:round/>
                      <a:headEnd type="none" w="med" len="med"/>
                      <a:tailEnd type="none" w="med" len="med"/>
                    </a:lnL>
                    <a:lnR w="12700" cap="flat" cmpd="sng" algn="ctr">
                      <a:solidFill>
                        <a:srgbClr val="A2A9B1"/>
                      </a:solidFill>
                      <a:prstDash val="solid"/>
                      <a:round/>
                      <a:headEnd type="none" w="med" len="med"/>
                      <a:tailEnd type="none" w="med" len="med"/>
                    </a:lnR>
                    <a:lnT w="12700" cap="flat" cmpd="sng" algn="ctr">
                      <a:solidFill>
                        <a:srgbClr val="A2A9B1"/>
                      </a:solidFill>
                      <a:prstDash val="solid"/>
                      <a:round/>
                      <a:headEnd type="none" w="med" len="med"/>
                      <a:tailEnd type="none" w="med" len="med"/>
                    </a:lnT>
                    <a:lnB w="12700" cap="flat" cmpd="sng" algn="ctr">
                      <a:solidFill>
                        <a:srgbClr val="A2A9B1"/>
                      </a:solidFill>
                      <a:prstDash val="solid"/>
                      <a:round/>
                      <a:headEnd type="none" w="med" len="med"/>
                      <a:tailEnd type="none" w="med" len="med"/>
                    </a:lnB>
                    <a:solidFill>
                      <a:srgbClr val="F8F9FA"/>
                    </a:solidFill>
                  </a:tcPr>
                </a:tc>
                <a:extLst>
                  <a:ext uri="{0D108BD9-81ED-4DB2-BD59-A6C34878D82A}">
                    <a16:rowId xmlns:a16="http://schemas.microsoft.com/office/drawing/2014/main" val="2055367817"/>
                  </a:ext>
                </a:extLst>
              </a:tr>
            </a:tbl>
          </a:graphicData>
        </a:graphic>
      </p:graphicFrame>
      <p:sp>
        <p:nvSpPr>
          <p:cNvPr id="8" name="Content Placeholder 7"/>
          <p:cNvSpPr>
            <a:spLocks noGrp="1"/>
          </p:cNvSpPr>
          <p:nvPr>
            <p:ph sz="half" idx="10"/>
          </p:nvPr>
        </p:nvSpPr>
        <p:spPr>
          <a:prstGeom prst="rect">
            <a:avLst/>
          </a:prstGeom>
        </p:spPr>
        <p:txBody>
          <a:bodyPr/>
          <a:lstStyle/>
          <a:p>
            <a:r>
              <a:rPr lang="en-US" dirty="0"/>
              <a:t>Alternatives to Decorators</a:t>
            </a:r>
          </a:p>
        </p:txBody>
      </p:sp>
    </p:spTree>
    <p:extLst>
      <p:ext uri="{BB962C8B-B14F-4D97-AF65-F5344CB8AC3E}">
        <p14:creationId xmlns:p14="http://schemas.microsoft.com/office/powerpoint/2010/main" val="1298726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Facade Pattern</a:t>
            </a:r>
          </a:p>
        </p:txBody>
      </p:sp>
      <p:sp>
        <p:nvSpPr>
          <p:cNvPr id="2" name="Content Placeholder 1"/>
          <p:cNvSpPr>
            <a:spLocks noGrp="1"/>
          </p:cNvSpPr>
          <p:nvPr>
            <p:ph sz="half" idx="1"/>
          </p:nvPr>
        </p:nvSpPr>
        <p:spPr/>
        <p:txBody>
          <a:bodyPr>
            <a:normAutofit fontScale="92500" lnSpcReduction="20000"/>
          </a:bodyPr>
          <a:lstStyle/>
          <a:p>
            <a:pPr algn="just">
              <a:lnSpc>
                <a:spcPct val="100000"/>
              </a:lnSpc>
            </a:pPr>
            <a:r>
              <a:rPr lang="en-US" sz="2800" dirty="0"/>
              <a:t>Facade pattern hides the complexities of the system and provides an interface to the client using which the client can access the system.</a:t>
            </a:r>
          </a:p>
          <a:p>
            <a:pPr algn="just">
              <a:lnSpc>
                <a:spcPct val="100000"/>
              </a:lnSpc>
            </a:pPr>
            <a:r>
              <a:rPr lang="en-US" sz="2800" dirty="0"/>
              <a:t>This pattern involves a single wrapper class which contains a set of members which are required by the client. These members access the system on behalf of the facade client and hide the implementation details.</a:t>
            </a:r>
          </a:p>
          <a:p>
            <a:pPr algn="just">
              <a:lnSpc>
                <a:spcPct val="100000"/>
              </a:lnSpc>
            </a:pPr>
            <a:r>
              <a:rPr lang="en-US" sz="2800" dirty="0"/>
              <a:t>Provides a higher-level interface that makes the subsystem easier to use. </a:t>
            </a:r>
          </a:p>
          <a:p>
            <a:pPr algn="just">
              <a:lnSpc>
                <a:spcPct val="100000"/>
              </a:lnSpc>
            </a:pPr>
            <a:r>
              <a:rPr lang="en-US" sz="2800" dirty="0"/>
              <a:t>Aggregate objects to simplify the process.</a:t>
            </a:r>
          </a:p>
        </p:txBody>
      </p:sp>
      <p:pic>
        <p:nvPicPr>
          <p:cNvPr id="6" name="Picture 5"/>
          <p:cNvPicPr/>
          <p:nvPr/>
        </p:nvPicPr>
        <p:blipFill rotWithShape="1">
          <a:blip r:embed="rId3">
            <a:extLst>
              <a:ext uri="{28A0092B-C50C-407E-A947-70E740481C1C}">
                <a14:useLocalDpi xmlns:a14="http://schemas.microsoft.com/office/drawing/2010/main" val="0"/>
              </a:ext>
            </a:extLst>
          </a:blip>
          <a:srcRect b="3078"/>
          <a:stretch/>
        </p:blipFill>
        <p:spPr bwMode="auto">
          <a:xfrm>
            <a:off x="7687733" y="1593668"/>
            <a:ext cx="4375856" cy="4645741"/>
          </a:xfrm>
          <a:prstGeom prst="rect">
            <a:avLst/>
          </a:prstGeom>
          <a:noFill/>
          <a:ln>
            <a:noFill/>
          </a:ln>
        </p:spPr>
      </p:pic>
    </p:spTree>
    <p:extLst>
      <p:ext uri="{BB962C8B-B14F-4D97-AF65-F5344CB8AC3E}">
        <p14:creationId xmlns:p14="http://schemas.microsoft.com/office/powerpoint/2010/main" val="3124892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Facade Pattern Real Life Example</a:t>
            </a:r>
          </a:p>
        </p:txBody>
      </p:sp>
      <p:pic>
        <p:nvPicPr>
          <p:cNvPr id="4" name="Picture 3"/>
          <p:cNvPicPr/>
          <p:nvPr/>
        </p:nvPicPr>
        <p:blipFill>
          <a:blip r:embed="rId3"/>
          <a:stretch>
            <a:fillRect/>
          </a:stretch>
        </p:blipFill>
        <p:spPr>
          <a:xfrm>
            <a:off x="1264357" y="1388110"/>
            <a:ext cx="8138406" cy="431955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86655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en-US" dirty="0"/>
              <a:t>User Registration Process</a:t>
            </a:r>
          </a:p>
          <a:p>
            <a:r>
              <a:rPr lang="en-US" dirty="0"/>
              <a:t>Process An Order</a:t>
            </a:r>
          </a:p>
          <a:p>
            <a:r>
              <a:rPr lang="en-US" dirty="0"/>
              <a:t>Creating User Follower Workflow</a:t>
            </a:r>
          </a:p>
        </p:txBody>
      </p:sp>
      <p:sp>
        <p:nvSpPr>
          <p:cNvPr id="3" name="Content Placeholder 2"/>
          <p:cNvSpPr>
            <a:spLocks noGrp="1"/>
          </p:cNvSpPr>
          <p:nvPr>
            <p:ph sz="half" idx="10"/>
          </p:nvPr>
        </p:nvSpPr>
        <p:spPr/>
        <p:txBody>
          <a:bodyPr/>
          <a:lstStyle/>
          <a:p>
            <a:r>
              <a:rPr lang="en-US" dirty="0"/>
              <a:t>Facade Pattern Examples</a:t>
            </a:r>
          </a:p>
        </p:txBody>
      </p:sp>
    </p:spTree>
    <p:extLst>
      <p:ext uri="{BB962C8B-B14F-4D97-AF65-F5344CB8AC3E}">
        <p14:creationId xmlns:p14="http://schemas.microsoft.com/office/powerpoint/2010/main" val="179226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736F19-A08F-8108-84AE-B8C487612780}"/>
              </a:ext>
            </a:extLst>
          </p:cNvPr>
          <p:cNvSpPr>
            <a:spLocks noGrp="1"/>
          </p:cNvSpPr>
          <p:nvPr>
            <p:ph sz="half" idx="10"/>
          </p:nvPr>
        </p:nvSpPr>
        <p:spPr/>
        <p:txBody>
          <a:bodyPr/>
          <a:lstStyle/>
          <a:p>
            <a:endParaRPr lang="en-US"/>
          </a:p>
        </p:txBody>
      </p:sp>
      <p:sp>
        <p:nvSpPr>
          <p:cNvPr id="4" name="TextBox 3">
            <a:extLst>
              <a:ext uri="{FF2B5EF4-FFF2-40B4-BE49-F238E27FC236}">
                <a16:creationId xmlns:a16="http://schemas.microsoft.com/office/drawing/2014/main" id="{7CC57641-4CD9-0799-D234-C5A9A5374509}"/>
              </a:ext>
            </a:extLst>
          </p:cNvPr>
          <p:cNvSpPr txBox="1"/>
          <p:nvPr/>
        </p:nvSpPr>
        <p:spPr>
          <a:xfrm>
            <a:off x="881349" y="1542361"/>
            <a:ext cx="6367750" cy="1754326"/>
          </a:xfrm>
          <a:prstGeom prst="rect">
            <a:avLst/>
          </a:prstGeom>
          <a:noFill/>
        </p:spPr>
        <p:txBody>
          <a:bodyPr wrap="square" rtlCol="0">
            <a:spAutoFit/>
          </a:bodyPr>
          <a:lstStyle/>
          <a:p>
            <a:r>
              <a:rPr lang="en-US" dirty="0">
                <a:solidFill>
                  <a:schemeClr val="bg1"/>
                </a:solidFill>
              </a:rPr>
              <a:t>Outer operation</a:t>
            </a:r>
          </a:p>
          <a:p>
            <a:r>
              <a:rPr lang="en-US" dirty="0">
                <a:solidFill>
                  <a:schemeClr val="bg1"/>
                </a:solidFill>
              </a:rPr>
              <a:t>	Inner operation 1</a:t>
            </a:r>
          </a:p>
          <a:p>
            <a:r>
              <a:rPr lang="en-US" dirty="0">
                <a:solidFill>
                  <a:schemeClr val="bg1"/>
                </a:solidFill>
              </a:rPr>
              <a:t>	Inner operation 2</a:t>
            </a:r>
          </a:p>
          <a:p>
            <a:r>
              <a:rPr lang="en-US" dirty="0">
                <a:solidFill>
                  <a:schemeClr val="bg1"/>
                </a:solidFill>
              </a:rPr>
              <a:t>	Inner operation 3</a:t>
            </a:r>
          </a:p>
          <a:p>
            <a:endParaRPr lang="en-US" dirty="0">
              <a:solidFill>
                <a:schemeClr val="bg1"/>
              </a:solidFill>
            </a:endParaRPr>
          </a:p>
          <a:p>
            <a:r>
              <a:rPr lang="en-US">
                <a:solidFill>
                  <a:schemeClr val="bg1"/>
                </a:solidFill>
              </a:rPr>
              <a:t>Orchestrator</a:t>
            </a:r>
            <a:endParaRPr lang="en-US" dirty="0">
              <a:solidFill>
                <a:schemeClr val="bg1"/>
              </a:solidFill>
            </a:endParaRPr>
          </a:p>
        </p:txBody>
      </p:sp>
    </p:spTree>
    <p:extLst>
      <p:ext uri="{BB962C8B-B14F-4D97-AF65-F5344CB8AC3E}">
        <p14:creationId xmlns:p14="http://schemas.microsoft.com/office/powerpoint/2010/main" val="9235638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148E5-0254-A68B-A315-BBD033A2B6A5}"/>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p:txBody>
          <a:bodyPr>
            <a:normAutofit/>
          </a:bodyPr>
          <a:lstStyle/>
          <a:p>
            <a:r>
              <a:rPr lang="en-US" dirty="0"/>
              <a:t>Facade Pattern Example</a:t>
            </a:r>
          </a:p>
        </p:txBody>
      </p:sp>
    </p:spTree>
    <p:extLst>
      <p:ext uri="{BB962C8B-B14F-4D97-AF65-F5344CB8AC3E}">
        <p14:creationId xmlns:p14="http://schemas.microsoft.com/office/powerpoint/2010/main" val="1490750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Proxy Pattern</a:t>
            </a:r>
          </a:p>
        </p:txBody>
      </p:sp>
      <p:sp>
        <p:nvSpPr>
          <p:cNvPr id="2" name="Content Placeholder 1"/>
          <p:cNvSpPr>
            <a:spLocks noGrp="1"/>
          </p:cNvSpPr>
          <p:nvPr>
            <p:ph sz="half" idx="1"/>
          </p:nvPr>
        </p:nvSpPr>
        <p:spPr/>
        <p:txBody>
          <a:bodyPr>
            <a:normAutofit/>
          </a:bodyPr>
          <a:lstStyle/>
          <a:p>
            <a:pPr algn="just">
              <a:lnSpc>
                <a:spcPct val="100000"/>
              </a:lnSpc>
            </a:pPr>
            <a:r>
              <a:rPr lang="en-US" sz="2800" dirty="0"/>
              <a:t>Provide a surrogate object, which references to other object.</a:t>
            </a:r>
          </a:p>
          <a:p>
            <a:pPr algn="just">
              <a:lnSpc>
                <a:spcPct val="100000"/>
              </a:lnSpc>
            </a:pPr>
            <a:r>
              <a:rPr lang="en-US" sz="2800" dirty="0"/>
              <a:t>Proxy pattern involves a class, called proxy class, which represents functionality of another class.</a:t>
            </a:r>
          </a:p>
        </p:txBody>
      </p:sp>
      <p:pic>
        <p:nvPicPr>
          <p:cNvPr id="5" name="Picture 4" descr="http://www.dotnet-tricks.com/Content/images/designpatterns/proxy.png"/>
          <p:cNvPicPr/>
          <p:nvPr/>
        </p:nvPicPr>
        <p:blipFill rotWithShape="1">
          <a:blip r:embed="rId3">
            <a:extLst>
              <a:ext uri="{28A0092B-C50C-407E-A947-70E740481C1C}">
                <a14:useLocalDpi xmlns:a14="http://schemas.microsoft.com/office/drawing/2010/main" val="0"/>
              </a:ext>
            </a:extLst>
          </a:blip>
          <a:srcRect b="8367"/>
          <a:stretch/>
        </p:blipFill>
        <p:spPr bwMode="auto">
          <a:xfrm>
            <a:off x="7769225" y="1939043"/>
            <a:ext cx="4171950" cy="2627133"/>
          </a:xfrm>
          <a:prstGeom prst="rect">
            <a:avLst/>
          </a:prstGeom>
          <a:noFill/>
          <a:ln>
            <a:noFill/>
          </a:ln>
        </p:spPr>
      </p:pic>
    </p:spTree>
    <p:extLst>
      <p:ext uri="{BB962C8B-B14F-4D97-AF65-F5344CB8AC3E}">
        <p14:creationId xmlns:p14="http://schemas.microsoft.com/office/powerpoint/2010/main" val="239771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0"/>
          </p:nvPr>
        </p:nvSpPr>
        <p:spPr/>
        <p:txBody>
          <a:bodyPr/>
          <a:lstStyle/>
          <a:p>
            <a:r>
              <a:rPr lang="en-US" dirty="0"/>
              <a:t>Proxy Pattern Real Life Example</a:t>
            </a:r>
          </a:p>
        </p:txBody>
      </p:sp>
      <p:pic>
        <p:nvPicPr>
          <p:cNvPr id="5" name="Picture 4"/>
          <p:cNvPicPr/>
          <p:nvPr/>
        </p:nvPicPr>
        <p:blipFill rotWithShape="1">
          <a:blip r:embed="rId3">
            <a:extLst>
              <a:ext uri="{28A0092B-C50C-407E-A947-70E740481C1C}">
                <a14:useLocalDpi xmlns:a14="http://schemas.microsoft.com/office/drawing/2010/main" val="0"/>
              </a:ext>
            </a:extLst>
          </a:blip>
          <a:srcRect b="5829"/>
          <a:stretch/>
        </p:blipFill>
        <p:spPr bwMode="auto">
          <a:xfrm>
            <a:off x="3586481" y="1605315"/>
            <a:ext cx="4200842" cy="3647370"/>
          </a:xfrm>
          <a:prstGeom prst="rect">
            <a:avLst/>
          </a:prstGeom>
          <a:noFill/>
          <a:ln>
            <a:noFill/>
          </a:ln>
        </p:spPr>
      </p:pic>
    </p:spTree>
    <p:extLst>
      <p:ext uri="{BB962C8B-B14F-4D97-AF65-F5344CB8AC3E}">
        <p14:creationId xmlns:p14="http://schemas.microsoft.com/office/powerpoint/2010/main" val="343053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en-US" dirty="0"/>
              <a:t>Payment Processing</a:t>
            </a:r>
          </a:p>
          <a:p>
            <a:r>
              <a:rPr lang="en-US" dirty="0"/>
              <a:t>Accessing </a:t>
            </a:r>
            <a:r>
              <a:rPr lang="en-US"/>
              <a:t>Backend Microservices</a:t>
            </a:r>
          </a:p>
          <a:p>
            <a:r>
              <a:rPr lang="en-US"/>
              <a:t>Accessing </a:t>
            </a:r>
            <a:r>
              <a:rPr lang="en-US" dirty="0"/>
              <a:t>Remote Database</a:t>
            </a:r>
          </a:p>
        </p:txBody>
      </p:sp>
      <p:sp>
        <p:nvSpPr>
          <p:cNvPr id="3" name="Content Placeholder 2"/>
          <p:cNvSpPr>
            <a:spLocks noGrp="1"/>
          </p:cNvSpPr>
          <p:nvPr>
            <p:ph sz="half" idx="10"/>
          </p:nvPr>
        </p:nvSpPr>
        <p:spPr/>
        <p:txBody>
          <a:bodyPr/>
          <a:lstStyle/>
          <a:p>
            <a:r>
              <a:rPr lang="en-US" dirty="0"/>
              <a:t>Proxy Pattern Examples</a:t>
            </a:r>
          </a:p>
        </p:txBody>
      </p:sp>
    </p:spTree>
    <p:extLst>
      <p:ext uri="{BB962C8B-B14F-4D97-AF65-F5344CB8AC3E}">
        <p14:creationId xmlns:p14="http://schemas.microsoft.com/office/powerpoint/2010/main" val="272118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77A7A-648D-7D39-429A-6B4C51E03F64}"/>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a:xfrm>
            <a:off x="484490" y="2833693"/>
            <a:ext cx="11122056" cy="2673061"/>
          </a:xfrm>
        </p:spPr>
        <p:txBody>
          <a:bodyPr>
            <a:normAutofit/>
          </a:bodyPr>
          <a:lstStyle/>
          <a:p>
            <a:r>
              <a:rPr lang="en-US" dirty="0"/>
              <a:t>Proxy Pattern Example</a:t>
            </a:r>
          </a:p>
        </p:txBody>
      </p:sp>
    </p:spTree>
    <p:extLst>
      <p:ext uri="{BB962C8B-B14F-4D97-AF65-F5344CB8AC3E}">
        <p14:creationId xmlns:p14="http://schemas.microsoft.com/office/powerpoint/2010/main" val="40831542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Content Placeholder 24">
            <a:extLst>
              <a:ext uri="{FF2B5EF4-FFF2-40B4-BE49-F238E27FC236}">
                <a16:creationId xmlns:a16="http://schemas.microsoft.com/office/drawing/2014/main" id="{1BCACE9E-1545-0B09-465A-64E75BA0080E}"/>
              </a:ext>
            </a:extLst>
          </p:cNvPr>
          <p:cNvPicPr>
            <a:picLocks noGrp="1" noChangeAspect="1"/>
          </p:cNvPicPr>
          <p:nvPr>
            <p:ph sz="half" idx="1"/>
          </p:nvPr>
        </p:nvPicPr>
        <p:blipFill>
          <a:blip r:embed="rId2"/>
          <a:srcRect l="1209" t="2625" r="1530" b="3091"/>
          <a:stretch/>
        </p:blipFill>
        <p:spPr>
          <a:xfrm>
            <a:off x="669365" y="1775012"/>
            <a:ext cx="10817412" cy="3119717"/>
          </a:xfrm>
          <a:noFill/>
        </p:spPr>
      </p:pic>
      <p:sp>
        <p:nvSpPr>
          <p:cNvPr id="5" name="Content Placeholder 4">
            <a:extLst>
              <a:ext uri="{FF2B5EF4-FFF2-40B4-BE49-F238E27FC236}">
                <a16:creationId xmlns:a16="http://schemas.microsoft.com/office/drawing/2014/main" id="{22DBDF3A-0ABB-CE81-7D02-8E2993B7758D}"/>
              </a:ext>
            </a:extLst>
          </p:cNvPr>
          <p:cNvSpPr>
            <a:spLocks noGrp="1"/>
          </p:cNvSpPr>
          <p:nvPr>
            <p:ph sz="half" idx="10"/>
          </p:nvPr>
        </p:nvSpPr>
        <p:spPr>
          <a:xfrm>
            <a:off x="493295" y="431324"/>
            <a:ext cx="11122056" cy="534839"/>
          </a:xfrm>
        </p:spPr>
        <p:txBody>
          <a:bodyPr anchor="t">
            <a:normAutofit/>
          </a:bodyPr>
          <a:lstStyle/>
          <a:p>
            <a:r>
              <a:rPr lang="en-US" dirty="0"/>
              <a:t>Facade vs Proxy</a:t>
            </a:r>
          </a:p>
        </p:txBody>
      </p:sp>
    </p:spTree>
    <p:extLst>
      <p:ext uri="{BB962C8B-B14F-4D97-AF65-F5344CB8AC3E}">
        <p14:creationId xmlns:p14="http://schemas.microsoft.com/office/powerpoint/2010/main" val="585070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lgn="just">
              <a:lnSpc>
                <a:spcPct val="100000"/>
              </a:lnSpc>
            </a:pPr>
            <a:r>
              <a:rPr lang="en-US" sz="2800" dirty="0"/>
              <a:t>Used when there is a need to create a large number of objects of almost similar nature and they have some data in common.</a:t>
            </a:r>
          </a:p>
          <a:p>
            <a:pPr algn="just">
              <a:lnSpc>
                <a:spcPct val="100000"/>
              </a:lnSpc>
            </a:pPr>
            <a:r>
              <a:rPr lang="en-US" sz="2800" dirty="0"/>
              <a:t>A few shared objects can replace many unshared ones.</a:t>
            </a:r>
          </a:p>
        </p:txBody>
      </p:sp>
      <p:sp>
        <p:nvSpPr>
          <p:cNvPr id="3" name="Content Placeholder 2"/>
          <p:cNvSpPr>
            <a:spLocks noGrp="1"/>
          </p:cNvSpPr>
          <p:nvPr>
            <p:ph sz="half" idx="10"/>
          </p:nvPr>
        </p:nvSpPr>
        <p:spPr/>
        <p:txBody>
          <a:bodyPr/>
          <a:lstStyle/>
          <a:p>
            <a:r>
              <a:rPr lang="en-US" dirty="0"/>
              <a:t>Flyweight Pattern</a:t>
            </a:r>
          </a:p>
        </p:txBody>
      </p:sp>
      <p:pic>
        <p:nvPicPr>
          <p:cNvPr id="6" name="Picture 5"/>
          <p:cNvPicPr/>
          <p:nvPr/>
        </p:nvPicPr>
        <p:blipFill rotWithShape="1">
          <a:blip r:embed="rId3">
            <a:extLst>
              <a:ext uri="{28A0092B-C50C-407E-A947-70E740481C1C}">
                <a14:useLocalDpi xmlns:a14="http://schemas.microsoft.com/office/drawing/2010/main" val="0"/>
              </a:ext>
            </a:extLst>
          </a:blip>
          <a:srcRect b="8611"/>
          <a:stretch/>
        </p:blipFill>
        <p:spPr bwMode="auto">
          <a:xfrm>
            <a:off x="2104500" y="3134360"/>
            <a:ext cx="6073068" cy="2603146"/>
          </a:xfrm>
          <a:prstGeom prst="rect">
            <a:avLst/>
          </a:prstGeom>
          <a:noFill/>
          <a:ln>
            <a:noFill/>
          </a:ln>
        </p:spPr>
      </p:pic>
    </p:spTree>
    <p:extLst>
      <p:ext uri="{BB962C8B-B14F-4D97-AF65-F5344CB8AC3E}">
        <p14:creationId xmlns:p14="http://schemas.microsoft.com/office/powerpoint/2010/main" val="2604844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en-US" dirty="0"/>
              <a:t>Game Objects</a:t>
            </a:r>
          </a:p>
          <a:p>
            <a:r>
              <a:rPr lang="en-US" dirty="0"/>
              <a:t>Social Media Posts</a:t>
            </a:r>
          </a:p>
          <a:p>
            <a:r>
              <a:rPr lang="en-US" dirty="0"/>
              <a:t>List of Users</a:t>
            </a:r>
          </a:p>
        </p:txBody>
      </p:sp>
      <p:sp>
        <p:nvSpPr>
          <p:cNvPr id="3" name="Content Placeholder 2"/>
          <p:cNvSpPr>
            <a:spLocks noGrp="1"/>
          </p:cNvSpPr>
          <p:nvPr>
            <p:ph sz="half" idx="10"/>
          </p:nvPr>
        </p:nvSpPr>
        <p:spPr/>
        <p:txBody>
          <a:bodyPr/>
          <a:lstStyle/>
          <a:p>
            <a:r>
              <a:rPr lang="en-US" dirty="0"/>
              <a:t>Flyweight Pattern Examples</a:t>
            </a:r>
          </a:p>
        </p:txBody>
      </p:sp>
    </p:spTree>
    <p:extLst>
      <p:ext uri="{BB962C8B-B14F-4D97-AF65-F5344CB8AC3E}">
        <p14:creationId xmlns:p14="http://schemas.microsoft.com/office/powerpoint/2010/main" val="3777459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ABD90-FE79-86F9-CE50-91F825563A21}"/>
              </a:ext>
            </a:extLst>
          </p:cNvPr>
          <p:cNvSpPr>
            <a:spLocks noGrp="1"/>
          </p:cNvSpPr>
          <p:nvPr>
            <p:ph type="title"/>
          </p:nvPr>
        </p:nvSpPr>
        <p:spPr/>
        <p:txBody>
          <a:bodyPr/>
          <a:lstStyle/>
          <a:p>
            <a:r>
              <a:rPr lang="en-IN" dirty="0"/>
              <a:t>DEMO</a:t>
            </a:r>
            <a:endParaRPr lang="en-US" dirty="0"/>
          </a:p>
        </p:txBody>
      </p:sp>
      <p:sp>
        <p:nvSpPr>
          <p:cNvPr id="4" name="Content Placeholder 3"/>
          <p:cNvSpPr>
            <a:spLocks noGrp="1"/>
          </p:cNvSpPr>
          <p:nvPr>
            <p:ph sz="half" idx="1"/>
          </p:nvPr>
        </p:nvSpPr>
        <p:spPr/>
        <p:txBody>
          <a:bodyPr>
            <a:normAutofit/>
          </a:bodyPr>
          <a:lstStyle/>
          <a:p>
            <a:r>
              <a:rPr lang="en-US" dirty="0"/>
              <a:t>Flyweight Pattern Example</a:t>
            </a:r>
          </a:p>
        </p:txBody>
      </p:sp>
    </p:spTree>
    <p:extLst>
      <p:ext uri="{BB962C8B-B14F-4D97-AF65-F5344CB8AC3E}">
        <p14:creationId xmlns:p14="http://schemas.microsoft.com/office/powerpoint/2010/main" val="3860401810"/>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ScholarHat Theme</Template>
  <TotalTime>2722</TotalTime>
  <Words>1234</Words>
  <Application>Microsoft Macintosh PowerPoint</Application>
  <PresentationFormat>Widescreen</PresentationFormat>
  <Paragraphs>169</Paragraphs>
  <Slides>35</Slides>
  <Notes>19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Calibri Light</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DEMO</vt:lpstr>
      <vt:lpstr>PowerPoint Presentation</vt:lpstr>
      <vt:lpstr>PowerPoint Presentation</vt:lpstr>
      <vt:lpstr>PowerPoint Presentation</vt:lpstr>
      <vt:lpstr>PowerPoint Presentation</vt:lpstr>
      <vt:lpstr>DEMO</vt:lpstr>
      <vt:lpstr>PowerPoint Presentation</vt:lpstr>
      <vt:lpstr>PowerPoint Presentation</vt:lpstr>
      <vt:lpstr>PowerPoint Presentation</vt:lpstr>
      <vt:lpstr>PowerPoint Presentation</vt:lpstr>
      <vt:lpstr>DEMO</vt:lpstr>
      <vt:lpstr>PowerPoint Presentation</vt:lpstr>
      <vt:lpstr>PowerPoint Presentation</vt:lpstr>
      <vt:lpstr>PowerPoint Presentation</vt:lpstr>
      <vt:lpstr>DEMO</vt:lpstr>
      <vt:lpstr>PowerPoint Presentation</vt:lpstr>
      <vt:lpstr>PowerPoint Presentation</vt:lpstr>
      <vt:lpstr>PowerPoint Presentation</vt:lpstr>
      <vt:lpstr>PowerPoint Presentation</vt:lpstr>
      <vt:lpstr>PowerPoint Presentation</vt:lpstr>
      <vt:lpstr>DEMO</vt:lpstr>
      <vt:lpstr>PowerPoint Presentation</vt:lpstr>
      <vt:lpstr>PowerPoint Presentation</vt:lpstr>
      <vt:lpstr>PowerPoint Presentation</vt:lpstr>
      <vt:lpstr>DEMO</vt:lpstr>
      <vt:lpstr>PowerPoint Presentation</vt:lpstr>
      <vt:lpstr>PowerPoint Presentation</vt:lpstr>
      <vt:lpstr>PowerPoint Presentation</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Mobile Apps with Angular, Ionic, Web API and NgCordova</dc:title>
  <dc:creator>Shailendra Chauhan</dc:creator>
  <cp:lastModifiedBy>Venkataramanan Amirthalingam</cp:lastModifiedBy>
  <cp:revision>1355</cp:revision>
  <dcterms:created xsi:type="dcterms:W3CDTF">2015-04-26T09:42:00Z</dcterms:created>
  <dcterms:modified xsi:type="dcterms:W3CDTF">2025-06-29T15:31:39Z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1033-11.2.0.8942</vt:lpwstr>
  </property>
</Properties>
</file>