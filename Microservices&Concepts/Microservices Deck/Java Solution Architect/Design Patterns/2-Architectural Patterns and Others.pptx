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6" r:id="rId1"/>
  </p:sldMasterIdLst>
  <p:notesMasterIdLst>
    <p:notesMasterId r:id="rId35"/>
  </p:notesMasterIdLst>
  <p:handoutMasterIdLst>
    <p:handoutMasterId r:id="rId36"/>
  </p:handoutMasterIdLst>
  <p:sldIdLst>
    <p:sldId id="525" r:id="rId2"/>
    <p:sldId id="506" r:id="rId3"/>
    <p:sldId id="478" r:id="rId4"/>
    <p:sldId id="472" r:id="rId5"/>
    <p:sldId id="3830" r:id="rId6"/>
    <p:sldId id="3829" r:id="rId7"/>
    <p:sldId id="3801" r:id="rId8"/>
    <p:sldId id="3827" r:id="rId9"/>
    <p:sldId id="3846" r:id="rId10"/>
    <p:sldId id="3844" r:id="rId11"/>
    <p:sldId id="3845" r:id="rId12"/>
    <p:sldId id="3847" r:id="rId13"/>
    <p:sldId id="462" r:id="rId14"/>
    <p:sldId id="3828" r:id="rId15"/>
    <p:sldId id="3841" r:id="rId16"/>
    <p:sldId id="645" r:id="rId17"/>
    <p:sldId id="447" r:id="rId18"/>
    <p:sldId id="260" r:id="rId19"/>
    <p:sldId id="655" r:id="rId20"/>
    <p:sldId id="3838" r:id="rId21"/>
    <p:sldId id="3839" r:id="rId22"/>
    <p:sldId id="3836" r:id="rId23"/>
    <p:sldId id="3837" r:id="rId24"/>
    <p:sldId id="3848" r:id="rId25"/>
    <p:sldId id="3840" r:id="rId26"/>
    <p:sldId id="3832" r:id="rId27"/>
    <p:sldId id="3842" r:id="rId28"/>
    <p:sldId id="3843" r:id="rId29"/>
    <p:sldId id="434" r:id="rId30"/>
    <p:sldId id="464" r:id="rId31"/>
    <p:sldId id="475" r:id="rId32"/>
    <p:sldId id="3833" r:id="rId33"/>
    <p:sldId id="383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6BD8"/>
    <a:srgbClr val="F4814E"/>
    <a:srgbClr val="F58F61"/>
    <a:srgbClr val="FF9933"/>
    <a:srgbClr val="FF9900"/>
    <a:srgbClr val="BA8BDD"/>
    <a:srgbClr val="A365D1"/>
    <a:srgbClr val="FFCB25"/>
    <a:srgbClr val="009BD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E6C86D-4581-4E3A-96D5-AB938A1FAAC2}" v="54" dt="2025-05-09T14:48:29.406"/>
  </p1510:revLst>
</p1510:revInfo>
</file>

<file path=ppt/tableStyles.xml><?xml version="1.0" encoding="utf-8"?>
<a:tblStyleLst xmlns:a="http://schemas.openxmlformats.org/drawingml/2006/main" def="{5C22544A-7EE6-4342-B048-85BDC9FD1C3A}">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72" autoAdjust="0"/>
    <p:restoredTop sz="58491" autoAdjust="0"/>
  </p:normalViewPr>
  <p:slideViewPr>
    <p:cSldViewPr snapToGrid="0">
      <p:cViewPr varScale="1">
        <p:scale>
          <a:sx n="114" d="100"/>
          <a:sy n="114" d="100"/>
        </p:scale>
        <p:origin x="114" y="2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B01A69ED-3BCF-47D8-BB20-6BC2988D0AA7}"/>
    <pc:docChg chg="undo custSel addSld delSld modSld modMainMaster">
      <pc:chgData name="Shailendra Chauhan" userId="a7d3133f-e197-4b90-bf63-99a63a264234" providerId="ADAL" clId="{B01A69ED-3BCF-47D8-BB20-6BC2988D0AA7}" dt="2024-07-16T06:25:58.325" v="122" actId="2696"/>
      <pc:docMkLst>
        <pc:docMk/>
      </pc:docMkLst>
      <pc:sldChg chg="modSp mod modClrScheme chgLayout">
        <pc:chgData name="Shailendra Chauhan" userId="a7d3133f-e197-4b90-bf63-99a63a264234" providerId="ADAL" clId="{B01A69ED-3BCF-47D8-BB20-6BC2988D0AA7}" dt="2024-07-16T06:23:31.127" v="103" actId="1076"/>
        <pc:sldMkLst>
          <pc:docMk/>
          <pc:sldMk cId="0" sldId="260"/>
        </pc:sldMkLst>
      </pc:sldChg>
      <pc:sldChg chg="modSp mod modClrScheme chgLayout">
        <pc:chgData name="Shailendra Chauhan" userId="a7d3133f-e197-4b90-bf63-99a63a264234" providerId="ADAL" clId="{B01A69ED-3BCF-47D8-BB20-6BC2988D0AA7}" dt="2024-07-16T06:25:20.490" v="115" actId="700"/>
        <pc:sldMkLst>
          <pc:docMk/>
          <pc:sldMk cId="782669369" sldId="434"/>
        </pc:sldMkLst>
      </pc:sldChg>
      <pc:sldChg chg="modSp mod chgLayout">
        <pc:chgData name="Shailendra Chauhan" userId="a7d3133f-e197-4b90-bf63-99a63a264234" providerId="ADAL" clId="{B01A69ED-3BCF-47D8-BB20-6BC2988D0AA7}" dt="2024-07-16T06:23:17.229" v="100" actId="700"/>
        <pc:sldMkLst>
          <pc:docMk/>
          <pc:sldMk cId="3879243172" sldId="447"/>
        </pc:sldMkLst>
      </pc:sldChg>
      <pc:sldChg chg="modSp mod chgLayout">
        <pc:chgData name="Shailendra Chauhan" userId="a7d3133f-e197-4b90-bf63-99a63a264234" providerId="ADAL" clId="{B01A69ED-3BCF-47D8-BB20-6BC2988D0AA7}" dt="2024-07-16T06:22:34.776" v="93" actId="700"/>
        <pc:sldMkLst>
          <pc:docMk/>
          <pc:sldMk cId="641413285" sldId="462"/>
        </pc:sldMkLst>
      </pc:sldChg>
      <pc:sldChg chg="modSp mod">
        <pc:chgData name="Shailendra Chauhan" userId="a7d3133f-e197-4b90-bf63-99a63a264234" providerId="ADAL" clId="{B01A69ED-3BCF-47D8-BB20-6BC2988D0AA7}" dt="2024-07-16T06:16:38.733" v="8" actId="27636"/>
        <pc:sldMkLst>
          <pc:docMk/>
          <pc:sldMk cId="259435231" sldId="464"/>
        </pc:sldMkLst>
      </pc:sldChg>
      <pc:sldChg chg="modSp">
        <pc:chgData name="Shailendra Chauhan" userId="a7d3133f-e197-4b90-bf63-99a63a264234" providerId="ADAL" clId="{B01A69ED-3BCF-47D8-BB20-6BC2988D0AA7}" dt="2024-07-16T06:17:27.464" v="17" actId="404"/>
        <pc:sldMkLst>
          <pc:docMk/>
          <pc:sldMk cId="0" sldId="472"/>
        </pc:sldMkLst>
      </pc:sldChg>
      <pc:sldChg chg="modSp mod modClrScheme chgLayout">
        <pc:chgData name="Shailendra Chauhan" userId="a7d3133f-e197-4b90-bf63-99a63a264234" providerId="ADAL" clId="{B01A69ED-3BCF-47D8-BB20-6BC2988D0AA7}" dt="2024-07-16T06:25:26.510" v="117" actId="27636"/>
        <pc:sldMkLst>
          <pc:docMk/>
          <pc:sldMk cId="3178948157" sldId="475"/>
        </pc:sldMkLst>
      </pc:sldChg>
      <pc:sldChg chg="modSp mod">
        <pc:chgData name="Shailendra Chauhan" userId="a7d3133f-e197-4b90-bf63-99a63a264234" providerId="ADAL" clId="{B01A69ED-3BCF-47D8-BB20-6BC2988D0AA7}" dt="2024-07-16T06:16:38.698" v="3" actId="27636"/>
        <pc:sldMkLst>
          <pc:docMk/>
          <pc:sldMk cId="261844682" sldId="478"/>
        </pc:sldMkLst>
      </pc:sldChg>
      <pc:sldChg chg="modSp mod modClrScheme chgLayout">
        <pc:chgData name="Shailendra Chauhan" userId="a7d3133f-e197-4b90-bf63-99a63a264234" providerId="ADAL" clId="{B01A69ED-3BCF-47D8-BB20-6BC2988D0AA7}" dt="2024-07-16T06:17:07.533" v="14" actId="27636"/>
        <pc:sldMkLst>
          <pc:docMk/>
          <pc:sldMk cId="3512944171" sldId="506"/>
        </pc:sldMkLst>
      </pc:sldChg>
      <pc:sldChg chg="modSp mod">
        <pc:chgData name="Shailendra Chauhan" userId="a7d3133f-e197-4b90-bf63-99a63a264234" providerId="ADAL" clId="{B01A69ED-3BCF-47D8-BB20-6BC2988D0AA7}" dt="2024-07-16T06:17:01.263" v="11" actId="2711"/>
        <pc:sldMkLst>
          <pc:docMk/>
          <pc:sldMk cId="3139804513" sldId="525"/>
        </pc:sldMkLst>
      </pc:sldChg>
      <pc:sldChg chg="modSp mod modClrScheme chgLayout">
        <pc:chgData name="Shailendra Chauhan" userId="a7d3133f-e197-4b90-bf63-99a63a264234" providerId="ADAL" clId="{B01A69ED-3BCF-47D8-BB20-6BC2988D0AA7}" dt="2024-07-16T06:23:21.585" v="101" actId="700"/>
        <pc:sldMkLst>
          <pc:docMk/>
          <pc:sldMk cId="3077463224" sldId="645"/>
        </pc:sldMkLst>
      </pc:sldChg>
      <pc:sldChg chg="modSp mod modClrScheme chgLayout">
        <pc:chgData name="Shailendra Chauhan" userId="a7d3133f-e197-4b90-bf63-99a63a264234" providerId="ADAL" clId="{B01A69ED-3BCF-47D8-BB20-6BC2988D0AA7}" dt="2024-07-16T06:23:37.776" v="104" actId="700"/>
        <pc:sldMkLst>
          <pc:docMk/>
          <pc:sldMk cId="1136440725" sldId="655"/>
        </pc:sldMkLst>
      </pc:sldChg>
      <pc:sldChg chg="modSp mod modClrScheme chgLayout">
        <pc:chgData name="Shailendra Chauhan" userId="a7d3133f-e197-4b90-bf63-99a63a264234" providerId="ADAL" clId="{B01A69ED-3BCF-47D8-BB20-6BC2988D0AA7}" dt="2024-07-16T06:19:48.767" v="27" actId="1076"/>
        <pc:sldMkLst>
          <pc:docMk/>
          <pc:sldMk cId="3411106203" sldId="3801"/>
        </pc:sldMkLst>
      </pc:sldChg>
      <pc:sldChg chg="modSp mod setBg modClrScheme chgLayout">
        <pc:chgData name="Shailendra Chauhan" userId="a7d3133f-e197-4b90-bf63-99a63a264234" providerId="ADAL" clId="{B01A69ED-3BCF-47D8-BB20-6BC2988D0AA7}" dt="2024-07-16T06:20:11.343" v="29" actId="700"/>
        <pc:sldMkLst>
          <pc:docMk/>
          <pc:sldMk cId="897173588" sldId="3827"/>
        </pc:sldMkLst>
      </pc:sldChg>
      <pc:sldChg chg="modSp mod modAnim chgLayout">
        <pc:chgData name="Shailendra Chauhan" userId="a7d3133f-e197-4b90-bf63-99a63a264234" providerId="ADAL" clId="{B01A69ED-3BCF-47D8-BB20-6BC2988D0AA7}" dt="2024-07-16T06:22:38.892" v="94" actId="700"/>
        <pc:sldMkLst>
          <pc:docMk/>
          <pc:sldMk cId="2785120603" sldId="3828"/>
        </pc:sldMkLst>
      </pc:sldChg>
      <pc:sldChg chg="addSp delSp modSp mod modClrScheme chgLayout">
        <pc:chgData name="Shailendra Chauhan" userId="a7d3133f-e197-4b90-bf63-99a63a264234" providerId="ADAL" clId="{B01A69ED-3BCF-47D8-BB20-6BC2988D0AA7}" dt="2024-07-16T06:18:26.760" v="23" actId="26606"/>
        <pc:sldMkLst>
          <pc:docMk/>
          <pc:sldMk cId="3529224937" sldId="3829"/>
        </pc:sldMkLst>
      </pc:sldChg>
      <pc:sldChg chg="modSp mod modClrScheme chgLayout">
        <pc:chgData name="Shailendra Chauhan" userId="a7d3133f-e197-4b90-bf63-99a63a264234" providerId="ADAL" clId="{B01A69ED-3BCF-47D8-BB20-6BC2988D0AA7}" dt="2024-07-16T06:18:12.298" v="22" actId="1440"/>
        <pc:sldMkLst>
          <pc:docMk/>
          <pc:sldMk cId="702518973" sldId="3830"/>
        </pc:sldMkLst>
      </pc:sldChg>
      <pc:sldChg chg="delSp modSp mod">
        <pc:chgData name="Shailendra Chauhan" userId="a7d3133f-e197-4b90-bf63-99a63a264234" providerId="ADAL" clId="{B01A69ED-3BCF-47D8-BB20-6BC2988D0AA7}" dt="2024-07-16T06:21:26.231" v="67" actId="1076"/>
        <pc:sldMkLst>
          <pc:docMk/>
          <pc:sldMk cId="1122668429" sldId="3831"/>
        </pc:sldMkLst>
      </pc:sldChg>
      <pc:sldChg chg="modSp mod modClrScheme chgLayout">
        <pc:chgData name="Shailendra Chauhan" userId="a7d3133f-e197-4b90-bf63-99a63a264234" providerId="ADAL" clId="{B01A69ED-3BCF-47D8-BB20-6BC2988D0AA7}" dt="2024-07-16T06:25:00.506" v="111" actId="700"/>
        <pc:sldMkLst>
          <pc:docMk/>
          <pc:sldMk cId="1041249574" sldId="3832"/>
        </pc:sldMkLst>
      </pc:sldChg>
      <pc:sldChg chg="modSp mod modClrScheme chgLayout">
        <pc:chgData name="Shailendra Chauhan" userId="a7d3133f-e197-4b90-bf63-99a63a264234" providerId="ADAL" clId="{B01A69ED-3BCF-47D8-BB20-6BC2988D0AA7}" dt="2024-07-16T06:25:31.305" v="118" actId="700"/>
        <pc:sldMkLst>
          <pc:docMk/>
          <pc:sldMk cId="1754035333" sldId="3833"/>
        </pc:sldMkLst>
      </pc:sldChg>
      <pc:sldChg chg="modSp mod modClrScheme chgLayout">
        <pc:chgData name="Shailendra Chauhan" userId="a7d3133f-e197-4b90-bf63-99a63a264234" providerId="ADAL" clId="{B01A69ED-3BCF-47D8-BB20-6BC2988D0AA7}" dt="2024-07-16T06:25:34.595" v="119" actId="700"/>
        <pc:sldMkLst>
          <pc:docMk/>
          <pc:sldMk cId="3085481628" sldId="3834"/>
        </pc:sldMkLst>
      </pc:sldChg>
      <pc:sldChg chg="modSp mod modClrScheme chgLayout">
        <pc:chgData name="Shailendra Chauhan" userId="a7d3133f-e197-4b90-bf63-99a63a264234" providerId="ADAL" clId="{B01A69ED-3BCF-47D8-BB20-6BC2988D0AA7}" dt="2024-07-16T06:24:27.123" v="109" actId="26606"/>
        <pc:sldMkLst>
          <pc:docMk/>
          <pc:sldMk cId="3487194653" sldId="3836"/>
        </pc:sldMkLst>
      </pc:sldChg>
      <pc:sldChg chg="modSp">
        <pc:chgData name="Shailendra Chauhan" userId="a7d3133f-e197-4b90-bf63-99a63a264234" providerId="ADAL" clId="{B01A69ED-3BCF-47D8-BB20-6BC2988D0AA7}" dt="2024-07-16T06:16:38.604" v="0"/>
        <pc:sldMkLst>
          <pc:docMk/>
          <pc:sldMk cId="3582049433" sldId="3837"/>
        </pc:sldMkLst>
      </pc:sldChg>
      <pc:sldChg chg="modSp mod modClrScheme chgLayout">
        <pc:chgData name="Shailendra Chauhan" userId="a7d3133f-e197-4b90-bf63-99a63a264234" providerId="ADAL" clId="{B01A69ED-3BCF-47D8-BB20-6BC2988D0AA7}" dt="2024-07-16T06:23:46.666" v="105" actId="700"/>
        <pc:sldMkLst>
          <pc:docMk/>
          <pc:sldMk cId="321304567" sldId="3838"/>
        </pc:sldMkLst>
      </pc:sldChg>
      <pc:sldChg chg="modSp mod modClrScheme chgLayout">
        <pc:chgData name="Shailendra Chauhan" userId="a7d3133f-e197-4b90-bf63-99a63a264234" providerId="ADAL" clId="{B01A69ED-3BCF-47D8-BB20-6BC2988D0AA7}" dt="2024-07-16T06:24:06.408" v="106" actId="700"/>
        <pc:sldMkLst>
          <pc:docMk/>
          <pc:sldMk cId="1856167665" sldId="3839"/>
        </pc:sldMkLst>
      </pc:sldChg>
      <pc:sldChg chg="modSp mod modClrScheme chgLayout">
        <pc:chgData name="Shailendra Chauhan" userId="a7d3133f-e197-4b90-bf63-99a63a264234" providerId="ADAL" clId="{B01A69ED-3BCF-47D8-BB20-6BC2988D0AA7}" dt="2024-07-16T06:24:54.291" v="110" actId="700"/>
        <pc:sldMkLst>
          <pc:docMk/>
          <pc:sldMk cId="3301308163" sldId="3840"/>
        </pc:sldMkLst>
      </pc:sldChg>
      <pc:sldChg chg="addSp delSp modSp mod modClrScheme chgLayout">
        <pc:chgData name="Shailendra Chauhan" userId="a7d3133f-e197-4b90-bf63-99a63a264234" providerId="ADAL" clId="{B01A69ED-3BCF-47D8-BB20-6BC2988D0AA7}" dt="2024-07-16T06:23:12.245" v="99" actId="1076"/>
        <pc:sldMkLst>
          <pc:docMk/>
          <pc:sldMk cId="3900350249" sldId="3841"/>
        </pc:sldMkLst>
      </pc:sldChg>
      <pc:sldChg chg="modSp mod modClrScheme chgLayout">
        <pc:chgData name="Shailendra Chauhan" userId="a7d3133f-e197-4b90-bf63-99a63a264234" providerId="ADAL" clId="{B01A69ED-3BCF-47D8-BB20-6BC2988D0AA7}" dt="2024-07-16T06:25:04.918" v="113" actId="27636"/>
        <pc:sldMkLst>
          <pc:docMk/>
          <pc:sldMk cId="3246251931" sldId="3842"/>
        </pc:sldMkLst>
      </pc:sldChg>
      <pc:sldChg chg="modSp mod modClrScheme chgLayout">
        <pc:chgData name="Shailendra Chauhan" userId="a7d3133f-e197-4b90-bf63-99a63a264234" providerId="ADAL" clId="{B01A69ED-3BCF-47D8-BB20-6BC2988D0AA7}" dt="2024-07-16T06:25:08.322" v="114" actId="700"/>
        <pc:sldMkLst>
          <pc:docMk/>
          <pc:sldMk cId="791490219" sldId="3843"/>
        </pc:sldMkLst>
      </pc:sldChg>
      <pc:sldChg chg="modSp new del mod">
        <pc:chgData name="Shailendra Chauhan" userId="a7d3133f-e197-4b90-bf63-99a63a264234" providerId="ADAL" clId="{B01A69ED-3BCF-47D8-BB20-6BC2988D0AA7}" dt="2024-07-16T06:21:55.673" v="82" actId="680"/>
        <pc:sldMkLst>
          <pc:docMk/>
          <pc:sldMk cId="3658931133" sldId="3844"/>
        </pc:sldMkLst>
      </pc:sldChg>
      <pc:sldMasterChg chg="delSldLayout modSldLayout">
        <pc:chgData name="Shailendra Chauhan" userId="a7d3133f-e197-4b90-bf63-99a63a264234" providerId="ADAL" clId="{B01A69ED-3BCF-47D8-BB20-6BC2988D0AA7}" dt="2024-07-16T06:25:58.325" v="122" actId="2696"/>
        <pc:sldMasterMkLst>
          <pc:docMk/>
          <pc:sldMasterMk cId="3260420185" sldId="2147483696"/>
        </pc:sldMasterMkLst>
        <pc:sldLayoutChg chg="delSp del">
          <pc:chgData name="Shailendra Chauhan" userId="a7d3133f-e197-4b90-bf63-99a63a264234" providerId="ADAL" clId="{B01A69ED-3BCF-47D8-BB20-6BC2988D0AA7}" dt="2024-07-16T06:25:57.389" v="121" actId="2696"/>
          <pc:sldLayoutMkLst>
            <pc:docMk/>
            <pc:sldMasterMk cId="3260420185" sldId="2147483696"/>
            <pc:sldLayoutMk cId="3185223740" sldId="2147483722"/>
          </pc:sldLayoutMkLst>
        </pc:sldLayoutChg>
        <pc:sldLayoutChg chg="delSp del">
          <pc:chgData name="Shailendra Chauhan" userId="a7d3133f-e197-4b90-bf63-99a63a264234" providerId="ADAL" clId="{B01A69ED-3BCF-47D8-BB20-6BC2988D0AA7}" dt="2024-07-16T06:25:56.401" v="120" actId="2696"/>
          <pc:sldLayoutMkLst>
            <pc:docMk/>
            <pc:sldMasterMk cId="3260420185" sldId="2147483696"/>
            <pc:sldLayoutMk cId="4118657185" sldId="2147483723"/>
          </pc:sldLayoutMkLst>
        </pc:sldLayoutChg>
        <pc:sldLayoutChg chg="delSp del">
          <pc:chgData name="Shailendra Chauhan" userId="a7d3133f-e197-4b90-bf63-99a63a264234" providerId="ADAL" clId="{B01A69ED-3BCF-47D8-BB20-6BC2988D0AA7}" dt="2024-07-16T06:25:58.325" v="122" actId="2696"/>
          <pc:sldLayoutMkLst>
            <pc:docMk/>
            <pc:sldMasterMk cId="3260420185" sldId="2147483696"/>
            <pc:sldLayoutMk cId="2758173931" sldId="2147483724"/>
          </pc:sldLayoutMkLst>
        </pc:sldLayoutChg>
      </pc:sldMasterChg>
    </pc:docChg>
  </pc:docChgLst>
  <pc:docChgLst>
    <pc:chgData name="Shailendra Chauhan" userId="a7d3133f-e197-4b90-bf63-99a63a264234" providerId="ADAL" clId="{2AAC6378-130D-424F-8209-7DDD2D87906D}"/>
    <pc:docChg chg="modSld">
      <pc:chgData name="Shailendra Chauhan" userId="a7d3133f-e197-4b90-bf63-99a63a264234" providerId="ADAL" clId="{2AAC6378-130D-424F-8209-7DDD2D87906D}" dt="2024-08-04T14:18:53.087" v="1" actId="1076"/>
      <pc:docMkLst>
        <pc:docMk/>
      </pc:docMkLst>
      <pc:sldChg chg="modSp mod">
        <pc:chgData name="Shailendra Chauhan" userId="a7d3133f-e197-4b90-bf63-99a63a264234" providerId="ADAL" clId="{2AAC6378-130D-424F-8209-7DDD2D87906D}" dt="2024-08-04T14:18:53.087" v="1" actId="1076"/>
        <pc:sldMkLst>
          <pc:docMk/>
          <pc:sldMk cId="321304567" sldId="3838"/>
        </pc:sldMkLst>
      </pc:sldChg>
    </pc:docChg>
  </pc:docChgLst>
  <pc:docChgLst>
    <pc:chgData name="Shailendra Chauhan" userId="a7d3133f-e197-4b90-bf63-99a63a264234" providerId="ADAL" clId="{9674F52F-F42E-4D2F-8256-3C9B3DA11275}"/>
    <pc:docChg chg="undo custSel addSld modSld sldOrd">
      <pc:chgData name="Shailendra Chauhan" userId="a7d3133f-e197-4b90-bf63-99a63a264234" providerId="ADAL" clId="{9674F52F-F42E-4D2F-8256-3C9B3DA11275}" dt="2025-01-04T15:12:48.495" v="475"/>
      <pc:docMkLst>
        <pc:docMk/>
      </pc:docMkLst>
      <pc:sldChg chg="ord">
        <pc:chgData name="Shailendra Chauhan" userId="a7d3133f-e197-4b90-bf63-99a63a264234" providerId="ADAL" clId="{9674F52F-F42E-4D2F-8256-3C9B3DA11275}" dt="2024-12-15T02:58:01.904" v="2"/>
        <pc:sldMkLst>
          <pc:docMk/>
          <pc:sldMk cId="3879243172" sldId="447"/>
        </pc:sldMkLst>
      </pc:sldChg>
      <pc:sldChg chg="modSp">
        <pc:chgData name="Shailendra Chauhan" userId="a7d3133f-e197-4b90-bf63-99a63a264234" providerId="ADAL" clId="{9674F52F-F42E-4D2F-8256-3C9B3DA11275}" dt="2024-12-15T01:53:06.424" v="0" actId="20577"/>
        <pc:sldMkLst>
          <pc:docMk/>
          <pc:sldMk cId="0" sldId="472"/>
        </pc:sldMkLst>
      </pc:sldChg>
      <pc:sldChg chg="addSp delSp modSp mod modNotesTx">
        <pc:chgData name="Shailendra Chauhan" userId="a7d3133f-e197-4b90-bf63-99a63a264234" providerId="ADAL" clId="{9674F52F-F42E-4D2F-8256-3C9B3DA11275}" dt="2025-01-01T18:04:09.229" v="447" actId="20577"/>
        <pc:sldMkLst>
          <pc:docMk/>
          <pc:sldMk cId="897173588" sldId="3827"/>
        </pc:sldMkLst>
      </pc:sldChg>
      <pc:sldChg chg="addSp delSp modSp mod">
        <pc:chgData name="Shailendra Chauhan" userId="a7d3133f-e197-4b90-bf63-99a63a264234" providerId="ADAL" clId="{9674F52F-F42E-4D2F-8256-3C9B3DA11275}" dt="2025-01-04T15:12:48.495" v="475"/>
        <pc:sldMkLst>
          <pc:docMk/>
          <pc:sldMk cId="3297635736" sldId="3844"/>
        </pc:sldMkLst>
      </pc:sldChg>
      <pc:sldChg chg="addSp delSp modSp mod modNotesTx">
        <pc:chgData name="Shailendra Chauhan" userId="a7d3133f-e197-4b90-bf63-99a63a264234" providerId="ADAL" clId="{9674F52F-F42E-4D2F-8256-3C9B3DA11275}" dt="2025-01-01T18:10:44.698" v="469" actId="478"/>
        <pc:sldMkLst>
          <pc:docMk/>
          <pc:sldMk cId="1271178323" sldId="3845"/>
        </pc:sldMkLst>
      </pc:sldChg>
      <pc:sldChg chg="addSp delSp modSp new mod modClrScheme chgLayout modNotesTx">
        <pc:chgData name="Shailendra Chauhan" userId="a7d3133f-e197-4b90-bf63-99a63a264234" providerId="ADAL" clId="{9674F52F-F42E-4D2F-8256-3C9B3DA11275}" dt="2025-01-01T17:59:03.082" v="327"/>
        <pc:sldMkLst>
          <pc:docMk/>
          <pc:sldMk cId="1694879134" sldId="3846"/>
        </pc:sldMkLst>
      </pc:sldChg>
      <pc:sldChg chg="addSp delSp modSp new mod modClrScheme chgLayout">
        <pc:chgData name="Shailendra Chauhan" userId="a7d3133f-e197-4b90-bf63-99a63a264234" providerId="ADAL" clId="{9674F52F-F42E-4D2F-8256-3C9B3DA11275}" dt="2025-01-01T17:34:57.790" v="311" actId="14734"/>
        <pc:sldMkLst>
          <pc:docMk/>
          <pc:sldMk cId="382867363" sldId="3847"/>
        </pc:sldMkLst>
      </pc:sldChg>
    </pc:docChg>
  </pc:docChgLst>
  <pc:docChgLst>
    <pc:chgData name="Shailendra Chauhan" userId="a7d3133f-e197-4b90-bf63-99a63a264234" providerId="ADAL" clId="{1ED5BED8-B8F1-429F-B60C-EC51DD5DFA18}"/>
    <pc:docChg chg="undo redo custSel addSld delSld modSld sldOrd">
      <pc:chgData name="Shailendra Chauhan" userId="a7d3133f-e197-4b90-bf63-99a63a264234" providerId="ADAL" clId="{1ED5BED8-B8F1-429F-B60C-EC51DD5DFA18}" dt="2024-06-08T02:03:06.987" v="959" actId="20577"/>
      <pc:docMkLst>
        <pc:docMk/>
      </pc:docMkLst>
      <pc:sldChg chg="del">
        <pc:chgData name="Shailendra Chauhan" userId="a7d3133f-e197-4b90-bf63-99a63a264234" providerId="ADAL" clId="{1ED5BED8-B8F1-429F-B60C-EC51DD5DFA18}" dt="2024-06-02T09:33:08.177" v="146" actId="2696"/>
        <pc:sldMkLst>
          <pc:docMk/>
          <pc:sldMk cId="0" sldId="452"/>
        </pc:sldMkLst>
      </pc:sldChg>
      <pc:sldChg chg="del">
        <pc:chgData name="Shailendra Chauhan" userId="a7d3133f-e197-4b90-bf63-99a63a264234" providerId="ADAL" clId="{1ED5BED8-B8F1-429F-B60C-EC51DD5DFA18}" dt="2024-06-02T09:33:08.177" v="146" actId="2696"/>
        <pc:sldMkLst>
          <pc:docMk/>
          <pc:sldMk cId="0" sldId="467"/>
        </pc:sldMkLst>
      </pc:sldChg>
      <pc:sldChg chg="del">
        <pc:chgData name="Shailendra Chauhan" userId="a7d3133f-e197-4b90-bf63-99a63a264234" providerId="ADAL" clId="{1ED5BED8-B8F1-429F-B60C-EC51DD5DFA18}" dt="2024-06-02T09:33:08.177" v="146" actId="2696"/>
        <pc:sldMkLst>
          <pc:docMk/>
          <pc:sldMk cId="0" sldId="470"/>
        </pc:sldMkLst>
      </pc:sldChg>
      <pc:sldChg chg="modSp mod modAnim modShow">
        <pc:chgData name="Shailendra Chauhan" userId="a7d3133f-e197-4b90-bf63-99a63a264234" providerId="ADAL" clId="{1ED5BED8-B8F1-429F-B60C-EC51DD5DFA18}" dt="2024-06-08T02:03:06.987" v="959" actId="20577"/>
        <pc:sldMkLst>
          <pc:docMk/>
          <pc:sldMk cId="3178948157" sldId="475"/>
        </pc:sldMkLst>
      </pc:sldChg>
      <pc:sldChg chg="del">
        <pc:chgData name="Shailendra Chauhan" userId="a7d3133f-e197-4b90-bf63-99a63a264234" providerId="ADAL" clId="{1ED5BED8-B8F1-429F-B60C-EC51DD5DFA18}" dt="2024-06-02T09:33:08.177" v="146" actId="2696"/>
        <pc:sldMkLst>
          <pc:docMk/>
          <pc:sldMk cId="0" sldId="476"/>
        </pc:sldMkLst>
      </pc:sldChg>
      <pc:sldChg chg="del">
        <pc:chgData name="Shailendra Chauhan" userId="a7d3133f-e197-4b90-bf63-99a63a264234" providerId="ADAL" clId="{1ED5BED8-B8F1-429F-B60C-EC51DD5DFA18}" dt="2024-06-02T09:33:08.177" v="146" actId="2696"/>
        <pc:sldMkLst>
          <pc:docMk/>
          <pc:sldMk cId="0" sldId="483"/>
        </pc:sldMkLst>
      </pc:sldChg>
      <pc:sldChg chg="modSp mod modAnim">
        <pc:chgData name="Shailendra Chauhan" userId="a7d3133f-e197-4b90-bf63-99a63a264234" providerId="ADAL" clId="{1ED5BED8-B8F1-429F-B60C-EC51DD5DFA18}" dt="2024-06-02T09:19:03.426" v="23" actId="14100"/>
        <pc:sldMkLst>
          <pc:docMk/>
          <pc:sldMk cId="3512944171" sldId="506"/>
        </pc:sldMkLst>
      </pc:sldChg>
      <pc:sldChg chg="modSp mod">
        <pc:chgData name="Shailendra Chauhan" userId="a7d3133f-e197-4b90-bf63-99a63a264234" providerId="ADAL" clId="{1ED5BED8-B8F1-429F-B60C-EC51DD5DFA18}" dt="2024-06-07T03:19:46.113" v="772" actId="27636"/>
        <pc:sldMkLst>
          <pc:docMk/>
          <pc:sldMk cId="3139804513" sldId="525"/>
        </pc:sldMkLst>
      </pc:sldChg>
      <pc:sldChg chg="del">
        <pc:chgData name="Shailendra Chauhan" userId="a7d3133f-e197-4b90-bf63-99a63a264234" providerId="ADAL" clId="{1ED5BED8-B8F1-429F-B60C-EC51DD5DFA18}" dt="2024-06-02T09:33:08.177" v="146" actId="2696"/>
        <pc:sldMkLst>
          <pc:docMk/>
          <pc:sldMk cId="680739926" sldId="608"/>
        </pc:sldMkLst>
      </pc:sldChg>
      <pc:sldChg chg="del">
        <pc:chgData name="Shailendra Chauhan" userId="a7d3133f-e197-4b90-bf63-99a63a264234" providerId="ADAL" clId="{1ED5BED8-B8F1-429F-B60C-EC51DD5DFA18}" dt="2024-06-02T09:33:08.177" v="146" actId="2696"/>
        <pc:sldMkLst>
          <pc:docMk/>
          <pc:sldMk cId="0" sldId="656"/>
        </pc:sldMkLst>
      </pc:sldChg>
      <pc:sldChg chg="addSp delSp modSp new mod modClrScheme chgLayout">
        <pc:chgData name="Shailendra Chauhan" userId="a7d3133f-e197-4b90-bf63-99a63a264234" providerId="ADAL" clId="{1ED5BED8-B8F1-429F-B60C-EC51DD5DFA18}" dt="2024-06-08T01:54:16.635" v="822" actId="1076"/>
        <pc:sldMkLst>
          <pc:docMk/>
          <pc:sldMk cId="1041249574" sldId="3832"/>
        </pc:sldMkLst>
      </pc:sldChg>
      <pc:sldChg chg="modSp new mod">
        <pc:chgData name="Shailendra Chauhan" userId="a7d3133f-e197-4b90-bf63-99a63a264234" providerId="ADAL" clId="{1ED5BED8-B8F1-429F-B60C-EC51DD5DFA18}" dt="2024-06-02T09:39:24.926" v="211" actId="20577"/>
        <pc:sldMkLst>
          <pc:docMk/>
          <pc:sldMk cId="1754035333" sldId="3833"/>
        </pc:sldMkLst>
      </pc:sldChg>
      <pc:sldChg chg="addSp delSp modSp new mod">
        <pc:chgData name="Shailendra Chauhan" userId="a7d3133f-e197-4b90-bf63-99a63a264234" providerId="ADAL" clId="{1ED5BED8-B8F1-429F-B60C-EC51DD5DFA18}" dt="2024-06-02T09:45:03.640" v="256" actId="20577"/>
        <pc:sldMkLst>
          <pc:docMk/>
          <pc:sldMk cId="3085481628" sldId="3834"/>
        </pc:sldMkLst>
      </pc:sldChg>
      <pc:sldChg chg="addSp delSp modSp new del mod modClrScheme chgLayout">
        <pc:chgData name="Shailendra Chauhan" userId="a7d3133f-e197-4b90-bf63-99a63a264234" providerId="ADAL" clId="{1ED5BED8-B8F1-429F-B60C-EC51DD5DFA18}" dt="2024-06-07T02:30:23.413" v="270" actId="2696"/>
        <pc:sldMkLst>
          <pc:docMk/>
          <pc:sldMk cId="2107882316" sldId="3835"/>
        </pc:sldMkLst>
      </pc:sldChg>
      <pc:sldChg chg="addSp modSp new mod ord modNotesTx">
        <pc:chgData name="Shailendra Chauhan" userId="a7d3133f-e197-4b90-bf63-99a63a264234" providerId="ADAL" clId="{1ED5BED8-B8F1-429F-B60C-EC51DD5DFA18}" dt="2024-06-07T03:04:07.766" v="614" actId="12100"/>
        <pc:sldMkLst>
          <pc:docMk/>
          <pc:sldMk cId="3487194653" sldId="3836"/>
        </pc:sldMkLst>
      </pc:sldChg>
      <pc:sldChg chg="addSp delSp modSp new mod ord modClrScheme chgLayout">
        <pc:chgData name="Shailendra Chauhan" userId="a7d3133f-e197-4b90-bf63-99a63a264234" providerId="ADAL" clId="{1ED5BED8-B8F1-429F-B60C-EC51DD5DFA18}" dt="2024-06-07T03:13:15.520" v="684"/>
        <pc:sldMkLst>
          <pc:docMk/>
          <pc:sldMk cId="3582049433" sldId="3837"/>
        </pc:sldMkLst>
      </pc:sldChg>
      <pc:sldChg chg="addSp delSp modSp new mod ord modClrScheme chgLayout modNotesTx">
        <pc:chgData name="Shailendra Chauhan" userId="a7d3133f-e197-4b90-bf63-99a63a264234" providerId="ADAL" clId="{1ED5BED8-B8F1-429F-B60C-EC51DD5DFA18}" dt="2024-06-08T01:39:14.176" v="821"/>
        <pc:sldMkLst>
          <pc:docMk/>
          <pc:sldMk cId="321304567" sldId="3838"/>
        </pc:sldMkLst>
      </pc:sldChg>
      <pc:sldChg chg="addSp delSp modSp new mod ord">
        <pc:chgData name="Shailendra Chauhan" userId="a7d3133f-e197-4b90-bf63-99a63a264234" providerId="ADAL" clId="{1ED5BED8-B8F1-429F-B60C-EC51DD5DFA18}" dt="2024-06-07T02:53:28.723" v="428"/>
        <pc:sldMkLst>
          <pc:docMk/>
          <pc:sldMk cId="1856167665" sldId="3839"/>
        </pc:sldMkLst>
      </pc:sldChg>
      <pc:sldChg chg="addSp delSp modSp new mod">
        <pc:chgData name="Shailendra Chauhan" userId="a7d3133f-e197-4b90-bf63-99a63a264234" providerId="ADAL" clId="{1ED5BED8-B8F1-429F-B60C-EC51DD5DFA18}" dt="2024-06-07T03:06:58.414" v="626" actId="20577"/>
        <pc:sldMkLst>
          <pc:docMk/>
          <pc:sldMk cId="3301308163" sldId="3840"/>
        </pc:sldMkLst>
      </pc:sldChg>
      <pc:sldChg chg="addSp delSp modSp new mod modClrScheme chgLayout">
        <pc:chgData name="Shailendra Chauhan" userId="a7d3133f-e197-4b90-bf63-99a63a264234" providerId="ADAL" clId="{1ED5BED8-B8F1-429F-B60C-EC51DD5DFA18}" dt="2024-06-07T04:06:38.221" v="820" actId="20577"/>
        <pc:sldMkLst>
          <pc:docMk/>
          <pc:sldMk cId="3900350249" sldId="3841"/>
        </pc:sldMkLst>
      </pc:sldChg>
      <pc:sldChg chg="addSp delSp modSp new mod modClrScheme chgLayout">
        <pc:chgData name="Shailendra Chauhan" userId="a7d3133f-e197-4b90-bf63-99a63a264234" providerId="ADAL" clId="{1ED5BED8-B8F1-429F-B60C-EC51DD5DFA18}" dt="2024-06-08T02:01:33.467" v="870" actId="27636"/>
        <pc:sldMkLst>
          <pc:docMk/>
          <pc:sldMk cId="3246251931" sldId="3842"/>
        </pc:sldMkLst>
      </pc:sldChg>
      <pc:sldChg chg="modSp new mod">
        <pc:chgData name="Shailendra Chauhan" userId="a7d3133f-e197-4b90-bf63-99a63a264234" providerId="ADAL" clId="{1ED5BED8-B8F1-429F-B60C-EC51DD5DFA18}" dt="2024-06-08T02:02:24.838" v="919" actId="313"/>
        <pc:sldMkLst>
          <pc:docMk/>
          <pc:sldMk cId="791490219" sldId="3843"/>
        </pc:sldMkLst>
      </pc:sldChg>
    </pc:docChg>
  </pc:docChgLst>
  <pc:docChgLst>
    <pc:chgData name="Shailendra Chauhan" userId="a7d3133f-e197-4b90-bf63-99a63a264234" providerId="ADAL" clId="{C6D8E048-A8E5-4C65-911B-DF80C39C55DC}"/>
    <pc:docChg chg="undo redo custSel addSld delSld modSld">
      <pc:chgData name="Shailendra Chauhan" userId="a7d3133f-e197-4b90-bf63-99a63a264234" providerId="ADAL" clId="{C6D8E048-A8E5-4C65-911B-DF80C39C55DC}" dt="2024-10-19T01:57:32.071" v="1544" actId="20577"/>
      <pc:docMkLst>
        <pc:docMk/>
      </pc:docMkLst>
      <pc:sldChg chg="modSp">
        <pc:chgData name="Shailendra Chauhan" userId="a7d3133f-e197-4b90-bf63-99a63a264234" providerId="ADAL" clId="{C6D8E048-A8E5-4C65-911B-DF80C39C55DC}" dt="2024-10-08T02:36:45.385" v="1392" actId="404"/>
        <pc:sldMkLst>
          <pc:docMk/>
          <pc:sldMk cId="641413285" sldId="462"/>
        </pc:sldMkLst>
      </pc:sldChg>
      <pc:sldChg chg="addSp delSp modSp mod modClrScheme delAnim chgLayout">
        <pc:chgData name="Shailendra Chauhan" userId="a7d3133f-e197-4b90-bf63-99a63a264234" providerId="ADAL" clId="{C6D8E048-A8E5-4C65-911B-DF80C39C55DC}" dt="2024-10-14T02:43:47.174" v="1509" actId="313"/>
        <pc:sldMkLst>
          <pc:docMk/>
          <pc:sldMk cId="897173588" sldId="3827"/>
        </pc:sldMkLst>
      </pc:sldChg>
      <pc:sldChg chg="delSp modSp add del">
        <pc:chgData name="Shailendra Chauhan" userId="a7d3133f-e197-4b90-bf63-99a63a264234" providerId="ADAL" clId="{C6D8E048-A8E5-4C65-911B-DF80C39C55DC}" dt="2024-09-10T17:07:48.071" v="688" actId="2696"/>
        <pc:sldMkLst>
          <pc:docMk/>
          <pc:sldMk cId="1122668429" sldId="3831"/>
        </pc:sldMkLst>
      </pc:sldChg>
      <pc:sldChg chg="modSp mod">
        <pc:chgData name="Shailendra Chauhan" userId="a7d3133f-e197-4b90-bf63-99a63a264234" providerId="ADAL" clId="{C6D8E048-A8E5-4C65-911B-DF80C39C55DC}" dt="2024-10-08T02:38:58.411" v="1399" actId="404"/>
        <pc:sldMkLst>
          <pc:docMk/>
          <pc:sldMk cId="3487194653" sldId="3836"/>
        </pc:sldMkLst>
      </pc:sldChg>
      <pc:sldChg chg="modSp mod">
        <pc:chgData name="Shailendra Chauhan" userId="a7d3133f-e197-4b90-bf63-99a63a264234" providerId="ADAL" clId="{C6D8E048-A8E5-4C65-911B-DF80C39C55DC}" dt="2024-08-18T13:46:51.799" v="0" actId="123"/>
        <pc:sldMkLst>
          <pc:docMk/>
          <pc:sldMk cId="3246251931" sldId="3842"/>
        </pc:sldMkLst>
      </pc:sldChg>
      <pc:sldChg chg="addSp delSp modSp new mod modClrScheme modAnim chgLayout modNotesTx">
        <pc:chgData name="Shailendra Chauhan" userId="a7d3133f-e197-4b90-bf63-99a63a264234" providerId="ADAL" clId="{C6D8E048-A8E5-4C65-911B-DF80C39C55DC}" dt="2024-10-19T01:57:32.071" v="1544" actId="20577"/>
        <pc:sldMkLst>
          <pc:docMk/>
          <pc:sldMk cId="3297635736" sldId="3844"/>
        </pc:sldMkLst>
      </pc:sldChg>
      <pc:sldChg chg="modSp new del mod">
        <pc:chgData name="Shailendra Chauhan" userId="a7d3133f-e197-4b90-bf63-99a63a264234" providerId="ADAL" clId="{C6D8E048-A8E5-4C65-911B-DF80C39C55DC}" dt="2024-09-10T15:24:36.408" v="618" actId="2696"/>
        <pc:sldMkLst>
          <pc:docMk/>
          <pc:sldMk cId="1166287820" sldId="3845"/>
        </pc:sldMkLst>
      </pc:sldChg>
      <pc:sldChg chg="addSp delSp modSp add mod modNotesTx">
        <pc:chgData name="Shailendra Chauhan" userId="a7d3133f-e197-4b90-bf63-99a63a264234" providerId="ADAL" clId="{C6D8E048-A8E5-4C65-911B-DF80C39C55DC}" dt="2024-10-14T02:44:24.997" v="1512" actId="20577"/>
        <pc:sldMkLst>
          <pc:docMk/>
          <pc:sldMk cId="1271178323" sldId="3845"/>
        </pc:sldMkLst>
      </pc:sldChg>
      <pc:sldChg chg="addSp delSp modSp new del mod modClrScheme chgLayout">
        <pc:chgData name="Shailendra Chauhan" userId="a7d3133f-e197-4b90-bf63-99a63a264234" providerId="ADAL" clId="{C6D8E048-A8E5-4C65-911B-DF80C39C55DC}" dt="2024-10-07T16:45:22.901" v="1037" actId="2696"/>
        <pc:sldMkLst>
          <pc:docMk/>
          <pc:sldMk cId="2391423720" sldId="3846"/>
        </pc:sldMkLst>
      </pc:sldChg>
      <pc:sldChg chg="modSp new del mod">
        <pc:chgData name="Shailendra Chauhan" userId="a7d3133f-e197-4b90-bf63-99a63a264234" providerId="ADAL" clId="{C6D8E048-A8E5-4C65-911B-DF80C39C55DC}" dt="2024-09-09T03:10:45.509" v="359" actId="2696"/>
        <pc:sldMkLst>
          <pc:docMk/>
          <pc:sldMk cId="1935460209" sldId="3847"/>
        </pc:sldMkLst>
      </pc:sldChg>
      <pc:sldChg chg="modSp new del mod">
        <pc:chgData name="Shailendra Chauhan" userId="a7d3133f-e197-4b90-bf63-99a63a264234" providerId="ADAL" clId="{C6D8E048-A8E5-4C65-911B-DF80C39C55DC}" dt="2024-09-09T03:10:45.509" v="359" actId="2696"/>
        <pc:sldMkLst>
          <pc:docMk/>
          <pc:sldMk cId="2484402058" sldId="3848"/>
        </pc:sldMkLst>
      </pc:sldChg>
      <pc:sldChg chg="modSp new del mod">
        <pc:chgData name="Shailendra Chauhan" userId="a7d3133f-e197-4b90-bf63-99a63a264234" providerId="ADAL" clId="{C6D8E048-A8E5-4C65-911B-DF80C39C55DC}" dt="2024-09-09T03:10:45.509" v="359" actId="2696"/>
        <pc:sldMkLst>
          <pc:docMk/>
          <pc:sldMk cId="1099118294" sldId="3849"/>
        </pc:sldMkLst>
      </pc:sldChg>
    </pc:docChg>
  </pc:docChgLst>
  <pc:docChgLst>
    <pc:chgData name="Shailendra Chauhan" userId="a7d3133f-e197-4b90-bf63-99a63a264234" providerId="ADAL" clId="{F5E6C86D-4581-4E3A-96D5-AB938A1FAAC2}"/>
    <pc:docChg chg="undo custSel addSld modSld">
      <pc:chgData name="Shailendra Chauhan" userId="a7d3133f-e197-4b90-bf63-99a63a264234" providerId="ADAL" clId="{F5E6C86D-4581-4E3A-96D5-AB938A1FAAC2}" dt="2025-05-10T13:16:52.363" v="231" actId="1076"/>
      <pc:docMkLst>
        <pc:docMk/>
      </pc:docMkLst>
      <pc:sldChg chg="modSp mod">
        <pc:chgData name="Shailendra Chauhan" userId="a7d3133f-e197-4b90-bf63-99a63a264234" providerId="ADAL" clId="{F5E6C86D-4581-4E3A-96D5-AB938A1FAAC2}" dt="2025-05-10T13:16:52.363" v="231" actId="1076"/>
        <pc:sldMkLst>
          <pc:docMk/>
          <pc:sldMk cId="3178948157" sldId="475"/>
        </pc:sldMkLst>
        <pc:picChg chg="mod">
          <ac:chgData name="Shailendra Chauhan" userId="a7d3133f-e197-4b90-bf63-99a63a264234" providerId="ADAL" clId="{F5E6C86D-4581-4E3A-96D5-AB938A1FAAC2}" dt="2025-05-10T13:16:52.363" v="231" actId="1076"/>
          <ac:picMkLst>
            <pc:docMk/>
            <pc:sldMk cId="3178948157" sldId="475"/>
            <ac:picMk id="7" creationId="{00000000-0000-0000-0000-000000000000}"/>
          </ac:picMkLst>
        </pc:picChg>
      </pc:sldChg>
      <pc:sldChg chg="addSp delSp modSp mod modClrScheme chgLayout modNotesTx">
        <pc:chgData name="Shailendra Chauhan" userId="a7d3133f-e197-4b90-bf63-99a63a264234" providerId="ADAL" clId="{F5E6C86D-4581-4E3A-96D5-AB938A1FAAC2}" dt="2025-05-09T14:52:59.749" v="211" actId="403"/>
        <pc:sldMkLst>
          <pc:docMk/>
          <pc:sldMk cId="3487194653" sldId="3836"/>
        </pc:sldMkLst>
        <pc:spChg chg="mod ord">
          <ac:chgData name="Shailendra Chauhan" userId="a7d3133f-e197-4b90-bf63-99a63a264234" providerId="ADAL" clId="{F5E6C86D-4581-4E3A-96D5-AB938A1FAAC2}" dt="2025-05-09T14:52:59.749" v="211" actId="403"/>
          <ac:spMkLst>
            <pc:docMk/>
            <pc:sldMk cId="3487194653" sldId="3836"/>
            <ac:spMk id="2" creationId="{B8F4CEE7-4350-7062-3F3B-54F596241147}"/>
          </ac:spMkLst>
        </pc:spChg>
        <pc:spChg chg="mod ord">
          <ac:chgData name="Shailendra Chauhan" userId="a7d3133f-e197-4b90-bf63-99a63a264234" providerId="ADAL" clId="{F5E6C86D-4581-4E3A-96D5-AB938A1FAAC2}" dt="2025-05-09T14:48:47.572" v="153" actId="26606"/>
          <ac:spMkLst>
            <pc:docMk/>
            <pc:sldMk cId="3487194653" sldId="3836"/>
            <ac:spMk id="3" creationId="{2E1204FD-2A2F-BD15-0617-47039F432D1A}"/>
          </ac:spMkLst>
        </pc:spChg>
        <pc:graphicFrameChg chg="del mod">
          <ac:chgData name="Shailendra Chauhan" userId="a7d3133f-e197-4b90-bf63-99a63a264234" providerId="ADAL" clId="{F5E6C86D-4581-4E3A-96D5-AB938A1FAAC2}" dt="2025-05-09T14:48:24.819" v="145" actId="21"/>
          <ac:graphicFrameMkLst>
            <pc:docMk/>
            <pc:sldMk cId="3487194653" sldId="3836"/>
            <ac:graphicFrameMk id="4" creationId="{CE19D31D-3E10-D0F3-A3ED-42A1DCFE9198}"/>
          </ac:graphicFrameMkLst>
        </pc:graphicFrameChg>
        <pc:graphicFrameChg chg="add mod modGraphic">
          <ac:chgData name="Shailendra Chauhan" userId="a7d3133f-e197-4b90-bf63-99a63a264234" providerId="ADAL" clId="{F5E6C86D-4581-4E3A-96D5-AB938A1FAAC2}" dt="2025-05-09T14:52:45.806" v="209" actId="1076"/>
          <ac:graphicFrameMkLst>
            <pc:docMk/>
            <pc:sldMk cId="3487194653" sldId="3836"/>
            <ac:graphicFrameMk id="5" creationId="{CE19D31D-3E10-D0F3-A3ED-42A1DCFE9198}"/>
          </ac:graphicFrameMkLst>
        </pc:graphicFrameChg>
      </pc:sldChg>
      <pc:sldChg chg="addSp delSp modSp add mod modClrScheme chgLayout">
        <pc:chgData name="Shailendra Chauhan" userId="a7d3133f-e197-4b90-bf63-99a63a264234" providerId="ADAL" clId="{F5E6C86D-4581-4E3A-96D5-AB938A1FAAC2}" dt="2025-05-10T13:03:33.741" v="230" actId="1076"/>
        <pc:sldMkLst>
          <pc:docMk/>
          <pc:sldMk cId="208707065" sldId="3848"/>
        </pc:sldMkLst>
        <pc:spChg chg="add mod ord">
          <ac:chgData name="Shailendra Chauhan" userId="a7d3133f-e197-4b90-bf63-99a63a264234" providerId="ADAL" clId="{F5E6C86D-4581-4E3A-96D5-AB938A1FAAC2}" dt="2025-05-09T14:40:45.015" v="67" actId="20577"/>
          <ac:spMkLst>
            <pc:docMk/>
            <pc:sldMk cId="208707065" sldId="3848"/>
            <ac:spMk id="3" creationId="{12317F54-AA9E-28EF-5E77-8D1C9DC404C9}"/>
          </ac:spMkLst>
        </pc:spChg>
        <pc:spChg chg="mod ord">
          <ac:chgData name="Shailendra Chauhan" userId="a7d3133f-e197-4b90-bf63-99a63a264234" providerId="ADAL" clId="{F5E6C86D-4581-4E3A-96D5-AB938A1FAAC2}" dt="2025-05-10T13:03:27.465" v="229" actId="20577"/>
          <ac:spMkLst>
            <pc:docMk/>
            <pc:sldMk cId="208707065" sldId="3848"/>
            <ac:spMk id="5" creationId="{D4C3E326-2781-BC2E-F3B5-F894E324E5FD}"/>
          </ac:spMkLst>
        </pc:spChg>
        <pc:graphicFrameChg chg="add mod modGraphic">
          <ac:chgData name="Shailendra Chauhan" userId="a7d3133f-e197-4b90-bf63-99a63a264234" providerId="ADAL" clId="{F5E6C86D-4581-4E3A-96D5-AB938A1FAAC2}" dt="2025-05-10T13:03:33.741" v="230" actId="1076"/>
          <ac:graphicFrameMkLst>
            <pc:docMk/>
            <pc:sldMk cId="208707065" sldId="3848"/>
            <ac:graphicFrameMk id="2" creationId="{9D705D27-7818-2D67-D473-89EBACBF747E}"/>
          </ac:graphicFrameMkLst>
        </pc:graphicFrameChg>
        <pc:graphicFrameChg chg="del">
          <ac:chgData name="Shailendra Chauhan" userId="a7d3133f-e197-4b90-bf63-99a63a264234" providerId="ADAL" clId="{F5E6C86D-4581-4E3A-96D5-AB938A1FAAC2}" dt="2025-05-09T14:38:05.422" v="15" actId="478"/>
          <ac:graphicFrameMkLst>
            <pc:docMk/>
            <pc:sldMk cId="208707065" sldId="3848"/>
            <ac:graphicFrameMk id="7" creationId="{ADB92707-FC91-26AD-59AF-A50C3106786B}"/>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A58982-0F00-4428-A2CA-18E698E63F7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BBD3AFD-4032-4A2D-B8EB-0241E3B12099}">
      <dgm:prSet/>
      <dgm:spPr/>
      <dgm:t>
        <a:bodyPr/>
        <a:lstStyle/>
        <a:p>
          <a:r>
            <a:rPr lang="en-US"/>
            <a:t>This pattern supports two-way data binding between the view and View model which enables automatic propagation of changes, within the state of view model to the View.</a:t>
          </a:r>
        </a:p>
      </dgm:t>
    </dgm:pt>
    <dgm:pt modelId="{4479990E-5865-4CBE-B01A-BE6724FE43BA}" type="parTrans" cxnId="{23757A4A-1182-4649-B750-6A37A12A1FE2}">
      <dgm:prSet/>
      <dgm:spPr/>
      <dgm:t>
        <a:bodyPr/>
        <a:lstStyle/>
        <a:p>
          <a:endParaRPr lang="en-US"/>
        </a:p>
      </dgm:t>
    </dgm:pt>
    <dgm:pt modelId="{255EED56-63DB-411F-873E-64E965F35721}" type="sibTrans" cxnId="{23757A4A-1182-4649-B750-6A37A12A1FE2}">
      <dgm:prSet/>
      <dgm:spPr/>
      <dgm:t>
        <a:bodyPr/>
        <a:lstStyle/>
        <a:p>
          <a:endParaRPr lang="en-US"/>
        </a:p>
      </dgm:t>
    </dgm:pt>
    <dgm:pt modelId="{1006F771-B0D1-4E23-9F86-618D6C3DD411}">
      <dgm:prSet/>
      <dgm:spPr/>
      <dgm:t>
        <a:bodyPr/>
        <a:lstStyle/>
        <a:p>
          <a:r>
            <a:rPr lang="en-US" b="1"/>
            <a:t>Model - </a:t>
          </a:r>
          <a:r>
            <a:rPr lang="en-US"/>
            <a:t>The Model represents a set of classes that describes the business logic and data. It also defines business rules for data means how the data can be changed and manipulated.</a:t>
          </a:r>
        </a:p>
      </dgm:t>
    </dgm:pt>
    <dgm:pt modelId="{667A2554-F1F0-4969-9804-2D4638BBFC97}" type="parTrans" cxnId="{7DBC96FE-1456-4610-A875-4E397B57463D}">
      <dgm:prSet/>
      <dgm:spPr/>
      <dgm:t>
        <a:bodyPr/>
        <a:lstStyle/>
        <a:p>
          <a:endParaRPr lang="en-US"/>
        </a:p>
      </dgm:t>
    </dgm:pt>
    <dgm:pt modelId="{565F09D5-F2A5-4BCC-9A0E-544A2EB4739D}" type="sibTrans" cxnId="{7DBC96FE-1456-4610-A875-4E397B57463D}">
      <dgm:prSet/>
      <dgm:spPr/>
      <dgm:t>
        <a:bodyPr/>
        <a:lstStyle/>
        <a:p>
          <a:endParaRPr lang="en-US"/>
        </a:p>
      </dgm:t>
    </dgm:pt>
    <dgm:pt modelId="{F934CA71-B721-4AF3-8492-01B69C330182}">
      <dgm:prSet/>
      <dgm:spPr/>
      <dgm:t>
        <a:bodyPr/>
        <a:lstStyle/>
        <a:p>
          <a:r>
            <a:rPr lang="en-US" b="1"/>
            <a:t>View – </a:t>
          </a:r>
          <a:r>
            <a:rPr lang="en-US"/>
            <a:t>The View represents the UI components like CSS, jQuery, HTML etc. It is only responsible for displaying the data that is received from the controller as the result. This also transforms the model(s) into UI.</a:t>
          </a:r>
        </a:p>
      </dgm:t>
    </dgm:pt>
    <dgm:pt modelId="{03684D1E-FCD6-40E1-8278-FFE8705484AA}" type="parTrans" cxnId="{230C9A27-8375-4CE1-B3AB-CF763C53DD3A}">
      <dgm:prSet/>
      <dgm:spPr/>
      <dgm:t>
        <a:bodyPr/>
        <a:lstStyle/>
        <a:p>
          <a:endParaRPr lang="en-US"/>
        </a:p>
      </dgm:t>
    </dgm:pt>
    <dgm:pt modelId="{DE1DFAD0-97BD-49A9-8986-87E8C6F86EEF}" type="sibTrans" cxnId="{230C9A27-8375-4CE1-B3AB-CF763C53DD3A}">
      <dgm:prSet/>
      <dgm:spPr/>
      <dgm:t>
        <a:bodyPr/>
        <a:lstStyle/>
        <a:p>
          <a:endParaRPr lang="en-US"/>
        </a:p>
      </dgm:t>
    </dgm:pt>
    <dgm:pt modelId="{80C32C5D-E6A5-4CE4-B95E-25D01E88B6C3}">
      <dgm:prSet/>
      <dgm:spPr/>
      <dgm:t>
        <a:bodyPr/>
        <a:lstStyle/>
        <a:p>
          <a:r>
            <a:rPr lang="en-US" b="1"/>
            <a:t>View Model - </a:t>
          </a:r>
          <a:r>
            <a:rPr lang="en-US"/>
            <a:t>The View Model is responsible for exposing methods, commands, and other properties that help to maintain the state of the view, manipulate the model as the result of actions on the view, and trigger events in the view itself.</a:t>
          </a:r>
        </a:p>
      </dgm:t>
    </dgm:pt>
    <dgm:pt modelId="{D3F14ABC-25B6-4E63-8E99-E99DD2E191CB}" type="parTrans" cxnId="{961F4740-573E-4D0F-9A6E-147E2517F528}">
      <dgm:prSet/>
      <dgm:spPr/>
      <dgm:t>
        <a:bodyPr/>
        <a:lstStyle/>
        <a:p>
          <a:endParaRPr lang="en-US"/>
        </a:p>
      </dgm:t>
    </dgm:pt>
    <dgm:pt modelId="{156D6E67-C332-42D5-BEAC-44098C28F836}" type="sibTrans" cxnId="{961F4740-573E-4D0F-9A6E-147E2517F528}">
      <dgm:prSet/>
      <dgm:spPr/>
      <dgm:t>
        <a:bodyPr/>
        <a:lstStyle/>
        <a:p>
          <a:endParaRPr lang="en-US"/>
        </a:p>
      </dgm:t>
    </dgm:pt>
    <dgm:pt modelId="{D06074F1-7090-473B-8A26-7E6223A77873}" type="pres">
      <dgm:prSet presAssocID="{FFA58982-0F00-4428-A2CA-18E698E63F7C}" presName="root" presStyleCnt="0">
        <dgm:presLayoutVars>
          <dgm:dir/>
          <dgm:resizeHandles val="exact"/>
        </dgm:presLayoutVars>
      </dgm:prSet>
      <dgm:spPr/>
    </dgm:pt>
    <dgm:pt modelId="{F8533E5B-901C-4050-9692-091F414C06D8}" type="pres">
      <dgm:prSet presAssocID="{7BBD3AFD-4032-4A2D-B8EB-0241E3B12099}" presName="compNode" presStyleCnt="0"/>
      <dgm:spPr/>
    </dgm:pt>
    <dgm:pt modelId="{B1485861-CBDF-4CD2-AAC7-C140CE0CED5B}" type="pres">
      <dgm:prSet presAssocID="{7BBD3AFD-4032-4A2D-B8EB-0241E3B12099}" presName="bgRect" presStyleLbl="bgShp" presStyleIdx="0" presStyleCnt="4"/>
      <dgm:spPr/>
    </dgm:pt>
    <dgm:pt modelId="{69D488E3-6003-4664-B1C1-7BF654DB46D4}" type="pres">
      <dgm:prSet presAssocID="{7BBD3AFD-4032-4A2D-B8EB-0241E3B1209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453A0915-F315-4B3F-A865-6F713338E3DF}" type="pres">
      <dgm:prSet presAssocID="{7BBD3AFD-4032-4A2D-B8EB-0241E3B12099}" presName="spaceRect" presStyleCnt="0"/>
      <dgm:spPr/>
    </dgm:pt>
    <dgm:pt modelId="{173BDE71-122B-4769-8067-9BA6AAFBA7AF}" type="pres">
      <dgm:prSet presAssocID="{7BBD3AFD-4032-4A2D-B8EB-0241E3B12099}" presName="parTx" presStyleLbl="revTx" presStyleIdx="0" presStyleCnt="4">
        <dgm:presLayoutVars>
          <dgm:chMax val="0"/>
          <dgm:chPref val="0"/>
        </dgm:presLayoutVars>
      </dgm:prSet>
      <dgm:spPr/>
    </dgm:pt>
    <dgm:pt modelId="{698731F2-B0C4-49B9-A053-F78A7E77D732}" type="pres">
      <dgm:prSet presAssocID="{255EED56-63DB-411F-873E-64E965F35721}" presName="sibTrans" presStyleCnt="0"/>
      <dgm:spPr/>
    </dgm:pt>
    <dgm:pt modelId="{CD77DB19-98C2-4A0D-9405-2EDE8F51E828}" type="pres">
      <dgm:prSet presAssocID="{1006F771-B0D1-4E23-9F86-618D6C3DD411}" presName="compNode" presStyleCnt="0"/>
      <dgm:spPr/>
    </dgm:pt>
    <dgm:pt modelId="{AE3E1FCF-BCE0-4BDD-B817-170C60D603F7}" type="pres">
      <dgm:prSet presAssocID="{1006F771-B0D1-4E23-9F86-618D6C3DD411}" presName="bgRect" presStyleLbl="bgShp" presStyleIdx="1" presStyleCnt="4"/>
      <dgm:spPr/>
    </dgm:pt>
    <dgm:pt modelId="{534D49AE-F717-4CA3-8FE2-2390F4A83B24}" type="pres">
      <dgm:prSet presAssocID="{1006F771-B0D1-4E23-9F86-618D6C3DD41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8F57939-8A8F-4446-A219-08B7A21AE24E}" type="pres">
      <dgm:prSet presAssocID="{1006F771-B0D1-4E23-9F86-618D6C3DD411}" presName="spaceRect" presStyleCnt="0"/>
      <dgm:spPr/>
    </dgm:pt>
    <dgm:pt modelId="{C82EBE06-BD74-4D6D-8406-153F13D4739F}" type="pres">
      <dgm:prSet presAssocID="{1006F771-B0D1-4E23-9F86-618D6C3DD411}" presName="parTx" presStyleLbl="revTx" presStyleIdx="1" presStyleCnt="4">
        <dgm:presLayoutVars>
          <dgm:chMax val="0"/>
          <dgm:chPref val="0"/>
        </dgm:presLayoutVars>
      </dgm:prSet>
      <dgm:spPr/>
    </dgm:pt>
    <dgm:pt modelId="{4931C9C3-8F59-470A-B2F0-83B2C9D094A0}" type="pres">
      <dgm:prSet presAssocID="{565F09D5-F2A5-4BCC-9A0E-544A2EB4739D}" presName="sibTrans" presStyleCnt="0"/>
      <dgm:spPr/>
    </dgm:pt>
    <dgm:pt modelId="{EDA7545E-72D2-47B3-A8BF-A3AF71640C4F}" type="pres">
      <dgm:prSet presAssocID="{F934CA71-B721-4AF3-8492-01B69C330182}" presName="compNode" presStyleCnt="0"/>
      <dgm:spPr/>
    </dgm:pt>
    <dgm:pt modelId="{61EC1A8C-DBAE-42AB-B41E-101D9F1948AD}" type="pres">
      <dgm:prSet presAssocID="{F934CA71-B721-4AF3-8492-01B69C330182}" presName="bgRect" presStyleLbl="bgShp" presStyleIdx="2" presStyleCnt="4"/>
      <dgm:spPr/>
    </dgm:pt>
    <dgm:pt modelId="{36FE6041-157B-414B-B292-FBC7713B5AD2}" type="pres">
      <dgm:prSet presAssocID="{F934CA71-B721-4AF3-8492-01B69C33018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B9F1DB85-9A6A-42D4-BCF6-C188EB04222A}" type="pres">
      <dgm:prSet presAssocID="{F934CA71-B721-4AF3-8492-01B69C330182}" presName="spaceRect" presStyleCnt="0"/>
      <dgm:spPr/>
    </dgm:pt>
    <dgm:pt modelId="{12A8734C-7F83-4E4C-84C0-BAB847F4BB7B}" type="pres">
      <dgm:prSet presAssocID="{F934CA71-B721-4AF3-8492-01B69C330182}" presName="parTx" presStyleLbl="revTx" presStyleIdx="2" presStyleCnt="4">
        <dgm:presLayoutVars>
          <dgm:chMax val="0"/>
          <dgm:chPref val="0"/>
        </dgm:presLayoutVars>
      </dgm:prSet>
      <dgm:spPr/>
    </dgm:pt>
    <dgm:pt modelId="{0B270105-8697-4679-AE6B-73EBD65FBDC8}" type="pres">
      <dgm:prSet presAssocID="{DE1DFAD0-97BD-49A9-8986-87E8C6F86EEF}" presName="sibTrans" presStyleCnt="0"/>
      <dgm:spPr/>
    </dgm:pt>
    <dgm:pt modelId="{B3F078A1-5453-4FBA-99EE-1195251434FE}" type="pres">
      <dgm:prSet presAssocID="{80C32C5D-E6A5-4CE4-B95E-25D01E88B6C3}" presName="compNode" presStyleCnt="0"/>
      <dgm:spPr/>
    </dgm:pt>
    <dgm:pt modelId="{78263D01-8FF4-4DF7-BB05-CBDFF9ABCF8F}" type="pres">
      <dgm:prSet presAssocID="{80C32C5D-E6A5-4CE4-B95E-25D01E88B6C3}" presName="bgRect" presStyleLbl="bgShp" presStyleIdx="3" presStyleCnt="4"/>
      <dgm:spPr/>
    </dgm:pt>
    <dgm:pt modelId="{BD8220B2-6FC9-446D-A638-80B38CDA751F}" type="pres">
      <dgm:prSet presAssocID="{80C32C5D-E6A5-4CE4-B95E-25D01E88B6C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rrow Circle"/>
        </a:ext>
      </dgm:extLst>
    </dgm:pt>
    <dgm:pt modelId="{8EC01517-249F-4202-B7A1-C49367442C35}" type="pres">
      <dgm:prSet presAssocID="{80C32C5D-E6A5-4CE4-B95E-25D01E88B6C3}" presName="spaceRect" presStyleCnt="0"/>
      <dgm:spPr/>
    </dgm:pt>
    <dgm:pt modelId="{9C921DEF-4B72-4802-A8B1-71B01ACC90DB}" type="pres">
      <dgm:prSet presAssocID="{80C32C5D-E6A5-4CE4-B95E-25D01E88B6C3}" presName="parTx" presStyleLbl="revTx" presStyleIdx="3" presStyleCnt="4">
        <dgm:presLayoutVars>
          <dgm:chMax val="0"/>
          <dgm:chPref val="0"/>
        </dgm:presLayoutVars>
      </dgm:prSet>
      <dgm:spPr/>
    </dgm:pt>
  </dgm:ptLst>
  <dgm:cxnLst>
    <dgm:cxn modelId="{230C9A27-8375-4CE1-B3AB-CF763C53DD3A}" srcId="{FFA58982-0F00-4428-A2CA-18E698E63F7C}" destId="{F934CA71-B721-4AF3-8492-01B69C330182}" srcOrd="2" destOrd="0" parTransId="{03684D1E-FCD6-40E1-8278-FFE8705484AA}" sibTransId="{DE1DFAD0-97BD-49A9-8986-87E8C6F86EEF}"/>
    <dgm:cxn modelId="{6993F02B-247B-4DE0-BA13-B31419A343EC}" type="presOf" srcId="{F934CA71-B721-4AF3-8492-01B69C330182}" destId="{12A8734C-7F83-4E4C-84C0-BAB847F4BB7B}" srcOrd="0" destOrd="0" presId="urn:microsoft.com/office/officeart/2018/2/layout/IconVerticalSolidList"/>
    <dgm:cxn modelId="{E1A50938-C522-4CC3-940D-FCAF45721719}" type="presOf" srcId="{FFA58982-0F00-4428-A2CA-18E698E63F7C}" destId="{D06074F1-7090-473B-8A26-7E6223A77873}" srcOrd="0" destOrd="0" presId="urn:microsoft.com/office/officeart/2018/2/layout/IconVerticalSolidList"/>
    <dgm:cxn modelId="{961F4740-573E-4D0F-9A6E-147E2517F528}" srcId="{FFA58982-0F00-4428-A2CA-18E698E63F7C}" destId="{80C32C5D-E6A5-4CE4-B95E-25D01E88B6C3}" srcOrd="3" destOrd="0" parTransId="{D3F14ABC-25B6-4E63-8E99-E99DD2E191CB}" sibTransId="{156D6E67-C332-42D5-BEAC-44098C28F836}"/>
    <dgm:cxn modelId="{23757A4A-1182-4649-B750-6A37A12A1FE2}" srcId="{FFA58982-0F00-4428-A2CA-18E698E63F7C}" destId="{7BBD3AFD-4032-4A2D-B8EB-0241E3B12099}" srcOrd="0" destOrd="0" parTransId="{4479990E-5865-4CBE-B01A-BE6724FE43BA}" sibTransId="{255EED56-63DB-411F-873E-64E965F35721}"/>
    <dgm:cxn modelId="{8F233C86-429A-442F-8789-209743F4E418}" type="presOf" srcId="{1006F771-B0D1-4E23-9F86-618D6C3DD411}" destId="{C82EBE06-BD74-4D6D-8406-153F13D4739F}" srcOrd="0" destOrd="0" presId="urn:microsoft.com/office/officeart/2018/2/layout/IconVerticalSolidList"/>
    <dgm:cxn modelId="{3DB401A6-7F20-4D99-B551-EB29D4967F9F}" type="presOf" srcId="{7BBD3AFD-4032-4A2D-B8EB-0241E3B12099}" destId="{173BDE71-122B-4769-8067-9BA6AAFBA7AF}" srcOrd="0" destOrd="0" presId="urn:microsoft.com/office/officeart/2018/2/layout/IconVerticalSolidList"/>
    <dgm:cxn modelId="{A14274F3-3968-4C74-8BD2-433B16084BC7}" type="presOf" srcId="{80C32C5D-E6A5-4CE4-B95E-25D01E88B6C3}" destId="{9C921DEF-4B72-4802-A8B1-71B01ACC90DB}" srcOrd="0" destOrd="0" presId="urn:microsoft.com/office/officeart/2018/2/layout/IconVerticalSolidList"/>
    <dgm:cxn modelId="{7DBC96FE-1456-4610-A875-4E397B57463D}" srcId="{FFA58982-0F00-4428-A2CA-18E698E63F7C}" destId="{1006F771-B0D1-4E23-9F86-618D6C3DD411}" srcOrd="1" destOrd="0" parTransId="{667A2554-F1F0-4969-9804-2D4638BBFC97}" sibTransId="{565F09D5-F2A5-4BCC-9A0E-544A2EB4739D}"/>
    <dgm:cxn modelId="{438E2DC5-502C-496E-891C-9A3A2BA39958}" type="presParOf" srcId="{D06074F1-7090-473B-8A26-7E6223A77873}" destId="{F8533E5B-901C-4050-9692-091F414C06D8}" srcOrd="0" destOrd="0" presId="urn:microsoft.com/office/officeart/2018/2/layout/IconVerticalSolidList"/>
    <dgm:cxn modelId="{1A51E184-A9D2-47F4-95B0-543A5600B741}" type="presParOf" srcId="{F8533E5B-901C-4050-9692-091F414C06D8}" destId="{B1485861-CBDF-4CD2-AAC7-C140CE0CED5B}" srcOrd="0" destOrd="0" presId="urn:microsoft.com/office/officeart/2018/2/layout/IconVerticalSolidList"/>
    <dgm:cxn modelId="{DB195629-8D37-4507-A07E-98F9C788769D}" type="presParOf" srcId="{F8533E5B-901C-4050-9692-091F414C06D8}" destId="{69D488E3-6003-4664-B1C1-7BF654DB46D4}" srcOrd="1" destOrd="0" presId="urn:microsoft.com/office/officeart/2018/2/layout/IconVerticalSolidList"/>
    <dgm:cxn modelId="{5E8180AA-2AB4-4721-9765-E9F97C4FA433}" type="presParOf" srcId="{F8533E5B-901C-4050-9692-091F414C06D8}" destId="{453A0915-F315-4B3F-A865-6F713338E3DF}" srcOrd="2" destOrd="0" presId="urn:microsoft.com/office/officeart/2018/2/layout/IconVerticalSolidList"/>
    <dgm:cxn modelId="{69572D5A-162F-47AD-88AB-7912640CD23E}" type="presParOf" srcId="{F8533E5B-901C-4050-9692-091F414C06D8}" destId="{173BDE71-122B-4769-8067-9BA6AAFBA7AF}" srcOrd="3" destOrd="0" presId="urn:microsoft.com/office/officeart/2018/2/layout/IconVerticalSolidList"/>
    <dgm:cxn modelId="{339DEDFE-A911-41B4-992B-694518D7661F}" type="presParOf" srcId="{D06074F1-7090-473B-8A26-7E6223A77873}" destId="{698731F2-B0C4-49B9-A053-F78A7E77D732}" srcOrd="1" destOrd="0" presId="urn:microsoft.com/office/officeart/2018/2/layout/IconVerticalSolidList"/>
    <dgm:cxn modelId="{751BE59F-00B2-4A42-9C42-477278FBF97A}" type="presParOf" srcId="{D06074F1-7090-473B-8A26-7E6223A77873}" destId="{CD77DB19-98C2-4A0D-9405-2EDE8F51E828}" srcOrd="2" destOrd="0" presId="urn:microsoft.com/office/officeart/2018/2/layout/IconVerticalSolidList"/>
    <dgm:cxn modelId="{40C477FA-6D5C-4864-885F-0EC279F60F1E}" type="presParOf" srcId="{CD77DB19-98C2-4A0D-9405-2EDE8F51E828}" destId="{AE3E1FCF-BCE0-4BDD-B817-170C60D603F7}" srcOrd="0" destOrd="0" presId="urn:microsoft.com/office/officeart/2018/2/layout/IconVerticalSolidList"/>
    <dgm:cxn modelId="{41C67464-CE57-4151-ABF5-2214A4B04989}" type="presParOf" srcId="{CD77DB19-98C2-4A0D-9405-2EDE8F51E828}" destId="{534D49AE-F717-4CA3-8FE2-2390F4A83B24}" srcOrd="1" destOrd="0" presId="urn:microsoft.com/office/officeart/2018/2/layout/IconVerticalSolidList"/>
    <dgm:cxn modelId="{CD6E0647-BB57-42FB-BB86-0850062BA808}" type="presParOf" srcId="{CD77DB19-98C2-4A0D-9405-2EDE8F51E828}" destId="{58F57939-8A8F-4446-A219-08B7A21AE24E}" srcOrd="2" destOrd="0" presId="urn:microsoft.com/office/officeart/2018/2/layout/IconVerticalSolidList"/>
    <dgm:cxn modelId="{FCC79903-D431-4F4E-B85D-A136324089C4}" type="presParOf" srcId="{CD77DB19-98C2-4A0D-9405-2EDE8F51E828}" destId="{C82EBE06-BD74-4D6D-8406-153F13D4739F}" srcOrd="3" destOrd="0" presId="urn:microsoft.com/office/officeart/2018/2/layout/IconVerticalSolidList"/>
    <dgm:cxn modelId="{FA27BCF1-697F-462D-B42F-8F70AE6C6D11}" type="presParOf" srcId="{D06074F1-7090-473B-8A26-7E6223A77873}" destId="{4931C9C3-8F59-470A-B2F0-83B2C9D094A0}" srcOrd="3" destOrd="0" presId="urn:microsoft.com/office/officeart/2018/2/layout/IconVerticalSolidList"/>
    <dgm:cxn modelId="{CE2DA409-6EF9-429A-BADF-B3E8B30599F5}" type="presParOf" srcId="{D06074F1-7090-473B-8A26-7E6223A77873}" destId="{EDA7545E-72D2-47B3-A8BF-A3AF71640C4F}" srcOrd="4" destOrd="0" presId="urn:microsoft.com/office/officeart/2018/2/layout/IconVerticalSolidList"/>
    <dgm:cxn modelId="{2F50F394-2A10-4FF3-B666-099F364690F2}" type="presParOf" srcId="{EDA7545E-72D2-47B3-A8BF-A3AF71640C4F}" destId="{61EC1A8C-DBAE-42AB-B41E-101D9F1948AD}" srcOrd="0" destOrd="0" presId="urn:microsoft.com/office/officeart/2018/2/layout/IconVerticalSolidList"/>
    <dgm:cxn modelId="{5B3A8A01-DD48-4FAE-B876-1DB8EE3428EB}" type="presParOf" srcId="{EDA7545E-72D2-47B3-A8BF-A3AF71640C4F}" destId="{36FE6041-157B-414B-B292-FBC7713B5AD2}" srcOrd="1" destOrd="0" presId="urn:microsoft.com/office/officeart/2018/2/layout/IconVerticalSolidList"/>
    <dgm:cxn modelId="{518C265F-098C-4FA1-966B-C60A883FDDBD}" type="presParOf" srcId="{EDA7545E-72D2-47B3-A8BF-A3AF71640C4F}" destId="{B9F1DB85-9A6A-42D4-BCF6-C188EB04222A}" srcOrd="2" destOrd="0" presId="urn:microsoft.com/office/officeart/2018/2/layout/IconVerticalSolidList"/>
    <dgm:cxn modelId="{93F407B1-BDF9-4586-AD2F-E2524DB8B008}" type="presParOf" srcId="{EDA7545E-72D2-47B3-A8BF-A3AF71640C4F}" destId="{12A8734C-7F83-4E4C-84C0-BAB847F4BB7B}" srcOrd="3" destOrd="0" presId="urn:microsoft.com/office/officeart/2018/2/layout/IconVerticalSolidList"/>
    <dgm:cxn modelId="{049C7448-42B0-44DD-8C0E-1CF83E77F82A}" type="presParOf" srcId="{D06074F1-7090-473B-8A26-7E6223A77873}" destId="{0B270105-8697-4679-AE6B-73EBD65FBDC8}" srcOrd="5" destOrd="0" presId="urn:microsoft.com/office/officeart/2018/2/layout/IconVerticalSolidList"/>
    <dgm:cxn modelId="{9B2AC702-0A82-481D-84FB-5214AD26D8FB}" type="presParOf" srcId="{D06074F1-7090-473B-8A26-7E6223A77873}" destId="{B3F078A1-5453-4FBA-99EE-1195251434FE}" srcOrd="6" destOrd="0" presId="urn:microsoft.com/office/officeart/2018/2/layout/IconVerticalSolidList"/>
    <dgm:cxn modelId="{F3F98906-BA2F-45E6-BB41-30774C57BD36}" type="presParOf" srcId="{B3F078A1-5453-4FBA-99EE-1195251434FE}" destId="{78263D01-8FF4-4DF7-BB05-CBDFF9ABCF8F}" srcOrd="0" destOrd="0" presId="urn:microsoft.com/office/officeart/2018/2/layout/IconVerticalSolidList"/>
    <dgm:cxn modelId="{DCE75FE4-6F3A-456C-96FE-10961597EA7D}" type="presParOf" srcId="{B3F078A1-5453-4FBA-99EE-1195251434FE}" destId="{BD8220B2-6FC9-446D-A638-80B38CDA751F}" srcOrd="1" destOrd="0" presId="urn:microsoft.com/office/officeart/2018/2/layout/IconVerticalSolidList"/>
    <dgm:cxn modelId="{07F1B18D-A684-4E2E-8518-7429FB972467}" type="presParOf" srcId="{B3F078A1-5453-4FBA-99EE-1195251434FE}" destId="{8EC01517-249F-4202-B7A1-C49367442C35}" srcOrd="2" destOrd="0" presId="urn:microsoft.com/office/officeart/2018/2/layout/IconVerticalSolidList"/>
    <dgm:cxn modelId="{33F2225D-695A-45AB-961A-9BE0C4ED524E}" type="presParOf" srcId="{B3F078A1-5453-4FBA-99EE-1195251434FE}" destId="{9C921DEF-4B72-4802-A8B1-71B01ACC90D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1BB6E2-29A9-4637-ACFB-431A54A37EF8}" type="doc">
      <dgm:prSet loTypeId="urn:microsoft.com/office/officeart/2011/layout/HexagonRadial" loCatId="cycle" qsTypeId="urn:microsoft.com/office/officeart/2005/8/quickstyle/simple1" qsCatId="simple" csTypeId="urn:microsoft.com/office/officeart/2005/8/colors/accent5_1" csCatId="accent5" phldr="1"/>
      <dgm:spPr/>
      <dgm:t>
        <a:bodyPr/>
        <a:lstStyle/>
        <a:p>
          <a:endParaRPr lang="en-US"/>
        </a:p>
      </dgm:t>
    </dgm:pt>
    <dgm:pt modelId="{D1E78CA0-1B80-4E49-ACCF-E6BFB80A2C77}">
      <dgm:prSet phldrT="[Text]" custT="1"/>
      <dgm:spPr/>
      <dgm:t>
        <a:bodyPr/>
        <a:lstStyle/>
        <a:p>
          <a:r>
            <a:rPr lang="en-US" sz="1400" dirty="0"/>
            <a:t>Modular Monolith Architecture</a:t>
          </a:r>
        </a:p>
      </dgm:t>
    </dgm:pt>
    <dgm:pt modelId="{ECA0CC6C-CEFB-4BDF-9E63-E36C56C47200}" type="parTrans" cxnId="{1504FD4B-23EA-4C1C-BEA8-0B7E0E63799B}">
      <dgm:prSet/>
      <dgm:spPr/>
      <dgm:t>
        <a:bodyPr/>
        <a:lstStyle/>
        <a:p>
          <a:endParaRPr lang="en-US"/>
        </a:p>
      </dgm:t>
    </dgm:pt>
    <dgm:pt modelId="{9E6AC890-4D79-4F46-BE05-0B92E15738DF}" type="sibTrans" cxnId="{1504FD4B-23EA-4C1C-BEA8-0B7E0E63799B}">
      <dgm:prSet/>
      <dgm:spPr/>
      <dgm:t>
        <a:bodyPr/>
        <a:lstStyle/>
        <a:p>
          <a:endParaRPr lang="en-US"/>
        </a:p>
      </dgm:t>
    </dgm:pt>
    <dgm:pt modelId="{5344A919-A302-467E-8DC5-7BB61DFF57CC}">
      <dgm:prSet phldrT="[Text]" custT="1"/>
      <dgm:spPr/>
      <dgm:t>
        <a:bodyPr/>
        <a:lstStyle/>
        <a:p>
          <a:r>
            <a:rPr lang="en-US" sz="1200" dirty="0"/>
            <a:t>Single Deployment Unit</a:t>
          </a:r>
        </a:p>
      </dgm:t>
    </dgm:pt>
    <dgm:pt modelId="{412B8743-EBBB-47E1-ACA4-F53329E75C43}" type="parTrans" cxnId="{0E042F93-1C1B-495D-88EF-A79DEAE9CF71}">
      <dgm:prSet/>
      <dgm:spPr/>
      <dgm:t>
        <a:bodyPr/>
        <a:lstStyle/>
        <a:p>
          <a:endParaRPr lang="en-US"/>
        </a:p>
      </dgm:t>
    </dgm:pt>
    <dgm:pt modelId="{3CBF67A9-09FB-4F35-8828-FEFC25540A28}" type="sibTrans" cxnId="{0E042F93-1C1B-495D-88EF-A79DEAE9CF71}">
      <dgm:prSet/>
      <dgm:spPr/>
      <dgm:t>
        <a:bodyPr/>
        <a:lstStyle/>
        <a:p>
          <a:endParaRPr lang="en-US"/>
        </a:p>
      </dgm:t>
    </dgm:pt>
    <dgm:pt modelId="{B632B5D7-4C08-4276-8F68-AED077D68E4F}">
      <dgm:prSet phldrT="[Text]" custT="1"/>
      <dgm:spPr/>
      <dgm:t>
        <a:bodyPr/>
        <a:lstStyle/>
        <a:p>
          <a:r>
            <a:rPr lang="en-US" sz="1200" dirty="0"/>
            <a:t>Modular Design</a:t>
          </a:r>
        </a:p>
      </dgm:t>
    </dgm:pt>
    <dgm:pt modelId="{7A1C38C2-AFFE-442D-9E2A-8C31ED520C90}" type="parTrans" cxnId="{5A811ED6-2A7B-474E-80CC-80ED790F5814}">
      <dgm:prSet/>
      <dgm:spPr/>
      <dgm:t>
        <a:bodyPr/>
        <a:lstStyle/>
        <a:p>
          <a:endParaRPr lang="en-US"/>
        </a:p>
      </dgm:t>
    </dgm:pt>
    <dgm:pt modelId="{6CF2B0E1-B268-4F11-A5DC-1D99C6CC20D3}" type="sibTrans" cxnId="{5A811ED6-2A7B-474E-80CC-80ED790F5814}">
      <dgm:prSet/>
      <dgm:spPr/>
      <dgm:t>
        <a:bodyPr/>
        <a:lstStyle/>
        <a:p>
          <a:endParaRPr lang="en-US"/>
        </a:p>
      </dgm:t>
    </dgm:pt>
    <dgm:pt modelId="{03EBDB3C-8992-48A9-B9EB-1AD6D4DF6D82}">
      <dgm:prSet phldrT="[Text]" custT="1"/>
      <dgm:spPr/>
      <dgm:t>
        <a:bodyPr/>
        <a:lstStyle/>
        <a:p>
          <a:r>
            <a:rPr lang="en-US" sz="1200" dirty="0"/>
            <a:t>Separation of Concerns</a:t>
          </a:r>
        </a:p>
      </dgm:t>
    </dgm:pt>
    <dgm:pt modelId="{B844B087-943C-477F-9565-39F380888826}" type="parTrans" cxnId="{FBED399D-BEE3-4CCC-9117-E6515081A834}">
      <dgm:prSet/>
      <dgm:spPr/>
      <dgm:t>
        <a:bodyPr/>
        <a:lstStyle/>
        <a:p>
          <a:endParaRPr lang="en-US"/>
        </a:p>
      </dgm:t>
    </dgm:pt>
    <dgm:pt modelId="{B9661E9C-7C10-429E-989E-136A5224931C}" type="sibTrans" cxnId="{FBED399D-BEE3-4CCC-9117-E6515081A834}">
      <dgm:prSet/>
      <dgm:spPr/>
      <dgm:t>
        <a:bodyPr/>
        <a:lstStyle/>
        <a:p>
          <a:endParaRPr lang="en-US"/>
        </a:p>
      </dgm:t>
    </dgm:pt>
    <dgm:pt modelId="{BAD36B03-A9D5-40DC-989D-2704833375BE}">
      <dgm:prSet phldrT="[Text]" custT="1"/>
      <dgm:spPr/>
      <dgm:t>
        <a:bodyPr/>
        <a:lstStyle/>
        <a:p>
          <a:r>
            <a:rPr lang="en-US" sz="1200" dirty="0"/>
            <a:t>Ease of Development and Testing</a:t>
          </a:r>
        </a:p>
      </dgm:t>
    </dgm:pt>
    <dgm:pt modelId="{A5B50A87-88B4-437A-993F-245ECBDC73CA}" type="parTrans" cxnId="{F8651E9C-6A38-406C-833A-BA0E0648A3B8}">
      <dgm:prSet/>
      <dgm:spPr/>
      <dgm:t>
        <a:bodyPr/>
        <a:lstStyle/>
        <a:p>
          <a:endParaRPr lang="en-US"/>
        </a:p>
      </dgm:t>
    </dgm:pt>
    <dgm:pt modelId="{26073F1B-79B4-4A09-A59A-3C45CD6E9D93}" type="sibTrans" cxnId="{F8651E9C-6A38-406C-833A-BA0E0648A3B8}">
      <dgm:prSet/>
      <dgm:spPr/>
      <dgm:t>
        <a:bodyPr/>
        <a:lstStyle/>
        <a:p>
          <a:endParaRPr lang="en-US"/>
        </a:p>
      </dgm:t>
    </dgm:pt>
    <dgm:pt modelId="{B99BB98B-CC19-4CA2-91DC-465B433C4112}">
      <dgm:prSet phldrT="[Text]" custT="1"/>
      <dgm:spPr/>
      <dgm:t>
        <a:bodyPr/>
        <a:lstStyle/>
        <a:p>
          <a:r>
            <a:rPr lang="en-US" sz="1200" dirty="0"/>
            <a:t>Performance and Scalability</a:t>
          </a:r>
        </a:p>
      </dgm:t>
    </dgm:pt>
    <dgm:pt modelId="{351AF87B-64C8-43A3-A23C-378A9CD0641B}" type="parTrans" cxnId="{E04B6D61-6604-42BF-ABFE-B06E7233E85F}">
      <dgm:prSet/>
      <dgm:spPr/>
      <dgm:t>
        <a:bodyPr/>
        <a:lstStyle/>
        <a:p>
          <a:endParaRPr lang="en-US"/>
        </a:p>
      </dgm:t>
    </dgm:pt>
    <dgm:pt modelId="{A9D5B263-5D0F-4E00-85E8-BB7745C0CA83}" type="sibTrans" cxnId="{E04B6D61-6604-42BF-ABFE-B06E7233E85F}">
      <dgm:prSet/>
      <dgm:spPr/>
      <dgm:t>
        <a:bodyPr/>
        <a:lstStyle/>
        <a:p>
          <a:endParaRPr lang="en-US"/>
        </a:p>
      </dgm:t>
    </dgm:pt>
    <dgm:pt modelId="{08740CB0-C37E-41F3-BB6E-D634A6B917A5}">
      <dgm:prSet phldrT="[Text]" custT="1"/>
      <dgm:spPr/>
      <dgm:t>
        <a:bodyPr/>
        <a:lstStyle/>
        <a:p>
          <a:r>
            <a:rPr lang="en-US" sz="1200" dirty="0"/>
            <a:t>Transition Path to Microservices</a:t>
          </a:r>
        </a:p>
      </dgm:t>
    </dgm:pt>
    <dgm:pt modelId="{3EFFE8FD-F7B5-47AC-9BC6-41969E3644DB}" type="parTrans" cxnId="{45850F66-D53B-47CF-B375-74A16F956815}">
      <dgm:prSet/>
      <dgm:spPr/>
      <dgm:t>
        <a:bodyPr/>
        <a:lstStyle/>
        <a:p>
          <a:endParaRPr lang="en-US"/>
        </a:p>
      </dgm:t>
    </dgm:pt>
    <dgm:pt modelId="{F7D906E8-B828-4325-B29C-5D91AB2A7038}" type="sibTrans" cxnId="{45850F66-D53B-47CF-B375-74A16F956815}">
      <dgm:prSet/>
      <dgm:spPr/>
      <dgm:t>
        <a:bodyPr/>
        <a:lstStyle/>
        <a:p>
          <a:endParaRPr lang="en-US"/>
        </a:p>
      </dgm:t>
    </dgm:pt>
    <dgm:pt modelId="{4B26AC9C-CBDB-481A-A63E-88BA969B064D}" type="pres">
      <dgm:prSet presAssocID="{7C1BB6E2-29A9-4637-ACFB-431A54A37EF8}" presName="Name0" presStyleCnt="0">
        <dgm:presLayoutVars>
          <dgm:chMax val="1"/>
          <dgm:chPref val="1"/>
          <dgm:dir/>
          <dgm:animOne val="branch"/>
          <dgm:animLvl val="lvl"/>
        </dgm:presLayoutVars>
      </dgm:prSet>
      <dgm:spPr/>
    </dgm:pt>
    <dgm:pt modelId="{F35087FA-477D-422D-B70F-9ACF7D970A63}" type="pres">
      <dgm:prSet presAssocID="{D1E78CA0-1B80-4E49-ACCF-E6BFB80A2C77}" presName="Parent" presStyleLbl="node0" presStyleIdx="0" presStyleCnt="1">
        <dgm:presLayoutVars>
          <dgm:chMax val="6"/>
          <dgm:chPref val="6"/>
        </dgm:presLayoutVars>
      </dgm:prSet>
      <dgm:spPr/>
    </dgm:pt>
    <dgm:pt modelId="{D45453A5-B4EF-4696-BAF0-98CF35B26FDA}" type="pres">
      <dgm:prSet presAssocID="{5344A919-A302-467E-8DC5-7BB61DFF57CC}" presName="Accent1" presStyleCnt="0"/>
      <dgm:spPr/>
    </dgm:pt>
    <dgm:pt modelId="{F7E31BD8-72F9-49BF-A59E-542044C798D4}" type="pres">
      <dgm:prSet presAssocID="{5344A919-A302-467E-8DC5-7BB61DFF57CC}" presName="Accent" presStyleLbl="bgShp" presStyleIdx="0" presStyleCnt="6"/>
      <dgm:spPr/>
    </dgm:pt>
    <dgm:pt modelId="{A784CC0E-E479-4399-AD02-910AFF36C19D}" type="pres">
      <dgm:prSet presAssocID="{5344A919-A302-467E-8DC5-7BB61DFF57CC}" presName="Child1" presStyleLbl="node1" presStyleIdx="0" presStyleCnt="6">
        <dgm:presLayoutVars>
          <dgm:chMax val="0"/>
          <dgm:chPref val="0"/>
          <dgm:bulletEnabled val="1"/>
        </dgm:presLayoutVars>
      </dgm:prSet>
      <dgm:spPr/>
    </dgm:pt>
    <dgm:pt modelId="{DAE81353-0AE7-49A1-A929-DD698DC7448B}" type="pres">
      <dgm:prSet presAssocID="{B632B5D7-4C08-4276-8F68-AED077D68E4F}" presName="Accent2" presStyleCnt="0"/>
      <dgm:spPr/>
    </dgm:pt>
    <dgm:pt modelId="{F2D2E0CA-E419-4793-8668-A79D1E65EC76}" type="pres">
      <dgm:prSet presAssocID="{B632B5D7-4C08-4276-8F68-AED077D68E4F}" presName="Accent" presStyleLbl="bgShp" presStyleIdx="1" presStyleCnt="6"/>
      <dgm:spPr/>
    </dgm:pt>
    <dgm:pt modelId="{8554C95B-E0B8-4EAF-AD41-C4B107BF92CB}" type="pres">
      <dgm:prSet presAssocID="{B632B5D7-4C08-4276-8F68-AED077D68E4F}" presName="Child2" presStyleLbl="node1" presStyleIdx="1" presStyleCnt="6">
        <dgm:presLayoutVars>
          <dgm:chMax val="0"/>
          <dgm:chPref val="0"/>
          <dgm:bulletEnabled val="1"/>
        </dgm:presLayoutVars>
      </dgm:prSet>
      <dgm:spPr/>
    </dgm:pt>
    <dgm:pt modelId="{6A02538D-6F37-449D-9FA3-F3870B265E8D}" type="pres">
      <dgm:prSet presAssocID="{03EBDB3C-8992-48A9-B9EB-1AD6D4DF6D82}" presName="Accent3" presStyleCnt="0"/>
      <dgm:spPr/>
    </dgm:pt>
    <dgm:pt modelId="{4FFE62B4-6D55-4089-9E54-3D1D37B35AD3}" type="pres">
      <dgm:prSet presAssocID="{03EBDB3C-8992-48A9-B9EB-1AD6D4DF6D82}" presName="Accent" presStyleLbl="bgShp" presStyleIdx="2" presStyleCnt="6"/>
      <dgm:spPr/>
    </dgm:pt>
    <dgm:pt modelId="{7939EC41-32FD-4D34-B4FD-70B882DE8B5E}" type="pres">
      <dgm:prSet presAssocID="{03EBDB3C-8992-48A9-B9EB-1AD6D4DF6D82}" presName="Child3" presStyleLbl="node1" presStyleIdx="2" presStyleCnt="6">
        <dgm:presLayoutVars>
          <dgm:chMax val="0"/>
          <dgm:chPref val="0"/>
          <dgm:bulletEnabled val="1"/>
        </dgm:presLayoutVars>
      </dgm:prSet>
      <dgm:spPr/>
    </dgm:pt>
    <dgm:pt modelId="{1E885D32-53C3-4056-ACD1-2B3480AEE758}" type="pres">
      <dgm:prSet presAssocID="{BAD36B03-A9D5-40DC-989D-2704833375BE}" presName="Accent4" presStyleCnt="0"/>
      <dgm:spPr/>
    </dgm:pt>
    <dgm:pt modelId="{FEDC064F-C7A3-4C49-992B-7DCDA108CA52}" type="pres">
      <dgm:prSet presAssocID="{BAD36B03-A9D5-40DC-989D-2704833375BE}" presName="Accent" presStyleLbl="bgShp" presStyleIdx="3" presStyleCnt="6"/>
      <dgm:spPr/>
    </dgm:pt>
    <dgm:pt modelId="{0C7276FF-D047-4A1B-B607-99D551266FA5}" type="pres">
      <dgm:prSet presAssocID="{BAD36B03-A9D5-40DC-989D-2704833375BE}" presName="Child4" presStyleLbl="node1" presStyleIdx="3" presStyleCnt="6">
        <dgm:presLayoutVars>
          <dgm:chMax val="0"/>
          <dgm:chPref val="0"/>
          <dgm:bulletEnabled val="1"/>
        </dgm:presLayoutVars>
      </dgm:prSet>
      <dgm:spPr/>
    </dgm:pt>
    <dgm:pt modelId="{1891D565-731C-4FCA-825E-F100208E4493}" type="pres">
      <dgm:prSet presAssocID="{B99BB98B-CC19-4CA2-91DC-465B433C4112}" presName="Accent5" presStyleCnt="0"/>
      <dgm:spPr/>
    </dgm:pt>
    <dgm:pt modelId="{5E915771-AF19-421E-ABCF-7F2E9776677F}" type="pres">
      <dgm:prSet presAssocID="{B99BB98B-CC19-4CA2-91DC-465B433C4112}" presName="Accent" presStyleLbl="bgShp" presStyleIdx="4" presStyleCnt="6"/>
      <dgm:spPr/>
    </dgm:pt>
    <dgm:pt modelId="{C1A58855-D776-4F3E-BE14-ECBE9DAB8CF1}" type="pres">
      <dgm:prSet presAssocID="{B99BB98B-CC19-4CA2-91DC-465B433C4112}" presName="Child5" presStyleLbl="node1" presStyleIdx="4" presStyleCnt="6">
        <dgm:presLayoutVars>
          <dgm:chMax val="0"/>
          <dgm:chPref val="0"/>
          <dgm:bulletEnabled val="1"/>
        </dgm:presLayoutVars>
      </dgm:prSet>
      <dgm:spPr/>
    </dgm:pt>
    <dgm:pt modelId="{0BEBB694-612B-4CAE-B8A5-09F25B7F8A01}" type="pres">
      <dgm:prSet presAssocID="{08740CB0-C37E-41F3-BB6E-D634A6B917A5}" presName="Accent6" presStyleCnt="0"/>
      <dgm:spPr/>
    </dgm:pt>
    <dgm:pt modelId="{EE76E147-10FB-42C3-8013-F75DC0F587CF}" type="pres">
      <dgm:prSet presAssocID="{08740CB0-C37E-41F3-BB6E-D634A6B917A5}" presName="Accent" presStyleLbl="bgShp" presStyleIdx="5" presStyleCnt="6"/>
      <dgm:spPr/>
    </dgm:pt>
    <dgm:pt modelId="{E37E4E92-364B-43A8-9DDD-16B7E72220C6}" type="pres">
      <dgm:prSet presAssocID="{08740CB0-C37E-41F3-BB6E-D634A6B917A5}" presName="Child6" presStyleLbl="node1" presStyleIdx="5" presStyleCnt="6" custScaleX="109276">
        <dgm:presLayoutVars>
          <dgm:chMax val="0"/>
          <dgm:chPref val="0"/>
          <dgm:bulletEnabled val="1"/>
        </dgm:presLayoutVars>
      </dgm:prSet>
      <dgm:spPr/>
    </dgm:pt>
  </dgm:ptLst>
  <dgm:cxnLst>
    <dgm:cxn modelId="{FAA54E2F-1555-41A9-ABB6-35B3FFF04D4A}" type="presOf" srcId="{D1E78CA0-1B80-4E49-ACCF-E6BFB80A2C77}" destId="{F35087FA-477D-422D-B70F-9ACF7D970A63}" srcOrd="0" destOrd="0" presId="urn:microsoft.com/office/officeart/2011/layout/HexagonRadial"/>
    <dgm:cxn modelId="{24C85A39-3655-4ACE-B7A1-2BF4DD27D861}" type="presOf" srcId="{03EBDB3C-8992-48A9-B9EB-1AD6D4DF6D82}" destId="{7939EC41-32FD-4D34-B4FD-70B882DE8B5E}" srcOrd="0" destOrd="0" presId="urn:microsoft.com/office/officeart/2011/layout/HexagonRadial"/>
    <dgm:cxn modelId="{E04B6D61-6604-42BF-ABFE-B06E7233E85F}" srcId="{D1E78CA0-1B80-4E49-ACCF-E6BFB80A2C77}" destId="{B99BB98B-CC19-4CA2-91DC-465B433C4112}" srcOrd="4" destOrd="0" parTransId="{351AF87B-64C8-43A3-A23C-378A9CD0641B}" sibTransId="{A9D5B263-5D0F-4E00-85E8-BB7745C0CA83}"/>
    <dgm:cxn modelId="{45850F66-D53B-47CF-B375-74A16F956815}" srcId="{D1E78CA0-1B80-4E49-ACCF-E6BFB80A2C77}" destId="{08740CB0-C37E-41F3-BB6E-D634A6B917A5}" srcOrd="5" destOrd="0" parTransId="{3EFFE8FD-F7B5-47AC-9BC6-41969E3644DB}" sibTransId="{F7D906E8-B828-4325-B29C-5D91AB2A7038}"/>
    <dgm:cxn modelId="{00F92066-E1C4-405F-ACE8-DE91D64630F3}" type="presOf" srcId="{B632B5D7-4C08-4276-8F68-AED077D68E4F}" destId="{8554C95B-E0B8-4EAF-AD41-C4B107BF92CB}" srcOrd="0" destOrd="0" presId="urn:microsoft.com/office/officeart/2011/layout/HexagonRadial"/>
    <dgm:cxn modelId="{B26FD066-73A8-4D15-AB5F-EE142FA1B0A0}" type="presOf" srcId="{B99BB98B-CC19-4CA2-91DC-465B433C4112}" destId="{C1A58855-D776-4F3E-BE14-ECBE9DAB8CF1}" srcOrd="0" destOrd="0" presId="urn:microsoft.com/office/officeart/2011/layout/HexagonRadial"/>
    <dgm:cxn modelId="{1504FD4B-23EA-4C1C-BEA8-0B7E0E63799B}" srcId="{7C1BB6E2-29A9-4637-ACFB-431A54A37EF8}" destId="{D1E78CA0-1B80-4E49-ACCF-E6BFB80A2C77}" srcOrd="0" destOrd="0" parTransId="{ECA0CC6C-CEFB-4BDF-9E63-E36C56C47200}" sibTransId="{9E6AC890-4D79-4F46-BE05-0B92E15738DF}"/>
    <dgm:cxn modelId="{E601AD6C-F4F5-4D26-B0FF-0750D1A1F482}" type="presOf" srcId="{BAD36B03-A9D5-40DC-989D-2704833375BE}" destId="{0C7276FF-D047-4A1B-B607-99D551266FA5}" srcOrd="0" destOrd="0" presId="urn:microsoft.com/office/officeart/2011/layout/HexagonRadial"/>
    <dgm:cxn modelId="{0E042F93-1C1B-495D-88EF-A79DEAE9CF71}" srcId="{D1E78CA0-1B80-4E49-ACCF-E6BFB80A2C77}" destId="{5344A919-A302-467E-8DC5-7BB61DFF57CC}" srcOrd="0" destOrd="0" parTransId="{412B8743-EBBB-47E1-ACA4-F53329E75C43}" sibTransId="{3CBF67A9-09FB-4F35-8828-FEFC25540A28}"/>
    <dgm:cxn modelId="{8BC5B196-4C0E-442F-BD23-6028888B2DB7}" type="presOf" srcId="{5344A919-A302-467E-8DC5-7BB61DFF57CC}" destId="{A784CC0E-E479-4399-AD02-910AFF36C19D}" srcOrd="0" destOrd="0" presId="urn:microsoft.com/office/officeart/2011/layout/HexagonRadial"/>
    <dgm:cxn modelId="{F8651E9C-6A38-406C-833A-BA0E0648A3B8}" srcId="{D1E78CA0-1B80-4E49-ACCF-E6BFB80A2C77}" destId="{BAD36B03-A9D5-40DC-989D-2704833375BE}" srcOrd="3" destOrd="0" parTransId="{A5B50A87-88B4-437A-993F-245ECBDC73CA}" sibTransId="{26073F1B-79B4-4A09-A59A-3C45CD6E9D93}"/>
    <dgm:cxn modelId="{FBED399D-BEE3-4CCC-9117-E6515081A834}" srcId="{D1E78CA0-1B80-4E49-ACCF-E6BFB80A2C77}" destId="{03EBDB3C-8992-48A9-B9EB-1AD6D4DF6D82}" srcOrd="2" destOrd="0" parTransId="{B844B087-943C-477F-9565-39F380888826}" sibTransId="{B9661E9C-7C10-429E-989E-136A5224931C}"/>
    <dgm:cxn modelId="{7A2305B9-1F74-4D9B-8061-CA2E43612BF7}" type="presOf" srcId="{7C1BB6E2-29A9-4637-ACFB-431A54A37EF8}" destId="{4B26AC9C-CBDB-481A-A63E-88BA969B064D}" srcOrd="0" destOrd="0" presId="urn:microsoft.com/office/officeart/2011/layout/HexagonRadial"/>
    <dgm:cxn modelId="{5A811ED6-2A7B-474E-80CC-80ED790F5814}" srcId="{D1E78CA0-1B80-4E49-ACCF-E6BFB80A2C77}" destId="{B632B5D7-4C08-4276-8F68-AED077D68E4F}" srcOrd="1" destOrd="0" parTransId="{7A1C38C2-AFFE-442D-9E2A-8C31ED520C90}" sibTransId="{6CF2B0E1-B268-4F11-A5DC-1D99C6CC20D3}"/>
    <dgm:cxn modelId="{5FD295EB-161C-4A1F-AA99-53FD762000D5}" type="presOf" srcId="{08740CB0-C37E-41F3-BB6E-D634A6B917A5}" destId="{E37E4E92-364B-43A8-9DDD-16B7E72220C6}" srcOrd="0" destOrd="0" presId="urn:microsoft.com/office/officeart/2011/layout/HexagonRadial"/>
    <dgm:cxn modelId="{F139DEB0-CECC-48EB-854B-4C91606519E1}" type="presParOf" srcId="{4B26AC9C-CBDB-481A-A63E-88BA969B064D}" destId="{F35087FA-477D-422D-B70F-9ACF7D970A63}" srcOrd="0" destOrd="0" presId="urn:microsoft.com/office/officeart/2011/layout/HexagonRadial"/>
    <dgm:cxn modelId="{9F233695-F810-42F6-8672-A56C2EE699EC}" type="presParOf" srcId="{4B26AC9C-CBDB-481A-A63E-88BA969B064D}" destId="{D45453A5-B4EF-4696-BAF0-98CF35B26FDA}" srcOrd="1" destOrd="0" presId="urn:microsoft.com/office/officeart/2011/layout/HexagonRadial"/>
    <dgm:cxn modelId="{9B13EF72-5B1C-4248-959B-66D43BD16496}" type="presParOf" srcId="{D45453A5-B4EF-4696-BAF0-98CF35B26FDA}" destId="{F7E31BD8-72F9-49BF-A59E-542044C798D4}" srcOrd="0" destOrd="0" presId="urn:microsoft.com/office/officeart/2011/layout/HexagonRadial"/>
    <dgm:cxn modelId="{50BAB908-4BD7-44A7-A6F1-35F33C2D8CF0}" type="presParOf" srcId="{4B26AC9C-CBDB-481A-A63E-88BA969B064D}" destId="{A784CC0E-E479-4399-AD02-910AFF36C19D}" srcOrd="2" destOrd="0" presId="urn:microsoft.com/office/officeart/2011/layout/HexagonRadial"/>
    <dgm:cxn modelId="{9B349A7D-3D07-448B-89EA-DC2337272815}" type="presParOf" srcId="{4B26AC9C-CBDB-481A-A63E-88BA969B064D}" destId="{DAE81353-0AE7-49A1-A929-DD698DC7448B}" srcOrd="3" destOrd="0" presId="urn:microsoft.com/office/officeart/2011/layout/HexagonRadial"/>
    <dgm:cxn modelId="{8315CD21-DA75-4BC7-9A1F-6F3EA130FCE3}" type="presParOf" srcId="{DAE81353-0AE7-49A1-A929-DD698DC7448B}" destId="{F2D2E0CA-E419-4793-8668-A79D1E65EC76}" srcOrd="0" destOrd="0" presId="urn:microsoft.com/office/officeart/2011/layout/HexagonRadial"/>
    <dgm:cxn modelId="{AA4F632F-C2BD-4B27-99A3-97E9DA39D874}" type="presParOf" srcId="{4B26AC9C-CBDB-481A-A63E-88BA969B064D}" destId="{8554C95B-E0B8-4EAF-AD41-C4B107BF92CB}" srcOrd="4" destOrd="0" presId="urn:microsoft.com/office/officeart/2011/layout/HexagonRadial"/>
    <dgm:cxn modelId="{84D4DE77-9F2F-4D6F-904A-B6668EC27EAF}" type="presParOf" srcId="{4B26AC9C-CBDB-481A-A63E-88BA969B064D}" destId="{6A02538D-6F37-449D-9FA3-F3870B265E8D}" srcOrd="5" destOrd="0" presId="urn:microsoft.com/office/officeart/2011/layout/HexagonRadial"/>
    <dgm:cxn modelId="{257D7B99-B8DE-468D-93AB-AC8F64BD6B82}" type="presParOf" srcId="{6A02538D-6F37-449D-9FA3-F3870B265E8D}" destId="{4FFE62B4-6D55-4089-9E54-3D1D37B35AD3}" srcOrd="0" destOrd="0" presId="urn:microsoft.com/office/officeart/2011/layout/HexagonRadial"/>
    <dgm:cxn modelId="{32AC574E-E0F2-43F0-A152-A5223BE90D0C}" type="presParOf" srcId="{4B26AC9C-CBDB-481A-A63E-88BA969B064D}" destId="{7939EC41-32FD-4D34-B4FD-70B882DE8B5E}" srcOrd="6" destOrd="0" presId="urn:microsoft.com/office/officeart/2011/layout/HexagonRadial"/>
    <dgm:cxn modelId="{E0A2B148-F7E5-4373-B5E7-7EC34D1C55E4}" type="presParOf" srcId="{4B26AC9C-CBDB-481A-A63E-88BA969B064D}" destId="{1E885D32-53C3-4056-ACD1-2B3480AEE758}" srcOrd="7" destOrd="0" presId="urn:microsoft.com/office/officeart/2011/layout/HexagonRadial"/>
    <dgm:cxn modelId="{AC1FB354-1D3F-4E6E-B489-72BE7FBB132C}" type="presParOf" srcId="{1E885D32-53C3-4056-ACD1-2B3480AEE758}" destId="{FEDC064F-C7A3-4C49-992B-7DCDA108CA52}" srcOrd="0" destOrd="0" presId="urn:microsoft.com/office/officeart/2011/layout/HexagonRadial"/>
    <dgm:cxn modelId="{9DE61E06-8708-453D-8CF1-967BB7500A8C}" type="presParOf" srcId="{4B26AC9C-CBDB-481A-A63E-88BA969B064D}" destId="{0C7276FF-D047-4A1B-B607-99D551266FA5}" srcOrd="8" destOrd="0" presId="urn:microsoft.com/office/officeart/2011/layout/HexagonRadial"/>
    <dgm:cxn modelId="{6B3C8D67-2BD7-4393-B450-99253AE59F9D}" type="presParOf" srcId="{4B26AC9C-CBDB-481A-A63E-88BA969B064D}" destId="{1891D565-731C-4FCA-825E-F100208E4493}" srcOrd="9" destOrd="0" presId="urn:microsoft.com/office/officeart/2011/layout/HexagonRadial"/>
    <dgm:cxn modelId="{C9B389D9-7A45-4A29-BF1B-F6300EDDB260}" type="presParOf" srcId="{1891D565-731C-4FCA-825E-F100208E4493}" destId="{5E915771-AF19-421E-ABCF-7F2E9776677F}" srcOrd="0" destOrd="0" presId="urn:microsoft.com/office/officeart/2011/layout/HexagonRadial"/>
    <dgm:cxn modelId="{F8E9B167-EC8F-4166-AF5A-1CFBE3C439FD}" type="presParOf" srcId="{4B26AC9C-CBDB-481A-A63E-88BA969B064D}" destId="{C1A58855-D776-4F3E-BE14-ECBE9DAB8CF1}" srcOrd="10" destOrd="0" presId="urn:microsoft.com/office/officeart/2011/layout/HexagonRadial"/>
    <dgm:cxn modelId="{BF45E0B3-0CEE-48DC-B4B4-B475DFDDACA9}" type="presParOf" srcId="{4B26AC9C-CBDB-481A-A63E-88BA969B064D}" destId="{0BEBB694-612B-4CAE-B8A5-09F25B7F8A01}" srcOrd="11" destOrd="0" presId="urn:microsoft.com/office/officeart/2011/layout/HexagonRadial"/>
    <dgm:cxn modelId="{81CDF3EE-9B96-4AAF-8A8F-F48F141072DE}" type="presParOf" srcId="{0BEBB694-612B-4CAE-B8A5-09F25B7F8A01}" destId="{EE76E147-10FB-42C3-8013-F75DC0F587CF}" srcOrd="0" destOrd="0" presId="urn:microsoft.com/office/officeart/2011/layout/HexagonRadial"/>
    <dgm:cxn modelId="{AC349612-D27E-44E5-AF5D-883A907088CB}" type="presParOf" srcId="{4B26AC9C-CBDB-481A-A63E-88BA969B064D}" destId="{E37E4E92-364B-43A8-9DDD-16B7E72220C6}"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1BB6E2-29A9-4637-ACFB-431A54A37EF8}" type="doc">
      <dgm:prSet loTypeId="urn:microsoft.com/office/officeart/2008/layout/RadialCluster" loCatId="cycle" qsTypeId="urn:microsoft.com/office/officeart/2005/8/quickstyle/simple1" qsCatId="simple" csTypeId="urn:microsoft.com/office/officeart/2005/8/colors/colorful4" csCatId="colorful" phldr="1"/>
      <dgm:spPr/>
      <dgm:t>
        <a:bodyPr/>
        <a:lstStyle/>
        <a:p>
          <a:endParaRPr lang="en-US"/>
        </a:p>
      </dgm:t>
    </dgm:pt>
    <dgm:pt modelId="{5344A919-A302-467E-8DC5-7BB61DFF57CC}">
      <dgm:prSet phldrT="[Text]" custT="1"/>
      <dgm:spPr/>
      <dgm:t>
        <a:bodyPr/>
        <a:lstStyle/>
        <a:p>
          <a:r>
            <a:rPr lang="en-US" sz="1200"/>
            <a:t>Producer</a:t>
          </a:r>
          <a:endParaRPr lang="en-US" sz="1200" dirty="0"/>
        </a:p>
      </dgm:t>
    </dgm:pt>
    <dgm:pt modelId="{412B8743-EBBB-47E1-ACA4-F53329E75C43}" type="parTrans" cxnId="{0E042F93-1C1B-495D-88EF-A79DEAE9CF71}">
      <dgm:prSet/>
      <dgm:spPr/>
      <dgm:t>
        <a:bodyPr/>
        <a:lstStyle/>
        <a:p>
          <a:endParaRPr lang="en-US"/>
        </a:p>
      </dgm:t>
    </dgm:pt>
    <dgm:pt modelId="{3CBF67A9-09FB-4F35-8828-FEFC25540A28}" type="sibTrans" cxnId="{0E042F93-1C1B-495D-88EF-A79DEAE9CF71}">
      <dgm:prSet/>
      <dgm:spPr/>
      <dgm:t>
        <a:bodyPr/>
        <a:lstStyle/>
        <a:p>
          <a:endParaRPr lang="en-US"/>
        </a:p>
      </dgm:t>
    </dgm:pt>
    <dgm:pt modelId="{B632B5D7-4C08-4276-8F68-AED077D68E4F}">
      <dgm:prSet phldrT="[Text]" custT="1"/>
      <dgm:spPr/>
      <dgm:t>
        <a:bodyPr/>
        <a:lstStyle/>
        <a:p>
          <a:r>
            <a:rPr lang="en-US" sz="1200"/>
            <a:t>Consumer</a:t>
          </a:r>
          <a:endParaRPr lang="en-US" sz="1200" dirty="0"/>
        </a:p>
      </dgm:t>
    </dgm:pt>
    <dgm:pt modelId="{7A1C38C2-AFFE-442D-9E2A-8C31ED520C90}" type="parTrans" cxnId="{5A811ED6-2A7B-474E-80CC-80ED790F5814}">
      <dgm:prSet/>
      <dgm:spPr/>
      <dgm:t>
        <a:bodyPr/>
        <a:lstStyle/>
        <a:p>
          <a:endParaRPr lang="en-US"/>
        </a:p>
      </dgm:t>
    </dgm:pt>
    <dgm:pt modelId="{6CF2B0E1-B268-4F11-A5DC-1D99C6CC20D3}" type="sibTrans" cxnId="{5A811ED6-2A7B-474E-80CC-80ED790F5814}">
      <dgm:prSet/>
      <dgm:spPr/>
      <dgm:t>
        <a:bodyPr/>
        <a:lstStyle/>
        <a:p>
          <a:endParaRPr lang="en-US"/>
        </a:p>
      </dgm:t>
    </dgm:pt>
    <dgm:pt modelId="{03EBDB3C-8992-48A9-B9EB-1AD6D4DF6D82}">
      <dgm:prSet phldrT="[Text]" custT="1"/>
      <dgm:spPr/>
      <dgm:t>
        <a:bodyPr/>
        <a:lstStyle/>
        <a:p>
          <a:r>
            <a:rPr lang="en-US" sz="1200" dirty="0"/>
            <a:t>Channel/Bus</a:t>
          </a:r>
        </a:p>
      </dgm:t>
    </dgm:pt>
    <dgm:pt modelId="{B844B087-943C-477F-9565-39F380888826}" type="parTrans" cxnId="{FBED399D-BEE3-4CCC-9117-E6515081A834}">
      <dgm:prSet/>
      <dgm:spPr/>
      <dgm:t>
        <a:bodyPr/>
        <a:lstStyle/>
        <a:p>
          <a:endParaRPr lang="en-US"/>
        </a:p>
      </dgm:t>
    </dgm:pt>
    <dgm:pt modelId="{B9661E9C-7C10-429E-989E-136A5224931C}" type="sibTrans" cxnId="{FBED399D-BEE3-4CCC-9117-E6515081A834}">
      <dgm:prSet/>
      <dgm:spPr/>
      <dgm:t>
        <a:bodyPr/>
        <a:lstStyle/>
        <a:p>
          <a:endParaRPr lang="en-US"/>
        </a:p>
      </dgm:t>
    </dgm:pt>
    <dgm:pt modelId="{3317ED84-C5B9-40A8-B111-01DCDD63044E}">
      <dgm:prSet phldrT="[Text]" custT="1"/>
      <dgm:spPr/>
      <dgm:t>
        <a:bodyPr/>
        <a:lstStyle/>
        <a:p>
          <a:r>
            <a:rPr lang="en-US" sz="1100" b="0"/>
            <a:t>Store (Optional)</a:t>
          </a:r>
          <a:endParaRPr lang="en-US" sz="1100" b="0" dirty="0"/>
        </a:p>
      </dgm:t>
    </dgm:pt>
    <dgm:pt modelId="{16F0ACEC-4D4D-4F97-808C-1F1D514318BB}" type="parTrans" cxnId="{5FA33744-005D-4ACE-905B-439FBE5D565B}">
      <dgm:prSet/>
      <dgm:spPr/>
      <dgm:t>
        <a:bodyPr/>
        <a:lstStyle/>
        <a:p>
          <a:endParaRPr lang="en-US"/>
        </a:p>
      </dgm:t>
    </dgm:pt>
    <dgm:pt modelId="{D3AC5B21-074B-4946-8836-E452595AC8DD}" type="sibTrans" cxnId="{5FA33744-005D-4ACE-905B-439FBE5D565B}">
      <dgm:prSet/>
      <dgm:spPr/>
      <dgm:t>
        <a:bodyPr/>
        <a:lstStyle/>
        <a:p>
          <a:endParaRPr lang="en-US"/>
        </a:p>
      </dgm:t>
    </dgm:pt>
    <dgm:pt modelId="{D1E78CA0-1B80-4E49-ACCF-E6BFB80A2C77}">
      <dgm:prSet phldrT="[Text]" custT="1"/>
      <dgm:spPr/>
      <dgm:t>
        <a:bodyPr/>
        <a:lstStyle/>
        <a:p>
          <a:r>
            <a:rPr lang="en-IN" sz="1400"/>
            <a:t>Event</a:t>
          </a:r>
          <a:endParaRPr lang="en-US" sz="1400" dirty="0"/>
        </a:p>
      </dgm:t>
    </dgm:pt>
    <dgm:pt modelId="{9E6AC890-4D79-4F46-BE05-0B92E15738DF}" type="sibTrans" cxnId="{1504FD4B-23EA-4C1C-BEA8-0B7E0E63799B}">
      <dgm:prSet/>
      <dgm:spPr/>
      <dgm:t>
        <a:bodyPr/>
        <a:lstStyle/>
        <a:p>
          <a:endParaRPr lang="en-US"/>
        </a:p>
      </dgm:t>
    </dgm:pt>
    <dgm:pt modelId="{ECA0CC6C-CEFB-4BDF-9E63-E36C56C47200}" type="parTrans" cxnId="{1504FD4B-23EA-4C1C-BEA8-0B7E0E63799B}">
      <dgm:prSet/>
      <dgm:spPr/>
      <dgm:t>
        <a:bodyPr/>
        <a:lstStyle/>
        <a:p>
          <a:endParaRPr lang="en-US"/>
        </a:p>
      </dgm:t>
    </dgm:pt>
    <dgm:pt modelId="{FDBE00CC-2252-40A6-BD60-057A5AB707A5}" type="pres">
      <dgm:prSet presAssocID="{7C1BB6E2-29A9-4637-ACFB-431A54A37EF8}" presName="Name0" presStyleCnt="0">
        <dgm:presLayoutVars>
          <dgm:chMax val="1"/>
          <dgm:chPref val="1"/>
          <dgm:dir/>
          <dgm:animOne val="branch"/>
          <dgm:animLvl val="lvl"/>
        </dgm:presLayoutVars>
      </dgm:prSet>
      <dgm:spPr/>
    </dgm:pt>
    <dgm:pt modelId="{BD148602-D099-4C2F-86CA-E68026A12B39}" type="pres">
      <dgm:prSet presAssocID="{D1E78CA0-1B80-4E49-ACCF-E6BFB80A2C77}" presName="singleCycle" presStyleCnt="0"/>
      <dgm:spPr/>
    </dgm:pt>
    <dgm:pt modelId="{F885D9B8-3CAA-45BC-B137-A40E03807B6C}" type="pres">
      <dgm:prSet presAssocID="{D1E78CA0-1B80-4E49-ACCF-E6BFB80A2C77}" presName="singleCenter" presStyleLbl="node1" presStyleIdx="0" presStyleCnt="5" custScaleY="74960">
        <dgm:presLayoutVars>
          <dgm:chMax val="7"/>
          <dgm:chPref val="7"/>
        </dgm:presLayoutVars>
      </dgm:prSet>
      <dgm:spPr/>
    </dgm:pt>
    <dgm:pt modelId="{B0C26435-3031-4359-8A60-1EE196F505AC}" type="pres">
      <dgm:prSet presAssocID="{412B8743-EBBB-47E1-ACA4-F53329E75C43}" presName="Name56" presStyleLbl="parChTrans1D2" presStyleIdx="0" presStyleCnt="4" custSzX="861437"/>
      <dgm:spPr/>
    </dgm:pt>
    <dgm:pt modelId="{38CF3DB4-1C9A-49A8-923A-DFBB0A69CA00}" type="pres">
      <dgm:prSet presAssocID="{5344A919-A302-467E-8DC5-7BB61DFF57CC}" presName="text0" presStyleLbl="node1" presStyleIdx="1" presStyleCnt="5" custScaleX="164969">
        <dgm:presLayoutVars>
          <dgm:bulletEnabled val="1"/>
        </dgm:presLayoutVars>
      </dgm:prSet>
      <dgm:spPr/>
    </dgm:pt>
    <dgm:pt modelId="{8C9CCB00-CB40-4B8E-B75C-8A184D30FFB0}" type="pres">
      <dgm:prSet presAssocID="{7A1C38C2-AFFE-442D-9E2A-8C31ED520C90}" presName="Name56" presStyleLbl="parChTrans1D2" presStyleIdx="1" presStyleCnt="4" custSzX="637262"/>
      <dgm:spPr/>
    </dgm:pt>
    <dgm:pt modelId="{B6CCE385-83B7-41EE-AB18-A04937CF9186}" type="pres">
      <dgm:prSet presAssocID="{B632B5D7-4C08-4276-8F68-AED077D68E4F}" presName="text0" presStyleLbl="node1" presStyleIdx="2" presStyleCnt="5" custScaleX="164969">
        <dgm:presLayoutVars>
          <dgm:bulletEnabled val="1"/>
        </dgm:presLayoutVars>
      </dgm:prSet>
      <dgm:spPr/>
    </dgm:pt>
    <dgm:pt modelId="{0547F215-4C4A-466A-9EF2-4C58D62AD526}" type="pres">
      <dgm:prSet presAssocID="{16F0ACEC-4D4D-4F97-808C-1F1D514318BB}" presName="Name56" presStyleLbl="parChTrans1D2" presStyleIdx="2" presStyleCnt="4" custSzX="637262"/>
      <dgm:spPr/>
    </dgm:pt>
    <dgm:pt modelId="{6E672483-AAD5-42EF-B011-69CCBF1E861E}" type="pres">
      <dgm:prSet presAssocID="{3317ED84-C5B9-40A8-B111-01DCDD63044E}" presName="text0" presStyleLbl="node1" presStyleIdx="3" presStyleCnt="5" custScaleX="164969">
        <dgm:presLayoutVars>
          <dgm:bulletEnabled val="1"/>
        </dgm:presLayoutVars>
      </dgm:prSet>
      <dgm:spPr/>
    </dgm:pt>
    <dgm:pt modelId="{8A796FEB-F3DE-4CFD-8DA9-306D7A158A2F}" type="pres">
      <dgm:prSet presAssocID="{B844B087-943C-477F-9565-39F380888826}" presName="Name56" presStyleLbl="parChTrans1D2" presStyleIdx="3" presStyleCnt="4" custSzX="861437"/>
      <dgm:spPr/>
    </dgm:pt>
    <dgm:pt modelId="{0D356553-19D7-413C-A6D1-49ADB9A7F2C1}" type="pres">
      <dgm:prSet presAssocID="{03EBDB3C-8992-48A9-B9EB-1AD6D4DF6D82}" presName="text0" presStyleLbl="node1" presStyleIdx="4" presStyleCnt="5" custScaleX="164969">
        <dgm:presLayoutVars>
          <dgm:bulletEnabled val="1"/>
        </dgm:presLayoutVars>
      </dgm:prSet>
      <dgm:spPr/>
    </dgm:pt>
  </dgm:ptLst>
  <dgm:cxnLst>
    <dgm:cxn modelId="{EC295710-D6D6-4894-AD75-CB6CC4BA3781}" type="presOf" srcId="{3317ED84-C5B9-40A8-B111-01DCDD63044E}" destId="{6E672483-AAD5-42EF-B011-69CCBF1E861E}" srcOrd="0" destOrd="0" presId="urn:microsoft.com/office/officeart/2008/layout/RadialCluster"/>
    <dgm:cxn modelId="{60EB4F13-04DD-4BBF-8787-7F7F4CD39120}" type="presOf" srcId="{03EBDB3C-8992-48A9-B9EB-1AD6D4DF6D82}" destId="{0D356553-19D7-413C-A6D1-49ADB9A7F2C1}" srcOrd="0" destOrd="0" presId="urn:microsoft.com/office/officeart/2008/layout/RadialCluster"/>
    <dgm:cxn modelId="{42AAE019-8088-4C77-874E-76C006E6ABCC}" type="presOf" srcId="{7A1C38C2-AFFE-442D-9E2A-8C31ED520C90}" destId="{8C9CCB00-CB40-4B8E-B75C-8A184D30FFB0}" srcOrd="0" destOrd="0" presId="urn:microsoft.com/office/officeart/2008/layout/RadialCluster"/>
    <dgm:cxn modelId="{E45FFD5D-3460-4AAE-A15E-4DB251A42AFD}" type="presOf" srcId="{16F0ACEC-4D4D-4F97-808C-1F1D514318BB}" destId="{0547F215-4C4A-466A-9EF2-4C58D62AD526}" srcOrd="0" destOrd="0" presId="urn:microsoft.com/office/officeart/2008/layout/RadialCluster"/>
    <dgm:cxn modelId="{A1112241-3EAA-42E2-8ECB-E18BE1F65F15}" type="presOf" srcId="{D1E78CA0-1B80-4E49-ACCF-E6BFB80A2C77}" destId="{F885D9B8-3CAA-45BC-B137-A40E03807B6C}" srcOrd="0" destOrd="0" presId="urn:microsoft.com/office/officeart/2008/layout/RadialCluster"/>
    <dgm:cxn modelId="{5FA33744-005D-4ACE-905B-439FBE5D565B}" srcId="{D1E78CA0-1B80-4E49-ACCF-E6BFB80A2C77}" destId="{3317ED84-C5B9-40A8-B111-01DCDD63044E}" srcOrd="2" destOrd="0" parTransId="{16F0ACEC-4D4D-4F97-808C-1F1D514318BB}" sibTransId="{D3AC5B21-074B-4946-8836-E452595AC8DD}"/>
    <dgm:cxn modelId="{A0E7E06B-05F1-4CBB-8F48-AEFA90505FD2}" type="presOf" srcId="{412B8743-EBBB-47E1-ACA4-F53329E75C43}" destId="{B0C26435-3031-4359-8A60-1EE196F505AC}" srcOrd="0" destOrd="0" presId="urn:microsoft.com/office/officeart/2008/layout/RadialCluster"/>
    <dgm:cxn modelId="{1504FD4B-23EA-4C1C-BEA8-0B7E0E63799B}" srcId="{7C1BB6E2-29A9-4637-ACFB-431A54A37EF8}" destId="{D1E78CA0-1B80-4E49-ACCF-E6BFB80A2C77}" srcOrd="0" destOrd="0" parTransId="{ECA0CC6C-CEFB-4BDF-9E63-E36C56C47200}" sibTransId="{9E6AC890-4D79-4F46-BE05-0B92E15738DF}"/>
    <dgm:cxn modelId="{FCEBAC71-2C57-4D69-AE6B-C2645D686B68}" type="presOf" srcId="{5344A919-A302-467E-8DC5-7BB61DFF57CC}" destId="{38CF3DB4-1C9A-49A8-923A-DFBB0A69CA00}" srcOrd="0" destOrd="0" presId="urn:microsoft.com/office/officeart/2008/layout/RadialCluster"/>
    <dgm:cxn modelId="{0E042F93-1C1B-495D-88EF-A79DEAE9CF71}" srcId="{D1E78CA0-1B80-4E49-ACCF-E6BFB80A2C77}" destId="{5344A919-A302-467E-8DC5-7BB61DFF57CC}" srcOrd="0" destOrd="0" parTransId="{412B8743-EBBB-47E1-ACA4-F53329E75C43}" sibTransId="{3CBF67A9-09FB-4F35-8828-FEFC25540A28}"/>
    <dgm:cxn modelId="{FBED399D-BEE3-4CCC-9117-E6515081A834}" srcId="{D1E78CA0-1B80-4E49-ACCF-E6BFB80A2C77}" destId="{03EBDB3C-8992-48A9-B9EB-1AD6D4DF6D82}" srcOrd="3" destOrd="0" parTransId="{B844B087-943C-477F-9565-39F380888826}" sibTransId="{B9661E9C-7C10-429E-989E-136A5224931C}"/>
    <dgm:cxn modelId="{D3F344A6-21B9-4EFE-A2B0-B3539EAE17F1}" type="presOf" srcId="{B632B5D7-4C08-4276-8F68-AED077D68E4F}" destId="{B6CCE385-83B7-41EE-AB18-A04937CF9186}" srcOrd="0" destOrd="0" presId="urn:microsoft.com/office/officeart/2008/layout/RadialCluster"/>
    <dgm:cxn modelId="{814B91B7-B5D1-4EA9-B556-93A925D05434}" type="presOf" srcId="{B844B087-943C-477F-9565-39F380888826}" destId="{8A796FEB-F3DE-4CFD-8DA9-306D7A158A2F}" srcOrd="0" destOrd="0" presId="urn:microsoft.com/office/officeart/2008/layout/RadialCluster"/>
    <dgm:cxn modelId="{42C270D5-FA6B-4DB4-9A40-649A074915E7}" type="presOf" srcId="{7C1BB6E2-29A9-4637-ACFB-431A54A37EF8}" destId="{FDBE00CC-2252-40A6-BD60-057A5AB707A5}" srcOrd="0" destOrd="0" presId="urn:microsoft.com/office/officeart/2008/layout/RadialCluster"/>
    <dgm:cxn modelId="{5A811ED6-2A7B-474E-80CC-80ED790F5814}" srcId="{D1E78CA0-1B80-4E49-ACCF-E6BFB80A2C77}" destId="{B632B5D7-4C08-4276-8F68-AED077D68E4F}" srcOrd="1" destOrd="0" parTransId="{7A1C38C2-AFFE-442D-9E2A-8C31ED520C90}" sibTransId="{6CF2B0E1-B268-4F11-A5DC-1D99C6CC20D3}"/>
    <dgm:cxn modelId="{4A106BF1-BE09-43A5-B718-19E031CB86F7}" type="presParOf" srcId="{FDBE00CC-2252-40A6-BD60-057A5AB707A5}" destId="{BD148602-D099-4C2F-86CA-E68026A12B39}" srcOrd="0" destOrd="0" presId="urn:microsoft.com/office/officeart/2008/layout/RadialCluster"/>
    <dgm:cxn modelId="{1593B359-9E9D-4C59-81D2-4E4FC55C0C64}" type="presParOf" srcId="{BD148602-D099-4C2F-86CA-E68026A12B39}" destId="{F885D9B8-3CAA-45BC-B137-A40E03807B6C}" srcOrd="0" destOrd="0" presId="urn:microsoft.com/office/officeart/2008/layout/RadialCluster"/>
    <dgm:cxn modelId="{38DE5416-E8F7-4ADB-8EF4-1CBA76BFF6E9}" type="presParOf" srcId="{BD148602-D099-4C2F-86CA-E68026A12B39}" destId="{B0C26435-3031-4359-8A60-1EE196F505AC}" srcOrd="1" destOrd="0" presId="urn:microsoft.com/office/officeart/2008/layout/RadialCluster"/>
    <dgm:cxn modelId="{9631EE68-7513-4A2F-BE0F-172C47201C1C}" type="presParOf" srcId="{BD148602-D099-4C2F-86CA-E68026A12B39}" destId="{38CF3DB4-1C9A-49A8-923A-DFBB0A69CA00}" srcOrd="2" destOrd="0" presId="urn:microsoft.com/office/officeart/2008/layout/RadialCluster"/>
    <dgm:cxn modelId="{D7E8D56F-D37D-4354-AA43-DF12BD9FB2A3}" type="presParOf" srcId="{BD148602-D099-4C2F-86CA-E68026A12B39}" destId="{8C9CCB00-CB40-4B8E-B75C-8A184D30FFB0}" srcOrd="3" destOrd="0" presId="urn:microsoft.com/office/officeart/2008/layout/RadialCluster"/>
    <dgm:cxn modelId="{14FE0EE6-9110-4B52-AA5A-DF773416D157}" type="presParOf" srcId="{BD148602-D099-4C2F-86CA-E68026A12B39}" destId="{B6CCE385-83B7-41EE-AB18-A04937CF9186}" srcOrd="4" destOrd="0" presId="urn:microsoft.com/office/officeart/2008/layout/RadialCluster"/>
    <dgm:cxn modelId="{EFA1C279-689A-4FBC-A89F-E35B4E876FDC}" type="presParOf" srcId="{BD148602-D099-4C2F-86CA-E68026A12B39}" destId="{0547F215-4C4A-466A-9EF2-4C58D62AD526}" srcOrd="5" destOrd="0" presId="urn:microsoft.com/office/officeart/2008/layout/RadialCluster"/>
    <dgm:cxn modelId="{06C88024-6C55-4A27-ABAB-60F9864DC294}" type="presParOf" srcId="{BD148602-D099-4C2F-86CA-E68026A12B39}" destId="{6E672483-AAD5-42EF-B011-69CCBF1E861E}" srcOrd="6" destOrd="0" presId="urn:microsoft.com/office/officeart/2008/layout/RadialCluster"/>
    <dgm:cxn modelId="{1AC5351D-F39F-4D6A-A8F5-A379C43AC346}" type="presParOf" srcId="{BD148602-D099-4C2F-86CA-E68026A12B39}" destId="{8A796FEB-F3DE-4CFD-8DA9-306D7A158A2F}" srcOrd="7" destOrd="0" presId="urn:microsoft.com/office/officeart/2008/layout/RadialCluster"/>
    <dgm:cxn modelId="{19099C01-1D22-4339-9ACE-7C639AAC8728}" type="presParOf" srcId="{BD148602-D099-4C2F-86CA-E68026A12B39}" destId="{0D356553-19D7-413C-A6D1-49ADB9A7F2C1}"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85861-CBDF-4CD2-AAC7-C140CE0CED5B}">
      <dsp:nvSpPr>
        <dsp:cNvPr id="0" name=""/>
        <dsp:cNvSpPr/>
      </dsp:nvSpPr>
      <dsp:spPr>
        <a:xfrm>
          <a:off x="0" y="2024"/>
          <a:ext cx="11122056" cy="10260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D488E3-6003-4664-B1C1-7BF654DB46D4}">
      <dsp:nvSpPr>
        <dsp:cNvPr id="0" name=""/>
        <dsp:cNvSpPr/>
      </dsp:nvSpPr>
      <dsp:spPr>
        <a:xfrm>
          <a:off x="310369" y="232877"/>
          <a:ext cx="564308" cy="5643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3BDE71-122B-4769-8067-9BA6AAFBA7AF}">
      <dsp:nvSpPr>
        <dsp:cNvPr id="0" name=""/>
        <dsp:cNvSpPr/>
      </dsp:nvSpPr>
      <dsp:spPr>
        <a:xfrm>
          <a:off x="1185048" y="2024"/>
          <a:ext cx="9937007" cy="102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87" tIns="108587" rIns="108587" bIns="108587" numCol="1" spcCol="1270" anchor="ctr" anchorCtr="0">
          <a:noAutofit/>
        </a:bodyPr>
        <a:lstStyle/>
        <a:p>
          <a:pPr marL="0" lvl="0" indent="0" algn="l" defTabSz="844550">
            <a:lnSpc>
              <a:spcPct val="90000"/>
            </a:lnSpc>
            <a:spcBef>
              <a:spcPct val="0"/>
            </a:spcBef>
            <a:spcAft>
              <a:spcPct val="35000"/>
            </a:spcAft>
            <a:buNone/>
          </a:pPr>
          <a:r>
            <a:rPr lang="en-US" sz="1900" kern="1200"/>
            <a:t>This pattern supports two-way data binding between the view and View model which enables automatic propagation of changes, within the state of view model to the View.</a:t>
          </a:r>
        </a:p>
      </dsp:txBody>
      <dsp:txXfrm>
        <a:off x="1185048" y="2024"/>
        <a:ext cx="9937007" cy="1026015"/>
      </dsp:txXfrm>
    </dsp:sp>
    <dsp:sp modelId="{AE3E1FCF-BCE0-4BDD-B817-170C60D603F7}">
      <dsp:nvSpPr>
        <dsp:cNvPr id="0" name=""/>
        <dsp:cNvSpPr/>
      </dsp:nvSpPr>
      <dsp:spPr>
        <a:xfrm>
          <a:off x="0" y="1284544"/>
          <a:ext cx="11122056" cy="10260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4D49AE-F717-4CA3-8FE2-2390F4A83B24}">
      <dsp:nvSpPr>
        <dsp:cNvPr id="0" name=""/>
        <dsp:cNvSpPr/>
      </dsp:nvSpPr>
      <dsp:spPr>
        <a:xfrm>
          <a:off x="310369" y="1515397"/>
          <a:ext cx="564308" cy="5643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2EBE06-BD74-4D6D-8406-153F13D4739F}">
      <dsp:nvSpPr>
        <dsp:cNvPr id="0" name=""/>
        <dsp:cNvSpPr/>
      </dsp:nvSpPr>
      <dsp:spPr>
        <a:xfrm>
          <a:off x="1185048" y="1284544"/>
          <a:ext cx="9937007" cy="102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87" tIns="108587" rIns="108587" bIns="108587" numCol="1" spcCol="1270" anchor="ctr" anchorCtr="0">
          <a:noAutofit/>
        </a:bodyPr>
        <a:lstStyle/>
        <a:p>
          <a:pPr marL="0" lvl="0" indent="0" algn="l" defTabSz="844550">
            <a:lnSpc>
              <a:spcPct val="90000"/>
            </a:lnSpc>
            <a:spcBef>
              <a:spcPct val="0"/>
            </a:spcBef>
            <a:spcAft>
              <a:spcPct val="35000"/>
            </a:spcAft>
            <a:buNone/>
          </a:pPr>
          <a:r>
            <a:rPr lang="en-US" sz="1900" b="1" kern="1200"/>
            <a:t>Model - </a:t>
          </a:r>
          <a:r>
            <a:rPr lang="en-US" sz="1900" kern="1200"/>
            <a:t>The Model represents a set of classes that describes the business logic and data. It also defines business rules for data means how the data can be changed and manipulated.</a:t>
          </a:r>
        </a:p>
      </dsp:txBody>
      <dsp:txXfrm>
        <a:off x="1185048" y="1284544"/>
        <a:ext cx="9937007" cy="1026015"/>
      </dsp:txXfrm>
    </dsp:sp>
    <dsp:sp modelId="{61EC1A8C-DBAE-42AB-B41E-101D9F1948AD}">
      <dsp:nvSpPr>
        <dsp:cNvPr id="0" name=""/>
        <dsp:cNvSpPr/>
      </dsp:nvSpPr>
      <dsp:spPr>
        <a:xfrm>
          <a:off x="0" y="2567063"/>
          <a:ext cx="11122056" cy="10260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FE6041-157B-414B-B292-FBC7713B5AD2}">
      <dsp:nvSpPr>
        <dsp:cNvPr id="0" name=""/>
        <dsp:cNvSpPr/>
      </dsp:nvSpPr>
      <dsp:spPr>
        <a:xfrm>
          <a:off x="310369" y="2797917"/>
          <a:ext cx="564308" cy="5643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A8734C-7F83-4E4C-84C0-BAB847F4BB7B}">
      <dsp:nvSpPr>
        <dsp:cNvPr id="0" name=""/>
        <dsp:cNvSpPr/>
      </dsp:nvSpPr>
      <dsp:spPr>
        <a:xfrm>
          <a:off x="1185048" y="2567063"/>
          <a:ext cx="9937007" cy="102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87" tIns="108587" rIns="108587" bIns="108587" numCol="1" spcCol="1270" anchor="ctr" anchorCtr="0">
          <a:noAutofit/>
        </a:bodyPr>
        <a:lstStyle/>
        <a:p>
          <a:pPr marL="0" lvl="0" indent="0" algn="l" defTabSz="844550">
            <a:lnSpc>
              <a:spcPct val="90000"/>
            </a:lnSpc>
            <a:spcBef>
              <a:spcPct val="0"/>
            </a:spcBef>
            <a:spcAft>
              <a:spcPct val="35000"/>
            </a:spcAft>
            <a:buNone/>
          </a:pPr>
          <a:r>
            <a:rPr lang="en-US" sz="1900" b="1" kern="1200"/>
            <a:t>View – </a:t>
          </a:r>
          <a:r>
            <a:rPr lang="en-US" sz="1900" kern="1200"/>
            <a:t>The View represents the UI components like CSS, jQuery, HTML etc. It is only responsible for displaying the data that is received from the controller as the result. This also transforms the model(s) into UI.</a:t>
          </a:r>
        </a:p>
      </dsp:txBody>
      <dsp:txXfrm>
        <a:off x="1185048" y="2567063"/>
        <a:ext cx="9937007" cy="1026015"/>
      </dsp:txXfrm>
    </dsp:sp>
    <dsp:sp modelId="{78263D01-8FF4-4DF7-BB05-CBDFF9ABCF8F}">
      <dsp:nvSpPr>
        <dsp:cNvPr id="0" name=""/>
        <dsp:cNvSpPr/>
      </dsp:nvSpPr>
      <dsp:spPr>
        <a:xfrm>
          <a:off x="0" y="3849583"/>
          <a:ext cx="11122056" cy="10260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8220B2-6FC9-446D-A638-80B38CDA751F}">
      <dsp:nvSpPr>
        <dsp:cNvPr id="0" name=""/>
        <dsp:cNvSpPr/>
      </dsp:nvSpPr>
      <dsp:spPr>
        <a:xfrm>
          <a:off x="310369" y="4080437"/>
          <a:ext cx="564308" cy="5643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21DEF-4B72-4802-A8B1-71B01ACC90DB}">
      <dsp:nvSpPr>
        <dsp:cNvPr id="0" name=""/>
        <dsp:cNvSpPr/>
      </dsp:nvSpPr>
      <dsp:spPr>
        <a:xfrm>
          <a:off x="1185048" y="3849583"/>
          <a:ext cx="9937007" cy="1026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87" tIns="108587" rIns="108587" bIns="108587" numCol="1" spcCol="1270" anchor="ctr" anchorCtr="0">
          <a:noAutofit/>
        </a:bodyPr>
        <a:lstStyle/>
        <a:p>
          <a:pPr marL="0" lvl="0" indent="0" algn="l" defTabSz="844550">
            <a:lnSpc>
              <a:spcPct val="90000"/>
            </a:lnSpc>
            <a:spcBef>
              <a:spcPct val="0"/>
            </a:spcBef>
            <a:spcAft>
              <a:spcPct val="35000"/>
            </a:spcAft>
            <a:buNone/>
          </a:pPr>
          <a:r>
            <a:rPr lang="en-US" sz="1900" b="1" kern="1200"/>
            <a:t>View Model - </a:t>
          </a:r>
          <a:r>
            <a:rPr lang="en-US" sz="1900" kern="1200"/>
            <a:t>The View Model is responsible for exposing methods, commands, and other properties that help to maintain the state of the view, manipulate the model as the result of actions on the view, and trigger events in the view itself.</a:t>
          </a:r>
        </a:p>
      </dsp:txBody>
      <dsp:txXfrm>
        <a:off x="1185048" y="3849583"/>
        <a:ext cx="9937007" cy="10260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087FA-477D-422D-B70F-9ACF7D970A63}">
      <dsp:nvSpPr>
        <dsp:cNvPr id="0" name=""/>
        <dsp:cNvSpPr/>
      </dsp:nvSpPr>
      <dsp:spPr>
        <a:xfrm>
          <a:off x="2770778" y="1332074"/>
          <a:ext cx="1693124" cy="1464621"/>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Modular Monolith Architecture</a:t>
          </a:r>
        </a:p>
      </dsp:txBody>
      <dsp:txXfrm>
        <a:off x="3051352" y="1574782"/>
        <a:ext cx="1131976" cy="979205"/>
      </dsp:txXfrm>
    </dsp:sp>
    <dsp:sp modelId="{F2D2E0CA-E419-4793-8668-A79D1E65EC76}">
      <dsp:nvSpPr>
        <dsp:cNvPr id="0" name=""/>
        <dsp:cNvSpPr/>
      </dsp:nvSpPr>
      <dsp:spPr>
        <a:xfrm>
          <a:off x="3830999" y="631352"/>
          <a:ext cx="638810" cy="550420"/>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84CC0E-E479-4399-AD02-910AFF36C19D}">
      <dsp:nvSpPr>
        <dsp:cNvPr id="0" name=""/>
        <dsp:cNvSpPr/>
      </dsp:nvSpPr>
      <dsp:spPr>
        <a:xfrm>
          <a:off x="2926739" y="0"/>
          <a:ext cx="1387503"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Single Deployment Unit</a:t>
          </a:r>
        </a:p>
      </dsp:txBody>
      <dsp:txXfrm>
        <a:off x="3156678" y="198924"/>
        <a:ext cx="927625" cy="802505"/>
      </dsp:txXfrm>
    </dsp:sp>
    <dsp:sp modelId="{4FFE62B4-6D55-4089-9E54-3D1D37B35AD3}">
      <dsp:nvSpPr>
        <dsp:cNvPr id="0" name=""/>
        <dsp:cNvSpPr/>
      </dsp:nvSpPr>
      <dsp:spPr>
        <a:xfrm>
          <a:off x="4576541" y="1660344"/>
          <a:ext cx="638810" cy="550420"/>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54C95B-E0B8-4EAF-AD41-C4B107BF92CB}">
      <dsp:nvSpPr>
        <dsp:cNvPr id="0" name=""/>
        <dsp:cNvSpPr/>
      </dsp:nvSpPr>
      <dsp:spPr>
        <a:xfrm>
          <a:off x="4199241" y="738297"/>
          <a:ext cx="1387503"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Modular Design</a:t>
          </a:r>
        </a:p>
      </dsp:txBody>
      <dsp:txXfrm>
        <a:off x="4429180" y="937221"/>
        <a:ext cx="927625" cy="802505"/>
      </dsp:txXfrm>
    </dsp:sp>
    <dsp:sp modelId="{FEDC064F-C7A3-4C49-992B-7DCDA108CA52}">
      <dsp:nvSpPr>
        <dsp:cNvPr id="0" name=""/>
        <dsp:cNvSpPr/>
      </dsp:nvSpPr>
      <dsp:spPr>
        <a:xfrm>
          <a:off x="4058640" y="2821883"/>
          <a:ext cx="638810" cy="550420"/>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39EC41-32FD-4D34-B4FD-70B882DE8B5E}">
      <dsp:nvSpPr>
        <dsp:cNvPr id="0" name=""/>
        <dsp:cNvSpPr/>
      </dsp:nvSpPr>
      <dsp:spPr>
        <a:xfrm>
          <a:off x="4199241" y="2189705"/>
          <a:ext cx="1387503"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Separation of Concerns</a:t>
          </a:r>
        </a:p>
      </dsp:txBody>
      <dsp:txXfrm>
        <a:off x="4429180" y="2388629"/>
        <a:ext cx="927625" cy="802505"/>
      </dsp:txXfrm>
    </dsp:sp>
    <dsp:sp modelId="{5E915771-AF19-421E-ABCF-7F2E9776677F}">
      <dsp:nvSpPr>
        <dsp:cNvPr id="0" name=""/>
        <dsp:cNvSpPr/>
      </dsp:nvSpPr>
      <dsp:spPr>
        <a:xfrm>
          <a:off x="2773929" y="2942455"/>
          <a:ext cx="638810" cy="550420"/>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7276FF-D047-4A1B-B607-99D551266FA5}">
      <dsp:nvSpPr>
        <dsp:cNvPr id="0" name=""/>
        <dsp:cNvSpPr/>
      </dsp:nvSpPr>
      <dsp:spPr>
        <a:xfrm>
          <a:off x="2926739" y="2928829"/>
          <a:ext cx="1387503"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Ease of Development and Testing</a:t>
          </a:r>
        </a:p>
      </dsp:txBody>
      <dsp:txXfrm>
        <a:off x="3156678" y="3127753"/>
        <a:ext cx="927625" cy="802505"/>
      </dsp:txXfrm>
    </dsp:sp>
    <dsp:sp modelId="{EE76E147-10FB-42C3-8013-F75DC0F587CF}">
      <dsp:nvSpPr>
        <dsp:cNvPr id="0" name=""/>
        <dsp:cNvSpPr/>
      </dsp:nvSpPr>
      <dsp:spPr>
        <a:xfrm>
          <a:off x="2016178" y="1913876"/>
          <a:ext cx="638810" cy="550420"/>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A58855-D776-4F3E-BE14-ECBE9DAB8CF1}">
      <dsp:nvSpPr>
        <dsp:cNvPr id="0" name=""/>
        <dsp:cNvSpPr/>
      </dsp:nvSpPr>
      <dsp:spPr>
        <a:xfrm>
          <a:off x="1648330" y="2190531"/>
          <a:ext cx="1387503"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Performance and Scalability</a:t>
          </a:r>
        </a:p>
      </dsp:txBody>
      <dsp:txXfrm>
        <a:off x="1878269" y="2389455"/>
        <a:ext cx="927625" cy="802505"/>
      </dsp:txXfrm>
    </dsp:sp>
    <dsp:sp modelId="{E37E4E92-364B-43A8-9DDD-16B7E72220C6}">
      <dsp:nvSpPr>
        <dsp:cNvPr id="0" name=""/>
        <dsp:cNvSpPr/>
      </dsp:nvSpPr>
      <dsp:spPr>
        <a:xfrm>
          <a:off x="1583977" y="736646"/>
          <a:ext cx="1516208" cy="1200353"/>
        </a:xfrm>
        <a:prstGeom prst="hexagon">
          <a:avLst>
            <a:gd name="adj" fmla="val 28570"/>
            <a:gd name="vf" fmla="val 115470"/>
          </a:avLst>
        </a:prstGeom>
        <a:solidFill>
          <a:schemeClr val="lt1">
            <a:hueOff val="0"/>
            <a:satOff val="0"/>
            <a:lumOff val="0"/>
            <a:alphaOff val="0"/>
          </a:schemeClr>
        </a:solidFill>
        <a:ln w="12700" cap="flat" cmpd="sng" algn="ctr">
          <a:solidFill>
            <a:schemeClr val="accent5">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Transition Path to Microservices</a:t>
          </a:r>
        </a:p>
      </dsp:txBody>
      <dsp:txXfrm>
        <a:off x="1824641" y="927175"/>
        <a:ext cx="1034880" cy="8192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85D9B8-3CAA-45BC-B137-A40E03807B6C}">
      <dsp:nvSpPr>
        <dsp:cNvPr id="0" name=""/>
        <dsp:cNvSpPr/>
      </dsp:nvSpPr>
      <dsp:spPr>
        <a:xfrm>
          <a:off x="1463761" y="1359016"/>
          <a:ext cx="1051979" cy="788563"/>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IN" sz="1400" kern="1200"/>
            <a:t>Event</a:t>
          </a:r>
          <a:endParaRPr lang="en-US" sz="1400" kern="1200" dirty="0"/>
        </a:p>
      </dsp:txBody>
      <dsp:txXfrm>
        <a:off x="1502255" y="1397510"/>
        <a:ext cx="974991" cy="711575"/>
      </dsp:txXfrm>
    </dsp:sp>
    <dsp:sp modelId="{B0C26435-3031-4359-8A60-1EE196F505AC}">
      <dsp:nvSpPr>
        <dsp:cNvPr id="0" name=""/>
        <dsp:cNvSpPr/>
      </dsp:nvSpPr>
      <dsp:spPr>
        <a:xfrm rot="16200000">
          <a:off x="1662806" y="1032072"/>
          <a:ext cx="653889" cy="0"/>
        </a:xfrm>
        <a:custGeom>
          <a:avLst/>
          <a:gdLst/>
          <a:ahLst/>
          <a:cxnLst/>
          <a:rect l="0" t="0" r="0" b="0"/>
          <a:pathLst>
            <a:path>
              <a:moveTo>
                <a:pt x="0" y="0"/>
              </a:moveTo>
              <a:lnTo>
                <a:pt x="653889"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CF3DB4-1C9A-49A8-923A-DFBB0A69CA00}">
      <dsp:nvSpPr>
        <dsp:cNvPr id="0" name=""/>
        <dsp:cNvSpPr/>
      </dsp:nvSpPr>
      <dsp:spPr>
        <a:xfrm>
          <a:off x="1408379" y="301"/>
          <a:ext cx="1162744" cy="704825"/>
        </a:xfrm>
        <a:prstGeom prst="roundRect">
          <a:avLst/>
        </a:prstGeom>
        <a:solidFill>
          <a:schemeClr val="accent4">
            <a:hueOff val="1649984"/>
            <a:satOff val="-7300"/>
            <a:lumOff val="-12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a:t>Producer</a:t>
          </a:r>
          <a:endParaRPr lang="en-US" sz="1200" kern="1200" dirty="0"/>
        </a:p>
      </dsp:txBody>
      <dsp:txXfrm>
        <a:off x="1442786" y="34708"/>
        <a:ext cx="1093930" cy="636011"/>
      </dsp:txXfrm>
    </dsp:sp>
    <dsp:sp modelId="{8C9CCB00-CB40-4B8E-B75C-8A184D30FFB0}">
      <dsp:nvSpPr>
        <dsp:cNvPr id="0" name=""/>
        <dsp:cNvSpPr/>
      </dsp:nvSpPr>
      <dsp:spPr>
        <a:xfrm>
          <a:off x="2515741" y="1753298"/>
          <a:ext cx="293222" cy="0"/>
        </a:xfrm>
        <a:custGeom>
          <a:avLst/>
          <a:gdLst/>
          <a:ahLst/>
          <a:cxnLst/>
          <a:rect l="0" t="0" r="0" b="0"/>
          <a:pathLst>
            <a:path>
              <a:moveTo>
                <a:pt x="0" y="0"/>
              </a:moveTo>
              <a:lnTo>
                <a:pt x="293222"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CCE385-83B7-41EE-AB18-A04937CF9186}">
      <dsp:nvSpPr>
        <dsp:cNvPr id="0" name=""/>
        <dsp:cNvSpPr/>
      </dsp:nvSpPr>
      <dsp:spPr>
        <a:xfrm>
          <a:off x="2808963" y="1400885"/>
          <a:ext cx="1162744" cy="704825"/>
        </a:xfrm>
        <a:prstGeom prst="roundRect">
          <a:avLst/>
        </a:prstGeom>
        <a:solidFill>
          <a:schemeClr val="accent4">
            <a:hueOff val="3299968"/>
            <a:satOff val="-14601"/>
            <a:lumOff val="-24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a:t>Consumer</a:t>
          </a:r>
          <a:endParaRPr lang="en-US" sz="1200" kern="1200" dirty="0"/>
        </a:p>
      </dsp:txBody>
      <dsp:txXfrm>
        <a:off x="2843370" y="1435292"/>
        <a:ext cx="1093930" cy="636011"/>
      </dsp:txXfrm>
    </dsp:sp>
    <dsp:sp modelId="{0547F215-4C4A-466A-9EF2-4C58D62AD526}">
      <dsp:nvSpPr>
        <dsp:cNvPr id="0" name=""/>
        <dsp:cNvSpPr/>
      </dsp:nvSpPr>
      <dsp:spPr>
        <a:xfrm rot="5400000">
          <a:off x="1662806" y="2474524"/>
          <a:ext cx="653889" cy="0"/>
        </a:xfrm>
        <a:custGeom>
          <a:avLst/>
          <a:gdLst/>
          <a:ahLst/>
          <a:cxnLst/>
          <a:rect l="0" t="0" r="0" b="0"/>
          <a:pathLst>
            <a:path>
              <a:moveTo>
                <a:pt x="0" y="0"/>
              </a:moveTo>
              <a:lnTo>
                <a:pt x="653889"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672483-AAD5-42EF-B011-69CCBF1E861E}">
      <dsp:nvSpPr>
        <dsp:cNvPr id="0" name=""/>
        <dsp:cNvSpPr/>
      </dsp:nvSpPr>
      <dsp:spPr>
        <a:xfrm>
          <a:off x="1408379" y="2801469"/>
          <a:ext cx="1162744" cy="704825"/>
        </a:xfrm>
        <a:prstGeom prst="roundRect">
          <a:avLst/>
        </a:prstGeom>
        <a:solidFill>
          <a:schemeClr val="accent4">
            <a:hueOff val="4949952"/>
            <a:satOff val="-21901"/>
            <a:lumOff val="-36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488950">
            <a:lnSpc>
              <a:spcPct val="90000"/>
            </a:lnSpc>
            <a:spcBef>
              <a:spcPct val="0"/>
            </a:spcBef>
            <a:spcAft>
              <a:spcPct val="35000"/>
            </a:spcAft>
            <a:buNone/>
          </a:pPr>
          <a:r>
            <a:rPr lang="en-US" sz="1100" b="0" kern="1200"/>
            <a:t>Store (Optional)</a:t>
          </a:r>
          <a:endParaRPr lang="en-US" sz="1100" b="0" kern="1200" dirty="0"/>
        </a:p>
      </dsp:txBody>
      <dsp:txXfrm>
        <a:off x="1442786" y="2835876"/>
        <a:ext cx="1093930" cy="636011"/>
      </dsp:txXfrm>
    </dsp:sp>
    <dsp:sp modelId="{8A796FEB-F3DE-4CFD-8DA9-306D7A158A2F}">
      <dsp:nvSpPr>
        <dsp:cNvPr id="0" name=""/>
        <dsp:cNvSpPr/>
      </dsp:nvSpPr>
      <dsp:spPr>
        <a:xfrm rot="10800000">
          <a:off x="1170539" y="1753298"/>
          <a:ext cx="293222" cy="0"/>
        </a:xfrm>
        <a:custGeom>
          <a:avLst/>
          <a:gdLst/>
          <a:ahLst/>
          <a:cxnLst/>
          <a:rect l="0" t="0" r="0" b="0"/>
          <a:pathLst>
            <a:path>
              <a:moveTo>
                <a:pt x="0" y="0"/>
              </a:moveTo>
              <a:lnTo>
                <a:pt x="293222" y="0"/>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356553-19D7-413C-A6D1-49ADB9A7F2C1}">
      <dsp:nvSpPr>
        <dsp:cNvPr id="0" name=""/>
        <dsp:cNvSpPr/>
      </dsp:nvSpPr>
      <dsp:spPr>
        <a:xfrm>
          <a:off x="7795" y="1400885"/>
          <a:ext cx="1162744" cy="704825"/>
        </a:xfrm>
        <a:prstGeom prst="roundRect">
          <a:avLst/>
        </a:prstGeom>
        <a:solidFill>
          <a:schemeClr val="accent4">
            <a:hueOff val="6599937"/>
            <a:satOff val="-29202"/>
            <a:lumOff val="-49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533400">
            <a:lnSpc>
              <a:spcPct val="90000"/>
            </a:lnSpc>
            <a:spcBef>
              <a:spcPct val="0"/>
            </a:spcBef>
            <a:spcAft>
              <a:spcPct val="35000"/>
            </a:spcAft>
            <a:buNone/>
          </a:pPr>
          <a:r>
            <a:rPr lang="en-US" sz="1200" kern="1200" dirty="0"/>
            <a:t>Channel/Bus</a:t>
          </a:r>
        </a:p>
      </dsp:txBody>
      <dsp:txXfrm>
        <a:off x="42202" y="1435292"/>
        <a:ext cx="1093930" cy="6360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15C61-0398-4C51-8D5A-E7C1224117FB}" type="datetimeFigureOut">
              <a:rPr lang="en-US" smtClean="0"/>
              <a:t>5/10/2025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B3E6D-78B7-448A-943B-FF5E6AE15A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5/10/2025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SOLID principles form the fundamental guidelines for building object-oriented applications.</a:t>
            </a:r>
          </a:p>
        </p:txBody>
      </p:sp>
      <p:sp>
        <p:nvSpPr>
          <p:cNvPr id="4" name="Slide Number Placeholder 3"/>
          <p:cNvSpPr>
            <a:spLocks noGrp="1"/>
          </p:cNvSpPr>
          <p:nvPr>
            <p:ph type="sldNum" sz="quarter" idx="10"/>
          </p:nvPr>
        </p:nvSpPr>
        <p:spPr/>
        <p:txBody>
          <a:bodyPr/>
          <a:lstStyle/>
          <a:p>
            <a:fld id="{572DD7D5-A1E7-4E59-B251-136D919D9E0A}" type="slidenum">
              <a:rPr lang="en-US" smtClean="0"/>
              <a:t>2</a:t>
            </a:fld>
            <a:endParaRPr lang="en-US"/>
          </a:p>
        </p:txBody>
      </p:sp>
    </p:spTree>
    <p:extLst>
      <p:ext uri="{BB962C8B-B14F-4D97-AF65-F5344CB8AC3E}">
        <p14:creationId xmlns:p14="http://schemas.microsoft.com/office/powerpoint/2010/main" val="808281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Clean/Onion Architecture Both have the same </a:t>
            </a:r>
            <a:r>
              <a:rPr lang="en-US" b="1"/>
              <a:t>common layers.</a:t>
            </a:r>
          </a:p>
          <a:p>
            <a:endParaRPr lang="en-US" b="1" dirty="0"/>
          </a:p>
          <a:p>
            <a:r>
              <a:rPr lang="en-US" b="1" dirty="0"/>
              <a:t>Clean Architecture</a:t>
            </a:r>
            <a:r>
              <a:rPr lang="en-US" dirty="0"/>
              <a:t> is more general-purpose and works well for various domains.</a:t>
            </a:r>
          </a:p>
          <a:p>
            <a:r>
              <a:rPr lang="en-US" b="1" dirty="0"/>
              <a:t>Clean Architecture</a:t>
            </a:r>
            <a:r>
              <a:rPr lang="en-US" dirty="0"/>
              <a:t> is </a:t>
            </a:r>
            <a:r>
              <a:rPr lang="en-US" b="1" dirty="0"/>
              <a:t>use-case centric</a:t>
            </a:r>
            <a:r>
              <a:rPr lang="en-US" dirty="0"/>
              <a:t>, emphasizing the orchestration of business rules through application services.</a:t>
            </a:r>
          </a:p>
          <a:p>
            <a:endParaRPr lang="en-US" dirty="0"/>
          </a:p>
          <a:p>
            <a:r>
              <a:rPr lang="en-US" b="1" dirty="0"/>
              <a:t>Onion Architecture</a:t>
            </a:r>
            <a:r>
              <a:rPr lang="en-US" dirty="0"/>
              <a:t> is better suited for systems with a strong focus on </a:t>
            </a:r>
            <a:r>
              <a:rPr lang="en-US" b="1" dirty="0"/>
              <a:t>Domain-Driven Design (DDD)</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Onion Architecture</a:t>
            </a:r>
            <a:r>
              <a:rPr lang="en-US" dirty="0"/>
              <a:t> is </a:t>
            </a:r>
            <a:r>
              <a:rPr lang="en-US" b="1" dirty="0"/>
              <a:t>domain-centric</a:t>
            </a:r>
            <a:r>
              <a:rPr lang="en-US" dirty="0"/>
              <a:t>, emphasizing the centrality of the domain model.</a:t>
            </a:r>
          </a:p>
          <a:p>
            <a:endParaRPr lang="en-IN" dirty="0"/>
          </a:p>
          <a:p>
            <a:r>
              <a:rPr lang="en-US" dirty="0"/>
              <a:t>Both architectures can overlap, and it's not uncommon to see elements of both used together.</a:t>
            </a:r>
            <a:endParaRPr lang="en-IN" dirty="0"/>
          </a:p>
          <a:p>
            <a:r>
              <a:rPr lang="en-US" b="1" dirty="0"/>
              <a:t>Clean Architecture</a:t>
            </a:r>
            <a:r>
              <a:rPr lang="en-US" dirty="0"/>
              <a:t> is an </a:t>
            </a:r>
            <a:r>
              <a:rPr lang="en-US" b="1" dirty="0"/>
              <a:t>extension or evolution of Onion Architecture</a:t>
            </a:r>
            <a:endParaRPr lang="en-IN" dirty="0"/>
          </a:p>
        </p:txBody>
      </p:sp>
      <p:sp>
        <p:nvSpPr>
          <p:cNvPr id="4" name="Slide Number Placeholder 3"/>
          <p:cNvSpPr>
            <a:spLocks noGrp="1"/>
          </p:cNvSpPr>
          <p:nvPr>
            <p:ph type="sldNum" sz="quarter" idx="5"/>
          </p:nvPr>
        </p:nvSpPr>
        <p:spPr/>
        <p:txBody>
          <a:bodyPr/>
          <a:lstStyle/>
          <a:p>
            <a:fld id="{ECE61652-CEBC-41D6-BACA-1A524BB70242}" type="slidenum">
              <a:rPr lang="en-US" smtClean="0"/>
              <a:t>8</a:t>
            </a:fld>
            <a:endParaRPr lang="en-US"/>
          </a:p>
        </p:txBody>
      </p:sp>
    </p:spTree>
    <p:extLst>
      <p:ext uri="{BB962C8B-B14F-4D97-AF65-F5344CB8AC3E}">
        <p14:creationId xmlns:p14="http://schemas.microsoft.com/office/powerpoint/2010/main" val="71624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9</a:t>
            </a:fld>
            <a:endParaRPr lang="en-US"/>
          </a:p>
        </p:txBody>
      </p:sp>
    </p:spTree>
    <p:extLst>
      <p:ext uri="{BB962C8B-B14F-4D97-AF65-F5344CB8AC3E}">
        <p14:creationId xmlns:p14="http://schemas.microsoft.com/office/powerpoint/2010/main" val="2707804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Application Layer (Orchestrator)</a:t>
            </a:r>
            <a:r>
              <a:rPr lang="en-US" dirty="0"/>
              <a:t>: The </a:t>
            </a:r>
            <a:r>
              <a:rPr lang="en-US" dirty="0" err="1"/>
              <a:t>UserService</a:t>
            </a:r>
            <a:r>
              <a:rPr lang="en-US" dirty="0"/>
              <a:t> in the </a:t>
            </a:r>
            <a:r>
              <a:rPr lang="en-US" b="1" dirty="0"/>
              <a:t>Application Layer</a:t>
            </a:r>
            <a:r>
              <a:rPr lang="en-US" dirty="0"/>
              <a:t> orchestrates the user registration process but does </a:t>
            </a:r>
            <a:r>
              <a:rPr lang="en-US" b="1" dirty="0"/>
              <a:t>not</a:t>
            </a:r>
            <a:r>
              <a:rPr lang="en-US" dirty="0"/>
              <a:t> implement any core business rules.</a:t>
            </a:r>
          </a:p>
          <a:p>
            <a:r>
              <a:rPr lang="en-US" b="1" dirty="0"/>
              <a:t>Domain Layer (Business Logic)</a:t>
            </a:r>
            <a:r>
              <a:rPr lang="en-US" dirty="0"/>
              <a:t>: The User entity contains the actual </a:t>
            </a:r>
            <a:r>
              <a:rPr lang="en-US" b="1" dirty="0"/>
              <a:t>business logic</a:t>
            </a:r>
            <a:r>
              <a:rPr lang="en-US" dirty="0"/>
              <a:t> (e.g., email validation, password hashing), ensuring that the business rules are isolated and protected from changes in the application or infrastructure.</a:t>
            </a:r>
          </a:p>
          <a:p>
            <a:r>
              <a:rPr lang="en-US" b="1" dirty="0"/>
              <a:t>Infrastructure Layer (Persistence)</a:t>
            </a:r>
            <a:r>
              <a:rPr lang="en-US" dirty="0"/>
              <a:t>: The </a:t>
            </a:r>
            <a:r>
              <a:rPr lang="en-US" b="1" dirty="0"/>
              <a:t>Infrastructure Layer</a:t>
            </a:r>
            <a:r>
              <a:rPr lang="en-US" dirty="0"/>
              <a:t> contains the repository implementations and database access logic (using </a:t>
            </a:r>
            <a:r>
              <a:rPr lang="en-US" b="1" dirty="0"/>
              <a:t>DbContext</a:t>
            </a:r>
            <a:r>
              <a:rPr lang="en-US" dirty="0"/>
              <a:t> in this case).</a:t>
            </a:r>
          </a:p>
        </p:txBody>
      </p:sp>
      <p:sp>
        <p:nvSpPr>
          <p:cNvPr id="4" name="Slide Number Placeholder 3"/>
          <p:cNvSpPr>
            <a:spLocks noGrp="1"/>
          </p:cNvSpPr>
          <p:nvPr>
            <p:ph type="sldNum" sz="quarter" idx="5"/>
          </p:nvPr>
        </p:nvSpPr>
        <p:spPr/>
        <p:txBody>
          <a:bodyPr/>
          <a:lstStyle/>
          <a:p>
            <a:fld id="{572DD7D5-A1E7-4E59-B251-136D919D9E0A}" type="slidenum">
              <a:rPr lang="en-US" smtClean="0"/>
              <a:t>10</a:t>
            </a:fld>
            <a:endParaRPr lang="en-US"/>
          </a:p>
        </p:txBody>
      </p:sp>
    </p:spTree>
    <p:extLst>
      <p:ext uri="{BB962C8B-B14F-4D97-AF65-F5344CB8AC3E}">
        <p14:creationId xmlns:p14="http://schemas.microsoft.com/office/powerpoint/2010/main" val="3897704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A856-D13E-79BC-7391-2C20F7016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48808-9BEA-E61B-AA8D-9B9551151F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DC96D-682C-8E58-9082-03F9D0439EC3}"/>
              </a:ext>
            </a:extLst>
          </p:cNvPr>
          <p:cNvSpPr>
            <a:spLocks noGrp="1"/>
          </p:cNvSpPr>
          <p:nvPr>
            <p:ph type="body" idx="1"/>
          </p:nvPr>
        </p:nvSpPr>
        <p:spPr/>
        <p:txBody>
          <a:bodyPr/>
          <a:lstStyle/>
          <a:p>
            <a:r>
              <a:rPr lang="en-US" dirty="0"/>
              <a:t>The </a:t>
            </a:r>
            <a:r>
              <a:rPr lang="en-US" b="1" dirty="0"/>
              <a:t>Domain Layer</a:t>
            </a:r>
            <a:r>
              <a:rPr lang="en-US" dirty="0"/>
              <a:t> remains independent of external concerns (like databases or services).</a:t>
            </a:r>
          </a:p>
          <a:p>
            <a:r>
              <a:rPr lang="en-US" dirty="0"/>
              <a:t>The </a:t>
            </a:r>
            <a:r>
              <a:rPr lang="en-US" b="1" dirty="0"/>
              <a:t>Application Layer</a:t>
            </a:r>
            <a:r>
              <a:rPr lang="en-US" dirty="0"/>
              <a:t> orchestrates business operations but relies on both the </a:t>
            </a:r>
            <a:r>
              <a:rPr lang="en-US" b="1" dirty="0"/>
              <a:t>Domain Layer</a:t>
            </a:r>
            <a:r>
              <a:rPr lang="en-US" dirty="0"/>
              <a:t> for business rules and the </a:t>
            </a:r>
            <a:r>
              <a:rPr lang="en-US" b="1" dirty="0"/>
              <a:t>Infrastructure Layer</a:t>
            </a:r>
            <a:r>
              <a:rPr lang="en-US" dirty="0"/>
              <a:t> for external interactions.</a:t>
            </a:r>
          </a:p>
          <a:p>
            <a:r>
              <a:rPr lang="en-US" dirty="0"/>
              <a:t>The </a:t>
            </a:r>
            <a:r>
              <a:rPr lang="en-US" b="1" dirty="0"/>
              <a:t>Infrastructure Layer</a:t>
            </a:r>
            <a:r>
              <a:rPr lang="en-US" dirty="0"/>
              <a:t> implements the technical details required for persistence or external communication, but it is decoupled from the core domain logic.</a:t>
            </a:r>
          </a:p>
          <a:p>
            <a:endParaRPr lang="en-US" dirty="0"/>
          </a:p>
          <a:p>
            <a:r>
              <a:rPr lang="en-US" b="1" dirty="0"/>
              <a:t>The Presentation Layer should not directly access the Infrastructure Layer. </a:t>
            </a:r>
          </a:p>
          <a:p>
            <a:r>
              <a:rPr lang="en-US" dirty="0"/>
              <a:t>It should go through the </a:t>
            </a:r>
            <a:r>
              <a:rPr lang="en-US" b="1" dirty="0"/>
              <a:t>Application Layer</a:t>
            </a:r>
            <a:r>
              <a:rPr lang="en-US" dirty="0"/>
              <a:t>, which abstracts the infrastructure details through interfaces. </a:t>
            </a:r>
          </a:p>
          <a:p>
            <a:r>
              <a:rPr lang="en-US" dirty="0"/>
              <a:t>This ensures a clean separation of concerns, better maintainability, and adherence to Clean Architecture principles.</a:t>
            </a:r>
          </a:p>
          <a:p>
            <a:endParaRPr lang="en-US" dirty="0"/>
          </a:p>
        </p:txBody>
      </p:sp>
      <p:sp>
        <p:nvSpPr>
          <p:cNvPr id="4" name="Slide Number Placeholder 3">
            <a:extLst>
              <a:ext uri="{FF2B5EF4-FFF2-40B4-BE49-F238E27FC236}">
                <a16:creationId xmlns:a16="http://schemas.microsoft.com/office/drawing/2014/main" id="{FC4ECBE5-6E8E-FF2E-8FE1-BD5D7CAD0A71}"/>
              </a:ext>
            </a:extLst>
          </p:cNvPr>
          <p:cNvSpPr>
            <a:spLocks noGrp="1"/>
          </p:cNvSpPr>
          <p:nvPr>
            <p:ph type="sldNum" sz="quarter" idx="5"/>
          </p:nvPr>
        </p:nvSpPr>
        <p:spPr/>
        <p:txBody>
          <a:bodyPr/>
          <a:lstStyle/>
          <a:p>
            <a:fld id="{572DD7D5-A1E7-4E59-B251-136D919D9E0A}" type="slidenum">
              <a:rPr lang="en-US" smtClean="0"/>
              <a:t>11</a:t>
            </a:fld>
            <a:endParaRPr lang="en-US"/>
          </a:p>
        </p:txBody>
      </p:sp>
    </p:spTree>
    <p:extLst>
      <p:ext uri="{BB962C8B-B14F-4D97-AF65-F5344CB8AC3E}">
        <p14:creationId xmlns:p14="http://schemas.microsoft.com/office/powerpoint/2010/main" val="376622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0000"/>
              </a:lnSpc>
            </a:pPr>
            <a:r>
              <a:rPr lang="en-US" sz="1200" dirty="0"/>
              <a:t>A resource is any information that has name (like image, document etc.) and an address represented by a URI.</a:t>
            </a:r>
          </a:p>
        </p:txBody>
      </p:sp>
      <p:sp>
        <p:nvSpPr>
          <p:cNvPr id="4" name="Slide Number Placeholder 3"/>
          <p:cNvSpPr>
            <a:spLocks noGrp="1"/>
          </p:cNvSpPr>
          <p:nvPr>
            <p:ph type="sldNum" sz="quarter" idx="10"/>
          </p:nvPr>
        </p:nvSpPr>
        <p:spPr/>
        <p:txBody>
          <a:bodyPr/>
          <a:lstStyle/>
          <a:p>
            <a:fld id="{BA2957D1-1677-4543-943B-AB1A94B954A2}" type="slidenum">
              <a:rPr lang="en-US" smtClean="0"/>
              <a:t>13</a:t>
            </a:fld>
            <a:endParaRPr lang="en-US"/>
          </a:p>
        </p:txBody>
      </p:sp>
    </p:spTree>
    <p:extLst>
      <p:ext uri="{BB962C8B-B14F-4D97-AF65-F5344CB8AC3E}">
        <p14:creationId xmlns:p14="http://schemas.microsoft.com/office/powerpoint/2010/main" val="2421921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0000"/>
              </a:lnSpc>
            </a:pPr>
            <a:r>
              <a:rPr lang="en-US" sz="1200" dirty="0"/>
              <a:t>A resource is any information that has name (like image, document etc.) and an address represented by a URI.</a:t>
            </a:r>
          </a:p>
        </p:txBody>
      </p:sp>
      <p:sp>
        <p:nvSpPr>
          <p:cNvPr id="4" name="Slide Number Placeholder 3"/>
          <p:cNvSpPr>
            <a:spLocks noGrp="1"/>
          </p:cNvSpPr>
          <p:nvPr>
            <p:ph type="sldNum" sz="quarter" idx="10"/>
          </p:nvPr>
        </p:nvSpPr>
        <p:spPr/>
        <p:txBody>
          <a:bodyPr/>
          <a:lstStyle/>
          <a:p>
            <a:fld id="{BA2957D1-1677-4543-943B-AB1A94B954A2}" type="slidenum">
              <a:rPr lang="en-US" smtClean="0"/>
              <a:t>14</a:t>
            </a:fld>
            <a:endParaRPr lang="en-US"/>
          </a:p>
        </p:txBody>
      </p:sp>
    </p:spTree>
    <p:extLst>
      <p:ext uri="{BB962C8B-B14F-4D97-AF65-F5344CB8AC3E}">
        <p14:creationId xmlns:p14="http://schemas.microsoft.com/office/powerpoint/2010/main" val="2525851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main point to SOA (as compared to standard N-Tier architecture) is re-usability of the underlying services. This is where the aforementioned loose coupling comes in very handy - your web services are generic enough and independent enough to be used in many different applications.</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16</a:t>
            </a:fld>
            <a:endParaRPr lang="en-US"/>
          </a:p>
        </p:txBody>
      </p:sp>
    </p:spTree>
    <p:extLst>
      <p:ext uri="{BB962C8B-B14F-4D97-AF65-F5344CB8AC3E}">
        <p14:creationId xmlns:p14="http://schemas.microsoft.com/office/powerpoint/2010/main" val="1054364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Service Oriented – Services communicate with each other over the network</a:t>
            </a:r>
          </a:p>
          <a:p>
            <a:r>
              <a:rPr lang="en-IN" dirty="0"/>
              <a:t>Loosely coupled elements – You can update the service independently and updating one service doesn’t require changing in any other service</a:t>
            </a:r>
          </a:p>
          <a:p>
            <a:r>
              <a:rPr lang="en-IN" dirty="0"/>
              <a:t>Bounded Context – Self Contained; you can update the code without knowing  anything about the internals of other microservices</a:t>
            </a:r>
          </a:p>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17</a:t>
            </a:fld>
            <a:endParaRPr lang="en-US"/>
          </a:p>
        </p:txBody>
      </p:sp>
    </p:spTree>
    <p:extLst>
      <p:ext uri="{BB962C8B-B14F-4D97-AF65-F5344CB8AC3E}">
        <p14:creationId xmlns:p14="http://schemas.microsoft.com/office/powerpoint/2010/main" val="3341243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Single Deployment Unit</a:t>
            </a:r>
            <a:r>
              <a:rPr lang="en-US" dirty="0"/>
              <a:t>:</a:t>
            </a:r>
            <a:br>
              <a:rPr lang="en-US" dirty="0"/>
            </a:br>
            <a:r>
              <a:rPr lang="en-US" dirty="0"/>
              <a:t>The application is packaged and deployed as a single unit, simplifying deployment and avoiding the complexities of managing multiple services.</a:t>
            </a:r>
          </a:p>
          <a:p>
            <a:endParaRPr lang="en-US" dirty="0"/>
          </a:p>
          <a:p>
            <a:r>
              <a:rPr lang="en-US" b="1" dirty="0"/>
              <a:t>Modular Design</a:t>
            </a:r>
            <a:r>
              <a:rPr lang="en-US" dirty="0"/>
              <a:t>:</a:t>
            </a:r>
            <a:br>
              <a:rPr lang="en-US" dirty="0"/>
            </a:br>
            <a:r>
              <a:rPr lang="en-US" dirty="0"/>
              <a:t>The application is divided into distinct modules, each responsible for a specific business capability or function. Modules communicate through well-defined interfaces or APIs, ensuring loose coupling and high cohesion.</a:t>
            </a:r>
          </a:p>
          <a:p>
            <a:endParaRPr lang="en-US" b="1" dirty="0"/>
          </a:p>
          <a:p>
            <a:r>
              <a:rPr lang="en-US" b="1" dirty="0"/>
              <a:t>Separation of Concerns</a:t>
            </a:r>
            <a:r>
              <a:rPr lang="en-US" dirty="0"/>
              <a:t>:</a:t>
            </a:r>
            <a:br>
              <a:rPr lang="en-US" dirty="0"/>
            </a:br>
            <a:r>
              <a:rPr lang="en-US" dirty="0"/>
              <a:t>Each module encapsulates its own logic, data, and dependencies, making the system easier to understand, develop, and maintain. This allows teams to work on different modules simultaneously without affecting others.</a:t>
            </a:r>
          </a:p>
          <a:p>
            <a:endParaRPr lang="en-US" b="1" dirty="0"/>
          </a:p>
          <a:p>
            <a:r>
              <a:rPr lang="en-US" b="1" dirty="0"/>
              <a:t>Ease of Development and Testing</a:t>
            </a:r>
            <a:r>
              <a:rPr lang="en-US" dirty="0"/>
              <a:t>:</a:t>
            </a:r>
            <a:br>
              <a:rPr lang="en-US" dirty="0"/>
            </a:br>
            <a:r>
              <a:rPr lang="en-US" dirty="0"/>
              <a:t>Developers can focus on individual modules, making the codebase more manageable. Testing is simplified, as each module can be tested independently before integration into the larger system.</a:t>
            </a:r>
          </a:p>
          <a:p>
            <a:endParaRPr lang="en-US" b="1" dirty="0"/>
          </a:p>
          <a:p>
            <a:r>
              <a:rPr lang="en-US" b="1" dirty="0"/>
              <a:t>Performance and Scalability</a:t>
            </a:r>
            <a:r>
              <a:rPr lang="en-US" dirty="0"/>
              <a:t>:</a:t>
            </a:r>
            <a:br>
              <a:rPr lang="en-US" dirty="0"/>
            </a:br>
            <a:r>
              <a:rPr lang="en-US" dirty="0"/>
              <a:t>Individual modules can be optimized for performance. However, horizontal scalability is limited compared to microservices architecture, where each service can be scaled independently.</a:t>
            </a:r>
          </a:p>
          <a:p>
            <a:endParaRPr lang="en-US" b="1" dirty="0"/>
          </a:p>
          <a:p>
            <a:r>
              <a:rPr lang="en-US" b="1" dirty="0"/>
              <a:t>Transition Path to Microservices</a:t>
            </a:r>
            <a:r>
              <a:rPr lang="en-US" dirty="0"/>
              <a:t>:</a:t>
            </a:r>
            <a:br>
              <a:rPr lang="en-US" dirty="0"/>
            </a:br>
            <a:r>
              <a:rPr lang="en-US" dirty="0"/>
              <a:t>A modular monolith can serve as a stepping stone to a microservices architecture. As the need for scalability and independent deployment grows, individual modules can be extracted and deployed as microservices.</a:t>
            </a:r>
          </a:p>
          <a:p>
            <a:r>
              <a:rPr lang="en-US" dirty="0"/>
              <a:t>==========</a:t>
            </a:r>
          </a:p>
          <a:p>
            <a:endParaRPr lang="en-US" b="1" dirty="0"/>
          </a:p>
          <a:p>
            <a:r>
              <a:rPr lang="en-US" b="1" dirty="0"/>
              <a:t>Modular Database Design</a:t>
            </a:r>
            <a:r>
              <a:rPr lang="en-US" dirty="0"/>
              <a:t>:</a:t>
            </a:r>
          </a:p>
          <a:p>
            <a:pPr>
              <a:buFont typeface="Arial" panose="020B0604020202020204" pitchFamily="34" charset="0"/>
              <a:buChar char="•"/>
            </a:pPr>
            <a:r>
              <a:rPr lang="en-US" b="1" dirty="0"/>
              <a:t>Schema per Module</a:t>
            </a:r>
            <a:r>
              <a:rPr lang="en-US" dirty="0"/>
              <a:t>: Each module has its own schema within the same database. This helps in maintaining the separation of concerns and ensures that the modules are loosely coupled.</a:t>
            </a:r>
          </a:p>
          <a:p>
            <a:pPr>
              <a:buFont typeface="Arial" panose="020B0604020202020204" pitchFamily="34" charset="0"/>
              <a:buChar char="•"/>
            </a:pPr>
            <a:r>
              <a:rPr lang="en-US" b="1" dirty="0"/>
              <a:t>Table Ownership</a:t>
            </a:r>
            <a:r>
              <a:rPr lang="en-US" dirty="0"/>
              <a:t>: Each table in the database is owned by a specific module. Only the owning module can directly modify its tables, while other modules can interact with the data through well-defined interfaces or APIs.</a:t>
            </a:r>
          </a:p>
          <a:p>
            <a:pPr>
              <a:buFont typeface="Arial" panose="020B0604020202020204" pitchFamily="34" charset="0"/>
              <a:buChar char="•"/>
            </a:pPr>
            <a:endParaRPr lang="en-US" dirty="0"/>
          </a:p>
          <a:p>
            <a:r>
              <a:rPr lang="en-US" b="1" dirty="0"/>
              <a:t>Transaction Management</a:t>
            </a:r>
            <a:r>
              <a:rPr lang="en-US" dirty="0"/>
              <a:t>:</a:t>
            </a:r>
          </a:p>
          <a:p>
            <a:pPr>
              <a:buFont typeface="Arial" panose="020B0604020202020204" pitchFamily="34" charset="0"/>
              <a:buChar char="•"/>
            </a:pPr>
            <a:r>
              <a:rPr lang="en-US" b="1" dirty="0"/>
              <a:t>Single Database Transaction</a:t>
            </a:r>
            <a:r>
              <a:rPr lang="en-US" dirty="0"/>
              <a:t>: Since it’s a monolithic deployment, database transactions can span multiple modules if necessary, ensuring data consistency.</a:t>
            </a:r>
          </a:p>
          <a:p>
            <a:pPr>
              <a:buFont typeface="Arial" panose="020B0604020202020204" pitchFamily="34" charset="0"/>
              <a:buChar char="•"/>
            </a:pPr>
            <a:r>
              <a:rPr lang="en-US" b="1" dirty="0"/>
              <a:t>Unit of Work Pattern</a:t>
            </a:r>
            <a:r>
              <a:rPr lang="en-US" dirty="0"/>
              <a:t>: Implementing the Unit of Work pattern can help manage transactions across multiple modules, ensuring that a series of operations either all succeed or fail together.</a:t>
            </a:r>
          </a:p>
          <a:p>
            <a:pPr>
              <a:buFont typeface="Arial" panose="020B0604020202020204" pitchFamily="34" charset="0"/>
              <a:buNone/>
            </a:pPr>
            <a:endParaRPr lang="en-US" dirty="0"/>
          </a:p>
          <a:p>
            <a:r>
              <a:rPr lang="en-US" b="1" dirty="0"/>
              <a:t>Shared Database Concerns</a:t>
            </a:r>
            <a:r>
              <a:rPr lang="en-US" dirty="0"/>
              <a:t>:</a:t>
            </a:r>
          </a:p>
          <a:p>
            <a:pPr>
              <a:buFont typeface="Arial" panose="020B0604020202020204" pitchFamily="34" charset="0"/>
              <a:buChar char="•"/>
            </a:pPr>
            <a:r>
              <a:rPr lang="en-US" b="1" dirty="0"/>
              <a:t>Common Tables</a:t>
            </a:r>
            <a:r>
              <a:rPr lang="en-US" dirty="0"/>
              <a:t>: Some tables, like user management or logging, might be shared across modules. Ensure these are well-documented and managed centrally to avoid conflicts.</a:t>
            </a:r>
          </a:p>
          <a:p>
            <a:pPr>
              <a:buFont typeface="Arial" panose="020B0604020202020204" pitchFamily="34" charset="0"/>
              <a:buNone/>
            </a:pPr>
            <a:endParaRPr lang="en-US" dirty="0"/>
          </a:p>
          <a:p>
            <a:r>
              <a:rPr lang="en-US" b="1" dirty="0"/>
              <a:t>Example</a:t>
            </a:r>
            <a:r>
              <a:rPr lang="en-US" dirty="0"/>
              <a:t>: Consider an e-commerce application with modules for user management, product catalog, and order processing. Each module has its own schema within a single database:</a:t>
            </a:r>
          </a:p>
          <a:p>
            <a:pPr>
              <a:buFont typeface="Arial" panose="020B0604020202020204" pitchFamily="34" charset="0"/>
              <a:buChar char="•"/>
            </a:pPr>
            <a:r>
              <a:rPr lang="en-US" b="1" dirty="0"/>
              <a:t>User Module</a:t>
            </a:r>
            <a:r>
              <a:rPr lang="en-US" dirty="0"/>
              <a:t>: Handles user-related tables like Users, </a:t>
            </a:r>
            <a:r>
              <a:rPr lang="en-US" dirty="0" err="1"/>
              <a:t>UserRoles</a:t>
            </a:r>
            <a:r>
              <a:rPr lang="en-US" dirty="0"/>
              <a:t>, etc.</a:t>
            </a:r>
          </a:p>
          <a:p>
            <a:pPr>
              <a:buFont typeface="Arial" panose="020B0604020202020204" pitchFamily="34" charset="0"/>
              <a:buChar char="•"/>
            </a:pPr>
            <a:r>
              <a:rPr lang="en-US" b="1" dirty="0"/>
              <a:t>Product Module</a:t>
            </a:r>
            <a:r>
              <a:rPr lang="en-US" dirty="0"/>
              <a:t>: Manages Products, Categories, etc.</a:t>
            </a:r>
          </a:p>
          <a:p>
            <a:pPr>
              <a:buFont typeface="Arial" panose="020B0604020202020204" pitchFamily="34" charset="0"/>
              <a:buChar char="•"/>
            </a:pPr>
            <a:r>
              <a:rPr lang="en-US" b="1" dirty="0"/>
              <a:t>Order Module</a:t>
            </a:r>
            <a:r>
              <a:rPr lang="en-US" dirty="0"/>
              <a:t>: Contains Orders, </a:t>
            </a:r>
            <a:r>
              <a:rPr lang="en-US" dirty="0" err="1"/>
              <a:t>OrderItems</a:t>
            </a:r>
            <a:r>
              <a:rPr lang="en-US" dirty="0"/>
              <a:t>, etc.</a:t>
            </a:r>
          </a:p>
          <a:p>
            <a:pPr>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20</a:t>
            </a:fld>
            <a:endParaRPr lang="en-US"/>
          </a:p>
        </p:txBody>
      </p:sp>
    </p:spTree>
    <p:extLst>
      <p:ext uri="{BB962C8B-B14F-4D97-AF65-F5344CB8AC3E}">
        <p14:creationId xmlns:p14="http://schemas.microsoft.com/office/powerpoint/2010/main" val="201109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Events</a:t>
            </a:r>
            <a:r>
              <a:rPr lang="en-US" dirty="0"/>
              <a:t>: An event represents a significant change in state or the occurrence of an action. Events are central to EDA and drive the system’s behavior.</a:t>
            </a:r>
          </a:p>
          <a:p>
            <a:pPr>
              <a:buFont typeface="Arial" panose="020B0604020202020204" pitchFamily="34" charset="0"/>
              <a:buChar char="•"/>
            </a:pPr>
            <a:endParaRPr lang="en-US" dirty="0"/>
          </a:p>
          <a:p>
            <a:r>
              <a:rPr lang="en-US" b="1" dirty="0"/>
              <a:t>Producers: </a:t>
            </a:r>
            <a:r>
              <a:rPr lang="en-US" dirty="0"/>
              <a:t>Producers are components that generate events. </a:t>
            </a:r>
          </a:p>
          <a:p>
            <a:endParaRPr lang="en-US" b="1" dirty="0"/>
          </a:p>
          <a:p>
            <a:r>
              <a:rPr lang="en-US" b="1" dirty="0"/>
              <a:t>Consumers</a:t>
            </a:r>
            <a:r>
              <a:rPr lang="en-US" dirty="0"/>
              <a:t>: Consumers are components that react to events. </a:t>
            </a:r>
          </a:p>
          <a:p>
            <a:endParaRPr lang="en-US" dirty="0"/>
          </a:p>
          <a:p>
            <a:r>
              <a:rPr lang="en-US" b="1" dirty="0"/>
              <a:t>Event Channels</a:t>
            </a:r>
            <a:r>
              <a:rPr lang="en-US" dirty="0"/>
              <a:t>: Events are transmitted via channels (queues or topics) which decouple producers from consumers, allowing them to operate independently and scale individually.</a:t>
            </a:r>
          </a:p>
          <a:p>
            <a:pPr>
              <a:buFont typeface="Arial" panose="020B0604020202020204" pitchFamily="34" charset="0"/>
              <a:buNone/>
            </a:pPr>
            <a:endParaRPr lang="en-US" dirty="0"/>
          </a:p>
          <a:p>
            <a:r>
              <a:rPr lang="en-US" b="1" dirty="0"/>
              <a:t>Event Store</a:t>
            </a:r>
            <a:r>
              <a:rPr lang="en-US" dirty="0"/>
              <a:t>: An event store is a database optimized for storing and retrieving events. It can be used for auditing, replaying events, and sourcing state changes.</a:t>
            </a:r>
          </a:p>
        </p:txBody>
      </p:sp>
      <p:sp>
        <p:nvSpPr>
          <p:cNvPr id="4" name="Slide Number Placeholder 3"/>
          <p:cNvSpPr>
            <a:spLocks noGrp="1"/>
          </p:cNvSpPr>
          <p:nvPr>
            <p:ph type="sldNum" sz="quarter" idx="5"/>
          </p:nvPr>
        </p:nvSpPr>
        <p:spPr/>
        <p:txBody>
          <a:bodyPr/>
          <a:lstStyle/>
          <a:p>
            <a:fld id="{572DD7D5-A1E7-4E59-B251-136D919D9E0A}" type="slidenum">
              <a:rPr lang="en-US" smtClean="0"/>
              <a:t>22</a:t>
            </a:fld>
            <a:endParaRPr lang="en-US"/>
          </a:p>
        </p:txBody>
      </p:sp>
    </p:spTree>
    <p:extLst>
      <p:ext uri="{BB962C8B-B14F-4D97-AF65-F5344CB8AC3E}">
        <p14:creationId xmlns:p14="http://schemas.microsoft.com/office/powerpoint/2010/main" val="1362084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75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77557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448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1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061599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61033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18082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9523218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5952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05331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91956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657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965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41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531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51551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398041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66182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26752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262145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229333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2181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3599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1747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30826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32604201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24EBE-4188-D2B3-F220-00D696B394EE}"/>
              </a:ext>
            </a:extLst>
          </p:cNvPr>
          <p:cNvSpPr>
            <a:spLocks noGrp="1"/>
          </p:cNvSpPr>
          <p:nvPr>
            <p:ph sz="half" idx="1"/>
          </p:nvPr>
        </p:nvSpPr>
        <p:spPr>
          <a:xfrm>
            <a:off x="5719315" y="1224793"/>
            <a:ext cx="6098863" cy="5285064"/>
          </a:xfrm>
        </p:spPr>
        <p:txBody>
          <a:bodyPr>
            <a:normAutofit lnSpcReduction="10000"/>
          </a:bodyPr>
          <a:lstStyle/>
          <a:p>
            <a:pPr>
              <a:lnSpc>
                <a:spcPct val="100000"/>
              </a:lnSpc>
            </a:pPr>
            <a:r>
              <a:rPr lang="en-US" sz="2800" dirty="0">
                <a:latin typeface="+mn-lt"/>
              </a:rPr>
              <a:t>Architectural Patterns</a:t>
            </a:r>
          </a:p>
          <a:p>
            <a:pPr lvl="1">
              <a:lnSpc>
                <a:spcPct val="100000"/>
              </a:lnSpc>
            </a:pPr>
            <a:r>
              <a:rPr lang="en-US" dirty="0"/>
              <a:t>MVC</a:t>
            </a:r>
          </a:p>
          <a:p>
            <a:pPr lvl="1">
              <a:lnSpc>
                <a:spcPct val="100000"/>
              </a:lnSpc>
            </a:pPr>
            <a:r>
              <a:rPr lang="en-US" dirty="0"/>
              <a:t>MVVM</a:t>
            </a:r>
          </a:p>
          <a:p>
            <a:pPr lvl="1">
              <a:lnSpc>
                <a:spcPct val="100000"/>
              </a:lnSpc>
            </a:pPr>
            <a:r>
              <a:rPr lang="en-US" dirty="0"/>
              <a:t>N-Layer/N-Tier</a:t>
            </a:r>
          </a:p>
          <a:p>
            <a:pPr lvl="1">
              <a:lnSpc>
                <a:spcPct val="100000"/>
              </a:lnSpc>
            </a:pPr>
            <a:r>
              <a:rPr lang="en-US" dirty="0"/>
              <a:t>Onion/Clean Architecture</a:t>
            </a:r>
          </a:p>
          <a:p>
            <a:pPr lvl="1">
              <a:lnSpc>
                <a:spcPct val="100000"/>
              </a:lnSpc>
            </a:pPr>
            <a:r>
              <a:rPr lang="en-US" dirty="0"/>
              <a:t>SOA</a:t>
            </a:r>
          </a:p>
          <a:p>
            <a:pPr lvl="1">
              <a:lnSpc>
                <a:spcPct val="100000"/>
              </a:lnSpc>
            </a:pPr>
            <a:r>
              <a:rPr lang="en-US" dirty="0"/>
              <a:t>REST</a:t>
            </a:r>
          </a:p>
          <a:p>
            <a:pPr lvl="1">
              <a:lnSpc>
                <a:spcPct val="100000"/>
              </a:lnSpc>
            </a:pPr>
            <a:r>
              <a:rPr lang="en-US" dirty="0"/>
              <a:t>Microservices</a:t>
            </a:r>
          </a:p>
          <a:p>
            <a:pPr lvl="1"/>
            <a:r>
              <a:rPr lang="en-US" dirty="0"/>
              <a:t>Modular Monolith Architecture</a:t>
            </a:r>
          </a:p>
          <a:p>
            <a:pPr lvl="1"/>
            <a:r>
              <a:rPr lang="en-US" dirty="0"/>
              <a:t>Event-Driven Architecture</a:t>
            </a:r>
          </a:p>
          <a:p>
            <a:pPr>
              <a:lnSpc>
                <a:spcPct val="100000"/>
              </a:lnSpc>
            </a:pPr>
            <a:r>
              <a:rPr lang="en-US" dirty="0">
                <a:latin typeface="+mn-lt"/>
              </a:rPr>
              <a:t>Domain-Driven Design Patterns</a:t>
            </a:r>
          </a:p>
          <a:p>
            <a:pPr lvl="1">
              <a:lnSpc>
                <a:spcPct val="100000"/>
              </a:lnSpc>
            </a:pPr>
            <a:r>
              <a:rPr lang="en-US" dirty="0"/>
              <a:t>Repository Pattern</a:t>
            </a:r>
          </a:p>
          <a:p>
            <a:pPr lvl="1">
              <a:lnSpc>
                <a:spcPct val="100000"/>
              </a:lnSpc>
            </a:pPr>
            <a:r>
              <a:rPr lang="en-US" dirty="0"/>
              <a:t>Unit of Work Pattern</a:t>
            </a:r>
          </a:p>
          <a:p>
            <a:pPr lvl="1">
              <a:lnSpc>
                <a:spcPct val="100000"/>
              </a:lnSpc>
            </a:pPr>
            <a:r>
              <a:rPr lang="en-US" dirty="0"/>
              <a:t>Service Pattern</a:t>
            </a:r>
          </a:p>
        </p:txBody>
      </p:sp>
      <p:sp>
        <p:nvSpPr>
          <p:cNvPr id="4" name="Content Placeholder 3">
            <a:extLst>
              <a:ext uri="{FF2B5EF4-FFF2-40B4-BE49-F238E27FC236}">
                <a16:creationId xmlns:a16="http://schemas.microsoft.com/office/drawing/2014/main" id="{997244B4-38DD-8DBF-66E6-59C0F7AF53AA}"/>
              </a:ext>
            </a:extLst>
          </p:cNvPr>
          <p:cNvSpPr>
            <a:spLocks noGrp="1"/>
          </p:cNvSpPr>
          <p:nvPr>
            <p:ph sz="half" idx="10"/>
          </p:nvPr>
        </p:nvSpPr>
        <p:spPr/>
        <p:txBody>
          <a:bodyPr>
            <a:normAutofit fontScale="77500" lnSpcReduction="20000"/>
          </a:bodyPr>
          <a:lstStyle/>
          <a:p>
            <a:r>
              <a:rPr lang="en-US" sz="4000" dirty="0"/>
              <a:t>Architectural Patterns &amp; Others</a:t>
            </a:r>
            <a:endParaRPr lang="en-IN" dirty="0"/>
          </a:p>
        </p:txBody>
      </p:sp>
      <p:sp>
        <p:nvSpPr>
          <p:cNvPr id="2" name="Title 1">
            <a:extLst>
              <a:ext uri="{FF2B5EF4-FFF2-40B4-BE49-F238E27FC236}">
                <a16:creationId xmlns:a16="http://schemas.microsoft.com/office/drawing/2014/main" id="{8BA9788E-B4F3-50D3-28EA-9433ACFEAC98}"/>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313980451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Help us to organize the components in the software architecture to make them maintainable and scalable. </a:t>
            </a:r>
          </a:p>
          <a:p>
            <a:pPr algn="just">
              <a:lnSpc>
                <a:spcPct val="100000"/>
              </a:lnSpc>
            </a:pPr>
            <a:r>
              <a:rPr lang="en-US" dirty="0"/>
              <a:t>The common architectural patterns are:</a:t>
            </a:r>
          </a:p>
          <a:p>
            <a:pPr lvl="1" algn="just">
              <a:lnSpc>
                <a:spcPct val="100000"/>
              </a:lnSpc>
            </a:pPr>
            <a:r>
              <a:rPr lang="en-US" sz="2200" dirty="0"/>
              <a:t>MVC</a:t>
            </a:r>
          </a:p>
          <a:p>
            <a:pPr lvl="1" algn="just">
              <a:lnSpc>
                <a:spcPct val="100000"/>
              </a:lnSpc>
            </a:pPr>
            <a:r>
              <a:rPr lang="en-US" sz="2200" dirty="0"/>
              <a:t>MVVM</a:t>
            </a:r>
          </a:p>
          <a:p>
            <a:pPr lvl="1" algn="just">
              <a:lnSpc>
                <a:spcPct val="100000"/>
              </a:lnSpc>
            </a:pPr>
            <a:r>
              <a:rPr lang="en-US" sz="2200" dirty="0"/>
              <a:t>N-Layer/N-Tier</a:t>
            </a:r>
          </a:p>
          <a:p>
            <a:pPr lvl="1" algn="just">
              <a:lnSpc>
                <a:spcPct val="100000"/>
              </a:lnSpc>
            </a:pPr>
            <a:r>
              <a:rPr lang="en-US" sz="2200" dirty="0"/>
              <a:t>Onion/Clean Architecture</a:t>
            </a:r>
          </a:p>
          <a:p>
            <a:pPr lvl="1" algn="just">
              <a:lnSpc>
                <a:spcPct val="100000"/>
              </a:lnSpc>
            </a:pPr>
            <a:r>
              <a:rPr lang="en-US" sz="2200" dirty="0"/>
              <a:t>SOA</a:t>
            </a:r>
          </a:p>
          <a:p>
            <a:pPr lvl="1" algn="just">
              <a:lnSpc>
                <a:spcPct val="100000"/>
              </a:lnSpc>
            </a:pPr>
            <a:r>
              <a:rPr lang="en-US" sz="2200" dirty="0"/>
              <a:t>REST</a:t>
            </a:r>
          </a:p>
          <a:p>
            <a:pPr lvl="1" algn="just">
              <a:lnSpc>
                <a:spcPct val="100000"/>
              </a:lnSpc>
            </a:pPr>
            <a:r>
              <a:rPr lang="en-US" sz="2200" dirty="0"/>
              <a:t>Microservices</a:t>
            </a:r>
          </a:p>
          <a:p>
            <a:pPr lvl="1" algn="just"/>
            <a:r>
              <a:rPr lang="en-US" sz="2200" dirty="0"/>
              <a:t>Modular Monolith Architecture</a:t>
            </a:r>
          </a:p>
        </p:txBody>
      </p:sp>
      <p:sp>
        <p:nvSpPr>
          <p:cNvPr id="3" name="Content Placeholder 2"/>
          <p:cNvSpPr>
            <a:spLocks noGrp="1"/>
          </p:cNvSpPr>
          <p:nvPr>
            <p:ph sz="half" idx="10"/>
          </p:nvPr>
        </p:nvSpPr>
        <p:spPr/>
        <p:txBody>
          <a:bodyPr>
            <a:normAutofit fontScale="85000" lnSpcReduction="20000"/>
          </a:bodyPr>
          <a:lstStyle/>
          <a:p>
            <a:pPr>
              <a:lnSpc>
                <a:spcPct val="100000"/>
              </a:lnSpc>
            </a:pPr>
            <a:r>
              <a:rPr lang="en-US" sz="4000" dirty="0"/>
              <a:t>Architectural Patterns</a:t>
            </a:r>
          </a:p>
        </p:txBody>
      </p:sp>
    </p:spTree>
    <p:extLst>
      <p:ext uri="{BB962C8B-B14F-4D97-AF65-F5344CB8AC3E}">
        <p14:creationId xmlns:p14="http://schemas.microsoft.com/office/powerpoint/2010/main" val="351294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500"/>
                                        <p:tgtEl>
                                          <p:spTgt spid="2">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00428D13-24FE-4F62-9E1D-434ED1AA016C}"/>
              </a:ext>
            </a:extLst>
          </p:cNvPr>
          <p:cNvGrpSpPr/>
          <p:nvPr/>
        </p:nvGrpSpPr>
        <p:grpSpPr>
          <a:xfrm>
            <a:off x="653695" y="2022885"/>
            <a:ext cx="2213687" cy="3514553"/>
            <a:chOff x="653695" y="2115093"/>
            <a:chExt cx="2213687" cy="3514553"/>
          </a:xfrm>
        </p:grpSpPr>
        <p:sp>
          <p:nvSpPr>
            <p:cNvPr id="13" name="Rectangle 12"/>
            <p:cNvSpPr/>
            <p:nvPr/>
          </p:nvSpPr>
          <p:spPr>
            <a:xfrm>
              <a:off x="653699" y="2115093"/>
              <a:ext cx="2213683" cy="81814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Data</a:t>
              </a:r>
              <a:endParaRPr lang="en-US" dirty="0"/>
            </a:p>
          </p:txBody>
        </p:sp>
        <p:sp>
          <p:nvSpPr>
            <p:cNvPr id="14" name="Rectangle 13"/>
            <p:cNvSpPr/>
            <p:nvPr/>
          </p:nvSpPr>
          <p:spPr>
            <a:xfrm>
              <a:off x="653695" y="4811499"/>
              <a:ext cx="2213683" cy="8181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UI</a:t>
              </a:r>
              <a:endParaRPr lang="en-US" dirty="0"/>
            </a:p>
          </p:txBody>
        </p:sp>
        <p:sp>
          <p:nvSpPr>
            <p:cNvPr id="15" name="Rectangle 14"/>
            <p:cNvSpPr/>
            <p:nvPr/>
          </p:nvSpPr>
          <p:spPr>
            <a:xfrm>
              <a:off x="653695" y="3463296"/>
              <a:ext cx="2213683" cy="81814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Logic</a:t>
              </a:r>
              <a:endParaRPr lang="en-US" dirty="0"/>
            </a:p>
          </p:txBody>
        </p:sp>
      </p:grpSp>
      <p:sp>
        <p:nvSpPr>
          <p:cNvPr id="2" name="Content Placeholder 1"/>
          <p:cNvSpPr>
            <a:spLocks noGrp="1"/>
          </p:cNvSpPr>
          <p:nvPr>
            <p:ph sz="half" idx="10"/>
          </p:nvPr>
        </p:nvSpPr>
        <p:spPr/>
        <p:txBody>
          <a:bodyPr>
            <a:normAutofit fontScale="92500" lnSpcReduction="20000"/>
          </a:bodyPr>
          <a:lstStyle/>
          <a:p>
            <a:r>
              <a:rPr lang="en-US" sz="4000" dirty="0"/>
              <a:t>Web Application Components and </a:t>
            </a:r>
            <a:r>
              <a:rPr lang="en-IN" dirty="0"/>
              <a:t>MVC Pattern</a:t>
            </a:r>
          </a:p>
        </p:txBody>
      </p:sp>
      <p:sp>
        <p:nvSpPr>
          <p:cNvPr id="9" name="Rectangle 8">
            <a:extLst>
              <a:ext uri="{FF2B5EF4-FFF2-40B4-BE49-F238E27FC236}">
                <a16:creationId xmlns:a16="http://schemas.microsoft.com/office/drawing/2014/main" id="{8BE66E28-36DE-476C-8C31-B780E8FED8E0}"/>
              </a:ext>
            </a:extLst>
          </p:cNvPr>
          <p:cNvSpPr/>
          <p:nvPr/>
        </p:nvSpPr>
        <p:spPr>
          <a:xfrm>
            <a:off x="4947481" y="2045570"/>
            <a:ext cx="2213683" cy="81814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Object</a:t>
            </a:r>
            <a:endParaRPr lang="en-US" dirty="0"/>
          </a:p>
        </p:txBody>
      </p:sp>
      <p:cxnSp>
        <p:nvCxnSpPr>
          <p:cNvPr id="4" name="Straight Arrow Connector 3">
            <a:extLst>
              <a:ext uri="{FF2B5EF4-FFF2-40B4-BE49-F238E27FC236}">
                <a16:creationId xmlns:a16="http://schemas.microsoft.com/office/drawing/2014/main" id="{97B30966-0395-41FD-8F0A-8E317079F9BE}"/>
              </a:ext>
            </a:extLst>
          </p:cNvPr>
          <p:cNvCxnSpPr>
            <a:cxnSpLocks/>
          </p:cNvCxnSpPr>
          <p:nvPr/>
        </p:nvCxnSpPr>
        <p:spPr>
          <a:xfrm>
            <a:off x="3417210" y="2437360"/>
            <a:ext cx="898261"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1FE5F2B-C1B3-460B-A500-7B06822F0C08}"/>
              </a:ext>
            </a:extLst>
          </p:cNvPr>
          <p:cNvSpPr/>
          <p:nvPr/>
        </p:nvSpPr>
        <p:spPr>
          <a:xfrm>
            <a:off x="4930220" y="3408843"/>
            <a:ext cx="2213683" cy="81814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Class</a:t>
            </a:r>
            <a:endParaRPr lang="en-US" dirty="0"/>
          </a:p>
        </p:txBody>
      </p:sp>
      <p:cxnSp>
        <p:nvCxnSpPr>
          <p:cNvPr id="16" name="Straight Arrow Connector 15">
            <a:extLst>
              <a:ext uri="{FF2B5EF4-FFF2-40B4-BE49-F238E27FC236}">
                <a16:creationId xmlns:a16="http://schemas.microsoft.com/office/drawing/2014/main" id="{82BA35DA-2127-4EF9-B643-05D7B3ACD938}"/>
              </a:ext>
            </a:extLst>
          </p:cNvPr>
          <p:cNvCxnSpPr>
            <a:cxnSpLocks/>
          </p:cNvCxnSpPr>
          <p:nvPr/>
        </p:nvCxnSpPr>
        <p:spPr>
          <a:xfrm>
            <a:off x="3435713" y="3780161"/>
            <a:ext cx="879758"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0BE075F-C29B-4C5B-9595-49E241924AEE}"/>
              </a:ext>
            </a:extLst>
          </p:cNvPr>
          <p:cNvSpPr/>
          <p:nvPr/>
        </p:nvSpPr>
        <p:spPr>
          <a:xfrm>
            <a:off x="4930220" y="4772116"/>
            <a:ext cx="2213683" cy="8181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DOM</a:t>
            </a:r>
            <a:endParaRPr lang="en-US" dirty="0"/>
          </a:p>
        </p:txBody>
      </p:sp>
      <p:cxnSp>
        <p:nvCxnSpPr>
          <p:cNvPr id="17" name="Straight Arrow Connector 16">
            <a:extLst>
              <a:ext uri="{FF2B5EF4-FFF2-40B4-BE49-F238E27FC236}">
                <a16:creationId xmlns:a16="http://schemas.microsoft.com/office/drawing/2014/main" id="{44FFC656-0D43-4E28-BB02-FCFD5B24E135}"/>
              </a:ext>
            </a:extLst>
          </p:cNvPr>
          <p:cNvCxnSpPr>
            <a:cxnSpLocks/>
          </p:cNvCxnSpPr>
          <p:nvPr/>
        </p:nvCxnSpPr>
        <p:spPr>
          <a:xfrm>
            <a:off x="3435713" y="5181190"/>
            <a:ext cx="87975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6D562E1-09DB-43F6-BCF3-CB875D381C58}"/>
              </a:ext>
            </a:extLst>
          </p:cNvPr>
          <p:cNvSpPr/>
          <p:nvPr/>
        </p:nvSpPr>
        <p:spPr>
          <a:xfrm>
            <a:off x="9027793" y="2045570"/>
            <a:ext cx="2213683" cy="81814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Model</a:t>
            </a:r>
            <a:endParaRPr lang="en-US" dirty="0"/>
          </a:p>
        </p:txBody>
      </p:sp>
      <p:sp>
        <p:nvSpPr>
          <p:cNvPr id="23" name="Rectangle 22">
            <a:extLst>
              <a:ext uri="{FF2B5EF4-FFF2-40B4-BE49-F238E27FC236}">
                <a16:creationId xmlns:a16="http://schemas.microsoft.com/office/drawing/2014/main" id="{0BDCF43B-E7FA-40E3-9207-3DCAF72FC1CA}"/>
              </a:ext>
            </a:extLst>
          </p:cNvPr>
          <p:cNvSpPr/>
          <p:nvPr/>
        </p:nvSpPr>
        <p:spPr>
          <a:xfrm>
            <a:off x="9027792" y="3400794"/>
            <a:ext cx="2213683" cy="81814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Controller</a:t>
            </a:r>
            <a:endParaRPr lang="en-US" dirty="0"/>
          </a:p>
        </p:txBody>
      </p:sp>
      <p:sp>
        <p:nvSpPr>
          <p:cNvPr id="25" name="Rectangle 24">
            <a:extLst>
              <a:ext uri="{FF2B5EF4-FFF2-40B4-BE49-F238E27FC236}">
                <a16:creationId xmlns:a16="http://schemas.microsoft.com/office/drawing/2014/main" id="{AC9071E4-D6A4-4160-9206-D19E75C73FC9}"/>
              </a:ext>
            </a:extLst>
          </p:cNvPr>
          <p:cNvSpPr/>
          <p:nvPr/>
        </p:nvSpPr>
        <p:spPr>
          <a:xfrm>
            <a:off x="9027792" y="4772116"/>
            <a:ext cx="2213683" cy="8181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View</a:t>
            </a:r>
            <a:endParaRPr lang="en-US" dirty="0"/>
          </a:p>
        </p:txBody>
      </p:sp>
      <p:cxnSp>
        <p:nvCxnSpPr>
          <p:cNvPr id="39" name="Straight Arrow Connector 38">
            <a:extLst>
              <a:ext uri="{FF2B5EF4-FFF2-40B4-BE49-F238E27FC236}">
                <a16:creationId xmlns:a16="http://schemas.microsoft.com/office/drawing/2014/main" id="{CFE9AC93-4DE7-4A6E-A205-271A928D5406}"/>
              </a:ext>
            </a:extLst>
          </p:cNvPr>
          <p:cNvCxnSpPr>
            <a:cxnSpLocks/>
          </p:cNvCxnSpPr>
          <p:nvPr/>
        </p:nvCxnSpPr>
        <p:spPr>
          <a:xfrm>
            <a:off x="7509433" y="2437360"/>
            <a:ext cx="898261"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8951F09-2E30-4869-9A81-D284D94BA912}"/>
              </a:ext>
            </a:extLst>
          </p:cNvPr>
          <p:cNvCxnSpPr>
            <a:cxnSpLocks/>
          </p:cNvCxnSpPr>
          <p:nvPr/>
        </p:nvCxnSpPr>
        <p:spPr>
          <a:xfrm>
            <a:off x="7527936" y="3780161"/>
            <a:ext cx="879758"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E0BF36E-3442-4900-ACDE-7E636AFE905B}"/>
              </a:ext>
            </a:extLst>
          </p:cNvPr>
          <p:cNvCxnSpPr>
            <a:cxnSpLocks/>
          </p:cNvCxnSpPr>
          <p:nvPr/>
        </p:nvCxnSpPr>
        <p:spPr>
          <a:xfrm>
            <a:off x="7527936" y="5181190"/>
            <a:ext cx="87975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84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fade">
                                      <p:cBhvr>
                                        <p:cTn id="52" dur="500"/>
                                        <p:tgtEl>
                                          <p:spTgt spid="4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0" grpId="0" animBg="1"/>
      <p:bldP spid="21"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6884942" y="4379362"/>
            <a:ext cx="2514929" cy="81814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Controller</a:t>
            </a:r>
            <a:endParaRPr lang="en-US" dirty="0"/>
          </a:p>
        </p:txBody>
      </p:sp>
      <p:grpSp>
        <p:nvGrpSpPr>
          <p:cNvPr id="22" name="Group 21">
            <a:extLst>
              <a:ext uri="{FF2B5EF4-FFF2-40B4-BE49-F238E27FC236}">
                <a16:creationId xmlns:a16="http://schemas.microsoft.com/office/drawing/2014/main" id="{FD1692A0-57B8-40EC-B77E-2ABEF4D65C40}"/>
              </a:ext>
            </a:extLst>
          </p:cNvPr>
          <p:cNvGrpSpPr/>
          <p:nvPr/>
        </p:nvGrpSpPr>
        <p:grpSpPr>
          <a:xfrm>
            <a:off x="9395521" y="4401862"/>
            <a:ext cx="1910737" cy="795647"/>
            <a:chOff x="9412939" y="4401862"/>
            <a:chExt cx="1910737" cy="795647"/>
          </a:xfrm>
        </p:grpSpPr>
        <p:sp>
          <p:nvSpPr>
            <p:cNvPr id="12" name="Smiley Face 11"/>
            <p:cNvSpPr/>
            <p:nvPr/>
          </p:nvSpPr>
          <p:spPr>
            <a:xfrm>
              <a:off x="10547978" y="4401862"/>
              <a:ext cx="775698" cy="795647"/>
            </a:xfrm>
            <a:prstGeom prst="smileyFace">
              <a:avLst/>
            </a:prstGeom>
            <a:solidFill>
              <a:srgbClr val="FFC000"/>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cxnSpLocks/>
              <a:stCxn id="12" idx="2"/>
            </p:cNvCxnSpPr>
            <p:nvPr/>
          </p:nvCxnSpPr>
          <p:spPr>
            <a:xfrm flipH="1">
              <a:off x="9412939" y="4799686"/>
              <a:ext cx="1135039" cy="0"/>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Rectangle 12"/>
          <p:cNvSpPr/>
          <p:nvPr/>
        </p:nvSpPr>
        <p:spPr>
          <a:xfrm>
            <a:off x="4263543" y="2054360"/>
            <a:ext cx="2887579" cy="81814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Model</a:t>
            </a:r>
            <a:endParaRPr lang="en-US" dirty="0"/>
          </a:p>
        </p:txBody>
      </p:sp>
      <p:cxnSp>
        <p:nvCxnSpPr>
          <p:cNvPr id="4" name="Straight Arrow Connector 3"/>
          <p:cNvCxnSpPr>
            <a:cxnSpLocks/>
          </p:cNvCxnSpPr>
          <p:nvPr/>
        </p:nvCxnSpPr>
        <p:spPr>
          <a:xfrm>
            <a:off x="6421360" y="2872507"/>
            <a:ext cx="1890096" cy="1506855"/>
          </a:xfrm>
          <a:prstGeom prst="straightConnector1">
            <a:avLst/>
          </a:prstGeom>
          <a:ln w="57150">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498031" y="4368866"/>
            <a:ext cx="2463344" cy="81814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View</a:t>
            </a:r>
            <a:endParaRPr lang="en-US" dirty="0"/>
          </a:p>
        </p:txBody>
      </p:sp>
      <p:cxnSp>
        <p:nvCxnSpPr>
          <p:cNvPr id="9" name="Straight Arrow Connector 8"/>
          <p:cNvCxnSpPr>
            <a:cxnSpLocks/>
          </p:cNvCxnSpPr>
          <p:nvPr/>
        </p:nvCxnSpPr>
        <p:spPr>
          <a:xfrm flipH="1" flipV="1">
            <a:off x="4961375" y="4824648"/>
            <a:ext cx="1923567" cy="2812"/>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3613874" y="5482937"/>
            <a:ext cx="5306096" cy="400110"/>
          </a:xfrm>
          <a:prstGeom prst="rect">
            <a:avLst/>
          </a:prstGeom>
        </p:spPr>
        <p:txBody>
          <a:bodyPr wrap="square">
            <a:spAutoFit/>
          </a:bodyPr>
          <a:lstStyle/>
          <a:p>
            <a:r>
              <a:rPr lang="en-US" sz="2000" dirty="0">
                <a:solidFill>
                  <a:schemeClr val="tx2">
                    <a:lumMod val="10000"/>
                    <a:lumOff val="90000"/>
                  </a:schemeClr>
                </a:solidFill>
              </a:rPr>
              <a:t>Eg. www.domain.com/Product/Edit/1</a:t>
            </a:r>
          </a:p>
        </p:txBody>
      </p:sp>
      <p:sp>
        <p:nvSpPr>
          <p:cNvPr id="2" name="Content Placeholder 1"/>
          <p:cNvSpPr>
            <a:spLocks noGrp="1"/>
          </p:cNvSpPr>
          <p:nvPr>
            <p:ph sz="half" idx="10"/>
          </p:nvPr>
        </p:nvSpPr>
        <p:spPr/>
        <p:txBody>
          <a:bodyPr/>
          <a:lstStyle/>
          <a:p>
            <a:r>
              <a:rPr lang="en-US" dirty="0"/>
              <a:t>MVC Pattern</a:t>
            </a:r>
          </a:p>
        </p:txBody>
      </p:sp>
      <p:cxnSp>
        <p:nvCxnSpPr>
          <p:cNvPr id="17" name="Straight Arrow Connector 16"/>
          <p:cNvCxnSpPr/>
          <p:nvPr/>
        </p:nvCxnSpPr>
        <p:spPr>
          <a:xfrm flipH="1">
            <a:off x="3736276" y="2848107"/>
            <a:ext cx="1977630" cy="1496359"/>
          </a:xfrm>
          <a:prstGeom prst="straightConnector1">
            <a:avLst/>
          </a:prstGeom>
          <a:ln w="571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Smiley Face 18">
            <a:extLst>
              <a:ext uri="{FF2B5EF4-FFF2-40B4-BE49-F238E27FC236}">
                <a16:creationId xmlns:a16="http://schemas.microsoft.com/office/drawing/2014/main" id="{AF880B80-B189-4434-8F1B-59C8EEA1EE0D}"/>
              </a:ext>
            </a:extLst>
          </p:cNvPr>
          <p:cNvSpPr/>
          <p:nvPr/>
        </p:nvSpPr>
        <p:spPr>
          <a:xfrm>
            <a:off x="635562" y="4352721"/>
            <a:ext cx="775698" cy="795647"/>
          </a:xfrm>
          <a:prstGeom prst="smileyFace">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7ED86EA8-B048-4538-B47D-63461F0117F6}"/>
              </a:ext>
            </a:extLst>
          </p:cNvPr>
          <p:cNvCxnSpPr>
            <a:cxnSpLocks/>
            <a:endCxn id="14" idx="1"/>
          </p:cNvCxnSpPr>
          <p:nvPr/>
        </p:nvCxnSpPr>
        <p:spPr>
          <a:xfrm>
            <a:off x="1221313" y="4772291"/>
            <a:ext cx="1276718" cy="5649"/>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E35FBFF-02EA-43F3-A84A-33A1A7D0808E}"/>
              </a:ext>
            </a:extLst>
          </p:cNvPr>
          <p:cNvCxnSpPr>
            <a:cxnSpLocks/>
          </p:cNvCxnSpPr>
          <p:nvPr/>
        </p:nvCxnSpPr>
        <p:spPr>
          <a:xfrm>
            <a:off x="4975923" y="4668001"/>
            <a:ext cx="1909019"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3" grpId="0" animBg="1"/>
      <p:bldP spid="14" grpId="0" animBg="1"/>
      <p:bldP spid="34" grpId="0"/>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18D866A-8365-1AD9-AC8E-F8C078F0963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716847" y="1583236"/>
            <a:ext cx="8295567" cy="3691528"/>
          </a:xfrm>
          <a:prstGeom prst="rect">
            <a:avLst/>
          </a:prstGeom>
          <a:ln>
            <a:noFill/>
          </a:ln>
          <a:effectLst>
            <a:outerShdw blurRad="292100" dist="139700" dir="2700000" algn="tl" rotWithShape="0">
              <a:srgbClr val="333333">
                <a:alpha val="65000"/>
              </a:srgbClr>
            </a:outerShdw>
          </a:effectLst>
        </p:spPr>
      </p:pic>
      <p:sp>
        <p:nvSpPr>
          <p:cNvPr id="4" name="Content Placeholder 3">
            <a:extLst>
              <a:ext uri="{FF2B5EF4-FFF2-40B4-BE49-F238E27FC236}">
                <a16:creationId xmlns:a16="http://schemas.microsoft.com/office/drawing/2014/main" id="{79AC1581-91B2-52FF-DFE8-B3D9CDE22A00}"/>
              </a:ext>
            </a:extLst>
          </p:cNvPr>
          <p:cNvSpPr>
            <a:spLocks noGrp="1"/>
          </p:cNvSpPr>
          <p:nvPr>
            <p:ph sz="half" idx="10"/>
          </p:nvPr>
        </p:nvSpPr>
        <p:spPr>
          <a:xfrm>
            <a:off x="493295" y="431324"/>
            <a:ext cx="11122056" cy="534839"/>
          </a:xfrm>
        </p:spPr>
        <p:txBody>
          <a:bodyPr anchor="t">
            <a:normAutofit/>
          </a:bodyPr>
          <a:lstStyle/>
          <a:p>
            <a:r>
              <a:rPr lang="en-IN" dirty="0"/>
              <a:t>MVVM Pattern</a:t>
            </a:r>
          </a:p>
        </p:txBody>
      </p:sp>
    </p:spTree>
    <p:extLst>
      <p:ext uri="{BB962C8B-B14F-4D97-AF65-F5344CB8AC3E}">
        <p14:creationId xmlns:p14="http://schemas.microsoft.com/office/powerpoint/2010/main" val="70251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9AC1581-91B2-52FF-DFE8-B3D9CDE22A00}"/>
              </a:ext>
            </a:extLst>
          </p:cNvPr>
          <p:cNvSpPr>
            <a:spLocks noGrp="1"/>
          </p:cNvSpPr>
          <p:nvPr>
            <p:ph sz="half" idx="10"/>
          </p:nvPr>
        </p:nvSpPr>
        <p:spPr>
          <a:xfrm>
            <a:off x="493295" y="431324"/>
            <a:ext cx="11122056" cy="534839"/>
          </a:xfrm>
        </p:spPr>
        <p:txBody>
          <a:bodyPr anchor="t">
            <a:normAutofit/>
          </a:bodyPr>
          <a:lstStyle/>
          <a:p>
            <a:r>
              <a:rPr lang="en-IN" dirty="0"/>
              <a:t>MVVM Pattern</a:t>
            </a:r>
          </a:p>
        </p:txBody>
      </p:sp>
      <p:graphicFrame>
        <p:nvGraphicFramePr>
          <p:cNvPr id="6" name="Content Placeholder 2">
            <a:extLst>
              <a:ext uri="{FF2B5EF4-FFF2-40B4-BE49-F238E27FC236}">
                <a16:creationId xmlns:a16="http://schemas.microsoft.com/office/drawing/2014/main" id="{B35DA1B0-F8D2-28AD-8858-8831AB2480D0}"/>
              </a:ext>
            </a:extLst>
          </p:cNvPr>
          <p:cNvGraphicFramePr>
            <a:graphicFrameLocks noGrp="1"/>
          </p:cNvGraphicFramePr>
          <p:nvPr>
            <p:ph sz="half" idx="1"/>
            <p:extLst>
              <p:ext uri="{D42A27DB-BD31-4B8C-83A1-F6EECF244321}">
                <p14:modId xmlns:p14="http://schemas.microsoft.com/office/powerpoint/2010/main" val="1256233376"/>
              </p:ext>
            </p:extLst>
          </p:nvPr>
        </p:nvGraphicFramePr>
        <p:xfrm>
          <a:off x="493295" y="1268098"/>
          <a:ext cx="11122056" cy="4877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29224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3E0A606-46B8-4650-A592-D1737860E5BC}"/>
              </a:ext>
            </a:extLst>
          </p:cNvPr>
          <p:cNvSpPr>
            <a:spLocks noGrp="1"/>
          </p:cNvSpPr>
          <p:nvPr>
            <p:ph sz="half" idx="10"/>
          </p:nvPr>
        </p:nvSpPr>
        <p:spPr/>
        <p:txBody>
          <a:bodyPr>
            <a:normAutofit fontScale="92500" lnSpcReduction="20000"/>
          </a:bodyPr>
          <a:lstStyle/>
          <a:p>
            <a:r>
              <a:rPr lang="en-US" dirty="0"/>
              <a:t>N</a:t>
            </a:r>
            <a:r>
              <a:rPr lang="en-US" sz="4000" dirty="0"/>
              <a:t>-Layer and N-Tier</a:t>
            </a:r>
          </a:p>
        </p:txBody>
      </p:sp>
      <p:sp>
        <p:nvSpPr>
          <p:cNvPr id="3" name="Content Placeholder 2">
            <a:extLst>
              <a:ext uri="{FF2B5EF4-FFF2-40B4-BE49-F238E27FC236}">
                <a16:creationId xmlns:a16="http://schemas.microsoft.com/office/drawing/2014/main" id="{9AF751EE-A805-4B02-9696-12259CACB2C9}"/>
              </a:ext>
            </a:extLst>
          </p:cNvPr>
          <p:cNvSpPr>
            <a:spLocks noGrp="1"/>
          </p:cNvSpPr>
          <p:nvPr>
            <p:ph sz="half" idx="1"/>
          </p:nvPr>
        </p:nvSpPr>
        <p:spPr/>
        <p:txBody>
          <a:bodyPr/>
          <a:lstStyle/>
          <a:p>
            <a:pPr algn="just"/>
            <a:r>
              <a:rPr lang="en-IN" b="1" dirty="0"/>
              <a:t>Layer</a:t>
            </a:r>
            <a:r>
              <a:rPr lang="en-IN" dirty="0"/>
              <a:t> is logical separation of code.</a:t>
            </a:r>
          </a:p>
          <a:p>
            <a:pPr algn="just"/>
            <a:r>
              <a:rPr lang="en-IN" b="1" dirty="0"/>
              <a:t>Tier</a:t>
            </a:r>
            <a:r>
              <a:rPr lang="en-IN" dirty="0"/>
              <a:t> </a:t>
            </a:r>
            <a:r>
              <a:rPr lang="en-US" dirty="0"/>
              <a:t>is a physical separation of code. In fact, tier is a machine, where the code/process runs.</a:t>
            </a:r>
            <a:endParaRPr lang="en-IN" dirty="0"/>
          </a:p>
        </p:txBody>
      </p:sp>
      <p:grpSp>
        <p:nvGrpSpPr>
          <p:cNvPr id="39" name="Group 38">
            <a:extLst>
              <a:ext uri="{FF2B5EF4-FFF2-40B4-BE49-F238E27FC236}">
                <a16:creationId xmlns:a16="http://schemas.microsoft.com/office/drawing/2014/main" id="{62D032DB-9687-4AD5-B85B-B04E2FD0103B}"/>
              </a:ext>
            </a:extLst>
          </p:cNvPr>
          <p:cNvGrpSpPr/>
          <p:nvPr/>
        </p:nvGrpSpPr>
        <p:grpSpPr>
          <a:xfrm>
            <a:off x="871788" y="3038659"/>
            <a:ext cx="4151382" cy="2760543"/>
            <a:chOff x="871788" y="3426606"/>
            <a:chExt cx="4151382" cy="2760543"/>
          </a:xfrm>
        </p:grpSpPr>
        <p:sp>
          <p:nvSpPr>
            <p:cNvPr id="8" name="Rectangle 7">
              <a:extLst>
                <a:ext uri="{FF2B5EF4-FFF2-40B4-BE49-F238E27FC236}">
                  <a16:creationId xmlns:a16="http://schemas.microsoft.com/office/drawing/2014/main" id="{9FDFA805-7C1C-4658-A18A-56E036274428}"/>
                </a:ext>
              </a:extLst>
            </p:cNvPr>
            <p:cNvSpPr/>
            <p:nvPr/>
          </p:nvSpPr>
          <p:spPr>
            <a:xfrm>
              <a:off x="871788" y="3426606"/>
              <a:ext cx="2592150" cy="75269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DAL</a:t>
              </a:r>
            </a:p>
            <a:p>
              <a:pPr algn="ctr"/>
              <a:r>
                <a:rPr lang="en-US" dirty="0"/>
                <a:t>(Class Library)</a:t>
              </a:r>
              <a:endParaRPr lang="en-US" sz="1400" dirty="0"/>
            </a:p>
          </p:txBody>
        </p:sp>
        <p:sp>
          <p:nvSpPr>
            <p:cNvPr id="9" name="Rectangle 8">
              <a:extLst>
                <a:ext uri="{FF2B5EF4-FFF2-40B4-BE49-F238E27FC236}">
                  <a16:creationId xmlns:a16="http://schemas.microsoft.com/office/drawing/2014/main" id="{3AB3EE00-237F-43E2-92D9-E6289185C5A6}"/>
                </a:ext>
              </a:extLst>
            </p:cNvPr>
            <p:cNvSpPr/>
            <p:nvPr/>
          </p:nvSpPr>
          <p:spPr>
            <a:xfrm>
              <a:off x="871788" y="5434450"/>
              <a:ext cx="2592150" cy="752699"/>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PL</a:t>
              </a:r>
            </a:p>
            <a:p>
              <a:pPr algn="ctr"/>
              <a:r>
                <a:rPr lang="en-US" dirty="0"/>
                <a:t>(MVC: Hosted App)</a:t>
              </a:r>
              <a:endParaRPr lang="en-US" sz="1400" dirty="0"/>
            </a:p>
          </p:txBody>
        </p:sp>
        <p:sp>
          <p:nvSpPr>
            <p:cNvPr id="10" name="Rectangle 9">
              <a:extLst>
                <a:ext uri="{FF2B5EF4-FFF2-40B4-BE49-F238E27FC236}">
                  <a16:creationId xmlns:a16="http://schemas.microsoft.com/office/drawing/2014/main" id="{38346A98-23D0-4F5B-8B74-51453023153F}"/>
                </a:ext>
              </a:extLst>
            </p:cNvPr>
            <p:cNvSpPr/>
            <p:nvPr/>
          </p:nvSpPr>
          <p:spPr>
            <a:xfrm>
              <a:off x="871788" y="4430528"/>
              <a:ext cx="2592150" cy="752699"/>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BAL</a:t>
              </a:r>
            </a:p>
            <a:p>
              <a:pPr algn="ctr"/>
              <a:r>
                <a:rPr lang="en-US" dirty="0"/>
                <a:t>(Class Library)</a:t>
              </a:r>
              <a:endParaRPr lang="en-US" sz="1400" dirty="0"/>
            </a:p>
          </p:txBody>
        </p:sp>
        <p:pic>
          <p:nvPicPr>
            <p:cNvPr id="14" name="Graphic 13">
              <a:extLst>
                <a:ext uri="{FF2B5EF4-FFF2-40B4-BE49-F238E27FC236}">
                  <a16:creationId xmlns:a16="http://schemas.microsoft.com/office/drawing/2014/main" id="{B2E12505-7BDD-4601-9A2E-88E831133AB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32300" y="4146442"/>
              <a:ext cx="1490870" cy="1490870"/>
            </a:xfrm>
            <a:prstGeom prst="rect">
              <a:avLst/>
            </a:prstGeom>
          </p:spPr>
        </p:pic>
        <p:sp>
          <p:nvSpPr>
            <p:cNvPr id="21" name="Left Brace 20">
              <a:extLst>
                <a:ext uri="{FF2B5EF4-FFF2-40B4-BE49-F238E27FC236}">
                  <a16:creationId xmlns:a16="http://schemas.microsoft.com/office/drawing/2014/main" id="{DE6E4938-07B3-4AE5-A334-8585D0847F6A}"/>
                </a:ext>
              </a:extLst>
            </p:cNvPr>
            <p:cNvSpPr/>
            <p:nvPr/>
          </p:nvSpPr>
          <p:spPr>
            <a:xfrm rot="10800000">
              <a:off x="3463938" y="3765443"/>
              <a:ext cx="332007" cy="2252869"/>
            </a:xfrm>
            <a:prstGeom prst="leftBrace">
              <a:avLst/>
            </a:prstGeom>
            <a:ln w="28575">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grpSp>
        <p:nvGrpSpPr>
          <p:cNvPr id="40" name="Group 39">
            <a:extLst>
              <a:ext uri="{FF2B5EF4-FFF2-40B4-BE49-F238E27FC236}">
                <a16:creationId xmlns:a16="http://schemas.microsoft.com/office/drawing/2014/main" id="{25A4E81C-4217-4013-9A73-5AEC76F6A95D}"/>
              </a:ext>
            </a:extLst>
          </p:cNvPr>
          <p:cNvGrpSpPr/>
          <p:nvPr/>
        </p:nvGrpSpPr>
        <p:grpSpPr>
          <a:xfrm>
            <a:off x="6054323" y="2937486"/>
            <a:ext cx="4074639" cy="2962887"/>
            <a:chOff x="6011368" y="3317276"/>
            <a:chExt cx="4074639" cy="2962887"/>
          </a:xfrm>
        </p:grpSpPr>
        <p:pic>
          <p:nvPicPr>
            <p:cNvPr id="30" name="Graphic 29">
              <a:extLst>
                <a:ext uri="{FF2B5EF4-FFF2-40B4-BE49-F238E27FC236}">
                  <a16:creationId xmlns:a16="http://schemas.microsoft.com/office/drawing/2014/main" id="{ACCC3610-7B52-4366-98F0-C374360F9C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6938" y="3317276"/>
              <a:ext cx="938728" cy="938728"/>
            </a:xfrm>
            <a:prstGeom prst="rect">
              <a:avLst/>
            </a:prstGeom>
          </p:spPr>
        </p:pic>
        <p:sp>
          <p:nvSpPr>
            <p:cNvPr id="31" name="Rectangle 30">
              <a:extLst>
                <a:ext uri="{FF2B5EF4-FFF2-40B4-BE49-F238E27FC236}">
                  <a16:creationId xmlns:a16="http://schemas.microsoft.com/office/drawing/2014/main" id="{A92468C4-27A4-4DC9-92D0-4A0DD2022BAE}"/>
                </a:ext>
              </a:extLst>
            </p:cNvPr>
            <p:cNvSpPr/>
            <p:nvPr/>
          </p:nvSpPr>
          <p:spPr>
            <a:xfrm>
              <a:off x="6011368" y="3382799"/>
              <a:ext cx="2592150" cy="75269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DAL </a:t>
              </a:r>
            </a:p>
            <a:p>
              <a:pPr algn="ctr"/>
              <a:r>
                <a:rPr lang="en-US" dirty="0"/>
                <a:t>(WCF: Hosted App)</a:t>
              </a:r>
              <a:endParaRPr lang="en-US" sz="1400" dirty="0"/>
            </a:p>
          </p:txBody>
        </p:sp>
        <p:sp>
          <p:nvSpPr>
            <p:cNvPr id="32" name="Rectangle 31">
              <a:extLst>
                <a:ext uri="{FF2B5EF4-FFF2-40B4-BE49-F238E27FC236}">
                  <a16:creationId xmlns:a16="http://schemas.microsoft.com/office/drawing/2014/main" id="{D8811278-8981-445A-BF1B-26F2292AE2C8}"/>
                </a:ext>
              </a:extLst>
            </p:cNvPr>
            <p:cNvSpPr/>
            <p:nvPr/>
          </p:nvSpPr>
          <p:spPr>
            <a:xfrm>
              <a:off x="6011368" y="5390643"/>
              <a:ext cx="2592150" cy="752699"/>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PL</a:t>
              </a:r>
            </a:p>
            <a:p>
              <a:pPr algn="ctr"/>
              <a:r>
                <a:rPr lang="en-US" dirty="0"/>
                <a:t>(MVC: Hosted App)</a:t>
              </a:r>
              <a:endParaRPr lang="en-US" sz="1400" dirty="0"/>
            </a:p>
          </p:txBody>
        </p:sp>
        <p:sp>
          <p:nvSpPr>
            <p:cNvPr id="33" name="Rectangle 32">
              <a:extLst>
                <a:ext uri="{FF2B5EF4-FFF2-40B4-BE49-F238E27FC236}">
                  <a16:creationId xmlns:a16="http://schemas.microsoft.com/office/drawing/2014/main" id="{88E9316A-21EF-4769-A1CC-B1B8488CD414}"/>
                </a:ext>
              </a:extLst>
            </p:cNvPr>
            <p:cNvSpPr/>
            <p:nvPr/>
          </p:nvSpPr>
          <p:spPr>
            <a:xfrm>
              <a:off x="6011368" y="4386721"/>
              <a:ext cx="2592150" cy="752699"/>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BAL</a:t>
              </a:r>
            </a:p>
            <a:p>
              <a:pPr algn="ctr"/>
              <a:r>
                <a:rPr lang="en-US" dirty="0"/>
                <a:t>(</a:t>
              </a:r>
              <a:r>
                <a:rPr lang="en-US" dirty="0" err="1"/>
                <a:t>WebAPI</a:t>
              </a:r>
              <a:r>
                <a:rPr lang="en-US" dirty="0"/>
                <a:t>: Hosted App)</a:t>
              </a:r>
              <a:endParaRPr lang="en-US" sz="1400" dirty="0"/>
            </a:p>
          </p:txBody>
        </p:sp>
        <p:pic>
          <p:nvPicPr>
            <p:cNvPr id="34" name="Graphic 33">
              <a:extLst>
                <a:ext uri="{FF2B5EF4-FFF2-40B4-BE49-F238E27FC236}">
                  <a16:creationId xmlns:a16="http://schemas.microsoft.com/office/drawing/2014/main" id="{1BE34D58-61E3-4180-8CCB-19EEF77826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7279" y="4356205"/>
              <a:ext cx="938728" cy="938728"/>
            </a:xfrm>
            <a:prstGeom prst="rect">
              <a:avLst/>
            </a:prstGeom>
          </p:spPr>
        </p:pic>
        <p:pic>
          <p:nvPicPr>
            <p:cNvPr id="35" name="Graphic 34">
              <a:extLst>
                <a:ext uri="{FF2B5EF4-FFF2-40B4-BE49-F238E27FC236}">
                  <a16:creationId xmlns:a16="http://schemas.microsoft.com/office/drawing/2014/main" id="{6E9E5A42-9355-46E7-BF1F-0E885CDDB6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6938" y="5341435"/>
              <a:ext cx="938728" cy="938728"/>
            </a:xfrm>
            <a:prstGeom prst="rect">
              <a:avLst/>
            </a:prstGeom>
          </p:spPr>
        </p:pic>
        <p:cxnSp>
          <p:nvCxnSpPr>
            <p:cNvPr id="36" name="Straight Arrow Connector 35">
              <a:extLst>
                <a:ext uri="{FF2B5EF4-FFF2-40B4-BE49-F238E27FC236}">
                  <a16:creationId xmlns:a16="http://schemas.microsoft.com/office/drawing/2014/main" id="{8535B767-8BE3-4116-A105-576D09D3EA72}"/>
                </a:ext>
              </a:extLst>
            </p:cNvPr>
            <p:cNvCxnSpPr>
              <a:cxnSpLocks/>
            </p:cNvCxnSpPr>
            <p:nvPr/>
          </p:nvCxnSpPr>
          <p:spPr>
            <a:xfrm>
              <a:off x="8590266" y="3786640"/>
              <a:ext cx="768704"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B005FCF6-A931-4361-9323-533E9E970E04}"/>
                </a:ext>
              </a:extLst>
            </p:cNvPr>
            <p:cNvCxnSpPr>
              <a:cxnSpLocks/>
            </p:cNvCxnSpPr>
            <p:nvPr/>
          </p:nvCxnSpPr>
          <p:spPr>
            <a:xfrm>
              <a:off x="8603518" y="4825569"/>
              <a:ext cx="768704"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6AA3E2C-2B89-4238-8E6E-FEE27CB823C2}"/>
                </a:ext>
              </a:extLst>
            </p:cNvPr>
            <p:cNvCxnSpPr>
              <a:cxnSpLocks/>
            </p:cNvCxnSpPr>
            <p:nvPr/>
          </p:nvCxnSpPr>
          <p:spPr>
            <a:xfrm>
              <a:off x="8603518" y="5804034"/>
              <a:ext cx="768704"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111062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lstStyle/>
          <a:p>
            <a:r>
              <a:rPr lang="en-US" dirty="0"/>
              <a:t>Onion Architecture =&gt; Clean Architecture</a:t>
            </a:r>
          </a:p>
        </p:txBody>
      </p:sp>
      <p:pic>
        <p:nvPicPr>
          <p:cNvPr id="8" name="Picture 7">
            <a:extLst>
              <a:ext uri="{FF2B5EF4-FFF2-40B4-BE49-F238E27FC236}">
                <a16:creationId xmlns:a16="http://schemas.microsoft.com/office/drawing/2014/main" id="{616D3239-7F15-AE3A-6F87-D0D9754E107C}"/>
              </a:ext>
            </a:extLst>
          </p:cNvPr>
          <p:cNvPicPr>
            <a:picLocks noChangeAspect="1"/>
          </p:cNvPicPr>
          <p:nvPr/>
        </p:nvPicPr>
        <p:blipFill rotWithShape="1">
          <a:blip r:embed="rId3">
            <a:extLst>
              <a:ext uri="{28A0092B-C50C-407E-A947-70E740481C1C}">
                <a14:useLocalDpi xmlns:a14="http://schemas.microsoft.com/office/drawing/2010/main" val="0"/>
              </a:ext>
            </a:extLst>
          </a:blip>
          <a:srcRect l="8950" t="15732" r="3475" b="15546"/>
          <a:stretch/>
        </p:blipFill>
        <p:spPr>
          <a:xfrm rot="19500182">
            <a:off x="1404563" y="2550807"/>
            <a:ext cx="2746777" cy="2862878"/>
          </a:xfrm>
          <a:prstGeom prst="rect">
            <a:avLst/>
          </a:prstGeom>
        </p:spPr>
      </p:pic>
      <p:pic>
        <p:nvPicPr>
          <p:cNvPr id="5" name="Picture 4" descr="A diagram of a diagram&#10;&#10;Description automatically generated">
            <a:extLst>
              <a:ext uri="{FF2B5EF4-FFF2-40B4-BE49-F238E27FC236}">
                <a16:creationId xmlns:a16="http://schemas.microsoft.com/office/drawing/2014/main" id="{5D8A6A85-D36D-6E86-5E4A-E078BD4387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7559" y="1845783"/>
            <a:ext cx="3920589" cy="3920589"/>
          </a:xfrm>
          <a:prstGeom prst="rect">
            <a:avLst/>
          </a:prstGeom>
        </p:spPr>
      </p:pic>
    </p:spTree>
    <p:extLst>
      <p:ext uri="{BB962C8B-B14F-4D97-AF65-F5344CB8AC3E}">
        <p14:creationId xmlns:p14="http://schemas.microsoft.com/office/powerpoint/2010/main" val="89717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2BAFD-A626-C0F6-25F8-6C2F435B837A}"/>
              </a:ext>
            </a:extLst>
          </p:cNvPr>
          <p:cNvSpPr>
            <a:spLocks noGrp="1"/>
          </p:cNvSpPr>
          <p:nvPr>
            <p:ph sz="half" idx="1"/>
          </p:nvPr>
        </p:nvSpPr>
        <p:spPr/>
        <p:txBody>
          <a:bodyPr/>
          <a:lstStyle/>
          <a:p>
            <a:pPr algn="just"/>
            <a:r>
              <a:rPr lang="en-US" dirty="0"/>
              <a:t>Focus on separation of concerns and the independence of business logic from external systems, frameworks, and infrastructure. </a:t>
            </a:r>
          </a:p>
          <a:p>
            <a:pPr algn="just"/>
            <a:r>
              <a:rPr lang="en-US" dirty="0"/>
              <a:t>Helps to create flexible, maintainable, and testable systems by organizing code into layers with strict dependency rules.</a:t>
            </a:r>
          </a:p>
        </p:txBody>
      </p:sp>
      <p:sp>
        <p:nvSpPr>
          <p:cNvPr id="4" name="Content Placeholder 3">
            <a:extLst>
              <a:ext uri="{FF2B5EF4-FFF2-40B4-BE49-F238E27FC236}">
                <a16:creationId xmlns:a16="http://schemas.microsoft.com/office/drawing/2014/main" id="{5D49B00F-3053-F1B4-9CAD-88E772A891BB}"/>
              </a:ext>
            </a:extLst>
          </p:cNvPr>
          <p:cNvSpPr>
            <a:spLocks noGrp="1"/>
          </p:cNvSpPr>
          <p:nvPr>
            <p:ph sz="half" idx="10"/>
          </p:nvPr>
        </p:nvSpPr>
        <p:spPr/>
        <p:txBody>
          <a:bodyPr/>
          <a:lstStyle/>
          <a:p>
            <a:r>
              <a:rPr lang="en-US" dirty="0"/>
              <a:t>Clean Architecture</a:t>
            </a:r>
          </a:p>
        </p:txBody>
      </p:sp>
    </p:spTree>
    <p:extLst>
      <p:ext uri="{BB962C8B-B14F-4D97-AF65-F5344CB8AC3E}">
        <p14:creationId xmlns:p14="http://schemas.microsoft.com/office/powerpoint/2010/main" val="1694879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59FEC90-04B7-F38D-8406-3CE628C9669A}"/>
              </a:ext>
            </a:extLst>
          </p:cNvPr>
          <p:cNvSpPr>
            <a:spLocks noGrp="1"/>
          </p:cNvSpPr>
          <p:nvPr>
            <p:ph sz="half" idx="10"/>
          </p:nvPr>
        </p:nvSpPr>
        <p:spPr>
          <a:xfrm>
            <a:off x="493295" y="431324"/>
            <a:ext cx="11122056" cy="534839"/>
          </a:xfrm>
        </p:spPr>
        <p:txBody>
          <a:bodyPr anchor="t">
            <a:normAutofit/>
          </a:bodyPr>
          <a:lstStyle/>
          <a:p>
            <a:r>
              <a:rPr lang="en-US" dirty="0"/>
              <a:t>Clean Architecture Components</a:t>
            </a:r>
          </a:p>
        </p:txBody>
      </p:sp>
      <p:sp>
        <p:nvSpPr>
          <p:cNvPr id="13" name="Content Placeholder 3">
            <a:extLst>
              <a:ext uri="{FF2B5EF4-FFF2-40B4-BE49-F238E27FC236}">
                <a16:creationId xmlns:a16="http://schemas.microsoft.com/office/drawing/2014/main" id="{0B6C707E-2F19-4599-A90B-32E2FBE93F88}"/>
              </a:ext>
            </a:extLst>
          </p:cNvPr>
          <p:cNvSpPr>
            <a:spLocks noGrp="1"/>
          </p:cNvSpPr>
          <p:nvPr>
            <p:ph sz="half" idx="1"/>
          </p:nvPr>
        </p:nvSpPr>
        <p:spPr>
          <a:xfrm>
            <a:off x="493295" y="1268097"/>
            <a:ext cx="7434301" cy="4931367"/>
          </a:xfrm>
        </p:spPr>
        <p:txBody>
          <a:bodyPr>
            <a:normAutofit fontScale="77500" lnSpcReduction="20000"/>
          </a:bodyPr>
          <a:lstStyle/>
          <a:p>
            <a:r>
              <a:rPr lang="en-US" sz="2400" b="1" dirty="0"/>
              <a:t>Domain Layer (Core Logic):</a:t>
            </a:r>
            <a:r>
              <a:rPr lang="en-US" sz="2400" dirty="0"/>
              <a:t> </a:t>
            </a:r>
          </a:p>
          <a:p>
            <a:pPr lvl="1"/>
            <a:r>
              <a:rPr lang="en-US" sz="2000" dirty="0"/>
              <a:t>Entities/Objects</a:t>
            </a:r>
          </a:p>
          <a:p>
            <a:pPr lvl="1"/>
            <a:r>
              <a:rPr lang="en-US" sz="2000" dirty="0"/>
              <a:t>Enums/Constants</a:t>
            </a:r>
          </a:p>
          <a:p>
            <a:r>
              <a:rPr lang="fr-FR" sz="2400" b="1" dirty="0"/>
              <a:t>Application Layer (Business Logic):</a:t>
            </a:r>
            <a:r>
              <a:rPr lang="fr-FR" sz="2400" dirty="0"/>
              <a:t> </a:t>
            </a:r>
          </a:p>
          <a:p>
            <a:pPr lvl="1"/>
            <a:r>
              <a:rPr lang="fr-FR" sz="2000" dirty="0" err="1"/>
              <a:t>DTOs</a:t>
            </a:r>
            <a:r>
              <a:rPr lang="fr-FR" sz="2000" dirty="0"/>
              <a:t>, </a:t>
            </a:r>
            <a:r>
              <a:rPr lang="fr-FR" sz="2000" dirty="0" err="1"/>
              <a:t>Mappers</a:t>
            </a:r>
            <a:endParaRPr lang="fr-FR" sz="2000" dirty="0"/>
          </a:p>
          <a:p>
            <a:pPr lvl="1"/>
            <a:r>
              <a:rPr lang="en-US" sz="2000" dirty="0"/>
              <a:t>Repository Interfaces</a:t>
            </a:r>
          </a:p>
          <a:p>
            <a:pPr lvl="1"/>
            <a:r>
              <a:rPr lang="fr-FR" sz="2000" dirty="0"/>
              <a:t>Application Services</a:t>
            </a:r>
          </a:p>
          <a:p>
            <a:pPr lvl="1"/>
            <a:r>
              <a:rPr lang="fr-FR" sz="2000" dirty="0" err="1"/>
              <a:t>External</a:t>
            </a:r>
            <a:r>
              <a:rPr lang="fr-FR" sz="2000" dirty="0"/>
              <a:t> Service/Providers Interfaces</a:t>
            </a:r>
            <a:endParaRPr lang="en-US" sz="2400" b="1" dirty="0"/>
          </a:p>
          <a:p>
            <a:r>
              <a:rPr lang="en-US" sz="2400" b="1" dirty="0"/>
              <a:t>Persistence Layer (Database Logic):</a:t>
            </a:r>
            <a:r>
              <a:rPr lang="en-US" sz="2400" dirty="0"/>
              <a:t> </a:t>
            </a:r>
          </a:p>
          <a:p>
            <a:pPr lvl="1"/>
            <a:r>
              <a:rPr lang="en-US" sz="2000" dirty="0"/>
              <a:t>Repository Implementation</a:t>
            </a:r>
          </a:p>
          <a:p>
            <a:pPr lvl="1"/>
            <a:r>
              <a:rPr lang="en-US" sz="2000" dirty="0"/>
              <a:t>Cache</a:t>
            </a:r>
          </a:p>
          <a:p>
            <a:pPr lvl="1"/>
            <a:r>
              <a:rPr lang="en-US" sz="2000" dirty="0" err="1"/>
              <a:t>DbContext</a:t>
            </a:r>
            <a:endParaRPr lang="en-US" sz="2000" dirty="0"/>
          </a:p>
          <a:p>
            <a:r>
              <a:rPr lang="en-US" sz="2400" b="1" dirty="0"/>
              <a:t>Infrastructure Layer (External Dependencies):</a:t>
            </a:r>
            <a:r>
              <a:rPr lang="en-US" sz="2400" dirty="0"/>
              <a:t> </a:t>
            </a:r>
          </a:p>
          <a:p>
            <a:pPr lvl="1"/>
            <a:r>
              <a:rPr lang="en-US" sz="2000" dirty="0"/>
              <a:t>Logging</a:t>
            </a:r>
          </a:p>
          <a:p>
            <a:pPr lvl="1"/>
            <a:r>
              <a:rPr lang="en-US" sz="2000" dirty="0"/>
              <a:t>External Services/Providers like email, payment</a:t>
            </a:r>
            <a:endParaRPr lang="en-US" sz="2400" b="1" dirty="0"/>
          </a:p>
          <a:p>
            <a:r>
              <a:rPr lang="en-US" sz="2400" b="1" dirty="0"/>
              <a:t>Presentation Layer (UI):</a:t>
            </a:r>
            <a:r>
              <a:rPr lang="en-US" sz="2400" dirty="0"/>
              <a:t> </a:t>
            </a:r>
          </a:p>
          <a:p>
            <a:pPr lvl="1"/>
            <a:r>
              <a:rPr lang="en-US" sz="2000" dirty="0"/>
              <a:t>Controllers, View/UI</a:t>
            </a:r>
          </a:p>
          <a:p>
            <a:pPr lvl="1"/>
            <a:r>
              <a:rPr lang="en-US" sz="2000" dirty="0"/>
              <a:t>ViewModels, UI Services</a:t>
            </a:r>
          </a:p>
        </p:txBody>
      </p:sp>
      <p:pic>
        <p:nvPicPr>
          <p:cNvPr id="6" name="Content Placeholder 5" descr="A diagram of a diagram&#10;&#10;Description automatically generated">
            <a:extLst>
              <a:ext uri="{FF2B5EF4-FFF2-40B4-BE49-F238E27FC236}">
                <a16:creationId xmlns:a16="http://schemas.microsoft.com/office/drawing/2014/main" id="{9844F97A-C2E5-E191-743B-7CA58057CBD7}"/>
              </a:ext>
            </a:extLst>
          </p:cNvPr>
          <p:cNvPicPr>
            <a:picLocks noGrp="1" noChangeAspect="1"/>
          </p:cNvPicPr>
          <p:nvPr>
            <p:ph sz="half" idx="11"/>
          </p:nvPr>
        </p:nvPicPr>
        <p:blipFill>
          <a:blip r:embed="rId3">
            <a:extLst>
              <a:ext uri="{28A0092B-C50C-407E-A947-70E740481C1C}">
                <a14:useLocalDpi xmlns:a14="http://schemas.microsoft.com/office/drawing/2010/main" val="0"/>
              </a:ext>
            </a:extLst>
          </a:blip>
          <a:stretch>
            <a:fillRect/>
          </a:stretch>
        </p:blipFill>
        <p:spPr>
          <a:xfrm>
            <a:off x="7927596" y="1639250"/>
            <a:ext cx="3950653" cy="3950653"/>
          </a:xfrm>
          <a:prstGeom prst="rect">
            <a:avLst/>
          </a:prstGeom>
        </p:spPr>
      </p:pic>
    </p:spTree>
    <p:extLst>
      <p:ext uri="{BB962C8B-B14F-4D97-AF65-F5344CB8AC3E}">
        <p14:creationId xmlns:p14="http://schemas.microsoft.com/office/powerpoint/2010/main" val="3297635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840CA-1A6B-129C-254B-2A83D18CD12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634E095-F8D4-4982-3E97-AF1FBB449A45}"/>
              </a:ext>
            </a:extLst>
          </p:cNvPr>
          <p:cNvSpPr>
            <a:spLocks noGrp="1"/>
          </p:cNvSpPr>
          <p:nvPr>
            <p:ph sz="half" idx="10"/>
          </p:nvPr>
        </p:nvSpPr>
        <p:spPr>
          <a:xfrm>
            <a:off x="493295" y="431324"/>
            <a:ext cx="11122056" cy="534839"/>
          </a:xfrm>
        </p:spPr>
        <p:txBody>
          <a:bodyPr anchor="t">
            <a:normAutofit/>
          </a:bodyPr>
          <a:lstStyle/>
          <a:p>
            <a:r>
              <a:rPr lang="en-US" dirty="0"/>
              <a:t>Data Flow</a:t>
            </a:r>
          </a:p>
        </p:txBody>
      </p:sp>
      <p:sp>
        <p:nvSpPr>
          <p:cNvPr id="13" name="Content Placeholder 3">
            <a:extLst>
              <a:ext uri="{FF2B5EF4-FFF2-40B4-BE49-F238E27FC236}">
                <a16:creationId xmlns:a16="http://schemas.microsoft.com/office/drawing/2014/main" id="{E83CC4AF-3D8B-C385-5748-A21BE5387F3E}"/>
              </a:ext>
            </a:extLst>
          </p:cNvPr>
          <p:cNvSpPr>
            <a:spLocks noGrp="1"/>
          </p:cNvSpPr>
          <p:nvPr>
            <p:ph sz="half" idx="1"/>
          </p:nvPr>
        </p:nvSpPr>
        <p:spPr>
          <a:xfrm>
            <a:off x="493295" y="1268098"/>
            <a:ext cx="8007786" cy="4877624"/>
          </a:xfrm>
        </p:spPr>
        <p:txBody>
          <a:bodyPr>
            <a:normAutofit/>
          </a:bodyPr>
          <a:lstStyle/>
          <a:p>
            <a:r>
              <a:rPr lang="en-US" sz="2400" b="1" dirty="0"/>
              <a:t>Presentation Layer → Application Layer → Domain Layer</a:t>
            </a:r>
          </a:p>
          <a:p>
            <a:r>
              <a:rPr lang="fr-FR" sz="2400" b="1" dirty="0"/>
              <a:t>Persistance Layer → </a:t>
            </a:r>
            <a:r>
              <a:rPr lang="en-US" sz="2400" b="1" dirty="0"/>
              <a:t>Application</a:t>
            </a:r>
            <a:r>
              <a:rPr lang="fr-FR" sz="2400" b="1" dirty="0"/>
              <a:t> Layer</a:t>
            </a:r>
            <a:endParaRPr lang="en-US" sz="2400" b="1" dirty="0"/>
          </a:p>
          <a:p>
            <a:r>
              <a:rPr lang="fr-FR" sz="2400" b="1" dirty="0"/>
              <a:t>Persistance</a:t>
            </a:r>
            <a:r>
              <a:rPr lang="en-US" sz="2400" b="1" dirty="0"/>
              <a:t> Layer → DB Dependencies</a:t>
            </a:r>
          </a:p>
          <a:p>
            <a:r>
              <a:rPr lang="fr-FR" sz="2400" b="1" dirty="0"/>
              <a:t>Infrastructure Layer → </a:t>
            </a:r>
            <a:r>
              <a:rPr lang="en-US" sz="2400" b="1" dirty="0"/>
              <a:t>Application</a:t>
            </a:r>
            <a:r>
              <a:rPr lang="fr-FR" sz="2400" b="1" dirty="0"/>
              <a:t> Layer</a:t>
            </a:r>
            <a:endParaRPr lang="en-US" sz="2400" b="1" dirty="0"/>
          </a:p>
          <a:p>
            <a:r>
              <a:rPr lang="en-US" sz="2400" b="1" dirty="0"/>
              <a:t>Infrastructure Layer → External Dependencies</a:t>
            </a:r>
          </a:p>
        </p:txBody>
      </p:sp>
      <p:pic>
        <p:nvPicPr>
          <p:cNvPr id="6" name="Content Placeholder 5" descr="A diagram of a diagram&#10;&#10;Description automatically generated">
            <a:extLst>
              <a:ext uri="{FF2B5EF4-FFF2-40B4-BE49-F238E27FC236}">
                <a16:creationId xmlns:a16="http://schemas.microsoft.com/office/drawing/2014/main" id="{D8FFD4E2-D41F-7CDB-5CD8-6796DCF0DEC6}"/>
              </a:ext>
            </a:extLst>
          </p:cNvPr>
          <p:cNvPicPr>
            <a:picLocks noGrp="1" noChangeAspect="1"/>
          </p:cNvPicPr>
          <p:nvPr>
            <p:ph sz="half" idx="11"/>
          </p:nvPr>
        </p:nvPicPr>
        <p:blipFill>
          <a:blip r:embed="rId3">
            <a:extLst>
              <a:ext uri="{28A0092B-C50C-407E-A947-70E740481C1C}">
                <a14:useLocalDpi xmlns:a14="http://schemas.microsoft.com/office/drawing/2010/main" val="0"/>
              </a:ext>
            </a:extLst>
          </a:blip>
          <a:stretch>
            <a:fillRect/>
          </a:stretch>
        </p:blipFill>
        <p:spPr>
          <a:xfrm>
            <a:off x="7629394" y="1355137"/>
            <a:ext cx="4234765" cy="4234765"/>
          </a:xfrm>
          <a:prstGeom prst="rect">
            <a:avLst/>
          </a:prstGeom>
        </p:spPr>
      </p:pic>
    </p:spTree>
    <p:extLst>
      <p:ext uri="{BB962C8B-B14F-4D97-AF65-F5344CB8AC3E}">
        <p14:creationId xmlns:p14="http://schemas.microsoft.com/office/powerpoint/2010/main" val="1271178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D7D3E1CD-F480-1E73-FE82-AE972CEE6E7B}"/>
              </a:ext>
            </a:extLst>
          </p:cNvPr>
          <p:cNvGraphicFramePr>
            <a:graphicFrameLocks noGrp="1"/>
          </p:cNvGraphicFramePr>
          <p:nvPr>
            <p:ph sz="half" idx="1"/>
            <p:extLst>
              <p:ext uri="{D42A27DB-BD31-4B8C-83A1-F6EECF244321}">
                <p14:modId xmlns:p14="http://schemas.microsoft.com/office/powerpoint/2010/main" val="290962894"/>
              </p:ext>
            </p:extLst>
          </p:nvPr>
        </p:nvGraphicFramePr>
        <p:xfrm>
          <a:off x="640780" y="1182943"/>
          <a:ext cx="11122056" cy="5025753"/>
        </p:xfrm>
        <a:graphic>
          <a:graphicData uri="http://schemas.openxmlformats.org/drawingml/2006/table">
            <a:tbl>
              <a:tblPr>
                <a:tableStyleId>{125E5076-3810-47DD-B79F-674D7AD40C01}</a:tableStyleId>
              </a:tblPr>
              <a:tblGrid>
                <a:gridCol w="1630472">
                  <a:extLst>
                    <a:ext uri="{9D8B030D-6E8A-4147-A177-3AD203B41FA5}">
                      <a16:colId xmlns:a16="http://schemas.microsoft.com/office/drawing/2014/main" val="2916540068"/>
                    </a:ext>
                  </a:extLst>
                </a:gridCol>
                <a:gridCol w="4955458">
                  <a:extLst>
                    <a:ext uri="{9D8B030D-6E8A-4147-A177-3AD203B41FA5}">
                      <a16:colId xmlns:a16="http://schemas.microsoft.com/office/drawing/2014/main" val="1044258261"/>
                    </a:ext>
                  </a:extLst>
                </a:gridCol>
                <a:gridCol w="4536126">
                  <a:extLst>
                    <a:ext uri="{9D8B030D-6E8A-4147-A177-3AD203B41FA5}">
                      <a16:colId xmlns:a16="http://schemas.microsoft.com/office/drawing/2014/main" val="1238283416"/>
                    </a:ext>
                  </a:extLst>
                </a:gridCol>
              </a:tblGrid>
              <a:tr h="402957">
                <a:tc>
                  <a:txBody>
                    <a:bodyPr/>
                    <a:lstStyle/>
                    <a:p>
                      <a:r>
                        <a:rPr lang="en-US" sz="1500" b="0">
                          <a:solidFill>
                            <a:schemeClr val="accent4">
                              <a:lumMod val="20000"/>
                              <a:lumOff val="80000"/>
                            </a:schemeClr>
                          </a:solidFill>
                          <a:latin typeface="+mj-lt"/>
                        </a:rPr>
                        <a:t>Aspect</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4">
                        <a:lumMod val="75000"/>
                      </a:schemeClr>
                    </a:solidFill>
                  </a:tcPr>
                </a:tc>
                <a:tc>
                  <a:txBody>
                    <a:bodyPr/>
                    <a:lstStyle/>
                    <a:p>
                      <a:r>
                        <a:rPr lang="en-US" sz="1500" b="0">
                          <a:solidFill>
                            <a:schemeClr val="accent4">
                              <a:lumMod val="20000"/>
                              <a:lumOff val="80000"/>
                            </a:schemeClr>
                          </a:solidFill>
                          <a:latin typeface="+mj-lt"/>
                        </a:rPr>
                        <a:t>Clean Architecture</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4">
                        <a:lumMod val="75000"/>
                      </a:schemeClr>
                    </a:solidFill>
                  </a:tcPr>
                </a:tc>
                <a:tc>
                  <a:txBody>
                    <a:bodyPr/>
                    <a:lstStyle/>
                    <a:p>
                      <a:r>
                        <a:rPr lang="en-US" sz="1500" b="0" dirty="0">
                          <a:solidFill>
                            <a:schemeClr val="accent4">
                              <a:lumMod val="20000"/>
                              <a:lumOff val="80000"/>
                            </a:schemeClr>
                          </a:solidFill>
                          <a:latin typeface="+mj-lt"/>
                        </a:rPr>
                        <a:t>N-Tier Architecture</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400603444"/>
                  </a:ext>
                </a:extLst>
              </a:tr>
              <a:tr h="517236">
                <a:tc>
                  <a:txBody>
                    <a:bodyPr/>
                    <a:lstStyle/>
                    <a:p>
                      <a:r>
                        <a:rPr lang="en-US" sz="1500" b="0">
                          <a:solidFill>
                            <a:schemeClr val="accent4">
                              <a:lumMod val="20000"/>
                              <a:lumOff val="80000"/>
                            </a:schemeClr>
                          </a:solidFill>
                          <a:latin typeface="+mj-lt"/>
                        </a:rPr>
                        <a:t>Focus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Decoupling business logic from frameworks and infrastructure.</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Logical separation of UI, logic, and data.</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68033034"/>
                  </a:ext>
                </a:extLst>
              </a:tr>
              <a:tr h="517236">
                <a:tc>
                  <a:txBody>
                    <a:bodyPr/>
                    <a:lstStyle/>
                    <a:p>
                      <a:r>
                        <a:rPr lang="en-US" sz="1500" b="0">
                          <a:solidFill>
                            <a:schemeClr val="accent4">
                              <a:lumMod val="20000"/>
                              <a:lumOff val="80000"/>
                            </a:schemeClr>
                          </a:solidFill>
                          <a:latin typeface="+mj-lt"/>
                        </a:rPr>
                        <a:t>Dependency Flow</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Always inward. Outer layers depend on inner layers.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Layers may have bidirectional dependencies.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492798517"/>
                  </a:ext>
                </a:extLst>
              </a:tr>
              <a:tr h="738909">
                <a:tc>
                  <a:txBody>
                    <a:bodyPr/>
                    <a:lstStyle/>
                    <a:p>
                      <a:r>
                        <a:rPr lang="en-US" sz="1500" b="0" dirty="0">
                          <a:solidFill>
                            <a:schemeClr val="accent4">
                              <a:lumMod val="20000"/>
                              <a:lumOff val="80000"/>
                            </a:schemeClr>
                          </a:solidFill>
                          <a:latin typeface="+mj-lt"/>
                        </a:rPr>
                        <a:t>Core Principles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Dependency inversion, separation of concerns, testability.</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Physical separation, modularity.</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37328392"/>
                  </a:ext>
                </a:extLst>
              </a:tr>
              <a:tr h="517236">
                <a:tc>
                  <a:txBody>
                    <a:bodyPr/>
                    <a:lstStyle/>
                    <a:p>
                      <a:r>
                        <a:rPr lang="en-US" sz="1500" b="0" dirty="0">
                          <a:solidFill>
                            <a:schemeClr val="accent4">
                              <a:lumMod val="20000"/>
                              <a:lumOff val="80000"/>
                            </a:schemeClr>
                          </a:solidFill>
                          <a:latin typeface="+mj-lt"/>
                        </a:rPr>
                        <a:t>Testability</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Highly testable due to dependency isolation.</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Can be less testable if layers are tightly coupled.</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902675373"/>
                  </a:ext>
                </a:extLst>
              </a:tr>
              <a:tr h="738909">
                <a:tc>
                  <a:txBody>
                    <a:bodyPr/>
                    <a:lstStyle/>
                    <a:p>
                      <a:r>
                        <a:rPr lang="en-US" sz="1500" b="0">
                          <a:solidFill>
                            <a:schemeClr val="accent4">
                              <a:lumMod val="20000"/>
                              <a:lumOff val="80000"/>
                            </a:schemeClr>
                          </a:solidFill>
                          <a:latin typeface="+mj-lt"/>
                        </a:rPr>
                        <a:t>Technology Agnostic</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Core logic is independent of frameworks or databases.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Often tied to specific technologies (e.g., ORM, database).</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555343470"/>
                  </a:ext>
                </a:extLst>
              </a:tr>
              <a:tr h="517236">
                <a:tc>
                  <a:txBody>
                    <a:bodyPr/>
                    <a:lstStyle/>
                    <a:p>
                      <a:r>
                        <a:rPr lang="en-US" sz="1500" b="0" dirty="0">
                          <a:solidFill>
                            <a:schemeClr val="accent4">
                              <a:lumMod val="20000"/>
                              <a:lumOff val="80000"/>
                            </a:schemeClr>
                          </a:solidFill>
                          <a:latin typeface="+mj-lt"/>
                        </a:rPr>
                        <a:t>Adaptability</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Easier to switch frameworks, databases, or UI components.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Requires significant effort to make major changes.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64047165"/>
                  </a:ext>
                </a:extLst>
              </a:tr>
              <a:tr h="517236">
                <a:tc>
                  <a:txBody>
                    <a:bodyPr/>
                    <a:lstStyle/>
                    <a:p>
                      <a:r>
                        <a:rPr lang="en-US" sz="1500" b="0">
                          <a:solidFill>
                            <a:schemeClr val="accent4">
                              <a:lumMod val="20000"/>
                              <a:lumOff val="80000"/>
                            </a:schemeClr>
                          </a:solidFill>
                          <a:latin typeface="+mj-lt"/>
                        </a:rPr>
                        <a:t>Layer Names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Domain, Application, Infrastructure, Presentation.</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Presentation, Business Logic, Data.</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785927504"/>
                  </a:ext>
                </a:extLst>
              </a:tr>
              <a:tr h="517236">
                <a:tc>
                  <a:txBody>
                    <a:bodyPr/>
                    <a:lstStyle/>
                    <a:p>
                      <a:r>
                        <a:rPr lang="en-US" sz="1500" b="0">
                          <a:solidFill>
                            <a:schemeClr val="accent4">
                              <a:lumMod val="20000"/>
                              <a:lumOff val="80000"/>
                            </a:schemeClr>
                          </a:solidFill>
                          <a:latin typeface="+mj-lt"/>
                        </a:rPr>
                        <a:t>Purpose</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a:solidFill>
                            <a:schemeClr val="accent4">
                              <a:lumMod val="20000"/>
                              <a:lumOff val="80000"/>
                            </a:schemeClr>
                          </a:solidFill>
                          <a:latin typeface="+mj-lt"/>
                        </a:rPr>
                        <a:t>Protect core business logic from external changes.</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tc>
                  <a:txBody>
                    <a:bodyPr/>
                    <a:lstStyle/>
                    <a:p>
                      <a:r>
                        <a:rPr lang="en-US" sz="1500" b="0" dirty="0">
                          <a:solidFill>
                            <a:schemeClr val="accent4">
                              <a:lumMod val="20000"/>
                              <a:lumOff val="80000"/>
                            </a:schemeClr>
                          </a:solidFill>
                          <a:latin typeface="+mj-lt"/>
                        </a:rPr>
                        <a:t>Organize an application into tiers for separation.</a:t>
                      </a:r>
                    </a:p>
                  </a:txBody>
                  <a:tcPr marL="73891" marR="73891" marT="36945" marB="36945" anchor="ctr">
                    <a:lnL w="12700" cap="flat" cmpd="sng" algn="ctr">
                      <a:solidFill>
                        <a:schemeClr val="accent4">
                          <a:lumMod val="20000"/>
                          <a:lumOff val="80000"/>
                        </a:schemeClr>
                      </a:solidFill>
                      <a:prstDash val="solid"/>
                      <a:round/>
                      <a:headEnd type="none" w="med" len="med"/>
                      <a:tailEnd type="none" w="med" len="med"/>
                    </a:lnL>
                    <a:lnR w="12700" cap="flat" cmpd="sng" algn="ctr">
                      <a:solidFill>
                        <a:schemeClr val="accent4">
                          <a:lumMod val="20000"/>
                          <a:lumOff val="80000"/>
                        </a:schemeClr>
                      </a:solidFill>
                      <a:prstDash val="solid"/>
                      <a:round/>
                      <a:headEnd type="none" w="med" len="med"/>
                      <a:tailEnd type="none" w="med" len="med"/>
                    </a:lnR>
                    <a:lnT w="12700" cap="flat" cmpd="sng" algn="ctr">
                      <a:solidFill>
                        <a:schemeClr val="accent4">
                          <a:lumMod val="20000"/>
                          <a:lumOff val="80000"/>
                        </a:schemeClr>
                      </a:solidFill>
                      <a:prstDash val="solid"/>
                      <a:round/>
                      <a:headEnd type="none" w="med" len="med"/>
                      <a:tailEnd type="none" w="med" len="med"/>
                    </a:lnT>
                    <a:lnB w="12700" cap="flat" cmpd="sng" algn="ctr">
                      <a:solidFill>
                        <a:schemeClr val="accent4">
                          <a:lumMod val="20000"/>
                          <a:lumOff val="80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3771801249"/>
                  </a:ext>
                </a:extLst>
              </a:tr>
            </a:tbl>
          </a:graphicData>
        </a:graphic>
      </p:graphicFrame>
      <p:sp>
        <p:nvSpPr>
          <p:cNvPr id="6" name="Content Placeholder 5">
            <a:extLst>
              <a:ext uri="{FF2B5EF4-FFF2-40B4-BE49-F238E27FC236}">
                <a16:creationId xmlns:a16="http://schemas.microsoft.com/office/drawing/2014/main" id="{BBED3201-B392-6D7B-EDEE-2BF4BF97A82D}"/>
              </a:ext>
            </a:extLst>
          </p:cNvPr>
          <p:cNvSpPr>
            <a:spLocks noGrp="1"/>
          </p:cNvSpPr>
          <p:nvPr>
            <p:ph sz="half" idx="10"/>
          </p:nvPr>
        </p:nvSpPr>
        <p:spPr/>
        <p:txBody>
          <a:bodyPr/>
          <a:lstStyle/>
          <a:p>
            <a:r>
              <a:rPr lang="en-US" dirty="0"/>
              <a:t>Clean Architecture vs. N-Tier Architecture</a:t>
            </a:r>
          </a:p>
        </p:txBody>
      </p:sp>
    </p:spTree>
    <p:extLst>
      <p:ext uri="{BB962C8B-B14F-4D97-AF65-F5344CB8AC3E}">
        <p14:creationId xmlns:p14="http://schemas.microsoft.com/office/powerpoint/2010/main" val="3828673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half" idx="1"/>
          </p:nvPr>
        </p:nvSpPr>
        <p:spPr/>
        <p:txBody>
          <a:bodyPr>
            <a:noAutofit/>
          </a:bodyPr>
          <a:lstStyle/>
          <a:p>
            <a:pPr algn="just">
              <a:lnSpc>
                <a:spcPct val="110000"/>
              </a:lnSpc>
            </a:pPr>
            <a:r>
              <a:rPr lang="en-US" sz="2400" dirty="0"/>
              <a:t>An architectural design pattern which states that every component of a system should be a service.</a:t>
            </a:r>
          </a:p>
          <a:p>
            <a:pPr algn="just">
              <a:lnSpc>
                <a:spcPct val="110000"/>
              </a:lnSpc>
            </a:pPr>
            <a:r>
              <a:rPr lang="en-US" sz="2400" dirty="0"/>
              <a:t>System should be composed of several loosely-coupled services means services should be independent.</a:t>
            </a:r>
          </a:p>
          <a:p>
            <a:pPr algn="just">
              <a:lnSpc>
                <a:spcPct val="110000"/>
              </a:lnSpc>
            </a:pPr>
            <a:r>
              <a:rPr lang="en-US" sz="2400" dirty="0"/>
              <a:t>The changes into one of the service should not affect any other services.</a:t>
            </a:r>
          </a:p>
          <a:p>
            <a:pPr algn="just">
              <a:lnSpc>
                <a:spcPct val="110000"/>
              </a:lnSpc>
            </a:pPr>
            <a:r>
              <a:rPr lang="en-US" sz="2400" dirty="0"/>
              <a:t>WSDL, UDDI, and SOAP are the fundamental pieces of the SOA infrastructure.</a:t>
            </a:r>
          </a:p>
        </p:txBody>
      </p:sp>
      <p:sp>
        <p:nvSpPr>
          <p:cNvPr id="2" name="Content Placeholder 1"/>
          <p:cNvSpPr>
            <a:spLocks noGrp="1"/>
          </p:cNvSpPr>
          <p:nvPr>
            <p:ph sz="half" idx="10"/>
          </p:nvPr>
        </p:nvSpPr>
        <p:spPr/>
        <p:txBody>
          <a:bodyPr>
            <a:normAutofit fontScale="85000" lnSpcReduction="20000"/>
          </a:bodyPr>
          <a:lstStyle/>
          <a:p>
            <a:r>
              <a:rPr lang="en-US" sz="4400" dirty="0"/>
              <a:t>SOA (Service Oriented Architecture)</a:t>
            </a:r>
          </a:p>
        </p:txBody>
      </p:sp>
    </p:spTree>
    <p:extLst>
      <p:ext uri="{BB962C8B-B14F-4D97-AF65-F5344CB8AC3E}">
        <p14:creationId xmlns:p14="http://schemas.microsoft.com/office/powerpoint/2010/main" val="641413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half" idx="1"/>
          </p:nvPr>
        </p:nvSpPr>
        <p:spPr/>
        <p:txBody>
          <a:bodyPr>
            <a:noAutofit/>
          </a:bodyPr>
          <a:lstStyle/>
          <a:p>
            <a:pPr algn="just">
              <a:lnSpc>
                <a:spcPct val="110000"/>
              </a:lnSpc>
            </a:pPr>
            <a:r>
              <a:rPr lang="en-US" sz="2800" dirty="0"/>
              <a:t>REST is based upon the following 5 principles:</a:t>
            </a:r>
          </a:p>
          <a:p>
            <a:pPr lvl="1" algn="just">
              <a:lnSpc>
                <a:spcPct val="110000"/>
              </a:lnSpc>
            </a:pPr>
            <a:r>
              <a:rPr lang="en-US" b="1" dirty="0"/>
              <a:t>Addressable Resources</a:t>
            </a:r>
            <a:r>
              <a:rPr lang="en-US" dirty="0"/>
              <a:t> - Each resource should be identified by a URI.</a:t>
            </a:r>
          </a:p>
          <a:p>
            <a:pPr lvl="1" algn="just">
              <a:lnSpc>
                <a:spcPct val="110000"/>
              </a:lnSpc>
            </a:pPr>
            <a:r>
              <a:rPr lang="en-US" b="1" dirty="0"/>
              <a:t>Simple and Uniform Interfaces </a:t>
            </a:r>
            <a:r>
              <a:rPr lang="en-US" dirty="0"/>
              <a:t>- Keep your interfaces simple and uniform. This can be achieved by using the HTTP/HTTPS protocol uniform methods.</a:t>
            </a:r>
          </a:p>
          <a:p>
            <a:pPr lvl="1" algn="just">
              <a:lnSpc>
                <a:spcPct val="110000"/>
              </a:lnSpc>
            </a:pPr>
            <a:r>
              <a:rPr lang="en-US" b="1" dirty="0"/>
              <a:t>Representation Oriented - </a:t>
            </a:r>
            <a:r>
              <a:rPr lang="en-US" dirty="0"/>
              <a:t>Representation of resources are exchanged. Representation may be in many formats like XML, JSON etc.</a:t>
            </a:r>
          </a:p>
          <a:p>
            <a:pPr lvl="1" algn="just">
              <a:lnSpc>
                <a:spcPct val="110000"/>
              </a:lnSpc>
            </a:pPr>
            <a:r>
              <a:rPr lang="en-US" b="1" dirty="0"/>
              <a:t>Communicate Stateless</a:t>
            </a:r>
            <a:r>
              <a:rPr lang="en-US" dirty="0"/>
              <a:t> - Any session-specific data should be held and maintained by the client and transferred to the server with each request.</a:t>
            </a:r>
          </a:p>
          <a:p>
            <a:pPr lvl="1" algn="just">
              <a:lnSpc>
                <a:spcPct val="110000"/>
              </a:lnSpc>
            </a:pPr>
            <a:r>
              <a:rPr lang="en-US" b="1" dirty="0"/>
              <a:t>Cacheable</a:t>
            </a:r>
            <a:r>
              <a:rPr lang="en-US" dirty="0"/>
              <a:t> - Clients should be able to cache the responses for further use.</a:t>
            </a:r>
          </a:p>
        </p:txBody>
      </p:sp>
      <p:sp>
        <p:nvSpPr>
          <p:cNvPr id="2" name="Content Placeholder 1"/>
          <p:cNvSpPr>
            <a:spLocks noGrp="1"/>
          </p:cNvSpPr>
          <p:nvPr>
            <p:ph sz="half" idx="10"/>
          </p:nvPr>
        </p:nvSpPr>
        <p:spPr/>
        <p:txBody>
          <a:bodyPr>
            <a:normAutofit fontScale="85000" lnSpcReduction="20000"/>
          </a:bodyPr>
          <a:lstStyle/>
          <a:p>
            <a:r>
              <a:rPr lang="en-US" sz="4400" dirty="0"/>
              <a:t>REST (REpresentational State Transfer) Architecture</a:t>
            </a:r>
          </a:p>
        </p:txBody>
      </p:sp>
    </p:spTree>
    <p:extLst>
      <p:ext uri="{BB962C8B-B14F-4D97-AF65-F5344CB8AC3E}">
        <p14:creationId xmlns:p14="http://schemas.microsoft.com/office/powerpoint/2010/main" val="278512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2B414F-7854-B894-F376-AC66CCD977FB}"/>
              </a:ext>
            </a:extLst>
          </p:cNvPr>
          <p:cNvSpPr>
            <a:spLocks noGrp="1"/>
          </p:cNvSpPr>
          <p:nvPr>
            <p:ph sz="half" idx="10"/>
          </p:nvPr>
        </p:nvSpPr>
        <p:spPr/>
        <p:txBody>
          <a:bodyPr anchor="t">
            <a:normAutofit/>
          </a:bodyPr>
          <a:lstStyle/>
          <a:p>
            <a:pPr>
              <a:spcAft>
                <a:spcPts val="600"/>
              </a:spcAft>
            </a:pPr>
            <a:r>
              <a:rPr lang="en-IN" dirty="0"/>
              <a:t>SOA vs. REST</a:t>
            </a:r>
            <a:endParaRPr lang="en-US" dirty="0"/>
          </a:p>
        </p:txBody>
      </p:sp>
      <p:graphicFrame>
        <p:nvGraphicFramePr>
          <p:cNvPr id="15" name="Table 14">
            <a:extLst>
              <a:ext uri="{FF2B5EF4-FFF2-40B4-BE49-F238E27FC236}">
                <a16:creationId xmlns:a16="http://schemas.microsoft.com/office/drawing/2014/main" id="{9E5191AC-855B-08EC-B261-30DAA58C19CE}"/>
              </a:ext>
            </a:extLst>
          </p:cNvPr>
          <p:cNvGraphicFramePr>
            <a:graphicFrameLocks noGrp="1"/>
          </p:cNvGraphicFramePr>
          <p:nvPr>
            <p:extLst>
              <p:ext uri="{D42A27DB-BD31-4B8C-83A1-F6EECF244321}">
                <p14:modId xmlns:p14="http://schemas.microsoft.com/office/powerpoint/2010/main" val="2069596335"/>
              </p:ext>
            </p:extLst>
          </p:nvPr>
        </p:nvGraphicFramePr>
        <p:xfrm>
          <a:off x="493294" y="1398015"/>
          <a:ext cx="11122057" cy="4424887"/>
        </p:xfrm>
        <a:graphic>
          <a:graphicData uri="http://schemas.openxmlformats.org/drawingml/2006/table">
            <a:tbl>
              <a:tblPr firstRow="1" bandRow="1">
                <a:tableStyleId>{5C22544A-7EE6-4342-B048-85BDC9FD1C3A}</a:tableStyleId>
              </a:tblPr>
              <a:tblGrid>
                <a:gridCol w="2086497">
                  <a:extLst>
                    <a:ext uri="{9D8B030D-6E8A-4147-A177-3AD203B41FA5}">
                      <a16:colId xmlns:a16="http://schemas.microsoft.com/office/drawing/2014/main" val="20000"/>
                    </a:ext>
                  </a:extLst>
                </a:gridCol>
                <a:gridCol w="4459569">
                  <a:extLst>
                    <a:ext uri="{9D8B030D-6E8A-4147-A177-3AD203B41FA5}">
                      <a16:colId xmlns:a16="http://schemas.microsoft.com/office/drawing/2014/main" val="20001"/>
                    </a:ext>
                  </a:extLst>
                </a:gridCol>
                <a:gridCol w="4575991">
                  <a:extLst>
                    <a:ext uri="{9D8B030D-6E8A-4147-A177-3AD203B41FA5}">
                      <a16:colId xmlns:a16="http://schemas.microsoft.com/office/drawing/2014/main" val="20002"/>
                    </a:ext>
                  </a:extLst>
                </a:gridCol>
              </a:tblGrid>
              <a:tr h="368827">
                <a:tc>
                  <a:txBody>
                    <a:bodyPr/>
                    <a:lstStyle/>
                    <a:p>
                      <a:r>
                        <a:rPr lang="en-US" sz="1700"/>
                        <a:t>Aspect</a:t>
                      </a:r>
                    </a:p>
                  </a:txBody>
                  <a:tcPr marL="83824" marR="83824" marT="41912" marB="41912"/>
                </a:tc>
                <a:tc>
                  <a:txBody>
                    <a:bodyPr/>
                    <a:lstStyle/>
                    <a:p>
                      <a:r>
                        <a:rPr lang="en-US" sz="1700"/>
                        <a:t>REST</a:t>
                      </a:r>
                    </a:p>
                  </a:txBody>
                  <a:tcPr marL="83824" marR="83824" marT="41912" marB="41912"/>
                </a:tc>
                <a:tc>
                  <a:txBody>
                    <a:bodyPr/>
                    <a:lstStyle/>
                    <a:p>
                      <a:r>
                        <a:rPr lang="en-US" sz="1700"/>
                        <a:t>SOA</a:t>
                      </a:r>
                    </a:p>
                  </a:txBody>
                  <a:tcPr marL="83824" marR="83824" marT="41912" marB="41912"/>
                </a:tc>
                <a:extLst>
                  <a:ext uri="{0D108BD9-81ED-4DB2-BD59-A6C34878D82A}">
                    <a16:rowId xmlns:a16="http://schemas.microsoft.com/office/drawing/2014/main" val="10000"/>
                  </a:ext>
                </a:extLst>
              </a:tr>
              <a:tr h="340886">
                <a:tc>
                  <a:txBody>
                    <a:bodyPr/>
                    <a:lstStyle/>
                    <a:p>
                      <a:r>
                        <a:rPr lang="en-US" sz="1500" b="1"/>
                        <a:t>Design Focus</a:t>
                      </a:r>
                    </a:p>
                  </a:txBody>
                  <a:tcPr marL="83824" marR="83824" marT="41912" marB="41912"/>
                </a:tc>
                <a:tc>
                  <a:txBody>
                    <a:bodyPr/>
                    <a:lstStyle/>
                    <a:p>
                      <a:r>
                        <a:rPr lang="en-US" sz="1500"/>
                        <a:t>Resource-based, stateless communication</a:t>
                      </a:r>
                    </a:p>
                  </a:txBody>
                  <a:tcPr marL="83824" marR="83824" marT="41912" marB="41912"/>
                </a:tc>
                <a:tc>
                  <a:txBody>
                    <a:bodyPr/>
                    <a:lstStyle/>
                    <a:p>
                      <a:r>
                        <a:rPr lang="en-US" sz="1500"/>
                        <a:t>Service-based, supports both stateful and stateless</a:t>
                      </a:r>
                    </a:p>
                  </a:txBody>
                  <a:tcPr marL="83824" marR="83824" marT="41912" marB="41912"/>
                </a:tc>
                <a:extLst>
                  <a:ext uri="{0D108BD9-81ED-4DB2-BD59-A6C34878D82A}">
                    <a16:rowId xmlns:a16="http://schemas.microsoft.com/office/drawing/2014/main" val="10001"/>
                  </a:ext>
                </a:extLst>
              </a:tr>
              <a:tr h="564417">
                <a:tc>
                  <a:txBody>
                    <a:bodyPr/>
                    <a:lstStyle/>
                    <a:p>
                      <a:r>
                        <a:rPr lang="en-US" sz="1500" b="1"/>
                        <a:t>Communication</a:t>
                      </a:r>
                    </a:p>
                  </a:txBody>
                  <a:tcPr marL="83824" marR="83824" marT="41912" marB="41912"/>
                </a:tc>
                <a:tc>
                  <a:txBody>
                    <a:bodyPr/>
                    <a:lstStyle/>
                    <a:p>
                      <a:r>
                        <a:rPr lang="en-US" sz="1500"/>
                        <a:t>HTTP/HTTPS using standard methods (GET, POST, PUT, DELETE)</a:t>
                      </a:r>
                    </a:p>
                  </a:txBody>
                  <a:tcPr marL="83824" marR="83824" marT="41912" marB="41912"/>
                </a:tc>
                <a:tc>
                  <a:txBody>
                    <a:bodyPr/>
                    <a:lstStyle/>
                    <a:p>
                      <a:r>
                        <a:rPr lang="en-US" sz="1500"/>
                        <a:t>Protocols like SOAP, MSMQ, AMQP and TCP/IP</a:t>
                      </a:r>
                    </a:p>
                  </a:txBody>
                  <a:tcPr marL="83824" marR="83824" marT="41912" marB="41912"/>
                </a:tc>
                <a:extLst>
                  <a:ext uri="{0D108BD9-81ED-4DB2-BD59-A6C34878D82A}">
                    <a16:rowId xmlns:a16="http://schemas.microsoft.com/office/drawing/2014/main" val="10002"/>
                  </a:ext>
                </a:extLst>
              </a:tr>
              <a:tr h="340886">
                <a:tc>
                  <a:txBody>
                    <a:bodyPr/>
                    <a:lstStyle/>
                    <a:p>
                      <a:r>
                        <a:rPr lang="en-US" sz="1500" b="1"/>
                        <a:t>Scalability</a:t>
                      </a:r>
                    </a:p>
                  </a:txBody>
                  <a:tcPr marL="83824" marR="83824" marT="41912" marB="41912"/>
                </a:tc>
                <a:tc>
                  <a:txBody>
                    <a:bodyPr/>
                    <a:lstStyle/>
                    <a:p>
                      <a:r>
                        <a:rPr lang="en-US" sz="1500"/>
                        <a:t>High, due to statelessness and caching</a:t>
                      </a:r>
                    </a:p>
                  </a:txBody>
                  <a:tcPr marL="83824" marR="83824" marT="41912" marB="41912"/>
                </a:tc>
                <a:tc>
                  <a:txBody>
                    <a:bodyPr/>
                    <a:lstStyle/>
                    <a:p>
                      <a:r>
                        <a:rPr lang="en-US" sz="1500"/>
                        <a:t>Moderate, can be complex due to state management</a:t>
                      </a:r>
                    </a:p>
                  </a:txBody>
                  <a:tcPr marL="83824" marR="83824" marT="41912" marB="41912"/>
                </a:tc>
                <a:extLst>
                  <a:ext uri="{0D108BD9-81ED-4DB2-BD59-A6C34878D82A}">
                    <a16:rowId xmlns:a16="http://schemas.microsoft.com/office/drawing/2014/main" val="10003"/>
                  </a:ext>
                </a:extLst>
              </a:tr>
              <a:tr h="340886">
                <a:tc>
                  <a:txBody>
                    <a:bodyPr/>
                    <a:lstStyle/>
                    <a:p>
                      <a:r>
                        <a:rPr lang="en-US" sz="1500" b="1"/>
                        <a:t>Interoperability</a:t>
                      </a:r>
                    </a:p>
                  </a:txBody>
                  <a:tcPr marL="83824" marR="83824" marT="41912" marB="41912"/>
                </a:tc>
                <a:tc>
                  <a:txBody>
                    <a:bodyPr/>
                    <a:lstStyle/>
                    <a:p>
                      <a:r>
                        <a:rPr lang="en-US" sz="1500"/>
                        <a:t>Web-based, easy to integrate over the web</a:t>
                      </a:r>
                    </a:p>
                  </a:txBody>
                  <a:tcPr marL="83824" marR="83824" marT="41912" marB="41912"/>
                </a:tc>
                <a:tc>
                  <a:txBody>
                    <a:bodyPr/>
                    <a:lstStyle/>
                    <a:p>
                      <a:r>
                        <a:rPr lang="en-US" sz="1500"/>
                        <a:t>High, supports integration of heterogeneous systems</a:t>
                      </a:r>
                    </a:p>
                  </a:txBody>
                  <a:tcPr marL="83824" marR="83824" marT="41912" marB="41912"/>
                </a:tc>
                <a:extLst>
                  <a:ext uri="{0D108BD9-81ED-4DB2-BD59-A6C34878D82A}">
                    <a16:rowId xmlns:a16="http://schemas.microsoft.com/office/drawing/2014/main" val="10004"/>
                  </a:ext>
                </a:extLst>
              </a:tr>
              <a:tr h="564417">
                <a:tc>
                  <a:txBody>
                    <a:bodyPr/>
                    <a:lstStyle/>
                    <a:p>
                      <a:r>
                        <a:rPr lang="en-US" sz="1500" b="1"/>
                        <a:t>Performance</a:t>
                      </a:r>
                    </a:p>
                  </a:txBody>
                  <a:tcPr marL="83824" marR="83824" marT="41912" marB="41912"/>
                </a:tc>
                <a:tc>
                  <a:txBody>
                    <a:bodyPr/>
                    <a:lstStyle/>
                    <a:p>
                      <a:r>
                        <a:rPr lang="en-US" sz="1500"/>
                        <a:t>Lightweight, typically faster due to less overhead</a:t>
                      </a:r>
                    </a:p>
                  </a:txBody>
                  <a:tcPr marL="83824" marR="83824" marT="41912" marB="41912"/>
                </a:tc>
                <a:tc>
                  <a:txBody>
                    <a:bodyPr/>
                    <a:lstStyle/>
                    <a:p>
                      <a:r>
                        <a:rPr lang="en-US" sz="1500"/>
                        <a:t>Can be slower due to protocol overhead (e.g., SOAP)</a:t>
                      </a:r>
                    </a:p>
                  </a:txBody>
                  <a:tcPr marL="83824" marR="83824" marT="41912" marB="41912"/>
                </a:tc>
                <a:extLst>
                  <a:ext uri="{0D108BD9-81ED-4DB2-BD59-A6C34878D82A}">
                    <a16:rowId xmlns:a16="http://schemas.microsoft.com/office/drawing/2014/main" val="10005"/>
                  </a:ext>
                </a:extLst>
              </a:tr>
              <a:tr h="340886">
                <a:tc>
                  <a:txBody>
                    <a:bodyPr/>
                    <a:lstStyle/>
                    <a:p>
                      <a:r>
                        <a:rPr lang="en-US" sz="1500" b="1"/>
                        <a:t>Complexity</a:t>
                      </a:r>
                    </a:p>
                  </a:txBody>
                  <a:tcPr marL="83824" marR="83824" marT="41912" marB="41912"/>
                </a:tc>
                <a:tc>
                  <a:txBody>
                    <a:bodyPr/>
                    <a:lstStyle/>
                    <a:p>
                      <a:r>
                        <a:rPr lang="en-US" sz="1500"/>
                        <a:t>Simpler, especially for web-based applications</a:t>
                      </a:r>
                    </a:p>
                  </a:txBody>
                  <a:tcPr marL="83824" marR="83824" marT="41912" marB="41912"/>
                </a:tc>
                <a:tc>
                  <a:txBody>
                    <a:bodyPr/>
                    <a:lstStyle/>
                    <a:p>
                      <a:r>
                        <a:rPr lang="en-US" sz="1500"/>
                        <a:t>More complex, suited for enterprise-level integration</a:t>
                      </a:r>
                    </a:p>
                  </a:txBody>
                  <a:tcPr marL="83824" marR="83824" marT="41912" marB="41912"/>
                </a:tc>
                <a:extLst>
                  <a:ext uri="{0D108BD9-81ED-4DB2-BD59-A6C34878D82A}">
                    <a16:rowId xmlns:a16="http://schemas.microsoft.com/office/drawing/2014/main" val="10006"/>
                  </a:ext>
                </a:extLst>
              </a:tr>
              <a:tr h="340886">
                <a:tc>
                  <a:txBody>
                    <a:bodyPr/>
                    <a:lstStyle/>
                    <a:p>
                      <a:r>
                        <a:rPr lang="en-US" sz="1500" b="1"/>
                        <a:t>Use Cases</a:t>
                      </a:r>
                    </a:p>
                  </a:txBody>
                  <a:tcPr marL="83824" marR="83824" marT="41912" marB="41912"/>
                </a:tc>
                <a:tc>
                  <a:txBody>
                    <a:bodyPr/>
                    <a:lstStyle/>
                    <a:p>
                      <a:r>
                        <a:rPr lang="fr-FR" sz="1500"/>
                        <a:t>Web applications, mobile applications, APIs</a:t>
                      </a:r>
                    </a:p>
                  </a:txBody>
                  <a:tcPr marL="83824" marR="83824" marT="41912" marB="41912"/>
                </a:tc>
                <a:tc>
                  <a:txBody>
                    <a:bodyPr/>
                    <a:lstStyle/>
                    <a:p>
                      <a:r>
                        <a:rPr lang="en-US" sz="1500"/>
                        <a:t>Enterprise applications, legacy system integration</a:t>
                      </a:r>
                    </a:p>
                  </a:txBody>
                  <a:tcPr marL="83824" marR="83824" marT="41912" marB="41912"/>
                </a:tc>
                <a:extLst>
                  <a:ext uri="{0D108BD9-81ED-4DB2-BD59-A6C34878D82A}">
                    <a16:rowId xmlns:a16="http://schemas.microsoft.com/office/drawing/2014/main" val="10007"/>
                  </a:ext>
                </a:extLst>
              </a:tr>
              <a:tr h="340886">
                <a:tc>
                  <a:txBody>
                    <a:bodyPr/>
                    <a:lstStyle/>
                    <a:p>
                      <a:r>
                        <a:rPr lang="en-US" sz="1500" b="1"/>
                        <a:t>State Management</a:t>
                      </a:r>
                    </a:p>
                  </a:txBody>
                  <a:tcPr marL="83824" marR="83824" marT="41912" marB="41912"/>
                </a:tc>
                <a:tc>
                  <a:txBody>
                    <a:bodyPr/>
                    <a:lstStyle/>
                    <a:p>
                      <a:r>
                        <a:rPr lang="en-US" sz="1500"/>
                        <a:t>Stateless</a:t>
                      </a:r>
                    </a:p>
                  </a:txBody>
                  <a:tcPr marL="83824" marR="83824" marT="41912" marB="41912"/>
                </a:tc>
                <a:tc>
                  <a:txBody>
                    <a:bodyPr/>
                    <a:lstStyle/>
                    <a:p>
                      <a:r>
                        <a:rPr lang="en-US" sz="1500"/>
                        <a:t>Can be stateful or stateless</a:t>
                      </a:r>
                    </a:p>
                  </a:txBody>
                  <a:tcPr marL="83824" marR="83824" marT="41912" marB="41912"/>
                </a:tc>
                <a:extLst>
                  <a:ext uri="{0D108BD9-81ED-4DB2-BD59-A6C34878D82A}">
                    <a16:rowId xmlns:a16="http://schemas.microsoft.com/office/drawing/2014/main" val="10008"/>
                  </a:ext>
                </a:extLst>
              </a:tr>
              <a:tr h="340886">
                <a:tc>
                  <a:txBody>
                    <a:bodyPr/>
                    <a:lstStyle/>
                    <a:p>
                      <a:r>
                        <a:rPr lang="en-US" sz="1500" b="1"/>
                        <a:t>Service Reusability</a:t>
                      </a:r>
                    </a:p>
                  </a:txBody>
                  <a:tcPr marL="83824" marR="83824" marT="41912" marB="41912"/>
                </a:tc>
                <a:tc>
                  <a:txBody>
                    <a:bodyPr/>
                    <a:lstStyle/>
                    <a:p>
                      <a:r>
                        <a:rPr lang="en-US" sz="1500"/>
                        <a:t>Moderate, primarily resource-focused</a:t>
                      </a:r>
                    </a:p>
                  </a:txBody>
                  <a:tcPr marL="83824" marR="83824" marT="41912" marB="41912"/>
                </a:tc>
                <a:tc>
                  <a:txBody>
                    <a:bodyPr/>
                    <a:lstStyle/>
                    <a:p>
                      <a:r>
                        <a:rPr lang="en-US" sz="1500"/>
                        <a:t>High, promotes reuse of business services</a:t>
                      </a:r>
                    </a:p>
                  </a:txBody>
                  <a:tcPr marL="83824" marR="83824" marT="41912" marB="41912"/>
                </a:tc>
                <a:extLst>
                  <a:ext uri="{0D108BD9-81ED-4DB2-BD59-A6C34878D82A}">
                    <a16:rowId xmlns:a16="http://schemas.microsoft.com/office/drawing/2014/main" val="10009"/>
                  </a:ext>
                </a:extLst>
              </a:tr>
              <a:tr h="340886">
                <a:tc>
                  <a:txBody>
                    <a:bodyPr/>
                    <a:lstStyle/>
                    <a:p>
                      <a:r>
                        <a:rPr lang="en-US" sz="1500" b="1"/>
                        <a:t>Standardization</a:t>
                      </a:r>
                    </a:p>
                  </a:txBody>
                  <a:tcPr marL="83824" marR="83824" marT="41912" marB="41912"/>
                </a:tc>
                <a:tc>
                  <a:txBody>
                    <a:bodyPr/>
                    <a:lstStyle/>
                    <a:p>
                      <a:r>
                        <a:rPr lang="en-US" sz="1500"/>
                        <a:t>HTTP methods, uniform resource interface</a:t>
                      </a:r>
                    </a:p>
                  </a:txBody>
                  <a:tcPr marL="83824" marR="83824" marT="41912" marB="41912"/>
                </a:tc>
                <a:tc>
                  <a:txBody>
                    <a:bodyPr/>
                    <a:lstStyle/>
                    <a:p>
                      <a:r>
                        <a:rPr lang="en-US" sz="1500" dirty="0"/>
                        <a:t>Service contracts, WS-* standards</a:t>
                      </a:r>
                    </a:p>
                  </a:txBody>
                  <a:tcPr marL="83824" marR="83824" marT="41912" marB="41912"/>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900350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1040F5F-86AD-4119-B23B-83B3E113E778}"/>
              </a:ext>
            </a:extLst>
          </p:cNvPr>
          <p:cNvSpPr>
            <a:spLocks noGrp="1"/>
          </p:cNvSpPr>
          <p:nvPr>
            <p:ph sz="half" idx="10"/>
          </p:nvPr>
        </p:nvSpPr>
        <p:spPr/>
        <p:txBody>
          <a:bodyPr>
            <a:normAutofit/>
          </a:bodyPr>
          <a:lstStyle/>
          <a:p>
            <a:r>
              <a:rPr lang="en-IN" dirty="0"/>
              <a:t>Monolithic vs. N-Layer vs. SOA vs. Microservices</a:t>
            </a:r>
          </a:p>
        </p:txBody>
      </p:sp>
      <p:grpSp>
        <p:nvGrpSpPr>
          <p:cNvPr id="5" name="Group 4">
            <a:extLst>
              <a:ext uri="{FF2B5EF4-FFF2-40B4-BE49-F238E27FC236}">
                <a16:creationId xmlns:a16="http://schemas.microsoft.com/office/drawing/2014/main" id="{335B7504-3476-42CB-8648-8FEF2D7256D7}"/>
              </a:ext>
            </a:extLst>
          </p:cNvPr>
          <p:cNvGrpSpPr/>
          <p:nvPr/>
        </p:nvGrpSpPr>
        <p:grpSpPr>
          <a:xfrm>
            <a:off x="855241" y="2159698"/>
            <a:ext cx="2455909" cy="2792993"/>
            <a:chOff x="1905949" y="2102903"/>
            <a:chExt cx="2455909" cy="2792993"/>
          </a:xfrm>
        </p:grpSpPr>
        <p:pic>
          <p:nvPicPr>
            <p:cNvPr id="3" name="Picture 2">
              <a:extLst>
                <a:ext uri="{FF2B5EF4-FFF2-40B4-BE49-F238E27FC236}">
                  <a16:creationId xmlns:a16="http://schemas.microsoft.com/office/drawing/2014/main" id="{ED426335-B424-4ABB-BDE5-D41116A9AD0D}"/>
                </a:ext>
              </a:extLst>
            </p:cNvPr>
            <p:cNvPicPr>
              <a:picLocks noChangeAspect="1"/>
            </p:cNvPicPr>
            <p:nvPr/>
          </p:nvPicPr>
          <p:blipFill rotWithShape="1">
            <a:blip r:embed="rId3">
              <a:extLst>
                <a:ext uri="{28A0092B-C50C-407E-A947-70E740481C1C}">
                  <a14:useLocalDpi xmlns:a14="http://schemas.microsoft.com/office/drawing/2010/main" val="0"/>
                </a:ext>
              </a:extLst>
            </a:blip>
            <a:srcRect r="66202" b="31846"/>
            <a:stretch/>
          </p:blipFill>
          <p:spPr>
            <a:xfrm>
              <a:off x="1905949" y="2102903"/>
              <a:ext cx="2455909" cy="2344148"/>
            </a:xfrm>
            <a:prstGeom prst="rect">
              <a:avLst/>
            </a:prstGeom>
          </p:spPr>
        </p:pic>
        <p:sp>
          <p:nvSpPr>
            <p:cNvPr id="2" name="TextBox 1">
              <a:extLst>
                <a:ext uri="{FF2B5EF4-FFF2-40B4-BE49-F238E27FC236}">
                  <a16:creationId xmlns:a16="http://schemas.microsoft.com/office/drawing/2014/main" id="{AEEA1104-9617-4E50-AB67-5AC11234915A}"/>
                </a:ext>
              </a:extLst>
            </p:cNvPr>
            <p:cNvSpPr txBox="1"/>
            <p:nvPr/>
          </p:nvSpPr>
          <p:spPr>
            <a:xfrm>
              <a:off x="1905949" y="4526564"/>
              <a:ext cx="2327881" cy="369332"/>
            </a:xfrm>
            <a:prstGeom prst="rect">
              <a:avLst/>
            </a:prstGeom>
            <a:noFill/>
          </p:spPr>
          <p:txBody>
            <a:bodyPr wrap="none" rtlCol="0">
              <a:spAutoFit/>
            </a:bodyPr>
            <a:lstStyle/>
            <a:p>
              <a:r>
                <a:rPr lang="en-IN" dirty="0"/>
                <a:t>Monolithic: Single Unit</a:t>
              </a:r>
            </a:p>
          </p:txBody>
        </p:sp>
      </p:grpSp>
      <p:grpSp>
        <p:nvGrpSpPr>
          <p:cNvPr id="12" name="Group 11">
            <a:extLst>
              <a:ext uri="{FF2B5EF4-FFF2-40B4-BE49-F238E27FC236}">
                <a16:creationId xmlns:a16="http://schemas.microsoft.com/office/drawing/2014/main" id="{BB8C4053-5125-4CF0-86E6-02EFFC361D9D}"/>
              </a:ext>
            </a:extLst>
          </p:cNvPr>
          <p:cNvGrpSpPr/>
          <p:nvPr/>
        </p:nvGrpSpPr>
        <p:grpSpPr>
          <a:xfrm>
            <a:off x="4486806" y="2202294"/>
            <a:ext cx="2545677" cy="2750397"/>
            <a:chOff x="4486806" y="2202294"/>
            <a:chExt cx="2545677" cy="2750397"/>
          </a:xfrm>
        </p:grpSpPr>
        <p:pic>
          <p:nvPicPr>
            <p:cNvPr id="6" name="Picture 5">
              <a:extLst>
                <a:ext uri="{FF2B5EF4-FFF2-40B4-BE49-F238E27FC236}">
                  <a16:creationId xmlns:a16="http://schemas.microsoft.com/office/drawing/2014/main" id="{516D669D-5104-4388-BB50-8D4CA8A46361}"/>
                </a:ext>
              </a:extLst>
            </p:cNvPr>
            <p:cNvPicPr>
              <a:picLocks noChangeAspect="1"/>
            </p:cNvPicPr>
            <p:nvPr/>
          </p:nvPicPr>
          <p:blipFill rotWithShape="1">
            <a:blip r:embed="rId3">
              <a:extLst>
                <a:ext uri="{28A0092B-C50C-407E-A947-70E740481C1C}">
                  <a14:useLocalDpi xmlns:a14="http://schemas.microsoft.com/office/drawing/2010/main" val="0"/>
                </a:ext>
              </a:extLst>
            </a:blip>
            <a:srcRect l="34423" r="31779" b="34322"/>
            <a:stretch/>
          </p:blipFill>
          <p:spPr>
            <a:xfrm>
              <a:off x="4486806" y="2202294"/>
              <a:ext cx="2455909" cy="2258955"/>
            </a:xfrm>
            <a:prstGeom prst="rect">
              <a:avLst/>
            </a:prstGeom>
          </p:spPr>
        </p:pic>
        <p:sp>
          <p:nvSpPr>
            <p:cNvPr id="9" name="TextBox 8">
              <a:extLst>
                <a:ext uri="{FF2B5EF4-FFF2-40B4-BE49-F238E27FC236}">
                  <a16:creationId xmlns:a16="http://schemas.microsoft.com/office/drawing/2014/main" id="{3A1D691A-232A-4FE3-B820-5A2A3C13117F}"/>
                </a:ext>
              </a:extLst>
            </p:cNvPr>
            <p:cNvSpPr txBox="1"/>
            <p:nvPr/>
          </p:nvSpPr>
          <p:spPr>
            <a:xfrm>
              <a:off x="4489864" y="4583359"/>
              <a:ext cx="2542619" cy="369332"/>
            </a:xfrm>
            <a:prstGeom prst="rect">
              <a:avLst/>
            </a:prstGeom>
            <a:noFill/>
          </p:spPr>
          <p:txBody>
            <a:bodyPr wrap="none" rtlCol="0">
              <a:spAutoFit/>
            </a:bodyPr>
            <a:lstStyle/>
            <a:p>
              <a:r>
                <a:rPr lang="en-IN" dirty="0"/>
                <a:t>Multi Units: N-Layer/SOA</a:t>
              </a:r>
            </a:p>
          </p:txBody>
        </p:sp>
      </p:grpSp>
      <p:grpSp>
        <p:nvGrpSpPr>
          <p:cNvPr id="13" name="Group 12">
            <a:extLst>
              <a:ext uri="{FF2B5EF4-FFF2-40B4-BE49-F238E27FC236}">
                <a16:creationId xmlns:a16="http://schemas.microsoft.com/office/drawing/2014/main" id="{779CF454-B6EC-404E-8750-BF990AC63075}"/>
              </a:ext>
            </a:extLst>
          </p:cNvPr>
          <p:cNvGrpSpPr/>
          <p:nvPr/>
        </p:nvGrpSpPr>
        <p:grpSpPr>
          <a:xfrm>
            <a:off x="8160292" y="2191679"/>
            <a:ext cx="2837636" cy="2761012"/>
            <a:chOff x="8160292" y="2191679"/>
            <a:chExt cx="2837636" cy="2761012"/>
          </a:xfrm>
        </p:grpSpPr>
        <p:pic>
          <p:nvPicPr>
            <p:cNvPr id="7" name="Picture 6">
              <a:extLst>
                <a:ext uri="{FF2B5EF4-FFF2-40B4-BE49-F238E27FC236}">
                  <a16:creationId xmlns:a16="http://schemas.microsoft.com/office/drawing/2014/main" id="{FBF81862-1A94-4790-9254-5B56D30C309A}"/>
                </a:ext>
              </a:extLst>
            </p:cNvPr>
            <p:cNvPicPr>
              <a:picLocks noChangeAspect="1"/>
            </p:cNvPicPr>
            <p:nvPr/>
          </p:nvPicPr>
          <p:blipFill rotWithShape="1">
            <a:blip r:embed="rId3">
              <a:extLst>
                <a:ext uri="{28A0092B-C50C-407E-A947-70E740481C1C}">
                  <a14:useLocalDpi xmlns:a14="http://schemas.microsoft.com/office/drawing/2010/main" val="0"/>
                </a:ext>
              </a:extLst>
            </a:blip>
            <a:srcRect l="68846" b="33167"/>
            <a:stretch/>
          </p:blipFill>
          <p:spPr>
            <a:xfrm>
              <a:off x="8402346" y="2191679"/>
              <a:ext cx="2263760" cy="2298712"/>
            </a:xfrm>
            <a:prstGeom prst="rect">
              <a:avLst/>
            </a:prstGeom>
          </p:spPr>
        </p:pic>
        <p:sp>
          <p:nvSpPr>
            <p:cNvPr id="11" name="TextBox 10">
              <a:extLst>
                <a:ext uri="{FF2B5EF4-FFF2-40B4-BE49-F238E27FC236}">
                  <a16:creationId xmlns:a16="http://schemas.microsoft.com/office/drawing/2014/main" id="{CAAC584F-F3AA-455A-A6ED-58A4AB2F43B5}"/>
                </a:ext>
              </a:extLst>
            </p:cNvPr>
            <p:cNvSpPr txBox="1"/>
            <p:nvPr/>
          </p:nvSpPr>
          <p:spPr>
            <a:xfrm>
              <a:off x="8160292" y="4583359"/>
              <a:ext cx="2837636" cy="369332"/>
            </a:xfrm>
            <a:prstGeom prst="rect">
              <a:avLst/>
            </a:prstGeom>
            <a:noFill/>
          </p:spPr>
          <p:txBody>
            <a:bodyPr wrap="none" rtlCol="0">
              <a:spAutoFit/>
            </a:bodyPr>
            <a:lstStyle/>
            <a:p>
              <a:r>
                <a:rPr lang="en-IN" dirty="0"/>
                <a:t>Smaller Units: Microservices</a:t>
              </a:r>
            </a:p>
          </p:txBody>
        </p:sp>
      </p:grpSp>
      <p:sp>
        <p:nvSpPr>
          <p:cNvPr id="15" name="Arrow: Right 14">
            <a:extLst>
              <a:ext uri="{FF2B5EF4-FFF2-40B4-BE49-F238E27FC236}">
                <a16:creationId xmlns:a16="http://schemas.microsoft.com/office/drawing/2014/main" id="{B4C43947-5D67-497D-B835-FE86E8914144}"/>
              </a:ext>
            </a:extLst>
          </p:cNvPr>
          <p:cNvSpPr/>
          <p:nvPr/>
        </p:nvSpPr>
        <p:spPr>
          <a:xfrm>
            <a:off x="3606171" y="3184781"/>
            <a:ext cx="585613" cy="488437"/>
          </a:xfrm>
          <a:prstGeom prst="rightArrow">
            <a:avLst/>
          </a:prstGeom>
          <a:solidFill>
            <a:schemeClr val="bg2">
              <a:lumMod val="9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B27E8806-600E-4288-958B-C8AC66E930B1}"/>
              </a:ext>
            </a:extLst>
          </p:cNvPr>
          <p:cNvSpPr/>
          <p:nvPr/>
        </p:nvSpPr>
        <p:spPr>
          <a:xfrm>
            <a:off x="7286178" y="3184781"/>
            <a:ext cx="585613" cy="488437"/>
          </a:xfrm>
          <a:prstGeom prst="rightArrow">
            <a:avLst/>
          </a:prstGeom>
          <a:solidFill>
            <a:schemeClr val="bg2">
              <a:lumMod val="9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7746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p:txBody>
          <a:bodyPr>
            <a:normAutofit/>
          </a:bodyPr>
          <a:lstStyle/>
          <a:p>
            <a:pPr algn="just">
              <a:lnSpc>
                <a:spcPct val="100000"/>
              </a:lnSpc>
              <a:defRPr/>
            </a:pPr>
            <a:r>
              <a:rPr lang="en-US" dirty="0"/>
              <a:t>A Microservice is a small unit that has only one responsibility or single logic which solve a specific problem.</a:t>
            </a:r>
          </a:p>
          <a:p>
            <a:pPr algn="just">
              <a:lnSpc>
                <a:spcPct val="100000"/>
              </a:lnSpc>
              <a:defRPr/>
            </a:pPr>
            <a:r>
              <a:rPr lang="en-US" dirty="0"/>
              <a:t>Microservices are small &amp; independent services that work together to build highly automated, independent and evolving software.</a:t>
            </a:r>
          </a:p>
          <a:p>
            <a:pPr algn="just">
              <a:lnSpc>
                <a:spcPct val="100000"/>
              </a:lnSpc>
              <a:defRPr/>
            </a:pPr>
            <a:r>
              <a:rPr lang="en-US" dirty="0"/>
              <a:t>Each Microservice can be deployed independently.</a:t>
            </a:r>
          </a:p>
          <a:p>
            <a:pPr algn="just">
              <a:lnSpc>
                <a:spcPct val="100000"/>
              </a:lnSpc>
              <a:defRPr/>
            </a:pPr>
            <a:r>
              <a:rPr lang="en-US" dirty="0"/>
              <a:t>All services don't need to share the same technology stack, libraries, or frameworks.</a:t>
            </a:r>
          </a:p>
        </p:txBody>
      </p:sp>
      <p:sp>
        <p:nvSpPr>
          <p:cNvPr id="2" name="Content Placeholder 1"/>
          <p:cNvSpPr>
            <a:spLocks noGrp="1"/>
          </p:cNvSpPr>
          <p:nvPr>
            <p:ph sz="half" idx="10"/>
          </p:nvPr>
        </p:nvSpPr>
        <p:spPr/>
        <p:txBody>
          <a:bodyPr/>
          <a:lstStyle/>
          <a:p>
            <a:r>
              <a:rPr lang="en-US" dirty="0"/>
              <a:t>Microservices Patterns</a:t>
            </a:r>
          </a:p>
        </p:txBody>
      </p:sp>
    </p:spTree>
    <p:extLst>
      <p:ext uri="{BB962C8B-B14F-4D97-AF65-F5344CB8AC3E}">
        <p14:creationId xmlns:p14="http://schemas.microsoft.com/office/powerpoint/2010/main" val="38792431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5"/>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a:t>Microservices Principles</a:t>
            </a:r>
            <a:endParaRPr/>
          </a:p>
        </p:txBody>
      </p:sp>
      <p:pic>
        <p:nvPicPr>
          <p:cNvPr id="157" name="Google Shape;157;p5"/>
          <p:cNvPicPr preferRelativeResize="0"/>
          <p:nvPr/>
        </p:nvPicPr>
        <p:blipFill rotWithShape="1">
          <a:blip r:embed="rId3">
            <a:alphaModFix/>
          </a:blip>
          <a:srcRect t="2789" r="1537" b="1231"/>
          <a:stretch/>
        </p:blipFill>
        <p:spPr>
          <a:xfrm>
            <a:off x="1710200" y="1333262"/>
            <a:ext cx="8003171" cy="465719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noAutofit/>
          </a:bodyPr>
          <a:lstStyle/>
          <a:p>
            <a:r>
              <a:rPr lang="en-IN" dirty="0"/>
              <a:t>N-Layer App to Microservices</a:t>
            </a:r>
            <a:endParaRPr lang="en-IN" sz="3600" dirty="0">
              <a:solidFill>
                <a:schemeClr val="tx1">
                  <a:lumMod val="75000"/>
                  <a:lumOff val="25000"/>
                </a:schemeClr>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8775" y="2325003"/>
            <a:ext cx="6512548" cy="297942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87" y="2325003"/>
            <a:ext cx="4804759" cy="2768456"/>
          </a:xfrm>
          <a:prstGeom prst="rect">
            <a:avLst/>
          </a:prstGeom>
        </p:spPr>
      </p:pic>
      <p:sp>
        <p:nvSpPr>
          <p:cNvPr id="3" name="Right Arrow 2"/>
          <p:cNvSpPr/>
          <p:nvPr/>
        </p:nvSpPr>
        <p:spPr>
          <a:xfrm>
            <a:off x="4851635" y="3280253"/>
            <a:ext cx="596829" cy="428978"/>
          </a:xfrm>
          <a:prstGeom prst="rightArrow">
            <a:avLst/>
          </a:prstGeom>
          <a:solidFill>
            <a:schemeClr val="accent1">
              <a:lumMod val="20000"/>
              <a:lumOff val="80000"/>
            </a:schemeClr>
          </a:solidFill>
          <a:ln>
            <a:solidFill>
              <a:srgbClr val="146BD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3644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2298CC-04C2-2391-650E-658D270419B2}"/>
              </a:ext>
            </a:extLst>
          </p:cNvPr>
          <p:cNvSpPr>
            <a:spLocks noGrp="1"/>
          </p:cNvSpPr>
          <p:nvPr>
            <p:ph sz="half" idx="10"/>
          </p:nvPr>
        </p:nvSpPr>
        <p:spPr/>
        <p:txBody>
          <a:bodyPr/>
          <a:lstStyle/>
          <a:p>
            <a:r>
              <a:rPr lang="en-US" dirty="0"/>
              <a:t>Modular Monolith Architecture</a:t>
            </a:r>
          </a:p>
        </p:txBody>
      </p:sp>
      <p:sp>
        <p:nvSpPr>
          <p:cNvPr id="5" name="Content Placeholder 4">
            <a:extLst>
              <a:ext uri="{FF2B5EF4-FFF2-40B4-BE49-F238E27FC236}">
                <a16:creationId xmlns:a16="http://schemas.microsoft.com/office/drawing/2014/main" id="{57FB351D-AFBF-EA95-1EE9-6189A25FACF0}"/>
              </a:ext>
            </a:extLst>
          </p:cNvPr>
          <p:cNvSpPr>
            <a:spLocks noGrp="1"/>
          </p:cNvSpPr>
          <p:nvPr>
            <p:ph sz="half" idx="1"/>
          </p:nvPr>
        </p:nvSpPr>
        <p:spPr/>
        <p:txBody>
          <a:bodyPr>
            <a:normAutofit/>
          </a:bodyPr>
          <a:lstStyle/>
          <a:p>
            <a:pPr algn="just"/>
            <a:r>
              <a:rPr lang="en-US" sz="2400" dirty="0"/>
              <a:t>A software design approach that combines the simplicity of a monolithic architecture with the modularity and flexibility with microservices.</a:t>
            </a:r>
          </a:p>
          <a:p>
            <a:pPr algn="just"/>
            <a:endParaRPr lang="en-US" sz="2400" dirty="0"/>
          </a:p>
        </p:txBody>
      </p:sp>
      <p:graphicFrame>
        <p:nvGraphicFramePr>
          <p:cNvPr id="7" name="Diagram 6">
            <a:extLst>
              <a:ext uri="{FF2B5EF4-FFF2-40B4-BE49-F238E27FC236}">
                <a16:creationId xmlns:a16="http://schemas.microsoft.com/office/drawing/2014/main" id="{B317EFC2-051D-B668-EA5A-51C0FCDC7AD1}"/>
              </a:ext>
            </a:extLst>
          </p:cNvPr>
          <p:cNvGraphicFramePr/>
          <p:nvPr>
            <p:extLst>
              <p:ext uri="{D42A27DB-BD31-4B8C-83A1-F6EECF244321}">
                <p14:modId xmlns:p14="http://schemas.microsoft.com/office/powerpoint/2010/main" val="9905471"/>
              </p:ext>
            </p:extLst>
          </p:nvPr>
        </p:nvGraphicFramePr>
        <p:xfrm>
          <a:off x="1805496" y="2297493"/>
          <a:ext cx="7170723" cy="41291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130456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9EBBB3-BF13-0B3F-DC63-398C73B0A424}"/>
              </a:ext>
            </a:extLst>
          </p:cNvPr>
          <p:cNvSpPr>
            <a:spLocks noGrp="1"/>
          </p:cNvSpPr>
          <p:nvPr>
            <p:ph sz="half" idx="1"/>
          </p:nvPr>
        </p:nvSpPr>
        <p:spPr/>
        <p:txBody>
          <a:bodyPr/>
          <a:lstStyle/>
          <a:p>
            <a:r>
              <a:rPr lang="en-US" b="1" dirty="0"/>
              <a:t>Small to Medium-sized Applications</a:t>
            </a:r>
            <a:r>
              <a:rPr lang="en-US" dirty="0"/>
              <a:t>: Ideal for applications where the complexity of managing microservices is not justified.</a:t>
            </a:r>
          </a:p>
          <a:p>
            <a:r>
              <a:rPr lang="en-US" b="1" dirty="0"/>
              <a:t>Incremental Development</a:t>
            </a:r>
            <a:r>
              <a:rPr lang="en-US" dirty="0"/>
              <a:t>: Suitable for teams planning to transition to microservices in the future but want to start with a simpler approach. </a:t>
            </a:r>
          </a:p>
          <a:p>
            <a:r>
              <a:rPr lang="en-US" b="1" dirty="0"/>
              <a:t>Rapid Prototyping</a:t>
            </a:r>
            <a:r>
              <a:rPr lang="en-US" dirty="0"/>
              <a:t>: Useful for quickly developing and iterating on new applications while maintaining a clean, modular structure.</a:t>
            </a:r>
          </a:p>
        </p:txBody>
      </p:sp>
      <p:sp>
        <p:nvSpPr>
          <p:cNvPr id="3" name="Content Placeholder 2">
            <a:extLst>
              <a:ext uri="{FF2B5EF4-FFF2-40B4-BE49-F238E27FC236}">
                <a16:creationId xmlns:a16="http://schemas.microsoft.com/office/drawing/2014/main" id="{125F12F3-D08A-7A33-F8E4-2099380E2E03}"/>
              </a:ext>
            </a:extLst>
          </p:cNvPr>
          <p:cNvSpPr>
            <a:spLocks noGrp="1"/>
          </p:cNvSpPr>
          <p:nvPr>
            <p:ph sz="half" idx="10"/>
          </p:nvPr>
        </p:nvSpPr>
        <p:spPr/>
        <p:txBody>
          <a:bodyPr/>
          <a:lstStyle/>
          <a:p>
            <a:r>
              <a:rPr lang="en-US" dirty="0"/>
              <a:t>Use Cases for Modular Monolith Architecture</a:t>
            </a:r>
          </a:p>
        </p:txBody>
      </p:sp>
    </p:spTree>
    <p:extLst>
      <p:ext uri="{BB962C8B-B14F-4D97-AF65-F5344CB8AC3E}">
        <p14:creationId xmlns:p14="http://schemas.microsoft.com/office/powerpoint/2010/main" val="1856167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204FD-2A2F-BD15-0617-47039F432D1A}"/>
              </a:ext>
            </a:extLst>
          </p:cNvPr>
          <p:cNvSpPr>
            <a:spLocks noGrp="1"/>
          </p:cNvSpPr>
          <p:nvPr>
            <p:ph sz="half" idx="10"/>
          </p:nvPr>
        </p:nvSpPr>
        <p:spPr/>
        <p:txBody>
          <a:bodyPr anchor="t">
            <a:normAutofit/>
          </a:bodyPr>
          <a:lstStyle/>
          <a:p>
            <a:r>
              <a:rPr lang="en-US" dirty="0"/>
              <a:t>Event-Driven Architecture (EDA)</a:t>
            </a:r>
          </a:p>
        </p:txBody>
      </p:sp>
      <p:sp>
        <p:nvSpPr>
          <p:cNvPr id="2" name="Content Placeholder 1">
            <a:extLst>
              <a:ext uri="{FF2B5EF4-FFF2-40B4-BE49-F238E27FC236}">
                <a16:creationId xmlns:a16="http://schemas.microsoft.com/office/drawing/2014/main" id="{B8F4CEE7-4350-7062-3F3B-54F596241147}"/>
              </a:ext>
            </a:extLst>
          </p:cNvPr>
          <p:cNvSpPr>
            <a:spLocks noGrp="1"/>
          </p:cNvSpPr>
          <p:nvPr>
            <p:ph sz="half" idx="1"/>
          </p:nvPr>
        </p:nvSpPr>
        <p:spPr>
          <a:xfrm>
            <a:off x="493295" y="1268098"/>
            <a:ext cx="7142553" cy="4877624"/>
          </a:xfrm>
        </p:spPr>
        <p:txBody>
          <a:bodyPr>
            <a:normAutofit/>
          </a:bodyPr>
          <a:lstStyle/>
          <a:p>
            <a:pPr algn="just"/>
            <a:r>
              <a:rPr lang="en-US" sz="2400" dirty="0"/>
              <a:t>A software design style where the flow of the program is determined by events such as user actions, sensor outputs, or messages from other programs or processes. </a:t>
            </a:r>
          </a:p>
          <a:p>
            <a:pPr lvl="1" algn="just">
              <a:lnSpc>
                <a:spcPct val="100000"/>
              </a:lnSpc>
            </a:pPr>
            <a:r>
              <a:rPr lang="en-US" sz="2000" b="1" dirty="0"/>
              <a:t>Event</a:t>
            </a:r>
            <a:r>
              <a:rPr lang="en-US" sz="2000" dirty="0"/>
              <a:t>: Represents a significant change in state or the occurrence of an action. Events are central to EDA and drive the system’s behavior.</a:t>
            </a:r>
          </a:p>
          <a:p>
            <a:pPr lvl="1" algn="just">
              <a:lnSpc>
                <a:spcPct val="100000"/>
              </a:lnSpc>
            </a:pPr>
            <a:r>
              <a:rPr lang="en-US" sz="2000" b="1" dirty="0"/>
              <a:t>Producer: </a:t>
            </a:r>
            <a:r>
              <a:rPr lang="en-US" sz="2000" dirty="0"/>
              <a:t>A component that generate events. </a:t>
            </a:r>
            <a:endParaRPr lang="en-US" sz="2000" b="1" dirty="0"/>
          </a:p>
          <a:p>
            <a:pPr lvl="1" algn="just">
              <a:lnSpc>
                <a:spcPct val="100000"/>
              </a:lnSpc>
            </a:pPr>
            <a:r>
              <a:rPr lang="en-US" sz="2000" b="1" dirty="0"/>
              <a:t>Consumer</a:t>
            </a:r>
            <a:r>
              <a:rPr lang="en-US" sz="2000" dirty="0"/>
              <a:t>: A component that react to events. </a:t>
            </a:r>
          </a:p>
          <a:p>
            <a:pPr lvl="1" algn="just">
              <a:lnSpc>
                <a:spcPct val="100000"/>
              </a:lnSpc>
            </a:pPr>
            <a:r>
              <a:rPr lang="en-US" sz="2000" b="1" dirty="0"/>
              <a:t>Channels</a:t>
            </a:r>
            <a:r>
              <a:rPr lang="en-US" sz="2000" dirty="0"/>
              <a:t>: Events are transmitted via channels (queues or topics) which decouple producers from consumers.</a:t>
            </a:r>
          </a:p>
          <a:p>
            <a:pPr lvl="1" algn="just">
              <a:lnSpc>
                <a:spcPct val="100000"/>
              </a:lnSpc>
            </a:pPr>
            <a:r>
              <a:rPr lang="en-US" sz="2000" b="1" dirty="0"/>
              <a:t>Store</a:t>
            </a:r>
            <a:r>
              <a:rPr lang="en-US" sz="2000" dirty="0"/>
              <a:t>: An event store is a database, used for auditing, replaying events, and sourcing state changes.</a:t>
            </a:r>
          </a:p>
        </p:txBody>
      </p:sp>
      <p:graphicFrame>
        <p:nvGraphicFramePr>
          <p:cNvPr id="5" name="Diagram 4">
            <a:extLst>
              <a:ext uri="{FF2B5EF4-FFF2-40B4-BE49-F238E27FC236}">
                <a16:creationId xmlns:a16="http://schemas.microsoft.com/office/drawing/2014/main" id="{CE19D31D-3E10-D0F3-A3ED-42A1DCFE9198}"/>
              </a:ext>
            </a:extLst>
          </p:cNvPr>
          <p:cNvGraphicFramePr/>
          <p:nvPr>
            <p:extLst>
              <p:ext uri="{D42A27DB-BD31-4B8C-83A1-F6EECF244321}">
                <p14:modId xmlns:p14="http://schemas.microsoft.com/office/powerpoint/2010/main" val="2426837048"/>
              </p:ext>
            </p:extLst>
          </p:nvPr>
        </p:nvGraphicFramePr>
        <p:xfrm>
          <a:off x="7853962" y="1775059"/>
          <a:ext cx="3979503" cy="35065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7194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F25086E-F521-6261-6E54-84E42F1CE0FE}"/>
              </a:ext>
            </a:extLst>
          </p:cNvPr>
          <p:cNvSpPr>
            <a:spLocks noGrp="1"/>
          </p:cNvSpPr>
          <p:nvPr>
            <p:ph sz="half" idx="10"/>
          </p:nvPr>
        </p:nvSpPr>
        <p:spPr>
          <a:prstGeom prst="rect">
            <a:avLst/>
          </a:prstGeom>
        </p:spPr>
        <p:txBody>
          <a:bodyPr/>
          <a:lstStyle/>
          <a:p>
            <a:r>
              <a:rPr lang="en-US" dirty="0"/>
              <a:t>Event-Driven Architecture vs. Microservices</a:t>
            </a:r>
          </a:p>
        </p:txBody>
      </p:sp>
      <p:graphicFrame>
        <p:nvGraphicFramePr>
          <p:cNvPr id="7" name="Table 6">
            <a:extLst>
              <a:ext uri="{FF2B5EF4-FFF2-40B4-BE49-F238E27FC236}">
                <a16:creationId xmlns:a16="http://schemas.microsoft.com/office/drawing/2014/main" id="{D14234CA-3A4C-7B34-BBA1-5D2C9AE32253}"/>
              </a:ext>
            </a:extLst>
          </p:cNvPr>
          <p:cNvGraphicFramePr>
            <a:graphicFrameLocks noGrp="1"/>
          </p:cNvGraphicFramePr>
          <p:nvPr>
            <p:extLst>
              <p:ext uri="{D42A27DB-BD31-4B8C-83A1-F6EECF244321}">
                <p14:modId xmlns:p14="http://schemas.microsoft.com/office/powerpoint/2010/main" val="180767158"/>
              </p:ext>
            </p:extLst>
          </p:nvPr>
        </p:nvGraphicFramePr>
        <p:xfrm>
          <a:off x="534972" y="1424388"/>
          <a:ext cx="11122055" cy="4437600"/>
        </p:xfrm>
        <a:graphic>
          <a:graphicData uri="http://schemas.openxmlformats.org/drawingml/2006/table">
            <a:tbl>
              <a:tblPr firstRow="1" bandRow="1">
                <a:tableStyleId>{5C22544A-7EE6-4342-B048-85BDC9FD1C3A}</a:tableStyleId>
              </a:tblPr>
              <a:tblGrid>
                <a:gridCol w="1813945">
                  <a:extLst>
                    <a:ext uri="{9D8B030D-6E8A-4147-A177-3AD203B41FA5}">
                      <a16:colId xmlns:a16="http://schemas.microsoft.com/office/drawing/2014/main" val="20000"/>
                    </a:ext>
                  </a:extLst>
                </a:gridCol>
                <a:gridCol w="4035105">
                  <a:extLst>
                    <a:ext uri="{9D8B030D-6E8A-4147-A177-3AD203B41FA5}">
                      <a16:colId xmlns:a16="http://schemas.microsoft.com/office/drawing/2014/main" val="20001"/>
                    </a:ext>
                  </a:extLst>
                </a:gridCol>
                <a:gridCol w="5273005">
                  <a:extLst>
                    <a:ext uri="{9D8B030D-6E8A-4147-A177-3AD203B41FA5}">
                      <a16:colId xmlns:a16="http://schemas.microsoft.com/office/drawing/2014/main" val="20002"/>
                    </a:ext>
                  </a:extLst>
                </a:gridCol>
              </a:tblGrid>
              <a:tr h="412895">
                <a:tc>
                  <a:txBody>
                    <a:bodyPr/>
                    <a:lstStyle/>
                    <a:p>
                      <a:r>
                        <a:rPr sz="1600" dirty="0"/>
                        <a:t>Aspect</a:t>
                      </a:r>
                    </a:p>
                  </a:txBody>
                  <a:tcPr/>
                </a:tc>
                <a:tc>
                  <a:txBody>
                    <a:bodyPr/>
                    <a:lstStyle/>
                    <a:p>
                      <a:r>
                        <a:rPr sz="1600"/>
                        <a:t>Event-Driven Architecture</a:t>
                      </a:r>
                    </a:p>
                  </a:txBody>
                  <a:tcPr/>
                </a:tc>
                <a:tc>
                  <a:txBody>
                    <a:bodyPr/>
                    <a:lstStyle/>
                    <a:p>
                      <a:r>
                        <a:rPr sz="1600" dirty="0"/>
                        <a:t>Microservices Architecture</a:t>
                      </a:r>
                    </a:p>
                  </a:txBody>
                  <a:tcPr/>
                </a:tc>
                <a:extLst>
                  <a:ext uri="{0D108BD9-81ED-4DB2-BD59-A6C34878D82A}">
                    <a16:rowId xmlns:a16="http://schemas.microsoft.com/office/drawing/2014/main" val="10000"/>
                  </a:ext>
                </a:extLst>
              </a:tr>
              <a:tr h="385800">
                <a:tc>
                  <a:txBody>
                    <a:bodyPr/>
                    <a:lstStyle/>
                    <a:p>
                      <a:r>
                        <a:rPr sz="1600" b="1"/>
                        <a:t>Design Focus</a:t>
                      </a:r>
                    </a:p>
                  </a:txBody>
                  <a:tcPr/>
                </a:tc>
                <a:tc>
                  <a:txBody>
                    <a:bodyPr/>
                    <a:lstStyle/>
                    <a:p>
                      <a:r>
                        <a:rPr sz="1600"/>
                        <a:t>Asynchronous, event-driven interactions</a:t>
                      </a:r>
                    </a:p>
                  </a:txBody>
                  <a:tcPr/>
                </a:tc>
                <a:tc>
                  <a:txBody>
                    <a:bodyPr/>
                    <a:lstStyle/>
                    <a:p>
                      <a:r>
                        <a:rPr sz="1600"/>
                        <a:t>Independent, self-contained services</a:t>
                      </a:r>
                    </a:p>
                  </a:txBody>
                  <a:tcPr/>
                </a:tc>
                <a:extLst>
                  <a:ext uri="{0D108BD9-81ED-4DB2-BD59-A6C34878D82A}">
                    <a16:rowId xmlns:a16="http://schemas.microsoft.com/office/drawing/2014/main" val="10001"/>
                  </a:ext>
                </a:extLst>
              </a:tr>
              <a:tr h="365853">
                <a:tc>
                  <a:txBody>
                    <a:bodyPr/>
                    <a:lstStyle/>
                    <a:p>
                      <a:r>
                        <a:rPr sz="1600" b="1"/>
                        <a:t>Communication</a:t>
                      </a:r>
                    </a:p>
                  </a:txBody>
                  <a:tcPr/>
                </a:tc>
                <a:tc>
                  <a:txBody>
                    <a:bodyPr/>
                    <a:lstStyle/>
                    <a:p>
                      <a:r>
                        <a:rPr sz="1600"/>
                        <a:t>Asynchronous messaging (events)</a:t>
                      </a:r>
                    </a:p>
                  </a:txBody>
                  <a:tcPr/>
                </a:tc>
                <a:tc>
                  <a:txBody>
                    <a:bodyPr/>
                    <a:lstStyle/>
                    <a:p>
                      <a:r>
                        <a:rPr lang="en-IN" sz="1600" dirty="0"/>
                        <a:t>S</a:t>
                      </a:r>
                      <a:r>
                        <a:rPr sz="1600" dirty="0" err="1"/>
                        <a:t>ynchronous</a:t>
                      </a:r>
                      <a:r>
                        <a:rPr sz="1600" dirty="0"/>
                        <a:t> </a:t>
                      </a:r>
                      <a:r>
                        <a:rPr lang="en-IN" sz="1600" dirty="0"/>
                        <a:t>using </a:t>
                      </a:r>
                      <a:r>
                        <a:rPr sz="1600" dirty="0"/>
                        <a:t>REST APIs</a:t>
                      </a:r>
                      <a:r>
                        <a:rPr lang="en-US" sz="1600" dirty="0"/>
                        <a:t>,</a:t>
                      </a:r>
                      <a:r>
                        <a:rPr sz="1600" dirty="0"/>
                        <a:t> </a:t>
                      </a:r>
                      <a:r>
                        <a:rPr lang="en-IN" sz="1600" dirty="0"/>
                        <a:t>As</a:t>
                      </a:r>
                      <a:r>
                        <a:rPr lang="en-US" sz="1600" dirty="0" err="1"/>
                        <a:t>ynchronous</a:t>
                      </a:r>
                      <a:r>
                        <a:rPr sz="1600" dirty="0"/>
                        <a:t> us</a:t>
                      </a:r>
                      <a:r>
                        <a:rPr lang="en-IN" sz="1600" dirty="0" err="1"/>
                        <a:t>ing</a:t>
                      </a:r>
                      <a:r>
                        <a:rPr sz="1600" dirty="0"/>
                        <a:t> events</a:t>
                      </a:r>
                    </a:p>
                  </a:txBody>
                  <a:tcPr/>
                </a:tc>
                <a:extLst>
                  <a:ext uri="{0D108BD9-81ED-4DB2-BD59-A6C34878D82A}">
                    <a16:rowId xmlns:a16="http://schemas.microsoft.com/office/drawing/2014/main" val="10002"/>
                  </a:ext>
                </a:extLst>
              </a:tr>
              <a:tr h="560974">
                <a:tc>
                  <a:txBody>
                    <a:bodyPr/>
                    <a:lstStyle/>
                    <a:p>
                      <a:r>
                        <a:rPr sz="1600" b="1"/>
                        <a:t>Decoupling</a:t>
                      </a:r>
                    </a:p>
                  </a:txBody>
                  <a:tcPr/>
                </a:tc>
                <a:tc>
                  <a:txBody>
                    <a:bodyPr/>
                    <a:lstStyle/>
                    <a:p>
                      <a:r>
                        <a:rPr sz="1600"/>
                        <a:t>High decoupling due to asynchronous nature</a:t>
                      </a:r>
                    </a:p>
                  </a:txBody>
                  <a:tcPr/>
                </a:tc>
                <a:tc>
                  <a:txBody>
                    <a:bodyPr/>
                    <a:lstStyle/>
                    <a:p>
                      <a:r>
                        <a:rPr sz="1600" dirty="0"/>
                        <a:t>Moderate decoupling; services are independent but may rely on synchronous calls</a:t>
                      </a:r>
                    </a:p>
                  </a:txBody>
                  <a:tcPr/>
                </a:tc>
                <a:extLst>
                  <a:ext uri="{0D108BD9-81ED-4DB2-BD59-A6C34878D82A}">
                    <a16:rowId xmlns:a16="http://schemas.microsoft.com/office/drawing/2014/main" val="10003"/>
                  </a:ext>
                </a:extLst>
              </a:tr>
              <a:tr h="560695">
                <a:tc>
                  <a:txBody>
                    <a:bodyPr/>
                    <a:lstStyle/>
                    <a:p>
                      <a:r>
                        <a:rPr sz="1600" b="1"/>
                        <a:t>Scalability</a:t>
                      </a:r>
                    </a:p>
                  </a:txBody>
                  <a:tcPr/>
                </a:tc>
                <a:tc>
                  <a:txBody>
                    <a:bodyPr/>
                    <a:lstStyle/>
                    <a:p>
                      <a:r>
                        <a:rPr sz="1600" dirty="0"/>
                        <a:t>Easy to scale consumers independently based on event load</a:t>
                      </a:r>
                    </a:p>
                  </a:txBody>
                  <a:tcPr/>
                </a:tc>
                <a:tc>
                  <a:txBody>
                    <a:bodyPr/>
                    <a:lstStyle/>
                    <a:p>
                      <a:r>
                        <a:rPr sz="1600"/>
                        <a:t>Each service can be scaled independently</a:t>
                      </a:r>
                    </a:p>
                  </a:txBody>
                  <a:tcPr/>
                </a:tc>
                <a:extLst>
                  <a:ext uri="{0D108BD9-81ED-4DB2-BD59-A6C34878D82A}">
                    <a16:rowId xmlns:a16="http://schemas.microsoft.com/office/drawing/2014/main" val="10004"/>
                  </a:ext>
                </a:extLst>
              </a:tr>
              <a:tr h="593971">
                <a:tc>
                  <a:txBody>
                    <a:bodyPr/>
                    <a:lstStyle/>
                    <a:p>
                      <a:r>
                        <a:rPr sz="1600" b="1"/>
                        <a:t>Complexity</a:t>
                      </a:r>
                    </a:p>
                  </a:txBody>
                  <a:tcPr/>
                </a:tc>
                <a:tc>
                  <a:txBody>
                    <a:bodyPr/>
                    <a:lstStyle/>
                    <a:p>
                      <a:r>
                        <a:rPr sz="1600" dirty="0"/>
                        <a:t>Can be complex due to event choreography and orchestration</a:t>
                      </a:r>
                    </a:p>
                  </a:txBody>
                  <a:tcPr/>
                </a:tc>
                <a:tc>
                  <a:txBody>
                    <a:bodyPr/>
                    <a:lstStyle/>
                    <a:p>
                      <a:r>
                        <a:rPr sz="1600"/>
                        <a:t>Complexity in managing service dependencies and communication</a:t>
                      </a:r>
                    </a:p>
                  </a:txBody>
                  <a:tcPr/>
                </a:tc>
                <a:extLst>
                  <a:ext uri="{0D108BD9-81ED-4DB2-BD59-A6C34878D82A}">
                    <a16:rowId xmlns:a16="http://schemas.microsoft.com/office/drawing/2014/main" val="10005"/>
                  </a:ext>
                </a:extLst>
              </a:tr>
              <a:tr h="337777">
                <a:tc>
                  <a:txBody>
                    <a:bodyPr/>
                    <a:lstStyle/>
                    <a:p>
                      <a:r>
                        <a:rPr sz="1600" b="1"/>
                        <a:t>Use Cases</a:t>
                      </a:r>
                    </a:p>
                  </a:txBody>
                  <a:tcPr/>
                </a:tc>
                <a:tc>
                  <a:txBody>
                    <a:bodyPr/>
                    <a:lstStyle/>
                    <a:p>
                      <a:r>
                        <a:rPr sz="1600"/>
                        <a:t>Real-time processing, IoT, reactive systems</a:t>
                      </a:r>
                    </a:p>
                  </a:txBody>
                  <a:tcPr/>
                </a:tc>
                <a:tc>
                  <a:txBody>
                    <a:bodyPr/>
                    <a:lstStyle/>
                    <a:p>
                      <a:r>
                        <a:rPr sz="1600"/>
                        <a:t>Business applications with distinct domain services</a:t>
                      </a:r>
                    </a:p>
                  </a:txBody>
                  <a:tcPr/>
                </a:tc>
                <a:extLst>
                  <a:ext uri="{0D108BD9-81ED-4DB2-BD59-A6C34878D82A}">
                    <a16:rowId xmlns:a16="http://schemas.microsoft.com/office/drawing/2014/main" val="10006"/>
                  </a:ext>
                </a:extLst>
              </a:tr>
              <a:tr h="371248">
                <a:tc>
                  <a:txBody>
                    <a:bodyPr/>
                    <a:lstStyle/>
                    <a:p>
                      <a:r>
                        <a:rPr sz="1600" b="1"/>
                        <a:t>Data Management</a:t>
                      </a:r>
                    </a:p>
                  </a:txBody>
                  <a:tcPr/>
                </a:tc>
                <a:tc>
                  <a:txBody>
                    <a:bodyPr/>
                    <a:lstStyle/>
                    <a:p>
                      <a:r>
                        <a:rPr sz="1600"/>
                        <a:t>Event sourcing and eventual consistency</a:t>
                      </a:r>
                    </a:p>
                  </a:txBody>
                  <a:tcPr/>
                </a:tc>
                <a:tc>
                  <a:txBody>
                    <a:bodyPr/>
                    <a:lstStyle/>
                    <a:p>
                      <a:r>
                        <a:rPr sz="1600"/>
                        <a:t>Strong consistency within service boundaries</a:t>
                      </a:r>
                    </a:p>
                  </a:txBody>
                  <a:tcPr/>
                </a:tc>
                <a:extLst>
                  <a:ext uri="{0D108BD9-81ED-4DB2-BD59-A6C34878D82A}">
                    <a16:rowId xmlns:a16="http://schemas.microsoft.com/office/drawing/2014/main" val="10007"/>
                  </a:ext>
                </a:extLst>
              </a:tr>
              <a:tr h="598549">
                <a:tc>
                  <a:txBody>
                    <a:bodyPr/>
                    <a:lstStyle/>
                    <a:p>
                      <a:r>
                        <a:rPr sz="1600" b="1" dirty="0"/>
                        <a:t>Fault Tolerance</a:t>
                      </a:r>
                    </a:p>
                  </a:txBody>
                  <a:tcPr/>
                </a:tc>
                <a:tc>
                  <a:txBody>
                    <a:bodyPr/>
                    <a:lstStyle/>
                    <a:p>
                      <a:r>
                        <a:rPr sz="1600" dirty="0"/>
                        <a:t>Resilient to individual component failures</a:t>
                      </a:r>
                    </a:p>
                  </a:txBody>
                  <a:tcPr/>
                </a:tc>
                <a:tc>
                  <a:txBody>
                    <a:bodyPr/>
                    <a:lstStyle/>
                    <a:p>
                      <a:r>
                        <a:rPr sz="1600" dirty="0"/>
                        <a:t>Service resilience through isolation and redundancy</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582049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A1C74-D536-D628-822D-1D35DE61C59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4C3E326-2781-BC2E-F3B5-F894E324E5FD}"/>
              </a:ext>
            </a:extLst>
          </p:cNvPr>
          <p:cNvSpPr>
            <a:spLocks noGrp="1"/>
          </p:cNvSpPr>
          <p:nvPr>
            <p:ph sz="half" idx="1"/>
          </p:nvPr>
        </p:nvSpPr>
        <p:spPr>
          <a:prstGeom prst="rect">
            <a:avLst/>
          </a:prstGeom>
        </p:spPr>
        <p:txBody>
          <a:bodyPr>
            <a:normAutofit/>
          </a:bodyPr>
          <a:lstStyle/>
          <a:p>
            <a:r>
              <a:rPr lang="en-US" sz="2400" dirty="0"/>
              <a:t>All events are messages, but not all messages are events.</a:t>
            </a:r>
          </a:p>
          <a:p>
            <a:r>
              <a:rPr lang="en-US" sz="2400" dirty="0"/>
              <a:t>Event-driven = notify others that something happened.</a:t>
            </a:r>
          </a:p>
          <a:p>
            <a:r>
              <a:rPr lang="en-US" sz="2400" dirty="0"/>
              <a:t>Message-based = instruct, ask, or inform through messages (might be an event)</a:t>
            </a:r>
          </a:p>
        </p:txBody>
      </p:sp>
      <p:sp>
        <p:nvSpPr>
          <p:cNvPr id="3" name="Content Placeholder 2">
            <a:extLst>
              <a:ext uri="{FF2B5EF4-FFF2-40B4-BE49-F238E27FC236}">
                <a16:creationId xmlns:a16="http://schemas.microsoft.com/office/drawing/2014/main" id="{12317F54-AA9E-28EF-5E77-8D1C9DC404C9}"/>
              </a:ext>
            </a:extLst>
          </p:cNvPr>
          <p:cNvSpPr>
            <a:spLocks noGrp="1"/>
          </p:cNvSpPr>
          <p:nvPr>
            <p:ph sz="half" idx="10"/>
          </p:nvPr>
        </p:nvSpPr>
        <p:spPr/>
        <p:txBody>
          <a:bodyPr/>
          <a:lstStyle/>
          <a:p>
            <a:r>
              <a:rPr lang="en-US" dirty="0"/>
              <a:t>Event-Driven vs. Message Based Communication</a:t>
            </a:r>
          </a:p>
        </p:txBody>
      </p:sp>
      <p:graphicFrame>
        <p:nvGraphicFramePr>
          <p:cNvPr id="2" name="Table 1">
            <a:extLst>
              <a:ext uri="{FF2B5EF4-FFF2-40B4-BE49-F238E27FC236}">
                <a16:creationId xmlns:a16="http://schemas.microsoft.com/office/drawing/2014/main" id="{9D705D27-7818-2D67-D473-89EBACBF747E}"/>
              </a:ext>
            </a:extLst>
          </p:cNvPr>
          <p:cNvGraphicFramePr>
            <a:graphicFrameLocks noGrp="1"/>
          </p:cNvGraphicFramePr>
          <p:nvPr>
            <p:extLst>
              <p:ext uri="{D42A27DB-BD31-4B8C-83A1-F6EECF244321}">
                <p14:modId xmlns:p14="http://schemas.microsoft.com/office/powerpoint/2010/main" val="1820228626"/>
              </p:ext>
            </p:extLst>
          </p:nvPr>
        </p:nvGraphicFramePr>
        <p:xfrm>
          <a:off x="790265" y="3068274"/>
          <a:ext cx="10174145" cy="2460098"/>
        </p:xfrm>
        <a:graphic>
          <a:graphicData uri="http://schemas.openxmlformats.org/drawingml/2006/table">
            <a:tbl>
              <a:tblPr firstRow="1" firstCol="1" bandRow="1">
                <a:tableStyleId>{5C22544A-7EE6-4342-B048-85BDC9FD1C3A}</a:tableStyleId>
              </a:tblPr>
              <a:tblGrid>
                <a:gridCol w="2284602">
                  <a:extLst>
                    <a:ext uri="{9D8B030D-6E8A-4147-A177-3AD203B41FA5}">
                      <a16:colId xmlns:a16="http://schemas.microsoft.com/office/drawing/2014/main" val="4233087386"/>
                    </a:ext>
                  </a:extLst>
                </a:gridCol>
                <a:gridCol w="3741490">
                  <a:extLst>
                    <a:ext uri="{9D8B030D-6E8A-4147-A177-3AD203B41FA5}">
                      <a16:colId xmlns:a16="http://schemas.microsoft.com/office/drawing/2014/main" val="3626460823"/>
                    </a:ext>
                  </a:extLst>
                </a:gridCol>
                <a:gridCol w="4148053">
                  <a:extLst>
                    <a:ext uri="{9D8B030D-6E8A-4147-A177-3AD203B41FA5}">
                      <a16:colId xmlns:a16="http://schemas.microsoft.com/office/drawing/2014/main" val="3487441518"/>
                    </a:ext>
                  </a:extLst>
                </a:gridCol>
              </a:tblGrid>
              <a:tr h="345400">
                <a:tc>
                  <a:txBody>
                    <a:bodyPr/>
                    <a:lstStyle/>
                    <a:p>
                      <a:pPr>
                        <a:lnSpc>
                          <a:spcPct val="115000"/>
                        </a:lnSpc>
                        <a:spcAft>
                          <a:spcPts val="1000"/>
                        </a:spcAft>
                        <a:buNone/>
                      </a:pPr>
                      <a:r>
                        <a:rPr lang="en-US" sz="1600">
                          <a:effectLst/>
                        </a:rPr>
                        <a:t>Feature</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dirty="0">
                          <a:effectLst/>
                        </a:rPr>
                        <a:t>Event-Driven</a:t>
                      </a:r>
                      <a:endParaRPr lang="en-US" sz="1600" dirty="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Message-Based</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369106650"/>
                  </a:ext>
                </a:extLst>
              </a:tr>
              <a:tr h="393504">
                <a:tc>
                  <a:txBody>
                    <a:bodyPr/>
                    <a:lstStyle/>
                    <a:p>
                      <a:pPr>
                        <a:lnSpc>
                          <a:spcPct val="115000"/>
                        </a:lnSpc>
                        <a:spcAft>
                          <a:spcPts val="1000"/>
                        </a:spcAft>
                        <a:buNone/>
                      </a:pPr>
                      <a:r>
                        <a:rPr lang="en-US" sz="1600">
                          <a:effectLst/>
                        </a:rPr>
                        <a:t>Communication Style</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dirty="0">
                          <a:effectLst/>
                        </a:rPr>
                        <a:t>Fire-and-forget (event notification)</a:t>
                      </a:r>
                      <a:endParaRPr lang="en-US" sz="1600" dirty="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Request/command/response</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1779196753"/>
                  </a:ext>
                </a:extLst>
              </a:tr>
              <a:tr h="327171">
                <a:tc>
                  <a:txBody>
                    <a:bodyPr/>
                    <a:lstStyle/>
                    <a:p>
                      <a:pPr>
                        <a:lnSpc>
                          <a:spcPct val="115000"/>
                        </a:lnSpc>
                        <a:spcAft>
                          <a:spcPts val="1000"/>
                        </a:spcAft>
                        <a:buNone/>
                      </a:pPr>
                      <a:r>
                        <a:rPr lang="en-US" sz="1600">
                          <a:effectLst/>
                        </a:rPr>
                        <a:t>Intent</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Notify that something happened</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Tell or ask another service to act</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1883934131"/>
                  </a:ext>
                </a:extLst>
              </a:tr>
              <a:tr h="360727">
                <a:tc>
                  <a:txBody>
                    <a:bodyPr/>
                    <a:lstStyle/>
                    <a:p>
                      <a:pPr>
                        <a:lnSpc>
                          <a:spcPct val="115000"/>
                        </a:lnSpc>
                        <a:spcAft>
                          <a:spcPts val="1000"/>
                        </a:spcAft>
                        <a:buNone/>
                      </a:pPr>
                      <a:r>
                        <a:rPr lang="en-US" sz="1600" dirty="0">
                          <a:effectLst/>
                        </a:rPr>
                        <a:t>Direction</a:t>
                      </a:r>
                      <a:endParaRPr lang="en-US" sz="1600" dirty="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One-way</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Often two-way (request-response)</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4095623610"/>
                  </a:ext>
                </a:extLst>
              </a:tr>
              <a:tr h="352337">
                <a:tc>
                  <a:txBody>
                    <a:bodyPr/>
                    <a:lstStyle/>
                    <a:p>
                      <a:pPr>
                        <a:lnSpc>
                          <a:spcPct val="115000"/>
                        </a:lnSpc>
                        <a:spcAft>
                          <a:spcPts val="1000"/>
                        </a:spcAft>
                        <a:buNone/>
                      </a:pPr>
                      <a:r>
                        <a:rPr lang="en-US" sz="1600">
                          <a:effectLst/>
                        </a:rPr>
                        <a:t>Coupling</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Low (producer doesn’t know consumer)</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Medium (sender often expects action)</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911893599"/>
                  </a:ext>
                </a:extLst>
              </a:tr>
              <a:tr h="335559">
                <a:tc>
                  <a:txBody>
                    <a:bodyPr/>
                    <a:lstStyle/>
                    <a:p>
                      <a:pPr>
                        <a:lnSpc>
                          <a:spcPct val="115000"/>
                        </a:lnSpc>
                        <a:spcAft>
                          <a:spcPts val="1000"/>
                        </a:spcAft>
                        <a:buNone/>
                      </a:pPr>
                      <a:r>
                        <a:rPr lang="en-US" sz="1600">
                          <a:effectLst/>
                        </a:rPr>
                        <a:t>Examples</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Kafka, Event Grid</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a:effectLst/>
                        </a:rPr>
                        <a:t>RabbitMQ, MSMQ, Azure Service Bus</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4040767490"/>
                  </a:ext>
                </a:extLst>
              </a:tr>
              <a:tr h="345400">
                <a:tc>
                  <a:txBody>
                    <a:bodyPr/>
                    <a:lstStyle/>
                    <a:p>
                      <a:pPr>
                        <a:lnSpc>
                          <a:spcPct val="115000"/>
                        </a:lnSpc>
                        <a:spcAft>
                          <a:spcPts val="1000"/>
                        </a:spcAft>
                        <a:buNone/>
                      </a:pPr>
                      <a:r>
                        <a:rPr lang="en-US" sz="1600">
                          <a:effectLst/>
                        </a:rPr>
                        <a:t>Message Types</a:t>
                      </a:r>
                      <a:endParaRPr lang="en-US" sz="160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dirty="0">
                          <a:effectLst/>
                        </a:rPr>
                        <a:t>Event</a:t>
                      </a:r>
                      <a:endParaRPr lang="en-US" sz="1600" dirty="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tc>
                  <a:txBody>
                    <a:bodyPr/>
                    <a:lstStyle/>
                    <a:p>
                      <a:pPr>
                        <a:lnSpc>
                          <a:spcPct val="115000"/>
                        </a:lnSpc>
                        <a:spcAft>
                          <a:spcPts val="1000"/>
                        </a:spcAft>
                        <a:buNone/>
                      </a:pPr>
                      <a:r>
                        <a:rPr lang="en-US" sz="1600" dirty="0">
                          <a:effectLst/>
                        </a:rPr>
                        <a:t>Event, Command, Query</a:t>
                      </a:r>
                      <a:endParaRPr lang="en-US" sz="1600" dirty="0">
                        <a:effectLst/>
                        <a:latin typeface="Cambria" panose="02040503050406030204" pitchFamily="18" charset="0"/>
                        <a:ea typeface="MS Mincho" panose="02020609040205080304" pitchFamily="49" charset="-128"/>
                        <a:cs typeface="Mangal" panose="02040503050203030202" pitchFamily="18" charset="0"/>
                      </a:endParaRPr>
                    </a:p>
                  </a:txBody>
                  <a:tcPr marL="68580" marR="68580" marT="0" marB="0"/>
                </a:tc>
                <a:extLst>
                  <a:ext uri="{0D108BD9-81ED-4DB2-BD59-A6C34878D82A}">
                    <a16:rowId xmlns:a16="http://schemas.microsoft.com/office/drawing/2014/main" val="4256348320"/>
                  </a:ext>
                </a:extLst>
              </a:tr>
            </a:tbl>
          </a:graphicData>
        </a:graphic>
      </p:graphicFrame>
    </p:spTree>
    <p:extLst>
      <p:ext uri="{BB962C8B-B14F-4D97-AF65-F5344CB8AC3E}">
        <p14:creationId xmlns:p14="http://schemas.microsoft.com/office/powerpoint/2010/main" val="2087070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053FC9-EEEB-A29F-CB37-52B781CCE12B}"/>
              </a:ext>
            </a:extLst>
          </p:cNvPr>
          <p:cNvSpPr>
            <a:spLocks noGrp="1"/>
          </p:cNvSpPr>
          <p:nvPr>
            <p:ph sz="half" idx="1"/>
          </p:nvPr>
        </p:nvSpPr>
        <p:spPr/>
        <p:txBody>
          <a:bodyPr/>
          <a:lstStyle/>
          <a:p>
            <a:pPr algn="just"/>
            <a:r>
              <a:rPr lang="en-US" b="1" dirty="0"/>
              <a:t>Event-Driven Microservices</a:t>
            </a:r>
            <a:r>
              <a:rPr lang="en-US" dirty="0"/>
              <a:t>: Microservices can leverage EDA for communication, improving decoupling and resilience. Events can notify other services of state changes or trigger actions asynchronously.</a:t>
            </a:r>
          </a:p>
          <a:p>
            <a:pPr algn="just"/>
            <a:r>
              <a:rPr lang="en-US" b="1" dirty="0"/>
              <a:t>Hybrid Approaches</a:t>
            </a:r>
            <a:r>
              <a:rPr lang="en-US" dirty="0"/>
              <a:t>: Combining synchronous and asynchronous communication where appropriate can provide the benefits of both architectures.</a:t>
            </a:r>
          </a:p>
        </p:txBody>
      </p:sp>
      <p:sp>
        <p:nvSpPr>
          <p:cNvPr id="3" name="Content Placeholder 2">
            <a:extLst>
              <a:ext uri="{FF2B5EF4-FFF2-40B4-BE49-F238E27FC236}">
                <a16:creationId xmlns:a16="http://schemas.microsoft.com/office/drawing/2014/main" id="{A2715339-37CD-A450-D6DB-734709A869F3}"/>
              </a:ext>
            </a:extLst>
          </p:cNvPr>
          <p:cNvSpPr>
            <a:spLocks noGrp="1"/>
          </p:cNvSpPr>
          <p:nvPr>
            <p:ph sz="half" idx="10"/>
          </p:nvPr>
        </p:nvSpPr>
        <p:spPr/>
        <p:txBody>
          <a:bodyPr/>
          <a:lstStyle/>
          <a:p>
            <a:r>
              <a:rPr lang="en-US" dirty="0"/>
              <a:t>Event-Driven Architecture and Microservices</a:t>
            </a:r>
          </a:p>
        </p:txBody>
      </p:sp>
    </p:spTree>
    <p:extLst>
      <p:ext uri="{BB962C8B-B14F-4D97-AF65-F5344CB8AC3E}">
        <p14:creationId xmlns:p14="http://schemas.microsoft.com/office/powerpoint/2010/main" val="3301308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9B0A69-BB3F-C0FE-84DD-F2A131FA0D44}"/>
              </a:ext>
            </a:extLst>
          </p:cNvPr>
          <p:cNvSpPr>
            <a:spLocks noGrp="1"/>
          </p:cNvSpPr>
          <p:nvPr>
            <p:ph type="title"/>
          </p:nvPr>
        </p:nvSpPr>
        <p:spPr/>
        <p:txBody>
          <a:bodyPr/>
          <a:lstStyle/>
          <a:p>
            <a:pPr algn="ctr"/>
            <a:r>
              <a:rPr lang="en-US" sz="4800" dirty="0"/>
              <a:t>Domain-Driven Design Patterns</a:t>
            </a:r>
          </a:p>
        </p:txBody>
      </p:sp>
    </p:spTree>
    <p:extLst>
      <p:ext uri="{BB962C8B-B14F-4D97-AF65-F5344CB8AC3E}">
        <p14:creationId xmlns:p14="http://schemas.microsoft.com/office/powerpoint/2010/main" val="1041249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76AEC8-FC85-136B-7574-63DF770D0136}"/>
              </a:ext>
            </a:extLst>
          </p:cNvPr>
          <p:cNvSpPr>
            <a:spLocks noGrp="1"/>
          </p:cNvSpPr>
          <p:nvPr>
            <p:ph sz="half" idx="1"/>
          </p:nvPr>
        </p:nvSpPr>
        <p:spPr/>
        <p:txBody>
          <a:bodyPr>
            <a:normAutofit/>
          </a:bodyPr>
          <a:lstStyle/>
          <a:p>
            <a:pPr algn="just"/>
            <a:r>
              <a:rPr lang="en-US" dirty="0"/>
              <a:t>Refers to the application’s problem space as the domains and subdomains. Identifying the business capabilities and its organizational structure and identifying the different areas of expertise.</a:t>
            </a:r>
          </a:p>
          <a:p>
            <a:pPr algn="just"/>
            <a:r>
              <a:rPr lang="en-US" dirty="0"/>
              <a:t>A domain consists of multiple subdomains. Each subdomain corresponds to a different part of the business. Subdomains can be classified using the following criteria:</a:t>
            </a:r>
          </a:p>
          <a:p>
            <a:pPr lvl="1" algn="just"/>
            <a:r>
              <a:rPr lang="en-US" dirty="0"/>
              <a:t>Core: Most important and key differentiator of an application.</a:t>
            </a:r>
          </a:p>
          <a:p>
            <a:pPr lvl="1" algn="just"/>
            <a:r>
              <a:rPr lang="en-US" dirty="0"/>
              <a:t>Support: Business-related and used to support business activities.</a:t>
            </a:r>
          </a:p>
          <a:p>
            <a:pPr lvl="1" algn="just"/>
            <a:r>
              <a:rPr lang="en-US" dirty="0"/>
              <a:t>Generic: Not specific to business but is used to enhance business operations.</a:t>
            </a:r>
          </a:p>
        </p:txBody>
      </p:sp>
      <p:sp>
        <p:nvSpPr>
          <p:cNvPr id="5" name="Content Placeholder 4">
            <a:extLst>
              <a:ext uri="{FF2B5EF4-FFF2-40B4-BE49-F238E27FC236}">
                <a16:creationId xmlns:a16="http://schemas.microsoft.com/office/drawing/2014/main" id="{0E93A9A9-C289-2ED4-62D9-4C6B7A628454}"/>
              </a:ext>
            </a:extLst>
          </p:cNvPr>
          <p:cNvSpPr>
            <a:spLocks noGrp="1"/>
          </p:cNvSpPr>
          <p:nvPr>
            <p:ph sz="half" idx="10"/>
          </p:nvPr>
        </p:nvSpPr>
        <p:spPr/>
        <p:txBody>
          <a:bodyPr/>
          <a:lstStyle/>
          <a:p>
            <a:r>
              <a:rPr lang="en-IN" dirty="0"/>
              <a:t>Domain Driven Design</a:t>
            </a:r>
            <a:endParaRPr lang="en-US" dirty="0"/>
          </a:p>
        </p:txBody>
      </p:sp>
    </p:spTree>
    <p:extLst>
      <p:ext uri="{BB962C8B-B14F-4D97-AF65-F5344CB8AC3E}">
        <p14:creationId xmlns:p14="http://schemas.microsoft.com/office/powerpoint/2010/main" val="3246251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E8846A-E9B1-56F8-A793-B9BD24B25233}"/>
              </a:ext>
            </a:extLst>
          </p:cNvPr>
          <p:cNvSpPr>
            <a:spLocks noGrp="1"/>
          </p:cNvSpPr>
          <p:nvPr>
            <p:ph sz="half" idx="1"/>
          </p:nvPr>
        </p:nvSpPr>
        <p:spPr/>
        <p:txBody>
          <a:bodyPr>
            <a:normAutofit/>
          </a:bodyPr>
          <a:lstStyle/>
          <a:p>
            <a:r>
              <a:rPr lang="en-US" dirty="0"/>
              <a:t>For example, the subdomains of an online food delivery domain application include:</a:t>
            </a:r>
          </a:p>
          <a:p>
            <a:pPr lvl="1"/>
            <a:r>
              <a:rPr lang="en-US" dirty="0"/>
              <a:t>Authentication Management</a:t>
            </a:r>
          </a:p>
          <a:p>
            <a:pPr lvl="1"/>
            <a:r>
              <a:rPr lang="en-US" dirty="0"/>
              <a:t>Item Management</a:t>
            </a:r>
          </a:p>
          <a:p>
            <a:pPr lvl="1"/>
            <a:r>
              <a:rPr lang="en-US" dirty="0"/>
              <a:t>Order Management</a:t>
            </a:r>
          </a:p>
          <a:p>
            <a:pPr lvl="1"/>
            <a:r>
              <a:rPr lang="en-US" dirty="0"/>
              <a:t>Delivery Management</a:t>
            </a:r>
          </a:p>
        </p:txBody>
      </p:sp>
      <p:sp>
        <p:nvSpPr>
          <p:cNvPr id="3" name="Content Placeholder 2">
            <a:extLst>
              <a:ext uri="{FF2B5EF4-FFF2-40B4-BE49-F238E27FC236}">
                <a16:creationId xmlns:a16="http://schemas.microsoft.com/office/drawing/2014/main" id="{C47FB629-D36E-AA6C-3935-C2ABA8055714}"/>
              </a:ext>
            </a:extLst>
          </p:cNvPr>
          <p:cNvSpPr>
            <a:spLocks noGrp="1"/>
          </p:cNvSpPr>
          <p:nvPr>
            <p:ph sz="half" idx="10"/>
          </p:nvPr>
        </p:nvSpPr>
        <p:spPr/>
        <p:txBody>
          <a:bodyPr/>
          <a:lstStyle/>
          <a:p>
            <a:r>
              <a:rPr lang="en-IN" dirty="0"/>
              <a:t>Domain Driven Design Example</a:t>
            </a:r>
            <a:endParaRPr lang="en-US" dirty="0"/>
          </a:p>
        </p:txBody>
      </p:sp>
    </p:spTree>
    <p:extLst>
      <p:ext uri="{BB962C8B-B14F-4D97-AF65-F5344CB8AC3E}">
        <p14:creationId xmlns:p14="http://schemas.microsoft.com/office/powerpoint/2010/main" val="7914902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half" idx="1"/>
          </p:nvPr>
        </p:nvSpPr>
        <p:spPr/>
        <p:txBody>
          <a:bodyPr>
            <a:noAutofit/>
          </a:bodyPr>
          <a:lstStyle/>
          <a:p>
            <a:pPr algn="just">
              <a:lnSpc>
                <a:spcPct val="110000"/>
              </a:lnSpc>
            </a:pPr>
            <a:r>
              <a:rPr lang="en-US" dirty="0"/>
              <a:t> Mediates between the domain and data mapping layers, acting like an in-memory collection of domain objects.</a:t>
            </a:r>
          </a:p>
          <a:p>
            <a:pPr algn="just">
              <a:lnSpc>
                <a:spcPct val="110000"/>
              </a:lnSpc>
            </a:pPr>
            <a:r>
              <a:rPr lang="en-US" dirty="0"/>
              <a:t> Acts as an abstraction between the application and data source</a:t>
            </a:r>
          </a:p>
        </p:txBody>
      </p:sp>
      <p:sp>
        <p:nvSpPr>
          <p:cNvPr id="2" name="Content Placeholder 1"/>
          <p:cNvSpPr>
            <a:spLocks noGrp="1"/>
          </p:cNvSpPr>
          <p:nvPr>
            <p:ph sz="half" idx="10"/>
          </p:nvPr>
        </p:nvSpPr>
        <p:spPr/>
        <p:txBody>
          <a:bodyPr>
            <a:normAutofit fontScale="92500" lnSpcReduction="20000"/>
          </a:bodyPr>
          <a:lstStyle/>
          <a:p>
            <a:r>
              <a:rPr lang="en-US" sz="4000" dirty="0"/>
              <a:t>Repository Design Pattern</a:t>
            </a:r>
          </a:p>
        </p:txBody>
      </p:sp>
      <p:pic>
        <p:nvPicPr>
          <p:cNvPr id="4" name="Picture 3">
            <a:extLst>
              <a:ext uri="{FF2B5EF4-FFF2-40B4-BE49-F238E27FC236}">
                <a16:creationId xmlns:a16="http://schemas.microsoft.com/office/drawing/2014/main" id="{AA4062E5-5B83-48E1-A6FD-C66A2B83D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866" y="3575252"/>
            <a:ext cx="6904406" cy="2441347"/>
          </a:xfrm>
          <a:prstGeom prst="rect">
            <a:avLst/>
          </a:prstGeom>
        </p:spPr>
      </p:pic>
    </p:spTree>
    <p:extLst>
      <p:ext uri="{BB962C8B-B14F-4D97-AF65-F5344CB8AC3E}">
        <p14:creationId xmlns:p14="http://schemas.microsoft.com/office/powerpoint/2010/main" val="782669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Autofit/>
          </a:bodyPr>
          <a:lstStyle/>
          <a:p>
            <a:pPr algn="just">
              <a:lnSpc>
                <a:spcPct val="110000"/>
              </a:lnSpc>
            </a:pPr>
            <a:r>
              <a:rPr lang="en-US" dirty="0"/>
              <a:t>Minimize duplicate query logic</a:t>
            </a:r>
          </a:p>
          <a:p>
            <a:pPr algn="just">
              <a:lnSpc>
                <a:spcPct val="110000"/>
              </a:lnSpc>
            </a:pPr>
            <a:r>
              <a:rPr lang="en-US" dirty="0"/>
              <a:t>Supports SOC since application need not to know about data sources and it’s access logic</a:t>
            </a:r>
          </a:p>
          <a:p>
            <a:pPr algn="just">
              <a:lnSpc>
                <a:spcPct val="110000"/>
              </a:lnSpc>
            </a:pPr>
            <a:r>
              <a:rPr lang="en-US" dirty="0"/>
              <a:t>Decouples the application from persistence framework like EF, Dapper, </a:t>
            </a:r>
            <a:r>
              <a:rPr lang="en-US" dirty="0" err="1"/>
              <a:t>Nhibernate</a:t>
            </a:r>
            <a:r>
              <a:rPr lang="en-US" dirty="0"/>
              <a:t> etc.</a:t>
            </a:r>
          </a:p>
          <a:p>
            <a:pPr algn="just">
              <a:lnSpc>
                <a:spcPct val="110000"/>
              </a:lnSpc>
            </a:pPr>
            <a:r>
              <a:rPr lang="en-US" dirty="0"/>
              <a:t>Allows unit testing since repositories are bound to interfaces which can be injected into classes at run time</a:t>
            </a:r>
          </a:p>
        </p:txBody>
      </p:sp>
      <p:sp>
        <p:nvSpPr>
          <p:cNvPr id="4" name="Content Placeholder 3"/>
          <p:cNvSpPr>
            <a:spLocks noGrp="1"/>
          </p:cNvSpPr>
          <p:nvPr>
            <p:ph sz="half" idx="10"/>
          </p:nvPr>
        </p:nvSpPr>
        <p:spPr/>
        <p:txBody>
          <a:bodyPr>
            <a:normAutofit fontScale="92500" lnSpcReduction="20000"/>
          </a:bodyPr>
          <a:lstStyle/>
          <a:p>
            <a:r>
              <a:rPr lang="en-US" sz="4000" b="0" dirty="0"/>
              <a:t>Advantages of Repository Design Pattern</a:t>
            </a:r>
          </a:p>
        </p:txBody>
      </p:sp>
    </p:spTree>
    <p:extLst>
      <p:ext uri="{BB962C8B-B14F-4D97-AF65-F5344CB8AC3E}">
        <p14:creationId xmlns:p14="http://schemas.microsoft.com/office/powerpoint/2010/main" val="25943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r>
              <a:rPr lang="en-US" sz="2400" dirty="0"/>
              <a:t>Maintains a list of objects affected by a business transaction and coordinates the writing out of changes - By Martin Fowler</a:t>
            </a:r>
          </a:p>
          <a:p>
            <a:pPr algn="just"/>
            <a:r>
              <a:rPr lang="en-US" sz="2400" dirty="0"/>
              <a:t>Helps to manage transactions across multiple repositories, ensuring that a series of operations either all succeed or fail together.</a:t>
            </a:r>
          </a:p>
        </p:txBody>
      </p:sp>
      <p:sp>
        <p:nvSpPr>
          <p:cNvPr id="4" name="Content Placeholder 3"/>
          <p:cNvSpPr>
            <a:spLocks noGrp="1"/>
          </p:cNvSpPr>
          <p:nvPr>
            <p:ph sz="half" idx="10"/>
          </p:nvPr>
        </p:nvSpPr>
        <p:spPr/>
        <p:txBody>
          <a:bodyPr>
            <a:normAutofit fontScale="92500" lnSpcReduction="20000"/>
          </a:bodyPr>
          <a:lstStyle/>
          <a:p>
            <a:r>
              <a:rPr lang="en-US" sz="4000" dirty="0"/>
              <a:t>Unit of </a:t>
            </a:r>
            <a:r>
              <a:rPr lang="en-US" sz="4000"/>
              <a:t>Work Pattern</a:t>
            </a:r>
            <a:endParaRPr lang="en-US" sz="4000" dirty="0"/>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3315" t="37224" r="4256"/>
          <a:stretch/>
        </p:blipFill>
        <p:spPr>
          <a:xfrm>
            <a:off x="493295" y="3848447"/>
            <a:ext cx="5660822" cy="2001663"/>
          </a:xfrm>
          <a:prstGeom prst="rect">
            <a:avLst/>
          </a:prstGeom>
        </p:spPr>
      </p:pic>
      <p:pic>
        <p:nvPicPr>
          <p:cNvPr id="5" name="Picture 4">
            <a:extLst>
              <a:ext uri="{FF2B5EF4-FFF2-40B4-BE49-F238E27FC236}">
                <a16:creationId xmlns:a16="http://schemas.microsoft.com/office/drawing/2014/main" id="{CC92CBBA-FCEB-8818-43A4-14B00D617A4C}"/>
              </a:ext>
            </a:extLst>
          </p:cNvPr>
          <p:cNvPicPr>
            <a:picLocks noChangeAspect="1"/>
          </p:cNvPicPr>
          <p:nvPr/>
        </p:nvPicPr>
        <p:blipFill rotWithShape="1">
          <a:blip r:embed="rId3">
            <a:extLst>
              <a:ext uri="{28A0092B-C50C-407E-A947-70E740481C1C}">
                <a14:useLocalDpi xmlns:a14="http://schemas.microsoft.com/office/drawing/2010/main" val="0"/>
              </a:ext>
            </a:extLst>
          </a:blip>
          <a:srcRect l="4845" t="4675" r="3835" b="3250"/>
          <a:stretch/>
        </p:blipFill>
        <p:spPr>
          <a:xfrm>
            <a:off x="6627303" y="3590931"/>
            <a:ext cx="5461234" cy="2516697"/>
          </a:xfrm>
          <a:prstGeom prst="rect">
            <a:avLst/>
          </a:prstGeom>
        </p:spPr>
      </p:pic>
    </p:spTree>
    <p:extLst>
      <p:ext uri="{BB962C8B-B14F-4D97-AF65-F5344CB8AC3E}">
        <p14:creationId xmlns:p14="http://schemas.microsoft.com/office/powerpoint/2010/main" val="317894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84C7AF-3992-29AA-E082-3FCD23EDDBFA}"/>
              </a:ext>
            </a:extLst>
          </p:cNvPr>
          <p:cNvSpPr>
            <a:spLocks noGrp="1"/>
          </p:cNvSpPr>
          <p:nvPr>
            <p:ph sz="half" idx="1"/>
          </p:nvPr>
        </p:nvSpPr>
        <p:spPr/>
        <p:txBody>
          <a:bodyPr/>
          <a:lstStyle/>
          <a:p>
            <a:pPr algn="just"/>
            <a:r>
              <a:rPr lang="en-US" dirty="0"/>
              <a:t>Used to encapsulate business logic or application logic. </a:t>
            </a:r>
          </a:p>
          <a:p>
            <a:pPr algn="just"/>
            <a:r>
              <a:rPr lang="en-US" dirty="0"/>
              <a:t>Make Logic to reusable across different parts of the application.</a:t>
            </a:r>
          </a:p>
          <a:p>
            <a:pPr algn="just"/>
            <a:r>
              <a:rPr lang="en-US" dirty="0"/>
              <a:t>Promotes separation of concerns and make application to be more modular, maintainable, and testable.</a:t>
            </a:r>
          </a:p>
        </p:txBody>
      </p:sp>
      <p:sp>
        <p:nvSpPr>
          <p:cNvPr id="3" name="Content Placeholder 2">
            <a:extLst>
              <a:ext uri="{FF2B5EF4-FFF2-40B4-BE49-F238E27FC236}">
                <a16:creationId xmlns:a16="http://schemas.microsoft.com/office/drawing/2014/main" id="{0D92727F-33B6-F485-1930-91423D060DFB}"/>
              </a:ext>
            </a:extLst>
          </p:cNvPr>
          <p:cNvSpPr>
            <a:spLocks noGrp="1"/>
          </p:cNvSpPr>
          <p:nvPr>
            <p:ph sz="half" idx="10"/>
          </p:nvPr>
        </p:nvSpPr>
        <p:spPr/>
        <p:txBody>
          <a:bodyPr/>
          <a:lstStyle/>
          <a:p>
            <a:r>
              <a:rPr lang="en-IN" dirty="0"/>
              <a:t>Service Pattern</a:t>
            </a:r>
            <a:endParaRPr lang="en-US" dirty="0"/>
          </a:p>
        </p:txBody>
      </p:sp>
    </p:spTree>
    <p:extLst>
      <p:ext uri="{BB962C8B-B14F-4D97-AF65-F5344CB8AC3E}">
        <p14:creationId xmlns:p14="http://schemas.microsoft.com/office/powerpoint/2010/main" val="17540353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438443-6987-E3AF-CB65-AD8E4D48E742}"/>
              </a:ext>
            </a:extLst>
          </p:cNvPr>
          <p:cNvSpPr>
            <a:spLocks noGrp="1"/>
          </p:cNvSpPr>
          <p:nvPr>
            <p:ph sz="half" idx="1"/>
          </p:nvPr>
        </p:nvSpPr>
        <p:spPr/>
        <p:txBody>
          <a:bodyPr/>
          <a:lstStyle/>
          <a:p>
            <a:pPr algn="just"/>
            <a:r>
              <a:rPr lang="en-US" b="1" dirty="0"/>
              <a:t>Service Pattern</a:t>
            </a:r>
            <a:r>
              <a:rPr lang="en-US" dirty="0"/>
              <a:t>: Focuses on encapsulating business logic, workflows, and processes. It coordinates operations across multiple entities and repositories.</a:t>
            </a:r>
          </a:p>
          <a:p>
            <a:pPr algn="just"/>
            <a:r>
              <a:rPr lang="en-US" b="1" dirty="0"/>
              <a:t>Repository Pattern</a:t>
            </a:r>
            <a:r>
              <a:rPr lang="en-US" dirty="0"/>
              <a:t>: Focuses on data access logic, providing a consistent interface for CRUD operations and abstracting the data storage mechanism.</a:t>
            </a:r>
          </a:p>
          <a:p>
            <a:pPr algn="just"/>
            <a:r>
              <a:rPr lang="en-US" dirty="0"/>
              <a:t>These two patterns often work together where Services use repositories to access and manipulate data, ensuring that business logic is decoupled from data access logic.</a:t>
            </a:r>
          </a:p>
        </p:txBody>
      </p:sp>
      <p:sp>
        <p:nvSpPr>
          <p:cNvPr id="3" name="Content Placeholder 2">
            <a:extLst>
              <a:ext uri="{FF2B5EF4-FFF2-40B4-BE49-F238E27FC236}">
                <a16:creationId xmlns:a16="http://schemas.microsoft.com/office/drawing/2014/main" id="{C8569F09-8ACF-5662-0707-C80C134915C8}"/>
              </a:ext>
            </a:extLst>
          </p:cNvPr>
          <p:cNvSpPr>
            <a:spLocks noGrp="1"/>
          </p:cNvSpPr>
          <p:nvPr>
            <p:ph sz="half" idx="10"/>
          </p:nvPr>
        </p:nvSpPr>
        <p:spPr/>
        <p:txBody>
          <a:bodyPr/>
          <a:lstStyle/>
          <a:p>
            <a:r>
              <a:rPr lang="en-IN" dirty="0"/>
              <a:t>Service Pattern vs. </a:t>
            </a:r>
            <a:r>
              <a:rPr lang="en-US" dirty="0"/>
              <a:t>Repository Pattern</a:t>
            </a:r>
          </a:p>
        </p:txBody>
      </p:sp>
    </p:spTree>
    <p:extLst>
      <p:ext uri="{BB962C8B-B14F-4D97-AF65-F5344CB8AC3E}">
        <p14:creationId xmlns:p14="http://schemas.microsoft.com/office/powerpoint/2010/main" val="3085481628"/>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2151</TotalTime>
  <Words>3005</Words>
  <Application>Microsoft Office PowerPoint</Application>
  <PresentationFormat>Widescreen</PresentationFormat>
  <Paragraphs>365</Paragraphs>
  <Slides>33</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Cambria</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Domain-Driven Design Patterns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1029</cp:revision>
  <dcterms:created xsi:type="dcterms:W3CDTF">2015-04-26T09:42:00Z</dcterms:created>
  <dcterms:modified xsi:type="dcterms:W3CDTF">2025-05-10T13:17:03Z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