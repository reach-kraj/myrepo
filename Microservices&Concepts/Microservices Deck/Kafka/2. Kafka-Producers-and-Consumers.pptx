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19"/>
  </p:notesMasterIdLst>
  <p:sldIdLst>
    <p:sldId id="653" r:id="rId2"/>
    <p:sldId id="2147469603" r:id="rId3"/>
    <p:sldId id="2147469611" r:id="rId4"/>
    <p:sldId id="2147469612" r:id="rId5"/>
    <p:sldId id="2147469617" r:id="rId6"/>
    <p:sldId id="2147469618" r:id="rId7"/>
    <p:sldId id="2147469607" r:id="rId8"/>
    <p:sldId id="2147469608" r:id="rId9"/>
    <p:sldId id="2147469613" r:id="rId10"/>
    <p:sldId id="2147469616" r:id="rId11"/>
    <p:sldId id="2147469614" r:id="rId12"/>
    <p:sldId id="2147469602" r:id="rId13"/>
    <p:sldId id="2147469605" r:id="rId14"/>
    <p:sldId id="2147469606" r:id="rId15"/>
    <p:sldId id="2147469615" r:id="rId16"/>
    <p:sldId id="2147469610" r:id="rId17"/>
    <p:sldId id="652" r:id="rId18"/>
  </p:sldIdLst>
  <p:sldSz cx="12192000" cy="6858000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Light" panose="020F0302020204030204" pitchFamily="34" charset="0"/>
      <p:regular r:id="rId24"/>
      <p: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6D4"/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FEE23F-22AD-B248-AA5B-FD2F9B9B3C07}" v="12" dt="2025-06-21T16:38:39.426"/>
  </p1510:revLst>
</p1510:revInfo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13" autoAdjust="0"/>
    <p:restoredTop sz="77322" autoAdjust="0"/>
  </p:normalViewPr>
  <p:slideViewPr>
    <p:cSldViewPr snapToGrid="0">
      <p:cViewPr varScale="1">
        <p:scale>
          <a:sx n="118" d="100"/>
          <a:sy n="118" d="100"/>
        </p:scale>
        <p:origin x="2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59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56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A195767D-2C7C-4CFC-B357-9378CB1079F7}"/>
    <pc:docChg chg="undo custSel addSld delSld modSld">
      <pc:chgData name="Shailendra Chauhan" userId="a7d3133f-e197-4b90-bf63-99a63a264234" providerId="ADAL" clId="{A195767D-2C7C-4CFC-B357-9378CB1079F7}" dt="2024-08-12T17:04:44.153" v="345" actId="20577"/>
      <pc:docMkLst>
        <pc:docMk/>
      </pc:docMkLst>
      <pc:sldChg chg="modSp mod modAnim chgLayout">
        <pc:chgData name="Shailendra Chauhan" userId="a7d3133f-e197-4b90-bf63-99a63a264234" providerId="ADAL" clId="{A195767D-2C7C-4CFC-B357-9378CB1079F7}" dt="2024-08-12T17:04:44.153" v="345" actId="20577"/>
        <pc:sldMkLst>
          <pc:docMk/>
          <pc:sldMk cId="1960985687" sldId="653"/>
        </pc:sldMkLst>
      </pc:sldChg>
      <pc:sldChg chg="add del">
        <pc:chgData name="Shailendra Chauhan" userId="a7d3133f-e197-4b90-bf63-99a63a264234" providerId="ADAL" clId="{A195767D-2C7C-4CFC-B357-9378CB1079F7}" dt="2024-08-12T17:04:25.230" v="339" actId="47"/>
        <pc:sldMkLst>
          <pc:docMk/>
          <pc:sldMk cId="2510010962" sldId="2147469586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4126527283" sldId="2147469586"/>
        </pc:sldMkLst>
      </pc:sldChg>
      <pc:sldChg chg="add del">
        <pc:chgData name="Shailendra Chauhan" userId="a7d3133f-e197-4b90-bf63-99a63a264234" providerId="ADAL" clId="{A195767D-2C7C-4CFC-B357-9378CB1079F7}" dt="2024-08-12T17:04:21.436" v="338" actId="47"/>
        <pc:sldMkLst>
          <pc:docMk/>
          <pc:sldMk cId="2427248284" sldId="2147469600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3218382947" sldId="2147469600"/>
        </pc:sldMkLst>
      </pc:sldChg>
      <pc:sldChg chg="modSp del mod modAnim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2143944179" sldId="2147469602"/>
        </pc:sldMkLst>
      </pc:sldChg>
      <pc:sldChg chg="add">
        <pc:chgData name="Shailendra Chauhan" userId="a7d3133f-e197-4b90-bf63-99a63a264234" providerId="ADAL" clId="{A195767D-2C7C-4CFC-B357-9378CB1079F7}" dt="2024-08-12T17:04:15.047" v="337"/>
        <pc:sldMkLst>
          <pc:docMk/>
          <pc:sldMk cId="2727957682" sldId="2147469602"/>
        </pc:sldMkLst>
      </pc:sldChg>
      <pc:sldChg chg="add del">
        <pc:chgData name="Shailendra Chauhan" userId="a7d3133f-e197-4b90-bf63-99a63a264234" providerId="ADAL" clId="{A195767D-2C7C-4CFC-B357-9378CB1079F7}" dt="2024-08-12T17:04:28.704" v="340" actId="47"/>
        <pc:sldMkLst>
          <pc:docMk/>
          <pc:sldMk cId="447325109" sldId="2147469604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3545073316" sldId="2147469604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1610267644" sldId="2147469605"/>
        </pc:sldMkLst>
      </pc:sldChg>
      <pc:sldChg chg="add">
        <pc:chgData name="Shailendra Chauhan" userId="a7d3133f-e197-4b90-bf63-99a63a264234" providerId="ADAL" clId="{A195767D-2C7C-4CFC-B357-9378CB1079F7}" dt="2024-08-12T17:04:15.047" v="337"/>
        <pc:sldMkLst>
          <pc:docMk/>
          <pc:sldMk cId="3311653888" sldId="2147469605"/>
        </pc:sldMkLst>
      </pc:sldChg>
      <pc:sldChg chg="add">
        <pc:chgData name="Shailendra Chauhan" userId="a7d3133f-e197-4b90-bf63-99a63a264234" providerId="ADAL" clId="{A195767D-2C7C-4CFC-B357-9378CB1079F7}" dt="2024-08-12T17:04:15.047" v="337"/>
        <pc:sldMkLst>
          <pc:docMk/>
          <pc:sldMk cId="150587074" sldId="2147469606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2994284317" sldId="2147469606"/>
        </pc:sldMkLst>
      </pc:sldChg>
      <pc:sldChg chg="modSp mod modAnim">
        <pc:chgData name="Shailendra Chauhan" userId="a7d3133f-e197-4b90-bf63-99a63a264234" providerId="ADAL" clId="{A195767D-2C7C-4CFC-B357-9378CB1079F7}" dt="2024-08-12T16:44:20.186" v="102" actId="2710"/>
        <pc:sldMkLst>
          <pc:docMk/>
          <pc:sldMk cId="3894263409" sldId="2147469607"/>
        </pc:sldMkLst>
      </pc:sldChg>
      <pc:sldChg chg="addSp modSp mod modAnim">
        <pc:chgData name="Shailendra Chauhan" userId="a7d3133f-e197-4b90-bf63-99a63a264234" providerId="ADAL" clId="{A195767D-2C7C-4CFC-B357-9378CB1079F7}" dt="2024-08-12T16:51:44.486" v="231" actId="20577"/>
        <pc:sldMkLst>
          <pc:docMk/>
          <pc:sldMk cId="1891242046" sldId="2147469608"/>
        </pc:sldMkLst>
      </pc:sldChg>
      <pc:sldChg chg="del">
        <pc:chgData name="Shailendra Chauhan" userId="a7d3133f-e197-4b90-bf63-99a63a264234" providerId="ADAL" clId="{A195767D-2C7C-4CFC-B357-9378CB1079F7}" dt="2024-08-12T16:45:12.744" v="126" actId="2696"/>
        <pc:sldMkLst>
          <pc:docMk/>
          <pc:sldMk cId="1332671620" sldId="2147469609"/>
        </pc:sldMkLst>
      </pc:sldChg>
      <pc:sldChg chg="modSp mod">
        <pc:chgData name="Shailendra Chauhan" userId="a7d3133f-e197-4b90-bf63-99a63a264234" providerId="ADAL" clId="{A195767D-2C7C-4CFC-B357-9378CB1079F7}" dt="2024-08-12T16:52:56.903" v="255" actId="20577"/>
        <pc:sldMkLst>
          <pc:docMk/>
          <pc:sldMk cId="670654325" sldId="2147469610"/>
        </pc:sldMkLst>
      </pc:sldChg>
      <pc:sldChg chg="modSp new mod modNotesTx">
        <pc:chgData name="Shailendra Chauhan" userId="a7d3133f-e197-4b90-bf63-99a63a264234" providerId="ADAL" clId="{A195767D-2C7C-4CFC-B357-9378CB1079F7}" dt="2024-08-12T16:36:24.398" v="25"/>
        <pc:sldMkLst>
          <pc:docMk/>
          <pc:sldMk cId="1995447581" sldId="2147469613"/>
        </pc:sldMkLst>
      </pc:sldChg>
      <pc:sldChg chg="addSp delSp modSp new mod">
        <pc:chgData name="Shailendra Chauhan" userId="a7d3133f-e197-4b90-bf63-99a63a264234" providerId="ADAL" clId="{A195767D-2C7C-4CFC-B357-9378CB1079F7}" dt="2024-08-12T16:35:33.231" v="21"/>
        <pc:sldMkLst>
          <pc:docMk/>
          <pc:sldMk cId="333120362" sldId="2147469614"/>
        </pc:sldMkLst>
      </pc:sldChg>
      <pc:sldChg chg="modSp new mod">
        <pc:chgData name="Shailendra Chauhan" userId="a7d3133f-e197-4b90-bf63-99a63a264234" providerId="ADAL" clId="{A195767D-2C7C-4CFC-B357-9378CB1079F7}" dt="2024-08-12T16:56:13.882" v="268" actId="404"/>
        <pc:sldMkLst>
          <pc:docMk/>
          <pc:sldMk cId="912257498" sldId="2147469615"/>
        </pc:sldMkLst>
      </pc:sldChg>
      <pc:sldChg chg="modSp new del mod">
        <pc:chgData name="Shailendra Chauhan" userId="a7d3133f-e197-4b90-bf63-99a63a264234" providerId="ADAL" clId="{A195767D-2C7C-4CFC-B357-9378CB1079F7}" dt="2024-08-12T16:44:24.988" v="103" actId="2696"/>
        <pc:sldMkLst>
          <pc:docMk/>
          <pc:sldMk cId="3412717265" sldId="2147469615"/>
        </pc:sldMkLst>
      </pc:sldChg>
    </pc:docChg>
  </pc:docChgLst>
  <pc:docChgLst>
    <pc:chgData name="Venkataramanan Amirthalingam" userId="4d061ca2-e95c-4cea-aac4-ded24a5cea8d" providerId="ADAL" clId="{8CFEE23F-22AD-B248-AA5B-FD2F9B9B3C07}"/>
    <pc:docChg chg="custSel addSld modSld sldOrd">
      <pc:chgData name="Venkataramanan Amirthalingam" userId="4d061ca2-e95c-4cea-aac4-ded24a5cea8d" providerId="ADAL" clId="{8CFEE23F-22AD-B248-AA5B-FD2F9B9B3C07}" dt="2025-06-21T16:49:57.826" v="245" actId="14100"/>
      <pc:docMkLst>
        <pc:docMk/>
      </pc:docMkLst>
      <pc:sldChg chg="delSp mod">
        <pc:chgData name="Venkataramanan Amirthalingam" userId="4d061ca2-e95c-4cea-aac4-ded24a5cea8d" providerId="ADAL" clId="{8CFEE23F-22AD-B248-AA5B-FD2F9B9B3C07}" dt="2025-06-20T02:41:53.630" v="3" actId="478"/>
        <pc:sldMkLst>
          <pc:docMk/>
          <pc:sldMk cId="3261493888" sldId="2147469612"/>
        </pc:sldMkLst>
        <pc:spChg chg="del">
          <ac:chgData name="Venkataramanan Amirthalingam" userId="4d061ca2-e95c-4cea-aac4-ded24a5cea8d" providerId="ADAL" clId="{8CFEE23F-22AD-B248-AA5B-FD2F9B9B3C07}" dt="2025-06-20T02:40:59.490" v="0" actId="478"/>
          <ac:spMkLst>
            <pc:docMk/>
            <pc:sldMk cId="3261493888" sldId="2147469612"/>
            <ac:spMk id="42" creationId="{9D3C9E43-6B9D-D38E-C0B8-58A5E4213434}"/>
          </ac:spMkLst>
        </pc:spChg>
        <pc:spChg chg="del">
          <ac:chgData name="Venkataramanan Amirthalingam" userId="4d061ca2-e95c-4cea-aac4-ded24a5cea8d" providerId="ADAL" clId="{8CFEE23F-22AD-B248-AA5B-FD2F9B9B3C07}" dt="2025-06-20T02:41:50.128" v="2" actId="478"/>
          <ac:spMkLst>
            <pc:docMk/>
            <pc:sldMk cId="3261493888" sldId="2147469612"/>
            <ac:spMk id="43" creationId="{B1AE3D7D-1F1B-3CBC-4828-95A0C766ADAE}"/>
          </ac:spMkLst>
        </pc:spChg>
        <pc:cxnChg chg="del">
          <ac:chgData name="Venkataramanan Amirthalingam" userId="4d061ca2-e95c-4cea-aac4-ded24a5cea8d" providerId="ADAL" clId="{8CFEE23F-22AD-B248-AA5B-FD2F9B9B3C07}" dt="2025-06-20T02:41:02.835" v="1" actId="478"/>
          <ac:cxnSpMkLst>
            <pc:docMk/>
            <pc:sldMk cId="3261493888" sldId="2147469612"/>
            <ac:cxnSpMk id="36" creationId="{300C90CB-9A34-AE59-A7C6-25831E18FA8A}"/>
          </ac:cxnSpMkLst>
        </pc:cxnChg>
        <pc:cxnChg chg="del">
          <ac:chgData name="Venkataramanan Amirthalingam" userId="4d061ca2-e95c-4cea-aac4-ded24a5cea8d" providerId="ADAL" clId="{8CFEE23F-22AD-B248-AA5B-FD2F9B9B3C07}" dt="2025-06-20T02:41:53.630" v="3" actId="478"/>
          <ac:cxnSpMkLst>
            <pc:docMk/>
            <pc:sldMk cId="3261493888" sldId="2147469612"/>
            <ac:cxnSpMk id="37" creationId="{DD0D50C2-CE76-F869-F5DB-69F9C1E8F6C0}"/>
          </ac:cxnSpMkLst>
        </pc:cxnChg>
      </pc:sldChg>
      <pc:sldChg chg="addSp delSp modSp add mod ord">
        <pc:chgData name="Venkataramanan Amirthalingam" userId="4d061ca2-e95c-4cea-aac4-ded24a5cea8d" providerId="ADAL" clId="{8CFEE23F-22AD-B248-AA5B-FD2F9B9B3C07}" dt="2025-06-21T12:49:15.799" v="19" actId="20578"/>
        <pc:sldMkLst>
          <pc:docMk/>
          <pc:sldMk cId="116682936" sldId="2147469616"/>
        </pc:sldMkLst>
        <pc:spChg chg="del">
          <ac:chgData name="Venkataramanan Amirthalingam" userId="4d061ca2-e95c-4cea-aac4-ded24a5cea8d" providerId="ADAL" clId="{8CFEE23F-22AD-B248-AA5B-FD2F9B9B3C07}" dt="2025-06-20T04:51:52.084" v="5" actId="478"/>
          <ac:spMkLst>
            <pc:docMk/>
            <pc:sldMk cId="116682936" sldId="2147469616"/>
            <ac:spMk id="2" creationId="{79BB8DC6-A45F-21EC-82D7-ACEFB2EC81D2}"/>
          </ac:spMkLst>
        </pc:spChg>
        <pc:spChg chg="mod">
          <ac:chgData name="Venkataramanan Amirthalingam" userId="4d061ca2-e95c-4cea-aac4-ded24a5cea8d" providerId="ADAL" clId="{8CFEE23F-22AD-B248-AA5B-FD2F9B9B3C07}" dt="2025-06-21T12:49:11.006" v="18" actId="20577"/>
          <ac:spMkLst>
            <pc:docMk/>
            <pc:sldMk cId="116682936" sldId="2147469616"/>
            <ac:spMk id="3" creationId="{1DD23401-0481-BEE1-700A-2FCBC4730C44}"/>
          </ac:spMkLst>
        </pc:spChg>
        <pc:spChg chg="add del mod">
          <ac:chgData name="Venkataramanan Amirthalingam" userId="4d061ca2-e95c-4cea-aac4-ded24a5cea8d" providerId="ADAL" clId="{8CFEE23F-22AD-B248-AA5B-FD2F9B9B3C07}" dt="2025-06-20T04:51:54.910" v="6" actId="478"/>
          <ac:spMkLst>
            <pc:docMk/>
            <pc:sldMk cId="116682936" sldId="2147469616"/>
            <ac:spMk id="5" creationId="{13ABFCCD-183C-3013-C1F0-1A423ED915E0}"/>
          </ac:spMkLst>
        </pc:spChg>
        <pc:picChg chg="add mod">
          <ac:chgData name="Venkataramanan Amirthalingam" userId="4d061ca2-e95c-4cea-aac4-ded24a5cea8d" providerId="ADAL" clId="{8CFEE23F-22AD-B248-AA5B-FD2F9B9B3C07}" dt="2025-06-20T04:52:07.487" v="9" actId="14100"/>
          <ac:picMkLst>
            <pc:docMk/>
            <pc:sldMk cId="116682936" sldId="2147469616"/>
            <ac:picMk id="1026" creationId="{30059B18-AE0A-6B5C-5815-ED4B6F2373C4}"/>
          </ac:picMkLst>
        </pc:picChg>
      </pc:sldChg>
      <pc:sldChg chg="addSp delSp modSp add mod delAnim">
        <pc:chgData name="Venkataramanan Amirthalingam" userId="4d061ca2-e95c-4cea-aac4-ded24a5cea8d" providerId="ADAL" clId="{8CFEE23F-22AD-B248-AA5B-FD2F9B9B3C07}" dt="2025-06-21T16:21:47.327" v="84" actId="20577"/>
        <pc:sldMkLst>
          <pc:docMk/>
          <pc:sldMk cId="372118775" sldId="2147469617"/>
        </pc:sldMkLst>
        <pc:spChg chg="add mod">
          <ac:chgData name="Venkataramanan Amirthalingam" userId="4d061ca2-e95c-4cea-aac4-ded24a5cea8d" providerId="ADAL" clId="{8CFEE23F-22AD-B248-AA5B-FD2F9B9B3C07}" dt="2025-06-21T16:21:00.034" v="52" actId="14100"/>
          <ac:spMkLst>
            <pc:docMk/>
            <pc:sldMk cId="372118775" sldId="2147469617"/>
            <ac:spMk id="14" creationId="{813B710E-6E87-4A0B-D3CB-B167F0E5E8F0}"/>
          </ac:spMkLst>
        </pc:spChg>
        <pc:spChg chg="add mod">
          <ac:chgData name="Venkataramanan Amirthalingam" userId="4d061ca2-e95c-4cea-aac4-ded24a5cea8d" providerId="ADAL" clId="{8CFEE23F-22AD-B248-AA5B-FD2F9B9B3C07}" dt="2025-06-21T16:21:03.442" v="54" actId="14100"/>
          <ac:spMkLst>
            <pc:docMk/>
            <pc:sldMk cId="372118775" sldId="2147469617"/>
            <ac:spMk id="16" creationId="{F7B781FD-9549-B62C-2A56-966C175D39AD}"/>
          </ac:spMkLst>
        </pc:spChg>
        <pc:spChg chg="add del mod">
          <ac:chgData name="Venkataramanan Amirthalingam" userId="4d061ca2-e95c-4cea-aac4-ded24a5cea8d" providerId="ADAL" clId="{8CFEE23F-22AD-B248-AA5B-FD2F9B9B3C07}" dt="2025-06-21T16:21:21.733" v="64" actId="478"/>
          <ac:spMkLst>
            <pc:docMk/>
            <pc:sldMk cId="372118775" sldId="2147469617"/>
            <ac:spMk id="17" creationId="{367171C7-4500-424F-2B32-9CC907C2BA96}"/>
          </ac:spMkLst>
        </pc:spChg>
        <pc:spChg chg="add del mod">
          <ac:chgData name="Venkataramanan Amirthalingam" userId="4d061ca2-e95c-4cea-aac4-ded24a5cea8d" providerId="ADAL" clId="{8CFEE23F-22AD-B248-AA5B-FD2F9B9B3C07}" dt="2025-06-21T16:21:08.743" v="56" actId="478"/>
          <ac:spMkLst>
            <pc:docMk/>
            <pc:sldMk cId="372118775" sldId="2147469617"/>
            <ac:spMk id="18" creationId="{651C2CDC-A8C2-1706-7BD0-9DF7FDAAE25D}"/>
          </ac:spMkLst>
        </pc:spChg>
        <pc:spChg chg="add del mod">
          <ac:chgData name="Venkataramanan Amirthalingam" userId="4d061ca2-e95c-4cea-aac4-ded24a5cea8d" providerId="ADAL" clId="{8CFEE23F-22AD-B248-AA5B-FD2F9B9B3C07}" dt="2025-06-21T16:21:18.735" v="63" actId="478"/>
          <ac:spMkLst>
            <pc:docMk/>
            <pc:sldMk cId="372118775" sldId="2147469617"/>
            <ac:spMk id="22" creationId="{DCD4B9E2-BE4A-96C5-6DD8-445FF398BE7E}"/>
          </ac:spMkLst>
        </pc:spChg>
        <pc:spChg chg="add mod">
          <ac:chgData name="Venkataramanan Amirthalingam" userId="4d061ca2-e95c-4cea-aac4-ded24a5cea8d" providerId="ADAL" clId="{8CFEE23F-22AD-B248-AA5B-FD2F9B9B3C07}" dt="2025-06-21T16:21:37.483" v="76" actId="20577"/>
          <ac:spMkLst>
            <pc:docMk/>
            <pc:sldMk cId="372118775" sldId="2147469617"/>
            <ac:spMk id="23" creationId="{CD7C3ABD-60FB-53AD-20B5-8159E095038A}"/>
          </ac:spMkLst>
        </pc:spChg>
        <pc:spChg chg="add mod">
          <ac:chgData name="Venkataramanan Amirthalingam" userId="4d061ca2-e95c-4cea-aac4-ded24a5cea8d" providerId="ADAL" clId="{8CFEE23F-22AD-B248-AA5B-FD2F9B9B3C07}" dt="2025-06-21T16:21:47.327" v="84" actId="20577"/>
          <ac:spMkLst>
            <pc:docMk/>
            <pc:sldMk cId="372118775" sldId="2147469617"/>
            <ac:spMk id="24" creationId="{F593F2C5-84BB-5897-D22A-F126BF600FBD}"/>
          </ac:spMkLst>
        </pc:spChg>
        <pc:grpChg chg="del">
          <ac:chgData name="Venkataramanan Amirthalingam" userId="4d061ca2-e95c-4cea-aac4-ded24a5cea8d" providerId="ADAL" clId="{8CFEE23F-22AD-B248-AA5B-FD2F9B9B3C07}" dt="2025-06-21T16:20:04.158" v="21" actId="478"/>
          <ac:grpSpMkLst>
            <pc:docMk/>
            <pc:sldMk cId="372118775" sldId="2147469617"/>
            <ac:grpSpMk id="44" creationId="{BE364361-3FFA-0710-5D6E-F952415827DC}"/>
          </ac:grpSpMkLst>
        </pc:grpChg>
        <pc:cxnChg chg="mod">
          <ac:chgData name="Venkataramanan Amirthalingam" userId="4d061ca2-e95c-4cea-aac4-ded24a5cea8d" providerId="ADAL" clId="{8CFEE23F-22AD-B248-AA5B-FD2F9B9B3C07}" dt="2025-06-21T16:20:04.158" v="21" actId="478"/>
          <ac:cxnSpMkLst>
            <pc:docMk/>
            <pc:sldMk cId="372118775" sldId="2147469617"/>
            <ac:cxnSpMk id="15" creationId="{9AC1A574-1762-074F-AC4C-4C734FAD6520}"/>
          </ac:cxnSpMkLst>
        </pc:cxnChg>
        <pc:cxnChg chg="mod">
          <ac:chgData name="Venkataramanan Amirthalingam" userId="4d061ca2-e95c-4cea-aac4-ded24a5cea8d" providerId="ADAL" clId="{8CFEE23F-22AD-B248-AA5B-FD2F9B9B3C07}" dt="2025-06-21T16:20:04.158" v="21" actId="478"/>
          <ac:cxnSpMkLst>
            <pc:docMk/>
            <pc:sldMk cId="372118775" sldId="2147469617"/>
            <ac:cxnSpMk id="21" creationId="{2A67D802-AA7D-BDC0-B6A3-5EB3516B828C}"/>
          </ac:cxnSpMkLst>
        </pc:cxnChg>
        <pc:cxnChg chg="mod">
          <ac:chgData name="Venkataramanan Amirthalingam" userId="4d061ca2-e95c-4cea-aac4-ded24a5cea8d" providerId="ADAL" clId="{8CFEE23F-22AD-B248-AA5B-FD2F9B9B3C07}" dt="2025-06-21T16:20:04.158" v="21" actId="478"/>
          <ac:cxnSpMkLst>
            <pc:docMk/>
            <pc:sldMk cId="372118775" sldId="2147469617"/>
            <ac:cxnSpMk id="25" creationId="{9E37984F-77FC-7DCF-E0FC-51C28114A37B}"/>
          </ac:cxnSpMkLst>
        </pc:cxnChg>
      </pc:sldChg>
      <pc:sldChg chg="addSp delSp modSp add mod">
        <pc:chgData name="Venkataramanan Amirthalingam" userId="4d061ca2-e95c-4cea-aac4-ded24a5cea8d" providerId="ADAL" clId="{8CFEE23F-22AD-B248-AA5B-FD2F9B9B3C07}" dt="2025-06-21T16:49:57.826" v="245" actId="14100"/>
        <pc:sldMkLst>
          <pc:docMk/>
          <pc:sldMk cId="2033520530" sldId="2147469618"/>
        </pc:sldMkLst>
        <pc:spChg chg="mod">
          <ac:chgData name="Venkataramanan Amirthalingam" userId="4d061ca2-e95c-4cea-aac4-ded24a5cea8d" providerId="ADAL" clId="{8CFEE23F-22AD-B248-AA5B-FD2F9B9B3C07}" dt="2025-06-21T16:35:55.981" v="142" actId="20577"/>
          <ac:spMkLst>
            <pc:docMk/>
            <pc:sldMk cId="2033520530" sldId="2147469618"/>
            <ac:spMk id="2" creationId="{92D96A4D-BAED-A430-8F2D-A9C00EECEF06}"/>
          </ac:spMkLst>
        </pc:spChg>
        <pc:spChg chg="add mod">
          <ac:chgData name="Venkataramanan Amirthalingam" userId="4d061ca2-e95c-4cea-aac4-ded24a5cea8d" providerId="ADAL" clId="{8CFEE23F-22AD-B248-AA5B-FD2F9B9B3C07}" dt="2025-06-21T16:36:15.050" v="165" actId="20577"/>
          <ac:spMkLst>
            <pc:docMk/>
            <pc:sldMk cId="2033520530" sldId="2147469618"/>
            <ac:spMk id="3" creationId="{4ED569ED-FD92-EF2F-B053-B44F02732282}"/>
          </ac:spMkLst>
        </pc:spChg>
        <pc:spChg chg="add mod">
          <ac:chgData name="Venkataramanan Amirthalingam" userId="4d061ca2-e95c-4cea-aac4-ded24a5cea8d" providerId="ADAL" clId="{8CFEE23F-22AD-B248-AA5B-FD2F9B9B3C07}" dt="2025-06-21T16:36:24.533" v="182" actId="20577"/>
          <ac:spMkLst>
            <pc:docMk/>
            <pc:sldMk cId="2033520530" sldId="2147469618"/>
            <ac:spMk id="4" creationId="{EBB98ACE-348C-A7A1-BB12-B8BFB5A57226}"/>
          </ac:spMkLst>
        </pc:spChg>
        <pc:spChg chg="add mod">
          <ac:chgData name="Venkataramanan Amirthalingam" userId="4d061ca2-e95c-4cea-aac4-ded24a5cea8d" providerId="ADAL" clId="{8CFEE23F-22AD-B248-AA5B-FD2F9B9B3C07}" dt="2025-06-21T16:37:17.105" v="225" actId="1076"/>
          <ac:spMkLst>
            <pc:docMk/>
            <pc:sldMk cId="2033520530" sldId="2147469618"/>
            <ac:spMk id="5" creationId="{35FCC04B-85C5-0D05-306F-5B8502F79AEF}"/>
          </ac:spMkLst>
        </pc:spChg>
        <pc:spChg chg="add mod">
          <ac:chgData name="Venkataramanan Amirthalingam" userId="4d061ca2-e95c-4cea-aac4-ded24a5cea8d" providerId="ADAL" clId="{8CFEE23F-22AD-B248-AA5B-FD2F9B9B3C07}" dt="2025-06-21T16:36:56.253" v="211" actId="20577"/>
          <ac:spMkLst>
            <pc:docMk/>
            <pc:sldMk cId="2033520530" sldId="2147469618"/>
            <ac:spMk id="6" creationId="{B9904D1C-D4D2-6CE2-47CE-0CB4D46FAF7C}"/>
          </ac:spMkLst>
        </pc:spChg>
        <pc:spChg chg="add mod">
          <ac:chgData name="Venkataramanan Amirthalingam" userId="4d061ca2-e95c-4cea-aac4-ded24a5cea8d" providerId="ADAL" clId="{8CFEE23F-22AD-B248-AA5B-FD2F9B9B3C07}" dt="2025-06-21T16:37:09.945" v="223" actId="20577"/>
          <ac:spMkLst>
            <pc:docMk/>
            <pc:sldMk cId="2033520530" sldId="2147469618"/>
            <ac:spMk id="7" creationId="{6F972E97-0C31-544E-095F-E8DB37F494ED}"/>
          </ac:spMkLst>
        </pc:spChg>
        <pc:spChg chg="add">
          <ac:chgData name="Venkataramanan Amirthalingam" userId="4d061ca2-e95c-4cea-aac4-ded24a5cea8d" providerId="ADAL" clId="{8CFEE23F-22AD-B248-AA5B-FD2F9B9B3C07}" dt="2025-06-21T16:37:34.886" v="228" actId="11529"/>
          <ac:spMkLst>
            <pc:docMk/>
            <pc:sldMk cId="2033520530" sldId="2147469618"/>
            <ac:spMk id="12" creationId="{63AC7D5F-CED0-573B-3016-A2EA1573020F}"/>
          </ac:spMkLst>
        </pc:spChg>
        <pc:spChg chg="del">
          <ac:chgData name="Venkataramanan Amirthalingam" userId="4d061ca2-e95c-4cea-aac4-ded24a5cea8d" providerId="ADAL" clId="{8CFEE23F-22AD-B248-AA5B-FD2F9B9B3C07}" dt="2025-06-21T16:36:03.194" v="143" actId="478"/>
          <ac:spMkLst>
            <pc:docMk/>
            <pc:sldMk cId="2033520530" sldId="2147469618"/>
            <ac:spMk id="14" creationId="{002D5389-468D-C13C-CB89-F0ABD306F642}"/>
          </ac:spMkLst>
        </pc:spChg>
        <pc:spChg chg="del">
          <ac:chgData name="Venkataramanan Amirthalingam" userId="4d061ca2-e95c-4cea-aac4-ded24a5cea8d" providerId="ADAL" clId="{8CFEE23F-22AD-B248-AA5B-FD2F9B9B3C07}" dt="2025-06-21T16:36:03.194" v="143" actId="478"/>
          <ac:spMkLst>
            <pc:docMk/>
            <pc:sldMk cId="2033520530" sldId="2147469618"/>
            <ac:spMk id="16" creationId="{0CC608A0-6786-F589-4A0C-55C542DBFBF2}"/>
          </ac:spMkLst>
        </pc:spChg>
        <pc:spChg chg="add mod">
          <ac:chgData name="Venkataramanan Amirthalingam" userId="4d061ca2-e95c-4cea-aac4-ded24a5cea8d" providerId="ADAL" clId="{8CFEE23F-22AD-B248-AA5B-FD2F9B9B3C07}" dt="2025-06-21T16:38:14.867" v="231" actId="20577"/>
          <ac:spMkLst>
            <pc:docMk/>
            <pc:sldMk cId="2033520530" sldId="2147469618"/>
            <ac:spMk id="17" creationId="{4DA7953A-0E70-3806-D59F-969C1DC8BEF1}"/>
          </ac:spMkLst>
        </pc:spChg>
        <pc:spChg chg="add mod">
          <ac:chgData name="Venkataramanan Amirthalingam" userId="4d061ca2-e95c-4cea-aac4-ded24a5cea8d" providerId="ADAL" clId="{8CFEE23F-22AD-B248-AA5B-FD2F9B9B3C07}" dt="2025-06-21T16:38:20.391" v="235" actId="20577"/>
          <ac:spMkLst>
            <pc:docMk/>
            <pc:sldMk cId="2033520530" sldId="2147469618"/>
            <ac:spMk id="18" creationId="{1B2CD0BC-2641-25BE-9168-AE47F20FEB38}"/>
          </ac:spMkLst>
        </pc:spChg>
        <pc:spChg chg="add mod">
          <ac:chgData name="Venkataramanan Amirthalingam" userId="4d061ca2-e95c-4cea-aac4-ded24a5cea8d" providerId="ADAL" clId="{8CFEE23F-22AD-B248-AA5B-FD2F9B9B3C07}" dt="2025-06-21T16:38:40.692" v="239" actId="20577"/>
          <ac:spMkLst>
            <pc:docMk/>
            <pc:sldMk cId="2033520530" sldId="2147469618"/>
            <ac:spMk id="19" creationId="{053EFCAB-7BC1-495F-C894-3002D22B13B4}"/>
          </ac:spMkLst>
        </pc:spChg>
        <pc:spChg chg="add mod">
          <ac:chgData name="Venkataramanan Amirthalingam" userId="4d061ca2-e95c-4cea-aac4-ded24a5cea8d" providerId="ADAL" clId="{8CFEE23F-22AD-B248-AA5B-FD2F9B9B3C07}" dt="2025-06-21T16:49:26.038" v="243" actId="20577"/>
          <ac:spMkLst>
            <pc:docMk/>
            <pc:sldMk cId="2033520530" sldId="2147469618"/>
            <ac:spMk id="20" creationId="{33D93AEB-9124-DA18-E3A9-1831C0D8E0B7}"/>
          </ac:spMkLst>
        </pc:spChg>
        <pc:spChg chg="del">
          <ac:chgData name="Venkataramanan Amirthalingam" userId="4d061ca2-e95c-4cea-aac4-ded24a5cea8d" providerId="ADAL" clId="{8CFEE23F-22AD-B248-AA5B-FD2F9B9B3C07}" dt="2025-06-21T16:36:03.194" v="143" actId="478"/>
          <ac:spMkLst>
            <pc:docMk/>
            <pc:sldMk cId="2033520530" sldId="2147469618"/>
            <ac:spMk id="23" creationId="{4BA8C957-3905-90DA-D1A3-5BDF6FD53254}"/>
          </ac:spMkLst>
        </pc:spChg>
        <pc:spChg chg="del">
          <ac:chgData name="Venkataramanan Amirthalingam" userId="4d061ca2-e95c-4cea-aac4-ded24a5cea8d" providerId="ADAL" clId="{8CFEE23F-22AD-B248-AA5B-FD2F9B9B3C07}" dt="2025-06-21T16:36:03.194" v="143" actId="478"/>
          <ac:spMkLst>
            <pc:docMk/>
            <pc:sldMk cId="2033520530" sldId="2147469618"/>
            <ac:spMk id="24" creationId="{ACAA20A3-4F4E-0CB7-5912-75279913F2D8}"/>
          </ac:spMkLst>
        </pc:spChg>
        <pc:cxnChg chg="add">
          <ac:chgData name="Venkataramanan Amirthalingam" userId="4d061ca2-e95c-4cea-aac4-ded24a5cea8d" providerId="ADAL" clId="{8CFEE23F-22AD-B248-AA5B-FD2F9B9B3C07}" dt="2025-06-21T16:37:23.011" v="226" actId="11529"/>
          <ac:cxnSpMkLst>
            <pc:docMk/>
            <pc:sldMk cId="2033520530" sldId="2147469618"/>
            <ac:cxnSpMk id="9" creationId="{BA2EE6DD-FE97-0BD2-7055-1F347AEA4C64}"/>
          </ac:cxnSpMkLst>
        </pc:cxnChg>
        <pc:cxnChg chg="add">
          <ac:chgData name="Venkataramanan Amirthalingam" userId="4d061ca2-e95c-4cea-aac4-ded24a5cea8d" providerId="ADAL" clId="{8CFEE23F-22AD-B248-AA5B-FD2F9B9B3C07}" dt="2025-06-21T16:37:27.900" v="227" actId="11529"/>
          <ac:cxnSpMkLst>
            <pc:docMk/>
            <pc:sldMk cId="2033520530" sldId="2147469618"/>
            <ac:cxnSpMk id="11" creationId="{FECBE6BF-4D99-607B-A77A-F29E65E37159}"/>
          </ac:cxnSpMkLst>
        </pc:cxnChg>
        <pc:cxnChg chg="add">
          <ac:chgData name="Venkataramanan Amirthalingam" userId="4d061ca2-e95c-4cea-aac4-ded24a5cea8d" providerId="ADAL" clId="{8CFEE23F-22AD-B248-AA5B-FD2F9B9B3C07}" dt="2025-06-21T16:37:40.208" v="229" actId="11529"/>
          <ac:cxnSpMkLst>
            <pc:docMk/>
            <pc:sldMk cId="2033520530" sldId="2147469618"/>
            <ac:cxnSpMk id="15" creationId="{5F046A46-0454-E6B0-3817-75679E5ADF31}"/>
          </ac:cxnSpMkLst>
        </pc:cxnChg>
        <pc:cxnChg chg="add mod">
          <ac:chgData name="Venkataramanan Amirthalingam" userId="4d061ca2-e95c-4cea-aac4-ded24a5cea8d" providerId="ADAL" clId="{8CFEE23F-22AD-B248-AA5B-FD2F9B9B3C07}" dt="2025-06-21T16:49:57.826" v="245" actId="14100"/>
          <ac:cxnSpMkLst>
            <pc:docMk/>
            <pc:sldMk cId="2033520530" sldId="2147469618"/>
            <ac:cxnSpMk id="22" creationId="{B271C638-2908-2ACE-13F2-CF49B1E6A9D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Suppose you have a topic </a:t>
            </a:r>
            <a:r>
              <a:rPr lang="en-US" dirty="0" err="1"/>
              <a:t>order_topic</a:t>
            </a:r>
            <a:r>
              <a:rPr lang="en-US" dirty="0"/>
              <a:t> with a single partition.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Messages are produced to this topic with offsets like 0, 1, 2, 3,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consumer starts consuming messages and processes the message at offset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processing, the consumer commits the offset 0. This tells Kafka that the consumer has processed all messages up to and including offset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consumer restarts, it will begin consuming from offset 1 (the next uncommitted offset).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4213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buClrTx/>
            </a:pPr>
            <a:r>
              <a:rPr lang="en-IN" dirty="0"/>
              <a:t>Kafka Architecture</a:t>
            </a:r>
          </a:p>
          <a:p>
            <a:pPr>
              <a:buClrTx/>
            </a:pPr>
            <a:r>
              <a:rPr lang="en-IN" dirty="0"/>
              <a:t>Kaka APIs</a:t>
            </a:r>
          </a:p>
          <a:p>
            <a:pPr>
              <a:buClrTx/>
            </a:pPr>
            <a:r>
              <a:rPr lang="en-IN" dirty="0"/>
              <a:t>Offsets</a:t>
            </a:r>
          </a:p>
          <a:p>
            <a:pPr>
              <a:buClrTx/>
            </a:pPr>
            <a:r>
              <a:rPr lang="en-US" dirty="0"/>
              <a:t>Auto Commit vs. Manual Commit</a:t>
            </a:r>
          </a:p>
          <a:p>
            <a:pPr>
              <a:buClrTx/>
            </a:pPr>
            <a:r>
              <a:rPr lang="en-IN" dirty="0"/>
              <a:t>Zookeeper</a:t>
            </a:r>
          </a:p>
          <a:p>
            <a:pPr>
              <a:buClrTx/>
            </a:pPr>
            <a:r>
              <a:rPr lang="en-IN" dirty="0"/>
              <a:t>Producers and Consumers</a:t>
            </a:r>
            <a:endParaRPr lang="en-US" dirty="0"/>
          </a:p>
          <a:p>
            <a:pPr>
              <a:buClrTx/>
            </a:pPr>
            <a:r>
              <a:rPr lang="en-US" dirty="0"/>
              <a:t>Access Control Lists (ACLs)</a:t>
            </a:r>
          </a:p>
          <a:p>
            <a:pPr>
              <a:buClrTx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4100" dirty="0">
                <a:ea typeface="Roboto" panose="02000000000000000000" pitchFamily="2" charset="0"/>
              </a:rPr>
              <a:t>Kafka Producers and Consumers</a:t>
            </a:r>
          </a:p>
          <a:p>
            <a:pPr algn="ctr"/>
            <a:endParaRPr lang="en-IN" sz="2200" dirty="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98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 dirty="0"/>
              <a:t>Kafka Architecture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73139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Kafka has a straightforward but powerful architecture. </a:t>
            </a:r>
          </a:p>
          <a:p>
            <a:pPr lvl="0" algn="just"/>
            <a:r>
              <a:rPr lang="en-US" sz="2400" dirty="0"/>
              <a:t>Producer pushes the message to Kafka Broker on a given topic in Kafka. </a:t>
            </a:r>
          </a:p>
          <a:p>
            <a:pPr lvl="0" algn="just"/>
            <a:r>
              <a:rPr lang="en-US" sz="2400" dirty="0"/>
              <a:t>Kafka cluster contains one or more brokers that store message from Producer to a Kafka topic. </a:t>
            </a:r>
          </a:p>
          <a:p>
            <a:pPr lvl="0" algn="just"/>
            <a:r>
              <a:rPr lang="en-US" sz="2400" dirty="0"/>
              <a:t>After that, consumers or groups subscribe to the Kafka topic and receive a message from the Kafka broker. </a:t>
            </a:r>
          </a:p>
          <a:p>
            <a:pPr lvl="0" algn="just"/>
            <a:r>
              <a:rPr lang="en-US" sz="2400" dirty="0"/>
              <a:t>As Kafka is a distributed system with multiple components, the zookeeper helps manage and coordinate.</a:t>
            </a:r>
            <a:endParaRPr lang="en-US" sz="10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Kafka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61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C1EEC-BE96-7606-2E2A-9C5CAA007C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Kafka Architecture</a:t>
            </a:r>
            <a:endParaRPr lang="en-IN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9D3D95-3C2D-1960-7316-2ECECF01A603}"/>
              </a:ext>
            </a:extLst>
          </p:cNvPr>
          <p:cNvGrpSpPr/>
          <p:nvPr/>
        </p:nvGrpSpPr>
        <p:grpSpPr>
          <a:xfrm>
            <a:off x="1105169" y="1347020"/>
            <a:ext cx="9334698" cy="4817806"/>
            <a:chOff x="957686" y="1209368"/>
            <a:chExt cx="9334698" cy="48178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B7D5B1F-448E-13AF-BD35-8A99DEC3A0A9}"/>
                </a:ext>
              </a:extLst>
            </p:cNvPr>
            <p:cNvSpPr/>
            <p:nvPr/>
          </p:nvSpPr>
          <p:spPr>
            <a:xfrm>
              <a:off x="3834580" y="1209368"/>
              <a:ext cx="3618271" cy="48178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7A2F9B-0A32-6D68-FAFC-750456026D2F}"/>
                </a:ext>
              </a:extLst>
            </p:cNvPr>
            <p:cNvSpPr/>
            <p:nvPr/>
          </p:nvSpPr>
          <p:spPr>
            <a:xfrm>
              <a:off x="4188541" y="1710813"/>
              <a:ext cx="2910348" cy="2895598"/>
            </a:xfrm>
            <a:prstGeom prst="rect">
              <a:avLst/>
            </a:prstGeom>
            <a:solidFill>
              <a:srgbClr val="00D6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DF1B1B7-8526-7C24-33C3-E2CEF900C682}"/>
                </a:ext>
              </a:extLst>
            </p:cNvPr>
            <p:cNvSpPr/>
            <p:nvPr/>
          </p:nvSpPr>
          <p:spPr>
            <a:xfrm>
              <a:off x="4188541" y="4886631"/>
              <a:ext cx="2910348" cy="860323"/>
            </a:xfrm>
            <a:prstGeom prst="rect">
              <a:avLst/>
            </a:prstGeom>
            <a:solidFill>
              <a:srgbClr val="00D6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</a:rPr>
                <a:t>Zookeeper</a:t>
              </a:r>
              <a:endParaRPr lang="en-IN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2678B5-CA43-3621-DED5-4EA1F4B415A8}"/>
                </a:ext>
              </a:extLst>
            </p:cNvPr>
            <p:cNvSpPr/>
            <p:nvPr/>
          </p:nvSpPr>
          <p:spPr>
            <a:xfrm>
              <a:off x="4522839" y="2026434"/>
              <a:ext cx="2241755" cy="11691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238732-83F0-BFE4-DD1C-66F6B5DE0A0B}"/>
                </a:ext>
              </a:extLst>
            </p:cNvPr>
            <p:cNvSpPr/>
            <p:nvPr/>
          </p:nvSpPr>
          <p:spPr>
            <a:xfrm>
              <a:off x="4701785" y="2412208"/>
              <a:ext cx="1883859" cy="6710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A</a:t>
              </a:r>
            </a:p>
            <a:p>
              <a:pPr algn="ctr"/>
              <a:r>
                <a:rPr lang="en-US" dirty="0"/>
                <a:t>Partition 0</a:t>
              </a:r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C890F1-FDBD-34E0-C033-94C565A20C2C}"/>
                </a:ext>
              </a:extLst>
            </p:cNvPr>
            <p:cNvSpPr txBox="1"/>
            <p:nvPr/>
          </p:nvSpPr>
          <p:spPr>
            <a:xfrm>
              <a:off x="5166682" y="2034655"/>
              <a:ext cx="10262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Broker 1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AA8582-4ADF-6E1C-D24D-E017B1172FDD}"/>
                </a:ext>
              </a:extLst>
            </p:cNvPr>
            <p:cNvSpPr/>
            <p:nvPr/>
          </p:nvSpPr>
          <p:spPr>
            <a:xfrm>
              <a:off x="4522839" y="3290726"/>
              <a:ext cx="2241755" cy="11691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45B3DF-193F-2AA9-DF7A-0083417F91E4}"/>
                </a:ext>
              </a:extLst>
            </p:cNvPr>
            <p:cNvSpPr/>
            <p:nvPr/>
          </p:nvSpPr>
          <p:spPr>
            <a:xfrm>
              <a:off x="4701785" y="3675724"/>
              <a:ext cx="1883859" cy="6710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N</a:t>
              </a:r>
            </a:p>
            <a:p>
              <a:pPr algn="ctr"/>
              <a:r>
                <a:rPr lang="en-US" dirty="0"/>
                <a:t>Partition-n</a:t>
              </a:r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92F9C-9BFC-987A-162D-984A497221C2}"/>
                </a:ext>
              </a:extLst>
            </p:cNvPr>
            <p:cNvSpPr txBox="1"/>
            <p:nvPr/>
          </p:nvSpPr>
          <p:spPr>
            <a:xfrm>
              <a:off x="5130592" y="3317158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Broker 2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BEBDE5-56A5-3580-1585-DE53A983BCCA}"/>
                </a:ext>
              </a:extLst>
            </p:cNvPr>
            <p:cNvSpPr txBox="1"/>
            <p:nvPr/>
          </p:nvSpPr>
          <p:spPr>
            <a:xfrm>
              <a:off x="4878118" y="1683336"/>
              <a:ext cx="1516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Kafka Cluster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CF3975-4E49-D33B-FFBC-3390FFF15E18}"/>
                </a:ext>
              </a:extLst>
            </p:cNvPr>
            <p:cNvSpPr txBox="1"/>
            <p:nvPr/>
          </p:nvSpPr>
          <p:spPr>
            <a:xfrm>
              <a:off x="4323502" y="1283370"/>
              <a:ext cx="2712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Apache Kafka Ecosystem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C8D0D00-02AC-0D51-BE66-F7FD98EAB8AD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5643715" y="4459847"/>
              <a:ext cx="0" cy="426784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47CFAA-5DE2-3FD0-E8FC-0C6F7FE238D6}"/>
                </a:ext>
              </a:extLst>
            </p:cNvPr>
            <p:cNvSpPr/>
            <p:nvPr/>
          </p:nvSpPr>
          <p:spPr>
            <a:xfrm>
              <a:off x="8408525" y="2964045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Consumer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26326F-789F-AA8C-0763-3E5FFFC45B0F}"/>
                </a:ext>
              </a:extLst>
            </p:cNvPr>
            <p:cNvSpPr/>
            <p:nvPr/>
          </p:nvSpPr>
          <p:spPr>
            <a:xfrm>
              <a:off x="957686" y="2947792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Producer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C21F5AA-11DF-1E66-D795-EE1E2D0C20C0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2841545" y="3290726"/>
              <a:ext cx="993035" cy="0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6B45B50-F63D-606D-C18E-11AFD48D6457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7452850" y="3306979"/>
              <a:ext cx="955675" cy="10179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D75D8A-6C4F-435E-F6E0-A7AEF307025C}"/>
                </a:ext>
              </a:extLst>
            </p:cNvPr>
            <p:cNvSpPr txBox="1"/>
            <p:nvPr/>
          </p:nvSpPr>
          <p:spPr>
            <a:xfrm>
              <a:off x="2949988" y="2921394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Write</a:t>
              </a:r>
              <a:endParaRPr lang="en-IN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D2E44C-931F-CB29-33D2-F36E80AB18A0}"/>
                </a:ext>
              </a:extLst>
            </p:cNvPr>
            <p:cNvSpPr txBox="1"/>
            <p:nvPr/>
          </p:nvSpPr>
          <p:spPr>
            <a:xfrm>
              <a:off x="2810954" y="3306392"/>
              <a:ext cx="1096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message</a:t>
              </a:r>
              <a:endParaRPr lang="en-IN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C6CC94-021D-4EFE-367E-B7E899974956}"/>
                </a:ext>
              </a:extLst>
            </p:cNvPr>
            <p:cNvSpPr txBox="1"/>
            <p:nvPr/>
          </p:nvSpPr>
          <p:spPr>
            <a:xfrm>
              <a:off x="7387440" y="2898594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consume</a:t>
              </a:r>
              <a:endParaRPr lang="en-IN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922EFC-FFD5-1313-650A-AB6E32A16DDF}"/>
                </a:ext>
              </a:extLst>
            </p:cNvPr>
            <p:cNvSpPr txBox="1"/>
            <p:nvPr/>
          </p:nvSpPr>
          <p:spPr>
            <a:xfrm>
              <a:off x="7372347" y="3332610"/>
              <a:ext cx="1096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message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6149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A18B-6617-D635-3236-DDAB98ED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75B526-4BE1-D551-07F0-7F53A8F3677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Kafka Architecture</a:t>
            </a:r>
            <a:endParaRPr lang="en-IN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13B710E-6E87-4A0B-D3CB-B167F0E5E8F0}"/>
              </a:ext>
            </a:extLst>
          </p:cNvPr>
          <p:cNvSpPr/>
          <p:nvPr/>
        </p:nvSpPr>
        <p:spPr>
          <a:xfrm>
            <a:off x="3701845" y="1932038"/>
            <a:ext cx="7595420" cy="33921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7B781FD-9549-B62C-2A56-966C175D39AD}"/>
              </a:ext>
            </a:extLst>
          </p:cNvPr>
          <p:cNvSpPr/>
          <p:nvPr/>
        </p:nvSpPr>
        <p:spPr>
          <a:xfrm>
            <a:off x="4055806" y="2330245"/>
            <a:ext cx="3495368" cy="9586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192.90.89.12:9092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D7C3ABD-60FB-53AD-20B5-8159E095038A}"/>
              </a:ext>
            </a:extLst>
          </p:cNvPr>
          <p:cNvSpPr/>
          <p:nvPr/>
        </p:nvSpPr>
        <p:spPr>
          <a:xfrm>
            <a:off x="4055806" y="3347883"/>
            <a:ext cx="3495368" cy="9586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192.90.89.13:9092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593F2C5-84BB-5897-D22A-F126BF600FBD}"/>
              </a:ext>
            </a:extLst>
          </p:cNvPr>
          <p:cNvSpPr/>
          <p:nvPr/>
        </p:nvSpPr>
        <p:spPr>
          <a:xfrm>
            <a:off x="7551174" y="2330244"/>
            <a:ext cx="3495368" cy="9586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192.90.89.14:9092</a:t>
            </a:r>
          </a:p>
        </p:txBody>
      </p:sp>
    </p:spTree>
    <p:extLst>
      <p:ext uri="{BB962C8B-B14F-4D97-AF65-F5344CB8AC3E}">
        <p14:creationId xmlns:p14="http://schemas.microsoft.com/office/powerpoint/2010/main" val="37211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F47C-37E6-9DFE-A762-0D6BA74E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D96A4D-BAED-A430-8F2D-A9C00EECEF0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Core Banking Logical arch</a:t>
            </a:r>
            <a:endParaRPr lang="en-I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D569ED-FD92-EF2F-B053-B44F02732282}"/>
              </a:ext>
            </a:extLst>
          </p:cNvPr>
          <p:cNvSpPr/>
          <p:nvPr/>
        </p:nvSpPr>
        <p:spPr>
          <a:xfrm>
            <a:off x="1926771" y="1611086"/>
            <a:ext cx="1567543" cy="128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Deposit service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BB98ACE-348C-A7A1-BB12-B8BFB5A57226}"/>
              </a:ext>
            </a:extLst>
          </p:cNvPr>
          <p:cNvSpPr/>
          <p:nvPr/>
        </p:nvSpPr>
        <p:spPr>
          <a:xfrm>
            <a:off x="1926771" y="3080658"/>
            <a:ext cx="1567543" cy="128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 service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FCC04B-85C5-0D05-306F-5B8502F79AEF}"/>
              </a:ext>
            </a:extLst>
          </p:cNvPr>
          <p:cNvSpPr/>
          <p:nvPr/>
        </p:nvSpPr>
        <p:spPr>
          <a:xfrm>
            <a:off x="1926771" y="4550230"/>
            <a:ext cx="1567543" cy="128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Transaction service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B9904D1C-D4D2-6CE2-47CE-0CB4D46FAF7C}"/>
              </a:ext>
            </a:extLst>
          </p:cNvPr>
          <p:cNvSpPr/>
          <p:nvPr/>
        </p:nvSpPr>
        <p:spPr>
          <a:xfrm>
            <a:off x="8458200" y="1774371"/>
            <a:ext cx="1785257" cy="18723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F972E97-0C31-544E-095F-E8DB37F494ED}"/>
              </a:ext>
            </a:extLst>
          </p:cNvPr>
          <p:cNvSpPr/>
          <p:nvPr/>
        </p:nvSpPr>
        <p:spPr>
          <a:xfrm>
            <a:off x="5932714" y="4267200"/>
            <a:ext cx="1502229" cy="11974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Kafka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2EE6DD-FE97-0BD2-7055-1F347AEA4C64}"/>
              </a:ext>
            </a:extLst>
          </p:cNvPr>
          <p:cNvCxnSpPr>
            <a:stCxn id="3" idx="3"/>
            <a:endCxn id="6" idx="2"/>
          </p:cNvCxnSpPr>
          <p:nvPr/>
        </p:nvCxnSpPr>
        <p:spPr>
          <a:xfrm>
            <a:off x="3494314" y="2253343"/>
            <a:ext cx="4963886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CBE6BF-4D99-607B-A77A-F29E65E37159}"/>
              </a:ext>
            </a:extLst>
          </p:cNvPr>
          <p:cNvCxnSpPr>
            <a:endCxn id="7" idx="0"/>
          </p:cNvCxnSpPr>
          <p:nvPr/>
        </p:nvCxnSpPr>
        <p:spPr>
          <a:xfrm>
            <a:off x="3494314" y="2405743"/>
            <a:ext cx="3189515" cy="186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miley Face 11">
            <a:extLst>
              <a:ext uri="{FF2B5EF4-FFF2-40B4-BE49-F238E27FC236}">
                <a16:creationId xmlns:a16="http://schemas.microsoft.com/office/drawing/2014/main" id="{63AC7D5F-CED0-573B-3016-A2EA1573020F}"/>
              </a:ext>
            </a:extLst>
          </p:cNvPr>
          <p:cNvSpPr/>
          <p:nvPr/>
        </p:nvSpPr>
        <p:spPr>
          <a:xfrm>
            <a:off x="10668000" y="4550230"/>
            <a:ext cx="947351" cy="914399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046A46-0454-E6B0-3817-75679E5ADF31}"/>
              </a:ext>
            </a:extLst>
          </p:cNvPr>
          <p:cNvCxnSpPr>
            <a:stCxn id="7" idx="3"/>
            <a:endCxn id="12" idx="2"/>
          </p:cNvCxnSpPr>
          <p:nvPr/>
        </p:nvCxnSpPr>
        <p:spPr>
          <a:xfrm>
            <a:off x="7434943" y="4865915"/>
            <a:ext cx="3233057" cy="141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DA7953A-0E70-3806-D59F-969C1DC8BEF1}"/>
              </a:ext>
            </a:extLst>
          </p:cNvPr>
          <p:cNvSpPr/>
          <p:nvPr/>
        </p:nvSpPr>
        <p:spPr>
          <a:xfrm>
            <a:off x="5682343" y="2100943"/>
            <a:ext cx="489857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2CD0BC-2641-25BE-9168-AE47F20FEB38}"/>
              </a:ext>
            </a:extLst>
          </p:cNvPr>
          <p:cNvSpPr/>
          <p:nvPr/>
        </p:nvSpPr>
        <p:spPr>
          <a:xfrm>
            <a:off x="5290457" y="3243944"/>
            <a:ext cx="489857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3EFCAB-7BC1-495F-C894-3002D22B13B4}"/>
              </a:ext>
            </a:extLst>
          </p:cNvPr>
          <p:cNvSpPr txBox="1"/>
          <p:nvPr/>
        </p:nvSpPr>
        <p:spPr>
          <a:xfrm>
            <a:off x="8240486" y="4550230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D93AEB-9124-DA18-E3A9-1831C0D8E0B7}"/>
              </a:ext>
            </a:extLst>
          </p:cNvPr>
          <p:cNvSpPr/>
          <p:nvPr/>
        </p:nvSpPr>
        <p:spPr>
          <a:xfrm>
            <a:off x="6683828" y="5943600"/>
            <a:ext cx="1556658" cy="664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71C638-2908-2ACE-13F2-CF49B1E6A9D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3494314" y="2590800"/>
            <a:ext cx="3189514" cy="3684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52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 fontScale="85000" lnSpcReduction="10000"/>
          </a:bodyPr>
          <a:lstStyle/>
          <a:p>
            <a:pPr lvl="0" algn="just">
              <a:lnSpc>
                <a:spcPct val="110000"/>
              </a:lnSpc>
            </a:pPr>
            <a:r>
              <a:rPr lang="en-US" sz="2400" b="1" dirty="0"/>
              <a:t>Topics:</a:t>
            </a:r>
            <a:r>
              <a:rPr lang="en-US" sz="2400" dirty="0"/>
              <a:t> Categories where records are stored.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Partitions:</a:t>
            </a:r>
            <a:r>
              <a:rPr lang="en-US" sz="2400" dirty="0"/>
              <a:t> Sub-divisions of topics for parallel processing, with each record assigned an offset.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Replication:</a:t>
            </a:r>
            <a:r>
              <a:rPr lang="en-US" sz="2400" dirty="0"/>
              <a:t> Partitions are replicated across multiple brokers for fault tolerance.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Producers:</a:t>
            </a:r>
            <a:r>
              <a:rPr lang="en-US" sz="2400" dirty="0"/>
              <a:t> Applications that publish data to Kafka topics.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Consumers:</a:t>
            </a:r>
            <a:r>
              <a:rPr lang="en-US" sz="2400" dirty="0"/>
              <a:t> Applications that subscribe to topics and process records, often within consumer groups for load balancing.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Offset Management:</a:t>
            </a:r>
            <a:r>
              <a:rPr lang="en-US" sz="2400" dirty="0"/>
              <a:t> Consumers track their position in the stream to avoid reprocessing data.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Brokers:</a:t>
            </a:r>
            <a:r>
              <a:rPr lang="en-US" sz="2400" dirty="0"/>
              <a:t> Servers that host topics and partitions. A Kafka cluster consists of multiple brokers.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Leader and Followers:</a:t>
            </a:r>
            <a:r>
              <a:rPr lang="en-US" sz="2400" dirty="0"/>
              <a:t> Each partition has a leader broker that handles all reads and writes, while followers replicate the data.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Zookeeper:</a:t>
            </a:r>
            <a:r>
              <a:rPr lang="en-US" sz="2400" dirty="0"/>
              <a:t> Manages and coordinates brokers, tracks metadata, and handles leader election within the Kafka cluster.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Kafka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9426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Producer API:</a:t>
            </a:r>
            <a:r>
              <a:rPr lang="en-US" sz="2400" dirty="0"/>
              <a:t> Sends data to Kafka topics.</a:t>
            </a:r>
          </a:p>
          <a:p>
            <a:pPr algn="just"/>
            <a:r>
              <a:rPr lang="en-US" sz="2400" b="1" dirty="0"/>
              <a:t>Consumer API:</a:t>
            </a:r>
            <a:r>
              <a:rPr lang="en-US" sz="2400" dirty="0"/>
              <a:t> Reads and processes data from topics.</a:t>
            </a:r>
          </a:p>
          <a:p>
            <a:pPr algn="just"/>
            <a:r>
              <a:rPr lang="en-US" sz="2400" b="1" dirty="0"/>
              <a:t>Streams API:</a:t>
            </a:r>
            <a:r>
              <a:rPr lang="en-US" sz="2400" dirty="0"/>
              <a:t> Processes real-time data streams within Kafka.</a:t>
            </a:r>
          </a:p>
          <a:p>
            <a:pPr algn="just"/>
            <a:r>
              <a:rPr lang="en-US" sz="2400" b="1" dirty="0"/>
              <a:t>Connect API:</a:t>
            </a:r>
            <a:r>
              <a:rPr lang="en-US" sz="2400" dirty="0"/>
              <a:t> Integrates Kafka with external data systems.</a:t>
            </a:r>
          </a:p>
          <a:p>
            <a:pPr algn="just"/>
            <a:r>
              <a:rPr lang="en-US" sz="2400" b="1" dirty="0"/>
              <a:t>Admin API:</a:t>
            </a:r>
            <a:r>
              <a:rPr lang="en-US" sz="2400" dirty="0"/>
              <a:t> Manages topics, brokers, and configurations.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Kafka APIs</a:t>
            </a:r>
          </a:p>
        </p:txBody>
      </p:sp>
    </p:spTree>
    <p:extLst>
      <p:ext uri="{BB962C8B-B14F-4D97-AF65-F5344CB8AC3E}">
        <p14:creationId xmlns:p14="http://schemas.microsoft.com/office/powerpoint/2010/main" val="189124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C35099-6B13-447F-47B9-25687ADF49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unique identifier that represents the position of a message within a Kafka partition. </a:t>
            </a:r>
          </a:p>
          <a:p>
            <a:pPr algn="just"/>
            <a:r>
              <a:rPr lang="en-US" sz="2400" dirty="0"/>
              <a:t>An integer value that increases sequentially as new messages are produced to the partition.</a:t>
            </a:r>
          </a:p>
          <a:p>
            <a:pPr algn="just"/>
            <a:r>
              <a:rPr lang="en-US" sz="2400" dirty="0"/>
              <a:t>Each partition in a Kafka topic has its own sequence of offsets. For example, the first message in a partition has an offset of 0, the second message has an offset of 1, and so on.</a:t>
            </a:r>
          </a:p>
          <a:p>
            <a:pPr algn="just"/>
            <a:r>
              <a:rPr lang="en-US" sz="2400" dirty="0"/>
              <a:t>Offsets are crucial for ensuring exactly-once or at-least-once delivery guarantees in Kafka. By correctly managing offsets, consumers can avoid reprocessing messages they've already handled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BE5E-6572-C211-6AF4-E8280AF75E7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Offsets</a:t>
            </a:r>
          </a:p>
        </p:txBody>
      </p:sp>
    </p:spTree>
    <p:extLst>
      <p:ext uri="{BB962C8B-B14F-4D97-AF65-F5344CB8AC3E}">
        <p14:creationId xmlns:p14="http://schemas.microsoft.com/office/powerpoint/2010/main" val="199544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CD849-6459-559E-94B2-98A941393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3401-0481-BEE1-700A-2FCBC4730C4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Offsets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059B18-AE0A-6B5C-5815-ED4B6F23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831" y="1727201"/>
            <a:ext cx="10463284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8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EF3A1A-9A90-633E-D084-D6FC2E01B3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/>
              <a:t>Auto Commit: If </a:t>
            </a:r>
            <a:r>
              <a:rPr lang="en-US" dirty="0" err="1"/>
              <a:t>autoCommit</a:t>
            </a:r>
            <a:r>
              <a:rPr lang="en-US" dirty="0"/>
              <a:t> is set to true (which is the default), the Kafka client library automatically commits the offset at regular intervals.</a:t>
            </a:r>
          </a:p>
          <a:p>
            <a:pPr algn="just"/>
            <a:r>
              <a:rPr lang="en-US" dirty="0"/>
              <a:t>Manual Commit: If </a:t>
            </a:r>
            <a:r>
              <a:rPr lang="en-US" dirty="0" err="1"/>
              <a:t>autoCommit</a:t>
            </a:r>
            <a:r>
              <a:rPr lang="en-US" dirty="0"/>
              <a:t> is set to false, the consumer is responsible for manually committing the offsets, usually after it has successfully processed a batch of messages.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32B7-5E37-E5E0-81D0-6CF1C6DE29B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Auto Commit vs. Manual Commit</a:t>
            </a:r>
          </a:p>
        </p:txBody>
      </p:sp>
    </p:spTree>
    <p:extLst>
      <p:ext uri="{BB962C8B-B14F-4D97-AF65-F5344CB8AC3E}">
        <p14:creationId xmlns:p14="http://schemas.microsoft.com/office/powerpoint/2010/main" val="333120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dirty="0"/>
              <a:t>An essential tools for managing Kafka clusters: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Broker Coordination</a:t>
            </a:r>
            <a:r>
              <a:rPr lang="en-US" dirty="0"/>
              <a:t>: Tracks and coordinates Kafka brokers.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Leader Election</a:t>
            </a:r>
            <a:r>
              <a:rPr lang="en-US" dirty="0"/>
              <a:t>: Elects leaders for topic partitions.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Configuration Management</a:t>
            </a:r>
            <a:r>
              <a:rPr lang="en-US" dirty="0"/>
              <a:t>: Stores and manages topic and partition metadata.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Health Monitoring</a:t>
            </a:r>
            <a:r>
              <a:rPr lang="en-US" dirty="0"/>
              <a:t>: Monitors broker health and triggers leader elections if needed.</a:t>
            </a:r>
          </a:p>
          <a:p>
            <a:pPr algn="just"/>
            <a:r>
              <a:rPr lang="en-US" dirty="0"/>
              <a:t>Zookeeper ensures the smooth operation of Kafka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Zookeeper</a:t>
            </a:r>
          </a:p>
        </p:txBody>
      </p:sp>
    </p:spTree>
    <p:extLst>
      <p:ext uri="{BB962C8B-B14F-4D97-AF65-F5344CB8AC3E}">
        <p14:creationId xmlns:p14="http://schemas.microsoft.com/office/powerpoint/2010/main" val="272795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b="1" dirty="0"/>
              <a:t>We can differentiate Kafka clients into consumers and producers.</a:t>
            </a:r>
          </a:p>
          <a:p>
            <a:pPr lvl="0" algn="just"/>
            <a:r>
              <a:rPr lang="en-US" sz="2400" dirty="0"/>
              <a:t>Producers are the publisher of messages to one or more Kafka topics. </a:t>
            </a:r>
          </a:p>
          <a:p>
            <a:pPr lvl="0" algn="just"/>
            <a:r>
              <a:rPr lang="en-US" sz="2400" dirty="0"/>
              <a:t>Sends data to Kafka brokers. </a:t>
            </a:r>
          </a:p>
          <a:p>
            <a:pPr lvl="0" algn="just"/>
            <a:r>
              <a:rPr lang="en-US" sz="2400" dirty="0"/>
              <a:t>Every time a producer publishes a message to a broker, the broker simply appends the message to a partition. </a:t>
            </a:r>
          </a:p>
          <a:p>
            <a:pPr lvl="0" algn="just"/>
            <a:r>
              <a:rPr lang="en-US" sz="2400" dirty="0"/>
              <a:t>Producer can also send messages to a partition of their choice.</a:t>
            </a:r>
            <a:endParaRPr lang="en-U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Producers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65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The consumer acts as the receiver. </a:t>
            </a:r>
          </a:p>
          <a:p>
            <a:pPr lvl="0" algn="just"/>
            <a:r>
              <a:rPr lang="en-US" sz="2400" dirty="0"/>
              <a:t>Responsible for receiving or consuming a message. </a:t>
            </a:r>
          </a:p>
          <a:p>
            <a:pPr lvl="0" algn="just"/>
            <a:r>
              <a:rPr lang="en-US" sz="2400" dirty="0"/>
              <a:t>But it does not consume or receive a message directly from Kafka Producer. </a:t>
            </a:r>
          </a:p>
          <a:p>
            <a:pPr lvl="0" algn="just"/>
            <a:r>
              <a:rPr lang="en-US" sz="2400" dirty="0"/>
              <a:t>Producer pushes messages to the Kafka server or broker. </a:t>
            </a:r>
          </a:p>
          <a:p>
            <a:pPr lvl="0" algn="just"/>
            <a:r>
              <a:rPr lang="en-US" sz="2400" dirty="0"/>
              <a:t>The consumer can request a message from the Kafka broker. </a:t>
            </a:r>
          </a:p>
          <a:p>
            <a:pPr lvl="0" algn="just"/>
            <a:r>
              <a:rPr lang="en-US" sz="2400" dirty="0"/>
              <a:t>If the Kafka Consumer has enough permissions, it gets a message from the Kafka Broker.</a:t>
            </a:r>
            <a:endParaRPr lang="en-US" sz="1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Consumers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8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3DABD7-3B82-8E9A-4829-F8A8455BB4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security mechanisms to manage and restrict access to Kafka resources, such as topics, consumer groups, and the Kafka cluster itself. </a:t>
            </a:r>
          </a:p>
          <a:p>
            <a:pPr algn="just"/>
            <a:r>
              <a:rPr lang="en-US" sz="2400" dirty="0"/>
              <a:t>Allows you to define permissions for different users or applications, specifying who can produce to, consume from, or perform administrative operations on Kafka topics and other resources.</a:t>
            </a:r>
          </a:p>
          <a:p>
            <a:pPr algn="just"/>
            <a:r>
              <a:rPr lang="en-US" sz="2400" dirty="0"/>
              <a:t>An ACL might allow a specific user to write to a topic named "orders" but restrict them from reading from it or performing any administrative tasks.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04B8A-0169-21B0-8A59-DEBCE98CA37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Access Control Lists (ACLs)</a:t>
            </a:r>
          </a:p>
        </p:txBody>
      </p:sp>
    </p:spTree>
    <p:extLst>
      <p:ext uri="{BB962C8B-B14F-4D97-AF65-F5344CB8AC3E}">
        <p14:creationId xmlns:p14="http://schemas.microsoft.com/office/powerpoint/2010/main" val="912257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9AD0-5E7B-F098-5742-42F97872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1989612"/>
            <a:ext cx="11113251" cy="849463"/>
          </a:xfrm>
        </p:spPr>
        <p:txBody>
          <a:bodyPr/>
          <a:lstStyle/>
          <a:p>
            <a:r>
              <a:rPr lang="en-US" sz="4800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1920-2BB0-CF19-E66D-E3E3BC4A9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490" y="2948770"/>
            <a:ext cx="11122056" cy="2140312"/>
          </a:xfrm>
        </p:spPr>
        <p:txBody>
          <a:bodyPr>
            <a:normAutofit/>
          </a:bodyPr>
          <a:lstStyle/>
          <a:p>
            <a:r>
              <a:rPr lang="en-US" sz="4000" dirty="0"/>
              <a:t>Creating Consumers and Producers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670654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26929</TotalTime>
  <Words>888</Words>
  <Application>Microsoft Macintosh PowerPoint</Application>
  <PresentationFormat>Widescreen</PresentationFormat>
  <Paragraphs>104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Segoe UI</vt:lpstr>
      <vt:lpstr>Calibri Light</vt:lpstr>
      <vt:lpstr>Arial</vt:lpstr>
      <vt:lpstr>Roboto Light</vt:lpstr>
      <vt:lpstr>Roboto</vt:lpstr>
      <vt:lpstr>Calibri</vt:lpstr>
      <vt:lpstr>ScholarHat Layout</vt:lpstr>
      <vt:lpstr>Agenda</vt:lpstr>
      <vt:lpstr>Kafka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Venkataramanan Amirthalingam</cp:lastModifiedBy>
  <cp:revision>941</cp:revision>
  <dcterms:created xsi:type="dcterms:W3CDTF">2015-04-26T09:42:00Z</dcterms:created>
  <dcterms:modified xsi:type="dcterms:W3CDTF">2025-06-21T16:50:07Z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