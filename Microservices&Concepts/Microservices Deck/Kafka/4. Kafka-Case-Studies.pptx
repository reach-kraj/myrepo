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metadata" ContentType="application/binary"/>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0" r:id="rId1"/>
  </p:sldMasterIdLst>
  <p:notesMasterIdLst>
    <p:notesMasterId r:id="rId20"/>
  </p:notesMasterIdLst>
  <p:sldIdLst>
    <p:sldId id="653" r:id="rId2"/>
    <p:sldId id="2147469609" r:id="rId3"/>
    <p:sldId id="2147469610" r:id="rId4"/>
    <p:sldId id="2147469565" r:id="rId5"/>
    <p:sldId id="2147469589" r:id="rId6"/>
    <p:sldId id="2147469614" r:id="rId7"/>
    <p:sldId id="2147469615" r:id="rId8"/>
    <p:sldId id="2147469616" r:id="rId9"/>
    <p:sldId id="2147469613" r:id="rId10"/>
    <p:sldId id="654" r:id="rId11"/>
    <p:sldId id="2147469617" r:id="rId12"/>
    <p:sldId id="2147469611" r:id="rId13"/>
    <p:sldId id="2147469612" r:id="rId14"/>
    <p:sldId id="2147469618" r:id="rId15"/>
    <p:sldId id="2147469619" r:id="rId16"/>
    <p:sldId id="2147469620" r:id="rId17"/>
    <p:sldId id="2147469621" r:id="rId18"/>
    <p:sldId id="652" r:id="rId19"/>
  </p:sldIdLst>
  <p:sldSz cx="12192000" cy="6858000"/>
  <p:notesSz cx="6858000" cy="9144000"/>
  <p:embeddedFontLst>
    <p:embeddedFont>
      <p:font typeface="Roboto" panose="02000000000000000000" pitchFamily="2" charset="0"/>
      <p:regular r:id="rId21"/>
      <p:bold r:id="rId22"/>
      <p:italic r:id="rId23"/>
      <p:boldItalic r:id="rId24"/>
    </p:embeddedFont>
    <p:embeddedFont>
      <p:font typeface="Roboto Light" panose="020F0302020204030204" pitchFamily="34" charset="0"/>
      <p:regular r:id="rId25"/>
      <p:italic r:id="rId26"/>
    </p:embeddedFont>
    <p:embeddedFont>
      <p:font typeface="Segoe UI" panose="020B0502040204020203" pitchFamily="34" charset="0"/>
      <p:regular r:id="rId27"/>
      <p:bold r:id="rId28"/>
      <p:italic r:id="rId29"/>
      <p:boldItalic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http://customooxmlschemas.google.com/">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54" roundtripDataSignature="AMtx7mh4JH5ueQL7jJyfo3nn6sRP9btbPg=="/>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B2FD"/>
    <a:srgbClr val="00D2D0"/>
    <a:srgbClr val="104862"/>
    <a:srgbClr val="156082"/>
    <a:srgbClr val="00227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61C5E18-A1C4-B84A-BC68-0824860F3C66}" v="36" dt="2025-06-22T16:46:17.800"/>
  </p1510:revLst>
</p1510:revInfo>
</file>

<file path=ppt/tableStyles.xml><?xml version="1.0" encoding="utf-8"?>
<a:tblStyleLst xmlns:a="http://schemas.openxmlformats.org/drawingml/2006/main" def="{F135600F-F13D-4679-8B6B-FA6B3F42D87D}">
  <a:tblStyle styleId="{F135600F-F13D-4679-8B6B-FA6B3F42D87D}" styleName="Table_0">
    <a:wholeTbl>
      <a:tcTxStyle b="off" i="off">
        <a:font>
          <a:latin typeface="Calibri"/>
          <a:ea typeface="Calibri"/>
          <a:cs typeface="Calibri"/>
        </a:font>
        <a:schemeClr val="dk1"/>
      </a:tcTxStyle>
      <a:tcStyle>
        <a:tcBdr>
          <a:left>
            <a:ln w="12700" cap="flat" cmpd="sng">
              <a:solidFill>
                <a:schemeClr val="accent5"/>
              </a:solidFill>
              <a:prstDash val="solid"/>
              <a:round/>
              <a:headEnd type="none" w="sm" len="sm"/>
              <a:tailEnd type="none" w="sm" len="sm"/>
            </a:ln>
          </a:left>
          <a:right>
            <a:ln w="12700" cap="flat" cmpd="sng">
              <a:solidFill>
                <a:schemeClr val="accent5"/>
              </a:solidFill>
              <a:prstDash val="solid"/>
              <a:round/>
              <a:headEnd type="none" w="sm" len="sm"/>
              <a:tailEnd type="none" w="sm" len="sm"/>
            </a:ln>
          </a:right>
          <a:top>
            <a:ln w="12700" cap="flat" cmpd="sng">
              <a:solidFill>
                <a:schemeClr val="accent5"/>
              </a:solidFill>
              <a:prstDash val="solid"/>
              <a:round/>
              <a:headEnd type="none" w="sm" len="sm"/>
              <a:tailEnd type="none" w="sm" len="sm"/>
            </a:ln>
          </a:top>
          <a:bottom>
            <a:ln w="12700" cap="flat" cmpd="sng">
              <a:solidFill>
                <a:schemeClr val="accent5"/>
              </a:solidFill>
              <a:prstDash val="solid"/>
              <a:round/>
              <a:headEnd type="none" w="sm" len="sm"/>
              <a:tailEnd type="none" w="sm" len="sm"/>
            </a:ln>
          </a:bottom>
          <a:insideH>
            <a:ln w="12700" cap="flat" cmpd="sng">
              <a:solidFill>
                <a:schemeClr val="accent5"/>
              </a:solidFill>
              <a:prstDash val="solid"/>
              <a:round/>
              <a:headEnd type="none" w="sm" len="sm"/>
              <a:tailEnd type="none" w="sm" len="sm"/>
            </a:ln>
          </a:insideH>
          <a:insideV>
            <a:ln w="12700" cap="flat" cmpd="sng">
              <a:solidFill>
                <a:schemeClr val="accent5"/>
              </a:solidFill>
              <a:prstDash val="solid"/>
              <a:round/>
              <a:headEnd type="none" w="sm" len="sm"/>
              <a:tailEnd type="none" w="sm" len="sm"/>
            </a:ln>
          </a:insideV>
        </a:tcBdr>
        <a:fill>
          <a:solidFill>
            <a:srgbClr val="FFFFFF">
              <a:alpha val="0"/>
            </a:srgbClr>
          </a:solidFill>
        </a:fill>
      </a:tcStyle>
    </a:wholeTbl>
    <a:band1H>
      <a:tcTxStyle b="off" i="off"/>
      <a:tcStyle>
        <a:tcBdr/>
        <a:fill>
          <a:solidFill>
            <a:schemeClr val="accent5">
              <a:alpha val="20000"/>
            </a:schemeClr>
          </a:solidFill>
        </a:fill>
      </a:tcStyle>
    </a:band1H>
    <a:band2H>
      <a:tcTxStyle b="off" i="off"/>
      <a:tcStyle>
        <a:tcBdr/>
      </a:tcStyle>
    </a:band2H>
    <a:band1V>
      <a:tcTxStyle b="off" i="off"/>
      <a:tcStyle>
        <a:tcBdr/>
        <a:fill>
          <a:solidFill>
            <a:schemeClr val="accent5">
              <a:alpha val="20000"/>
            </a:scheme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50800" cap="flat" cmpd="sng">
              <a:solidFill>
                <a:schemeClr val="accent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25400" cap="flat" cmpd="sng">
              <a:solidFill>
                <a:schemeClr val="accent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 styleId="{D27102A9-8310-4765-A935-A1911B00CA55}" styleName="Light Style 1 - Acc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1E171933-4619-4E11-9A3F-F7608DF75F80}" styleName="Medium Style 1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a:noFill/>
            </a:ln>
          </a:insideV>
        </a:tcBdr>
        <a:fill>
          <a:solidFill>
            <a:schemeClr val="lt1"/>
          </a:solidFill>
        </a:fill>
      </a:tcStyle>
    </a:wholeTbl>
    <a:band1H>
      <a:tcStyle>
        <a:tcBdr/>
        <a:fill>
          <a:solidFill>
            <a:schemeClr val="accent4">
              <a:tint val="20000"/>
            </a:schemeClr>
          </a:solidFill>
        </a:fill>
      </a:tcStyle>
    </a:band1H>
    <a:band1V>
      <a:tcStyle>
        <a:tcBdr/>
        <a:fill>
          <a:solidFill>
            <a:schemeClr val="accent4">
              <a:tint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solidFill>
            <a:schemeClr val="lt1"/>
          </a:solidFill>
        </a:fill>
      </a:tcStyle>
    </a:lastRow>
    <a:firstRow>
      <a:tcTxStyle b="on">
        <a:fontRef idx="minor">
          <a:scrgbClr r="0" g="0" b="0"/>
        </a:fontRef>
        <a:schemeClr val="lt1"/>
      </a:tcTxStyle>
      <a:tcStyle>
        <a:tcBdr/>
        <a:fill>
          <a:solidFill>
            <a:schemeClr val="accent4"/>
          </a:solid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7292A2E-F333-43FB-9621-5CBBE7FDCDCB}" styleName="Light Style 2 - Acc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7"/>
    <p:restoredTop sz="94628"/>
  </p:normalViewPr>
  <p:slideViewPr>
    <p:cSldViewPr snapToGrid="0">
      <p:cViewPr varScale="1">
        <p:scale>
          <a:sx n="114" d="100"/>
          <a:sy n="114" d="100"/>
        </p:scale>
        <p:origin x="712" y="18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21" Type="http://schemas.openxmlformats.org/officeDocument/2006/relationships/font" Target="fonts/font1.fntdata"/><Relationship Id="rId55"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59"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font" Target="fonts/font9.fntdata"/><Relationship Id="rId54" Type="http://customschemas.google.com/relationships/presentationmetadata" Target="meta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58"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57"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60"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font" Target="fonts/font10.fntdata"/><Relationship Id="rId56"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Venkataramanan Amirthalingam" userId="4d061ca2-e95c-4cea-aac4-ded24a5cea8d" providerId="ADAL" clId="{161C5E18-A1C4-B84A-BC68-0824860F3C66}"/>
    <pc:docChg chg="custSel addSld modSld">
      <pc:chgData name="Venkataramanan Amirthalingam" userId="4d061ca2-e95c-4cea-aac4-ded24a5cea8d" providerId="ADAL" clId="{161C5E18-A1C4-B84A-BC68-0824860F3C66}" dt="2025-06-22T16:47:39.071" v="553" actId="13926"/>
      <pc:docMkLst>
        <pc:docMk/>
      </pc:docMkLst>
      <pc:sldChg chg="addSp delSp modSp add mod delAnim">
        <pc:chgData name="Venkataramanan Amirthalingam" userId="4d061ca2-e95c-4cea-aac4-ded24a5cea8d" providerId="ADAL" clId="{161C5E18-A1C4-B84A-BC68-0824860F3C66}" dt="2025-06-22T15:25:33.445" v="93" actId="1076"/>
        <pc:sldMkLst>
          <pc:docMk/>
          <pc:sldMk cId="1535639682" sldId="2147469617"/>
        </pc:sldMkLst>
        <pc:spChg chg="del">
          <ac:chgData name="Venkataramanan Amirthalingam" userId="4d061ca2-e95c-4cea-aac4-ded24a5cea8d" providerId="ADAL" clId="{161C5E18-A1C4-B84A-BC68-0824860F3C66}" dt="2025-06-22T15:21:28.461" v="1" actId="478"/>
          <ac:spMkLst>
            <pc:docMk/>
            <pc:sldMk cId="1535639682" sldId="2147469617"/>
            <ac:spMk id="2" creationId="{41DF99EB-DF14-87C7-E3BD-C2D379C9FC5D}"/>
          </ac:spMkLst>
        </pc:spChg>
        <pc:spChg chg="add del mod">
          <ac:chgData name="Venkataramanan Amirthalingam" userId="4d061ca2-e95c-4cea-aac4-ded24a5cea8d" providerId="ADAL" clId="{161C5E18-A1C4-B84A-BC68-0824860F3C66}" dt="2025-06-22T15:21:31.908" v="2" actId="478"/>
          <ac:spMkLst>
            <pc:docMk/>
            <pc:sldMk cId="1535639682" sldId="2147469617"/>
            <ac:spMk id="5" creationId="{C7DF0581-39CF-E102-363B-03261D5C8922}"/>
          </ac:spMkLst>
        </pc:spChg>
        <pc:spChg chg="add mod">
          <ac:chgData name="Venkataramanan Amirthalingam" userId="4d061ca2-e95c-4cea-aac4-ded24a5cea8d" providerId="ADAL" clId="{161C5E18-A1C4-B84A-BC68-0824860F3C66}" dt="2025-06-22T15:22:03.634" v="16" actId="20577"/>
          <ac:spMkLst>
            <pc:docMk/>
            <pc:sldMk cId="1535639682" sldId="2147469617"/>
            <ac:spMk id="6" creationId="{8E653E9C-F2F0-FA1B-B872-F2D4A8F63C77}"/>
          </ac:spMkLst>
        </pc:spChg>
        <pc:spChg chg="add mod">
          <ac:chgData name="Venkataramanan Amirthalingam" userId="4d061ca2-e95c-4cea-aac4-ded24a5cea8d" providerId="ADAL" clId="{161C5E18-A1C4-B84A-BC68-0824860F3C66}" dt="2025-06-22T15:22:14.861" v="44" actId="1076"/>
          <ac:spMkLst>
            <pc:docMk/>
            <pc:sldMk cId="1535639682" sldId="2147469617"/>
            <ac:spMk id="7" creationId="{C4B89CAE-B9C5-7C48-4914-80949BF4A9FF}"/>
          </ac:spMkLst>
        </pc:spChg>
        <pc:spChg chg="add mod">
          <ac:chgData name="Venkataramanan Amirthalingam" userId="4d061ca2-e95c-4cea-aac4-ded24a5cea8d" providerId="ADAL" clId="{161C5E18-A1C4-B84A-BC68-0824860F3C66}" dt="2025-06-22T15:23:30.074" v="60" actId="1076"/>
          <ac:spMkLst>
            <pc:docMk/>
            <pc:sldMk cId="1535639682" sldId="2147469617"/>
            <ac:spMk id="8" creationId="{EA6A0B24-35F4-0745-7CD2-0CFFEF76FAD0}"/>
          </ac:spMkLst>
        </pc:spChg>
        <pc:spChg chg="add mod">
          <ac:chgData name="Venkataramanan Amirthalingam" userId="4d061ca2-e95c-4cea-aac4-ded24a5cea8d" providerId="ADAL" clId="{161C5E18-A1C4-B84A-BC68-0824860F3C66}" dt="2025-06-22T15:22:49.251" v="53" actId="207"/>
          <ac:spMkLst>
            <pc:docMk/>
            <pc:sldMk cId="1535639682" sldId="2147469617"/>
            <ac:spMk id="12" creationId="{320ECFFD-812C-4289-0866-02DA1187AFFA}"/>
          </ac:spMkLst>
        </pc:spChg>
        <pc:spChg chg="add">
          <ac:chgData name="Venkataramanan Amirthalingam" userId="4d061ca2-e95c-4cea-aac4-ded24a5cea8d" providerId="ADAL" clId="{161C5E18-A1C4-B84A-BC68-0824860F3C66}" dt="2025-06-22T15:23:24.105" v="57" actId="11529"/>
          <ac:spMkLst>
            <pc:docMk/>
            <pc:sldMk cId="1535639682" sldId="2147469617"/>
            <ac:spMk id="16" creationId="{A89D5B8B-0F9E-BF8F-E9C4-6A09CD050356}"/>
          </ac:spMkLst>
        </pc:spChg>
        <pc:spChg chg="add mod">
          <ac:chgData name="Venkataramanan Amirthalingam" userId="4d061ca2-e95c-4cea-aac4-ded24a5cea8d" providerId="ADAL" clId="{161C5E18-A1C4-B84A-BC68-0824860F3C66}" dt="2025-06-22T15:23:32.332" v="61" actId="1076"/>
          <ac:spMkLst>
            <pc:docMk/>
            <pc:sldMk cId="1535639682" sldId="2147469617"/>
            <ac:spMk id="17" creationId="{6C5FB0CC-0A15-7D09-C53E-324BF5B2EBCB}"/>
          </ac:spMkLst>
        </pc:spChg>
        <pc:spChg chg="add mod">
          <ac:chgData name="Venkataramanan Amirthalingam" userId="4d061ca2-e95c-4cea-aac4-ded24a5cea8d" providerId="ADAL" clId="{161C5E18-A1C4-B84A-BC68-0824860F3C66}" dt="2025-06-22T15:23:35.725" v="63" actId="1076"/>
          <ac:spMkLst>
            <pc:docMk/>
            <pc:sldMk cId="1535639682" sldId="2147469617"/>
            <ac:spMk id="20" creationId="{8EC1C577-7698-8B21-514E-408E91CF4E9D}"/>
          </ac:spMkLst>
        </pc:spChg>
        <pc:spChg chg="add mod">
          <ac:chgData name="Venkataramanan Amirthalingam" userId="4d061ca2-e95c-4cea-aac4-ded24a5cea8d" providerId="ADAL" clId="{161C5E18-A1C4-B84A-BC68-0824860F3C66}" dt="2025-06-22T15:25:33.445" v="93" actId="1076"/>
          <ac:spMkLst>
            <pc:docMk/>
            <pc:sldMk cId="1535639682" sldId="2147469617"/>
            <ac:spMk id="21" creationId="{A4AFD4BF-5D04-ECE0-96C6-AE2D2445434E}"/>
          </ac:spMkLst>
        </pc:spChg>
        <pc:cxnChg chg="add mod">
          <ac:chgData name="Venkataramanan Amirthalingam" userId="4d061ca2-e95c-4cea-aac4-ded24a5cea8d" providerId="ADAL" clId="{161C5E18-A1C4-B84A-BC68-0824860F3C66}" dt="2025-06-22T15:22:28.807" v="49" actId="13822"/>
          <ac:cxnSpMkLst>
            <pc:docMk/>
            <pc:sldMk cId="1535639682" sldId="2147469617"/>
            <ac:cxnSpMk id="10" creationId="{0B941D35-D058-A3D1-F7A0-9BD8EBB9B036}"/>
          </ac:cxnSpMkLst>
        </pc:cxnChg>
        <pc:cxnChg chg="add mod">
          <ac:chgData name="Venkataramanan Amirthalingam" userId="4d061ca2-e95c-4cea-aac4-ded24a5cea8d" providerId="ADAL" clId="{161C5E18-A1C4-B84A-BC68-0824860F3C66}" dt="2025-06-22T15:23:30.074" v="60" actId="1076"/>
          <ac:cxnSpMkLst>
            <pc:docMk/>
            <pc:sldMk cId="1535639682" sldId="2147469617"/>
            <ac:cxnSpMk id="14" creationId="{C7A81F11-7002-1429-0A8D-27F7131E7AF6}"/>
          </ac:cxnSpMkLst>
        </pc:cxnChg>
      </pc:sldChg>
      <pc:sldChg chg="addSp delSp modSp add mod delAnim">
        <pc:chgData name="Venkataramanan Amirthalingam" userId="4d061ca2-e95c-4cea-aac4-ded24a5cea8d" providerId="ADAL" clId="{161C5E18-A1C4-B84A-BC68-0824860F3C66}" dt="2025-06-22T16:06:18.115" v="196" actId="478"/>
        <pc:sldMkLst>
          <pc:docMk/>
          <pc:sldMk cId="3818920453" sldId="2147469618"/>
        </pc:sldMkLst>
        <pc:spChg chg="del">
          <ac:chgData name="Venkataramanan Amirthalingam" userId="4d061ca2-e95c-4cea-aac4-ded24a5cea8d" providerId="ADAL" clId="{161C5E18-A1C4-B84A-BC68-0824860F3C66}" dt="2025-06-22T15:51:24.591" v="95" actId="478"/>
          <ac:spMkLst>
            <pc:docMk/>
            <pc:sldMk cId="3818920453" sldId="2147469618"/>
            <ac:spMk id="2" creationId="{682D4D5F-E97F-8BE2-4961-0AEFA75D14B0}"/>
          </ac:spMkLst>
        </pc:spChg>
        <pc:spChg chg="del">
          <ac:chgData name="Venkataramanan Amirthalingam" userId="4d061ca2-e95c-4cea-aac4-ded24a5cea8d" providerId="ADAL" clId="{161C5E18-A1C4-B84A-BC68-0824860F3C66}" dt="2025-06-22T16:06:18.115" v="196" actId="478"/>
          <ac:spMkLst>
            <pc:docMk/>
            <pc:sldMk cId="3818920453" sldId="2147469618"/>
            <ac:spMk id="3" creationId="{DCD0ECAD-B4A7-359C-B813-6F6AEE631BBF}"/>
          </ac:spMkLst>
        </pc:spChg>
        <pc:spChg chg="add del mod">
          <ac:chgData name="Venkataramanan Amirthalingam" userId="4d061ca2-e95c-4cea-aac4-ded24a5cea8d" providerId="ADAL" clId="{161C5E18-A1C4-B84A-BC68-0824860F3C66}" dt="2025-06-22T15:51:26.113" v="96" actId="478"/>
          <ac:spMkLst>
            <pc:docMk/>
            <pc:sldMk cId="3818920453" sldId="2147469618"/>
            <ac:spMk id="5" creationId="{3096C160-ACEC-A94F-C3D7-BBD3A75A748B}"/>
          </ac:spMkLst>
        </pc:spChg>
        <pc:spChg chg="add mod">
          <ac:chgData name="Venkataramanan Amirthalingam" userId="4d061ca2-e95c-4cea-aac4-ded24a5cea8d" providerId="ADAL" clId="{161C5E18-A1C4-B84A-BC68-0824860F3C66}" dt="2025-06-22T15:51:55.915" v="134" actId="207"/>
          <ac:spMkLst>
            <pc:docMk/>
            <pc:sldMk cId="3818920453" sldId="2147469618"/>
            <ac:spMk id="6" creationId="{646C6537-1704-3744-7D4F-70895202945C}"/>
          </ac:spMkLst>
        </pc:spChg>
        <pc:spChg chg="add mod">
          <ac:chgData name="Venkataramanan Amirthalingam" userId="4d061ca2-e95c-4cea-aac4-ded24a5cea8d" providerId="ADAL" clId="{161C5E18-A1C4-B84A-BC68-0824860F3C66}" dt="2025-06-22T15:51:58.164" v="135" actId="207"/>
          <ac:spMkLst>
            <pc:docMk/>
            <pc:sldMk cId="3818920453" sldId="2147469618"/>
            <ac:spMk id="7" creationId="{DF0E7C22-FB32-7136-DA58-6220F640D0F9}"/>
          </ac:spMkLst>
        </pc:spChg>
        <pc:spChg chg="add del mod">
          <ac:chgData name="Venkataramanan Amirthalingam" userId="4d061ca2-e95c-4cea-aac4-ded24a5cea8d" providerId="ADAL" clId="{161C5E18-A1C4-B84A-BC68-0824860F3C66}" dt="2025-06-22T15:52:04.224" v="141" actId="478"/>
          <ac:spMkLst>
            <pc:docMk/>
            <pc:sldMk cId="3818920453" sldId="2147469618"/>
            <ac:spMk id="8" creationId="{466E309A-DFF5-963F-C848-A24C6F5C5D09}"/>
          </ac:spMkLst>
        </pc:spChg>
        <pc:spChg chg="add mod">
          <ac:chgData name="Venkataramanan Amirthalingam" userId="4d061ca2-e95c-4cea-aac4-ded24a5cea8d" providerId="ADAL" clId="{161C5E18-A1C4-B84A-BC68-0824860F3C66}" dt="2025-06-22T15:52:20.242" v="153" actId="14100"/>
          <ac:spMkLst>
            <pc:docMk/>
            <pc:sldMk cId="3818920453" sldId="2147469618"/>
            <ac:spMk id="9" creationId="{7E8379A6-040F-7AA5-3A63-200C3E9386B9}"/>
          </ac:spMkLst>
        </pc:spChg>
        <pc:spChg chg="add mod">
          <ac:chgData name="Venkataramanan Amirthalingam" userId="4d061ca2-e95c-4cea-aac4-ded24a5cea8d" providerId="ADAL" clId="{161C5E18-A1C4-B84A-BC68-0824860F3C66}" dt="2025-06-22T15:52:59.751" v="164" actId="207"/>
          <ac:spMkLst>
            <pc:docMk/>
            <pc:sldMk cId="3818920453" sldId="2147469618"/>
            <ac:spMk id="13" creationId="{480EF228-7E06-E312-507A-65F26DEE6D97}"/>
          </ac:spMkLst>
        </pc:spChg>
        <pc:spChg chg="add mod">
          <ac:chgData name="Venkataramanan Amirthalingam" userId="4d061ca2-e95c-4cea-aac4-ded24a5cea8d" providerId="ADAL" clId="{161C5E18-A1C4-B84A-BC68-0824860F3C66}" dt="2025-06-22T15:53:15.744" v="175" actId="1076"/>
          <ac:spMkLst>
            <pc:docMk/>
            <pc:sldMk cId="3818920453" sldId="2147469618"/>
            <ac:spMk id="14" creationId="{00E4FA24-A01C-D88E-390F-B4A30F1750EC}"/>
          </ac:spMkLst>
        </pc:spChg>
        <pc:spChg chg="add mod">
          <ac:chgData name="Venkataramanan Amirthalingam" userId="4d061ca2-e95c-4cea-aac4-ded24a5cea8d" providerId="ADAL" clId="{161C5E18-A1C4-B84A-BC68-0824860F3C66}" dt="2025-06-22T15:53:36.473" v="188" actId="20577"/>
          <ac:spMkLst>
            <pc:docMk/>
            <pc:sldMk cId="3818920453" sldId="2147469618"/>
            <ac:spMk id="17" creationId="{D43A5582-7288-CEB4-45F7-345BDAFBDF5A}"/>
          </ac:spMkLst>
        </pc:spChg>
        <pc:spChg chg="add mod">
          <ac:chgData name="Venkataramanan Amirthalingam" userId="4d061ca2-e95c-4cea-aac4-ded24a5cea8d" providerId="ADAL" clId="{161C5E18-A1C4-B84A-BC68-0824860F3C66}" dt="2025-06-22T15:55:44.773" v="191" actId="207"/>
          <ac:spMkLst>
            <pc:docMk/>
            <pc:sldMk cId="3818920453" sldId="2147469618"/>
            <ac:spMk id="18" creationId="{63B66EDD-F676-9267-ABCB-86CA23BAB0CA}"/>
          </ac:spMkLst>
        </pc:spChg>
        <pc:spChg chg="add mod">
          <ac:chgData name="Venkataramanan Amirthalingam" userId="4d061ca2-e95c-4cea-aac4-ded24a5cea8d" providerId="ADAL" clId="{161C5E18-A1C4-B84A-BC68-0824860F3C66}" dt="2025-06-22T15:56:07.647" v="195" actId="207"/>
          <ac:spMkLst>
            <pc:docMk/>
            <pc:sldMk cId="3818920453" sldId="2147469618"/>
            <ac:spMk id="19" creationId="{9FB81DBF-4B77-958B-2FB3-35BE6BBA71DE}"/>
          </ac:spMkLst>
        </pc:spChg>
        <pc:spChg chg="add mod">
          <ac:chgData name="Venkataramanan Amirthalingam" userId="4d061ca2-e95c-4cea-aac4-ded24a5cea8d" providerId="ADAL" clId="{161C5E18-A1C4-B84A-BC68-0824860F3C66}" dt="2025-06-22T16:06:18.115" v="196" actId="478"/>
          <ac:spMkLst>
            <pc:docMk/>
            <pc:sldMk cId="3818920453" sldId="2147469618"/>
            <ac:spMk id="21" creationId="{0F0306E5-B0F2-0945-EAAD-47DF8854F281}"/>
          </ac:spMkLst>
        </pc:spChg>
        <pc:cxnChg chg="add mod">
          <ac:chgData name="Venkataramanan Amirthalingam" userId="4d061ca2-e95c-4cea-aac4-ded24a5cea8d" providerId="ADAL" clId="{161C5E18-A1C4-B84A-BC68-0824860F3C66}" dt="2025-06-22T15:52:39.476" v="157" actId="13822"/>
          <ac:cxnSpMkLst>
            <pc:docMk/>
            <pc:sldMk cId="3818920453" sldId="2147469618"/>
            <ac:cxnSpMk id="11" creationId="{9309EA2D-0873-BBB3-863A-588478871712}"/>
          </ac:cxnSpMkLst>
        </pc:cxnChg>
        <pc:cxnChg chg="add mod">
          <ac:chgData name="Venkataramanan Amirthalingam" userId="4d061ca2-e95c-4cea-aac4-ded24a5cea8d" providerId="ADAL" clId="{161C5E18-A1C4-B84A-BC68-0824860F3C66}" dt="2025-06-22T15:53:26.216" v="177" actId="13822"/>
          <ac:cxnSpMkLst>
            <pc:docMk/>
            <pc:sldMk cId="3818920453" sldId="2147469618"/>
            <ac:cxnSpMk id="16" creationId="{A155132E-DEDC-B6D5-2300-3B5CAA3A9128}"/>
          </ac:cxnSpMkLst>
        </pc:cxnChg>
      </pc:sldChg>
      <pc:sldChg chg="addSp delSp modSp add mod">
        <pc:chgData name="Venkataramanan Amirthalingam" userId="4d061ca2-e95c-4cea-aac4-ded24a5cea8d" providerId="ADAL" clId="{161C5E18-A1C4-B84A-BC68-0824860F3C66}" dt="2025-06-22T16:16:48.142" v="306" actId="14100"/>
        <pc:sldMkLst>
          <pc:docMk/>
          <pc:sldMk cId="881954608" sldId="2147469619"/>
        </pc:sldMkLst>
        <pc:spChg chg="add mod">
          <ac:chgData name="Venkataramanan Amirthalingam" userId="4d061ca2-e95c-4cea-aac4-ded24a5cea8d" providerId="ADAL" clId="{161C5E18-A1C4-B84A-BC68-0824860F3C66}" dt="2025-06-22T16:07:07.593" v="215" actId="207"/>
          <ac:spMkLst>
            <pc:docMk/>
            <pc:sldMk cId="881954608" sldId="2147469619"/>
            <ac:spMk id="2" creationId="{C6B6CB84-616D-AA2B-4053-98101A48523A}"/>
          </ac:spMkLst>
        </pc:spChg>
        <pc:spChg chg="add mod">
          <ac:chgData name="Venkataramanan Amirthalingam" userId="4d061ca2-e95c-4cea-aac4-ded24a5cea8d" providerId="ADAL" clId="{161C5E18-A1C4-B84A-BC68-0824860F3C66}" dt="2025-06-22T16:07:07.593" v="215" actId="207"/>
          <ac:spMkLst>
            <pc:docMk/>
            <pc:sldMk cId="881954608" sldId="2147469619"/>
            <ac:spMk id="3" creationId="{222F3260-FFA4-CF65-CE3F-A10B0EE445BE}"/>
          </ac:spMkLst>
        </pc:spChg>
        <pc:spChg chg="add mod">
          <ac:chgData name="Venkataramanan Amirthalingam" userId="4d061ca2-e95c-4cea-aac4-ded24a5cea8d" providerId="ADAL" clId="{161C5E18-A1C4-B84A-BC68-0824860F3C66}" dt="2025-06-22T16:07:07.593" v="215" actId="207"/>
          <ac:spMkLst>
            <pc:docMk/>
            <pc:sldMk cId="881954608" sldId="2147469619"/>
            <ac:spMk id="4" creationId="{68EA69BA-FB4B-0DCC-4F7C-60B2F8C90C3E}"/>
          </ac:spMkLst>
        </pc:spChg>
        <pc:spChg chg="add mod">
          <ac:chgData name="Venkataramanan Amirthalingam" userId="4d061ca2-e95c-4cea-aac4-ded24a5cea8d" providerId="ADAL" clId="{161C5E18-A1C4-B84A-BC68-0824860F3C66}" dt="2025-06-22T16:16:02.116" v="255" actId="1076"/>
          <ac:spMkLst>
            <pc:docMk/>
            <pc:sldMk cId="881954608" sldId="2147469619"/>
            <ac:spMk id="5" creationId="{67A90D86-14C7-DCED-A3AE-CD134B640A28}"/>
          </ac:spMkLst>
        </pc:spChg>
        <pc:spChg chg="del">
          <ac:chgData name="Venkataramanan Amirthalingam" userId="4d061ca2-e95c-4cea-aac4-ded24a5cea8d" providerId="ADAL" clId="{161C5E18-A1C4-B84A-BC68-0824860F3C66}" dt="2025-06-22T16:06:28.146" v="199" actId="478"/>
          <ac:spMkLst>
            <pc:docMk/>
            <pc:sldMk cId="881954608" sldId="2147469619"/>
            <ac:spMk id="6" creationId="{B4A47DEC-56BA-5068-0B5C-423986DFC754}"/>
          </ac:spMkLst>
        </pc:spChg>
        <pc:spChg chg="del">
          <ac:chgData name="Venkataramanan Amirthalingam" userId="4d061ca2-e95c-4cea-aac4-ded24a5cea8d" providerId="ADAL" clId="{161C5E18-A1C4-B84A-BC68-0824860F3C66}" dt="2025-06-22T16:06:28.146" v="199" actId="478"/>
          <ac:spMkLst>
            <pc:docMk/>
            <pc:sldMk cId="881954608" sldId="2147469619"/>
            <ac:spMk id="7" creationId="{D83AA08C-5D54-C98B-53E9-88231063D0E0}"/>
          </ac:spMkLst>
        </pc:spChg>
        <pc:spChg chg="del">
          <ac:chgData name="Venkataramanan Amirthalingam" userId="4d061ca2-e95c-4cea-aac4-ded24a5cea8d" providerId="ADAL" clId="{161C5E18-A1C4-B84A-BC68-0824860F3C66}" dt="2025-06-22T16:06:28.146" v="199" actId="478"/>
          <ac:spMkLst>
            <pc:docMk/>
            <pc:sldMk cId="881954608" sldId="2147469619"/>
            <ac:spMk id="9" creationId="{FB2FA269-AC28-3D51-A039-A3C0467C2422}"/>
          </ac:spMkLst>
        </pc:spChg>
        <pc:spChg chg="del">
          <ac:chgData name="Venkataramanan Amirthalingam" userId="4d061ca2-e95c-4cea-aac4-ded24a5cea8d" providerId="ADAL" clId="{161C5E18-A1C4-B84A-BC68-0824860F3C66}" dt="2025-06-22T16:06:28.146" v="199" actId="478"/>
          <ac:spMkLst>
            <pc:docMk/>
            <pc:sldMk cId="881954608" sldId="2147469619"/>
            <ac:spMk id="13" creationId="{CCD7E26B-28BE-0B0C-7522-7BB7DC60003A}"/>
          </ac:spMkLst>
        </pc:spChg>
        <pc:spChg chg="del">
          <ac:chgData name="Venkataramanan Amirthalingam" userId="4d061ca2-e95c-4cea-aac4-ded24a5cea8d" providerId="ADAL" clId="{161C5E18-A1C4-B84A-BC68-0824860F3C66}" dt="2025-06-22T16:06:28.146" v="199" actId="478"/>
          <ac:spMkLst>
            <pc:docMk/>
            <pc:sldMk cId="881954608" sldId="2147469619"/>
            <ac:spMk id="14" creationId="{E25361CF-7656-DD85-5D86-FE063CEFDE86}"/>
          </ac:spMkLst>
        </pc:spChg>
        <pc:spChg chg="del">
          <ac:chgData name="Venkataramanan Amirthalingam" userId="4d061ca2-e95c-4cea-aac4-ded24a5cea8d" providerId="ADAL" clId="{161C5E18-A1C4-B84A-BC68-0824860F3C66}" dt="2025-06-22T16:06:28.146" v="199" actId="478"/>
          <ac:spMkLst>
            <pc:docMk/>
            <pc:sldMk cId="881954608" sldId="2147469619"/>
            <ac:spMk id="17" creationId="{29456063-C1C0-E552-C574-F04D1ECEDDBB}"/>
          </ac:spMkLst>
        </pc:spChg>
        <pc:spChg chg="del">
          <ac:chgData name="Venkataramanan Amirthalingam" userId="4d061ca2-e95c-4cea-aac4-ded24a5cea8d" providerId="ADAL" clId="{161C5E18-A1C4-B84A-BC68-0824860F3C66}" dt="2025-06-22T16:06:28.146" v="199" actId="478"/>
          <ac:spMkLst>
            <pc:docMk/>
            <pc:sldMk cId="881954608" sldId="2147469619"/>
            <ac:spMk id="18" creationId="{DE38355D-C8F9-1463-19E1-E5227105095C}"/>
          </ac:spMkLst>
        </pc:spChg>
        <pc:spChg chg="del">
          <ac:chgData name="Venkataramanan Amirthalingam" userId="4d061ca2-e95c-4cea-aac4-ded24a5cea8d" providerId="ADAL" clId="{161C5E18-A1C4-B84A-BC68-0824860F3C66}" dt="2025-06-22T16:06:25.146" v="198" actId="478"/>
          <ac:spMkLst>
            <pc:docMk/>
            <pc:sldMk cId="881954608" sldId="2147469619"/>
            <ac:spMk id="19" creationId="{BA2BCED1-0517-2480-B6A1-68D2DB7CFD18}"/>
          </ac:spMkLst>
        </pc:spChg>
        <pc:spChg chg="add mod">
          <ac:chgData name="Venkataramanan Amirthalingam" userId="4d061ca2-e95c-4cea-aac4-ded24a5cea8d" providerId="ADAL" clId="{161C5E18-A1C4-B84A-BC68-0824860F3C66}" dt="2025-06-22T16:09:21.545" v="243" actId="20577"/>
          <ac:spMkLst>
            <pc:docMk/>
            <pc:sldMk cId="881954608" sldId="2147469619"/>
            <ac:spMk id="24" creationId="{AC6F69B5-E71C-9F01-A905-3DB14EC705E4}"/>
          </ac:spMkLst>
        </pc:spChg>
        <pc:spChg chg="add del mod">
          <ac:chgData name="Venkataramanan Amirthalingam" userId="4d061ca2-e95c-4cea-aac4-ded24a5cea8d" providerId="ADAL" clId="{161C5E18-A1C4-B84A-BC68-0824860F3C66}" dt="2025-06-22T16:15:58.136" v="254" actId="478"/>
          <ac:spMkLst>
            <pc:docMk/>
            <pc:sldMk cId="881954608" sldId="2147469619"/>
            <ac:spMk id="26" creationId="{66A6AED7-7B91-2B82-2676-F3FC8063B304}"/>
          </ac:spMkLst>
        </pc:spChg>
        <pc:spChg chg="add del mod">
          <ac:chgData name="Venkataramanan Amirthalingam" userId="4d061ca2-e95c-4cea-aac4-ded24a5cea8d" providerId="ADAL" clId="{161C5E18-A1C4-B84A-BC68-0824860F3C66}" dt="2025-06-22T16:15:56.428" v="253" actId="478"/>
          <ac:spMkLst>
            <pc:docMk/>
            <pc:sldMk cId="881954608" sldId="2147469619"/>
            <ac:spMk id="27" creationId="{4C3A04C5-A188-D78A-2A63-5D9E0583F6FE}"/>
          </ac:spMkLst>
        </pc:spChg>
        <pc:spChg chg="add mod">
          <ac:chgData name="Venkataramanan Amirthalingam" userId="4d061ca2-e95c-4cea-aac4-ded24a5cea8d" providerId="ADAL" clId="{161C5E18-A1C4-B84A-BC68-0824860F3C66}" dt="2025-06-22T16:16:19.070" v="270" actId="1076"/>
          <ac:spMkLst>
            <pc:docMk/>
            <pc:sldMk cId="881954608" sldId="2147469619"/>
            <ac:spMk id="31" creationId="{E75BE707-20E7-3B49-81E2-0A6F5A6F4383}"/>
          </ac:spMkLst>
        </pc:spChg>
        <pc:spChg chg="add mod">
          <ac:chgData name="Venkataramanan Amirthalingam" userId="4d061ca2-e95c-4cea-aac4-ded24a5cea8d" providerId="ADAL" clId="{161C5E18-A1C4-B84A-BC68-0824860F3C66}" dt="2025-06-22T16:16:45.969" v="305" actId="1076"/>
          <ac:spMkLst>
            <pc:docMk/>
            <pc:sldMk cId="881954608" sldId="2147469619"/>
            <ac:spMk id="34" creationId="{3769AE73-75AA-4243-F396-9127C9F70B3A}"/>
          </ac:spMkLst>
        </pc:spChg>
        <pc:cxnChg chg="add mod">
          <ac:chgData name="Venkataramanan Amirthalingam" userId="4d061ca2-e95c-4cea-aac4-ded24a5cea8d" providerId="ADAL" clId="{161C5E18-A1C4-B84A-BC68-0824860F3C66}" dt="2025-06-22T16:16:02.116" v="255" actId="1076"/>
          <ac:cxnSpMkLst>
            <pc:docMk/>
            <pc:sldMk cId="881954608" sldId="2147469619"/>
            <ac:cxnSpMk id="10" creationId="{2BA0C3D4-D20B-372A-0B57-389D5B253013}"/>
          </ac:cxnSpMkLst>
        </pc:cxnChg>
        <pc:cxnChg chg="del mod">
          <ac:chgData name="Venkataramanan Amirthalingam" userId="4d061ca2-e95c-4cea-aac4-ded24a5cea8d" providerId="ADAL" clId="{161C5E18-A1C4-B84A-BC68-0824860F3C66}" dt="2025-06-22T16:06:28.146" v="199" actId="478"/>
          <ac:cxnSpMkLst>
            <pc:docMk/>
            <pc:sldMk cId="881954608" sldId="2147469619"/>
            <ac:cxnSpMk id="11" creationId="{AAE4CFB4-EA23-D406-383C-3BB486E8C766}"/>
          </ac:cxnSpMkLst>
        </pc:cxnChg>
        <pc:cxnChg chg="add del mod">
          <ac:chgData name="Venkataramanan Amirthalingam" userId="4d061ca2-e95c-4cea-aac4-ded24a5cea8d" providerId="ADAL" clId="{161C5E18-A1C4-B84A-BC68-0824860F3C66}" dt="2025-06-22T16:15:56.428" v="253" actId="478"/>
          <ac:cxnSpMkLst>
            <pc:docMk/>
            <pc:sldMk cId="881954608" sldId="2147469619"/>
            <ac:cxnSpMk id="12" creationId="{96C559A1-A83C-2C27-1970-0D897834B70F}"/>
          </ac:cxnSpMkLst>
        </pc:cxnChg>
        <pc:cxnChg chg="del mod">
          <ac:chgData name="Venkataramanan Amirthalingam" userId="4d061ca2-e95c-4cea-aac4-ded24a5cea8d" providerId="ADAL" clId="{161C5E18-A1C4-B84A-BC68-0824860F3C66}" dt="2025-06-22T16:06:28.146" v="199" actId="478"/>
          <ac:cxnSpMkLst>
            <pc:docMk/>
            <pc:sldMk cId="881954608" sldId="2147469619"/>
            <ac:cxnSpMk id="16" creationId="{20F6050F-19C1-41E7-0C52-C0F1A5FF9806}"/>
          </ac:cxnSpMkLst>
        </pc:cxnChg>
        <pc:cxnChg chg="add del mod">
          <ac:chgData name="Venkataramanan Amirthalingam" userId="4d061ca2-e95c-4cea-aac4-ded24a5cea8d" providerId="ADAL" clId="{161C5E18-A1C4-B84A-BC68-0824860F3C66}" dt="2025-06-22T16:15:56.428" v="253" actId="478"/>
          <ac:cxnSpMkLst>
            <pc:docMk/>
            <pc:sldMk cId="881954608" sldId="2147469619"/>
            <ac:cxnSpMk id="22" creationId="{2AB43DB0-7305-E2CE-2143-B3BAABFA108E}"/>
          </ac:cxnSpMkLst>
        </pc:cxnChg>
        <pc:cxnChg chg="add mod">
          <ac:chgData name="Venkataramanan Amirthalingam" userId="4d061ca2-e95c-4cea-aac4-ded24a5cea8d" providerId="ADAL" clId="{161C5E18-A1C4-B84A-BC68-0824860F3C66}" dt="2025-06-22T16:16:26.133" v="273" actId="14100"/>
          <ac:cxnSpMkLst>
            <pc:docMk/>
            <pc:sldMk cId="881954608" sldId="2147469619"/>
            <ac:cxnSpMk id="32" creationId="{6C7D531D-FD24-EFEA-7F33-650E25DBD993}"/>
          </ac:cxnSpMkLst>
        </pc:cxnChg>
        <pc:cxnChg chg="add mod">
          <ac:chgData name="Venkataramanan Amirthalingam" userId="4d061ca2-e95c-4cea-aac4-ded24a5cea8d" providerId="ADAL" clId="{161C5E18-A1C4-B84A-BC68-0824860F3C66}" dt="2025-06-22T16:16:48.142" v="306" actId="14100"/>
          <ac:cxnSpMkLst>
            <pc:docMk/>
            <pc:sldMk cId="881954608" sldId="2147469619"/>
            <ac:cxnSpMk id="35" creationId="{ACB7C2E4-CAB7-2B14-C3FD-03E3F8417622}"/>
          </ac:cxnSpMkLst>
        </pc:cxnChg>
      </pc:sldChg>
      <pc:sldChg chg="addSp delSp modSp add mod">
        <pc:chgData name="Venkataramanan Amirthalingam" userId="4d061ca2-e95c-4cea-aac4-ded24a5cea8d" providerId="ADAL" clId="{161C5E18-A1C4-B84A-BC68-0824860F3C66}" dt="2025-06-22T16:31:16.985" v="448" actId="14100"/>
        <pc:sldMkLst>
          <pc:docMk/>
          <pc:sldMk cId="2900509548" sldId="2147469620"/>
        </pc:sldMkLst>
        <pc:spChg chg="del">
          <ac:chgData name="Venkataramanan Amirthalingam" userId="4d061ca2-e95c-4cea-aac4-ded24a5cea8d" providerId="ADAL" clId="{161C5E18-A1C4-B84A-BC68-0824860F3C66}" dt="2025-06-22T16:23:15.642" v="308" actId="478"/>
          <ac:spMkLst>
            <pc:docMk/>
            <pc:sldMk cId="2900509548" sldId="2147469620"/>
            <ac:spMk id="2" creationId="{0ABD2A90-B411-13A9-4CB6-8969C1F91BC4}"/>
          </ac:spMkLst>
        </pc:spChg>
        <pc:spChg chg="del">
          <ac:chgData name="Venkataramanan Amirthalingam" userId="4d061ca2-e95c-4cea-aac4-ded24a5cea8d" providerId="ADAL" clId="{161C5E18-A1C4-B84A-BC68-0824860F3C66}" dt="2025-06-22T16:23:15.642" v="308" actId="478"/>
          <ac:spMkLst>
            <pc:docMk/>
            <pc:sldMk cId="2900509548" sldId="2147469620"/>
            <ac:spMk id="3" creationId="{D0511C79-B122-A8DC-E7D9-5665418CD178}"/>
          </ac:spMkLst>
        </pc:spChg>
        <pc:spChg chg="del">
          <ac:chgData name="Venkataramanan Amirthalingam" userId="4d061ca2-e95c-4cea-aac4-ded24a5cea8d" providerId="ADAL" clId="{161C5E18-A1C4-B84A-BC68-0824860F3C66}" dt="2025-06-22T16:23:15.642" v="308" actId="478"/>
          <ac:spMkLst>
            <pc:docMk/>
            <pc:sldMk cId="2900509548" sldId="2147469620"/>
            <ac:spMk id="4" creationId="{9BEF5A96-14E9-AF0F-B06A-E0DD4505C2F0}"/>
          </ac:spMkLst>
        </pc:spChg>
        <pc:spChg chg="del">
          <ac:chgData name="Venkataramanan Amirthalingam" userId="4d061ca2-e95c-4cea-aac4-ded24a5cea8d" providerId="ADAL" clId="{161C5E18-A1C4-B84A-BC68-0824860F3C66}" dt="2025-06-22T16:23:15.642" v="308" actId="478"/>
          <ac:spMkLst>
            <pc:docMk/>
            <pc:sldMk cId="2900509548" sldId="2147469620"/>
            <ac:spMk id="5" creationId="{0B0F240D-4D21-7CE9-3323-9F7BCF85D5E5}"/>
          </ac:spMkLst>
        </pc:spChg>
        <pc:spChg chg="add mod">
          <ac:chgData name="Venkataramanan Amirthalingam" userId="4d061ca2-e95c-4cea-aac4-ded24a5cea8d" providerId="ADAL" clId="{161C5E18-A1C4-B84A-BC68-0824860F3C66}" dt="2025-06-22T16:31:07.911" v="446" actId="1076"/>
          <ac:spMkLst>
            <pc:docMk/>
            <pc:sldMk cId="2900509548" sldId="2147469620"/>
            <ac:spMk id="6" creationId="{5DA39554-4705-6A79-7EF0-6B89269B6A0F}"/>
          </ac:spMkLst>
        </pc:spChg>
        <pc:spChg chg="add mod">
          <ac:chgData name="Venkataramanan Amirthalingam" userId="4d061ca2-e95c-4cea-aac4-ded24a5cea8d" providerId="ADAL" clId="{161C5E18-A1C4-B84A-BC68-0824860F3C66}" dt="2025-06-22T16:23:43.709" v="322" actId="20577"/>
          <ac:spMkLst>
            <pc:docMk/>
            <pc:sldMk cId="2900509548" sldId="2147469620"/>
            <ac:spMk id="7" creationId="{E235BA01-779B-A30E-933F-4348DA7C9885}"/>
          </ac:spMkLst>
        </pc:spChg>
        <pc:spChg chg="add mod">
          <ac:chgData name="Venkataramanan Amirthalingam" userId="4d061ca2-e95c-4cea-aac4-ded24a5cea8d" providerId="ADAL" clId="{161C5E18-A1C4-B84A-BC68-0824860F3C66}" dt="2025-06-22T16:30:26.098" v="432" actId="404"/>
          <ac:spMkLst>
            <pc:docMk/>
            <pc:sldMk cId="2900509548" sldId="2147469620"/>
            <ac:spMk id="8" creationId="{8FBEB64E-60F2-34EC-06BB-5518B01E3EEC}"/>
          </ac:spMkLst>
        </pc:spChg>
        <pc:spChg chg="add mod">
          <ac:chgData name="Venkataramanan Amirthalingam" userId="4d061ca2-e95c-4cea-aac4-ded24a5cea8d" providerId="ADAL" clId="{161C5E18-A1C4-B84A-BC68-0824860F3C66}" dt="2025-06-22T16:29:16.108" v="379" actId="403"/>
          <ac:spMkLst>
            <pc:docMk/>
            <pc:sldMk cId="2900509548" sldId="2147469620"/>
            <ac:spMk id="14" creationId="{DD7AB35A-F357-9DBD-08D2-093BC045B4FD}"/>
          </ac:spMkLst>
        </pc:spChg>
        <pc:spChg chg="add mod">
          <ac:chgData name="Venkataramanan Amirthalingam" userId="4d061ca2-e95c-4cea-aac4-ded24a5cea8d" providerId="ADAL" clId="{161C5E18-A1C4-B84A-BC68-0824860F3C66}" dt="2025-06-22T16:29:37.210" v="394" actId="14100"/>
          <ac:spMkLst>
            <pc:docMk/>
            <pc:sldMk cId="2900509548" sldId="2147469620"/>
            <ac:spMk id="15" creationId="{5EB8B205-965D-55E1-6B6E-AD48C0EFFCFC}"/>
          </ac:spMkLst>
        </pc:spChg>
        <pc:spChg chg="add mod">
          <ac:chgData name="Venkataramanan Amirthalingam" userId="4d061ca2-e95c-4cea-aac4-ded24a5cea8d" providerId="ADAL" clId="{161C5E18-A1C4-B84A-BC68-0824860F3C66}" dt="2025-06-22T16:30:00.943" v="414" actId="20577"/>
          <ac:spMkLst>
            <pc:docMk/>
            <pc:sldMk cId="2900509548" sldId="2147469620"/>
            <ac:spMk id="19" creationId="{6EBF6071-EA50-4CBD-3465-6BA9B71C9770}"/>
          </ac:spMkLst>
        </pc:spChg>
        <pc:spChg chg="del">
          <ac:chgData name="Venkataramanan Amirthalingam" userId="4d061ca2-e95c-4cea-aac4-ded24a5cea8d" providerId="ADAL" clId="{161C5E18-A1C4-B84A-BC68-0824860F3C66}" dt="2025-06-22T16:23:15.642" v="308" actId="478"/>
          <ac:spMkLst>
            <pc:docMk/>
            <pc:sldMk cId="2900509548" sldId="2147469620"/>
            <ac:spMk id="24" creationId="{3B646464-2B63-7BE2-5F03-8716FF82243C}"/>
          </ac:spMkLst>
        </pc:spChg>
        <pc:spChg chg="add mod">
          <ac:chgData name="Venkataramanan Amirthalingam" userId="4d061ca2-e95c-4cea-aac4-ded24a5cea8d" providerId="ADAL" clId="{161C5E18-A1C4-B84A-BC68-0824860F3C66}" dt="2025-06-22T16:30:54.938" v="441" actId="20577"/>
          <ac:spMkLst>
            <pc:docMk/>
            <pc:sldMk cId="2900509548" sldId="2147469620"/>
            <ac:spMk id="26" creationId="{B6DF4062-8120-0F24-D655-8B61A2B759AF}"/>
          </ac:spMkLst>
        </pc:spChg>
        <pc:spChg chg="del">
          <ac:chgData name="Venkataramanan Amirthalingam" userId="4d061ca2-e95c-4cea-aac4-ded24a5cea8d" providerId="ADAL" clId="{161C5E18-A1C4-B84A-BC68-0824860F3C66}" dt="2025-06-22T16:23:15.642" v="308" actId="478"/>
          <ac:spMkLst>
            <pc:docMk/>
            <pc:sldMk cId="2900509548" sldId="2147469620"/>
            <ac:spMk id="31" creationId="{2E7BAA21-0B65-6AA2-0270-E611C96A3380}"/>
          </ac:spMkLst>
        </pc:spChg>
        <pc:spChg chg="del">
          <ac:chgData name="Venkataramanan Amirthalingam" userId="4d061ca2-e95c-4cea-aac4-ded24a5cea8d" providerId="ADAL" clId="{161C5E18-A1C4-B84A-BC68-0824860F3C66}" dt="2025-06-22T16:23:15.642" v="308" actId="478"/>
          <ac:spMkLst>
            <pc:docMk/>
            <pc:sldMk cId="2900509548" sldId="2147469620"/>
            <ac:spMk id="34" creationId="{44E31F31-4EC1-3644-89FA-396E17809A3C}"/>
          </ac:spMkLst>
        </pc:spChg>
        <pc:cxnChg chg="del mod">
          <ac:chgData name="Venkataramanan Amirthalingam" userId="4d061ca2-e95c-4cea-aac4-ded24a5cea8d" providerId="ADAL" clId="{161C5E18-A1C4-B84A-BC68-0824860F3C66}" dt="2025-06-22T16:23:15.642" v="308" actId="478"/>
          <ac:cxnSpMkLst>
            <pc:docMk/>
            <pc:sldMk cId="2900509548" sldId="2147469620"/>
            <ac:cxnSpMk id="10" creationId="{3F9E0CFE-6831-E870-2883-055519C91A5F}"/>
          </ac:cxnSpMkLst>
        </pc:cxnChg>
        <pc:cxnChg chg="add mod">
          <ac:chgData name="Venkataramanan Amirthalingam" userId="4d061ca2-e95c-4cea-aac4-ded24a5cea8d" providerId="ADAL" clId="{161C5E18-A1C4-B84A-BC68-0824860F3C66}" dt="2025-06-22T16:31:16.985" v="448" actId="14100"/>
          <ac:cxnSpMkLst>
            <pc:docMk/>
            <pc:sldMk cId="2900509548" sldId="2147469620"/>
            <ac:cxnSpMk id="11" creationId="{61121AD7-7B70-60DD-12A4-EEB795DF8671}"/>
          </ac:cxnSpMkLst>
        </pc:cxnChg>
        <pc:cxnChg chg="add mod">
          <ac:chgData name="Venkataramanan Amirthalingam" userId="4d061ca2-e95c-4cea-aac4-ded24a5cea8d" providerId="ADAL" clId="{161C5E18-A1C4-B84A-BC68-0824860F3C66}" dt="2025-06-22T16:29:50.387" v="399" actId="1076"/>
          <ac:cxnSpMkLst>
            <pc:docMk/>
            <pc:sldMk cId="2900509548" sldId="2147469620"/>
            <ac:cxnSpMk id="16" creationId="{7ED08573-B5EA-5A94-F377-E429F0E62294}"/>
          </ac:cxnSpMkLst>
        </pc:cxnChg>
        <pc:cxnChg chg="add mod">
          <ac:chgData name="Venkataramanan Amirthalingam" userId="4d061ca2-e95c-4cea-aac4-ded24a5cea8d" providerId="ADAL" clId="{161C5E18-A1C4-B84A-BC68-0824860F3C66}" dt="2025-06-22T16:31:10.674" v="447" actId="14100"/>
          <ac:cxnSpMkLst>
            <pc:docMk/>
            <pc:sldMk cId="2900509548" sldId="2147469620"/>
            <ac:cxnSpMk id="20" creationId="{31E6B5DB-20A6-B320-1780-9D78C00326E1}"/>
          </ac:cxnSpMkLst>
        </pc:cxnChg>
        <pc:cxnChg chg="add mod">
          <ac:chgData name="Venkataramanan Amirthalingam" userId="4d061ca2-e95c-4cea-aac4-ded24a5cea8d" providerId="ADAL" clId="{161C5E18-A1C4-B84A-BC68-0824860F3C66}" dt="2025-06-22T16:31:03.818" v="445" actId="14100"/>
          <ac:cxnSpMkLst>
            <pc:docMk/>
            <pc:sldMk cId="2900509548" sldId="2147469620"/>
            <ac:cxnSpMk id="23" creationId="{134075CB-6C4C-2278-A09B-785D28553606}"/>
          </ac:cxnSpMkLst>
        </pc:cxnChg>
        <pc:cxnChg chg="add mod">
          <ac:chgData name="Venkataramanan Amirthalingam" userId="4d061ca2-e95c-4cea-aac4-ded24a5cea8d" providerId="ADAL" clId="{161C5E18-A1C4-B84A-BC68-0824860F3C66}" dt="2025-06-22T16:31:01.629" v="444" actId="14100"/>
          <ac:cxnSpMkLst>
            <pc:docMk/>
            <pc:sldMk cId="2900509548" sldId="2147469620"/>
            <ac:cxnSpMk id="27" creationId="{3B97E117-FB9F-F37B-B846-C6B8854D6614}"/>
          </ac:cxnSpMkLst>
        </pc:cxnChg>
        <pc:cxnChg chg="del mod">
          <ac:chgData name="Venkataramanan Amirthalingam" userId="4d061ca2-e95c-4cea-aac4-ded24a5cea8d" providerId="ADAL" clId="{161C5E18-A1C4-B84A-BC68-0824860F3C66}" dt="2025-06-22T16:23:15.642" v="308" actId="478"/>
          <ac:cxnSpMkLst>
            <pc:docMk/>
            <pc:sldMk cId="2900509548" sldId="2147469620"/>
            <ac:cxnSpMk id="32" creationId="{177255C5-7C3A-507D-84F8-FA8308F9B67F}"/>
          </ac:cxnSpMkLst>
        </pc:cxnChg>
        <pc:cxnChg chg="del mod">
          <ac:chgData name="Venkataramanan Amirthalingam" userId="4d061ca2-e95c-4cea-aac4-ded24a5cea8d" providerId="ADAL" clId="{161C5E18-A1C4-B84A-BC68-0824860F3C66}" dt="2025-06-22T16:23:15.642" v="308" actId="478"/>
          <ac:cxnSpMkLst>
            <pc:docMk/>
            <pc:sldMk cId="2900509548" sldId="2147469620"/>
            <ac:cxnSpMk id="35" creationId="{76F50CE8-BDFF-1FC9-F18E-56BEB190B5C6}"/>
          </ac:cxnSpMkLst>
        </pc:cxnChg>
      </pc:sldChg>
      <pc:sldChg chg="addSp delSp modSp add mod">
        <pc:chgData name="Venkataramanan Amirthalingam" userId="4d061ca2-e95c-4cea-aac4-ded24a5cea8d" providerId="ADAL" clId="{161C5E18-A1C4-B84A-BC68-0824860F3C66}" dt="2025-06-22T16:47:39.071" v="553" actId="13926"/>
        <pc:sldMkLst>
          <pc:docMk/>
          <pc:sldMk cId="439544291" sldId="2147469621"/>
        </pc:sldMkLst>
        <pc:spChg chg="add mod">
          <ac:chgData name="Venkataramanan Amirthalingam" userId="4d061ca2-e95c-4cea-aac4-ded24a5cea8d" providerId="ADAL" clId="{161C5E18-A1C4-B84A-BC68-0824860F3C66}" dt="2025-06-22T16:46:06.191" v="538" actId="20577"/>
          <ac:spMkLst>
            <pc:docMk/>
            <pc:sldMk cId="439544291" sldId="2147469621"/>
            <ac:spMk id="2" creationId="{F52319E4-1868-73F1-6A39-C3F63D3A728A}"/>
          </ac:spMkLst>
        </pc:spChg>
        <pc:spChg chg="add mod">
          <ac:chgData name="Venkataramanan Amirthalingam" userId="4d061ca2-e95c-4cea-aac4-ded24a5cea8d" providerId="ADAL" clId="{161C5E18-A1C4-B84A-BC68-0824860F3C66}" dt="2025-06-22T16:47:39.071" v="553" actId="13926"/>
          <ac:spMkLst>
            <pc:docMk/>
            <pc:sldMk cId="439544291" sldId="2147469621"/>
            <ac:spMk id="3" creationId="{8F013DC4-656F-1988-EF62-4E58DC64E654}"/>
          </ac:spMkLst>
        </pc:spChg>
        <pc:spChg chg="add mod">
          <ac:chgData name="Venkataramanan Amirthalingam" userId="4d061ca2-e95c-4cea-aac4-ded24a5cea8d" providerId="ADAL" clId="{161C5E18-A1C4-B84A-BC68-0824860F3C66}" dt="2025-06-22T16:46:19.614" v="552" actId="20577"/>
          <ac:spMkLst>
            <pc:docMk/>
            <pc:sldMk cId="439544291" sldId="2147469621"/>
            <ac:spMk id="4" creationId="{68720AE5-6819-5638-9309-FC38B7414112}"/>
          </ac:spMkLst>
        </pc:spChg>
        <pc:spChg chg="add mod">
          <ac:chgData name="Venkataramanan Amirthalingam" userId="4d061ca2-e95c-4cea-aac4-ded24a5cea8d" providerId="ADAL" clId="{161C5E18-A1C4-B84A-BC68-0824860F3C66}" dt="2025-06-22T16:41:51.062" v="506" actId="14100"/>
          <ac:spMkLst>
            <pc:docMk/>
            <pc:sldMk cId="439544291" sldId="2147469621"/>
            <ac:spMk id="5" creationId="{77D11023-F734-E9AA-2C36-289A10917825}"/>
          </ac:spMkLst>
        </pc:spChg>
        <pc:spChg chg="del">
          <ac:chgData name="Venkataramanan Amirthalingam" userId="4d061ca2-e95c-4cea-aac4-ded24a5cea8d" providerId="ADAL" clId="{161C5E18-A1C4-B84A-BC68-0824860F3C66}" dt="2025-06-22T16:40:27.537" v="450" actId="478"/>
          <ac:spMkLst>
            <pc:docMk/>
            <pc:sldMk cId="439544291" sldId="2147469621"/>
            <ac:spMk id="6" creationId="{5A0DFBA4-266E-1E7B-F173-C4316DB5E47A}"/>
          </ac:spMkLst>
        </pc:spChg>
        <pc:spChg chg="del">
          <ac:chgData name="Venkataramanan Amirthalingam" userId="4d061ca2-e95c-4cea-aac4-ded24a5cea8d" providerId="ADAL" clId="{161C5E18-A1C4-B84A-BC68-0824860F3C66}" dt="2025-06-22T16:40:27.537" v="450" actId="478"/>
          <ac:spMkLst>
            <pc:docMk/>
            <pc:sldMk cId="439544291" sldId="2147469621"/>
            <ac:spMk id="7" creationId="{301A0617-F55C-5D41-FC73-A3F59030D36D}"/>
          </ac:spMkLst>
        </pc:spChg>
        <pc:spChg chg="del">
          <ac:chgData name="Venkataramanan Amirthalingam" userId="4d061ca2-e95c-4cea-aac4-ded24a5cea8d" providerId="ADAL" clId="{161C5E18-A1C4-B84A-BC68-0824860F3C66}" dt="2025-06-22T16:40:27.537" v="450" actId="478"/>
          <ac:spMkLst>
            <pc:docMk/>
            <pc:sldMk cId="439544291" sldId="2147469621"/>
            <ac:spMk id="8" creationId="{46FBC51F-4B73-37DF-35CF-DB262DE23DEF}"/>
          </ac:spMkLst>
        </pc:spChg>
        <pc:spChg chg="add mod">
          <ac:chgData name="Venkataramanan Amirthalingam" userId="4d061ca2-e95c-4cea-aac4-ded24a5cea8d" providerId="ADAL" clId="{161C5E18-A1C4-B84A-BC68-0824860F3C66}" dt="2025-06-22T16:43:42.779" v="524" actId="14100"/>
          <ac:spMkLst>
            <pc:docMk/>
            <pc:sldMk cId="439544291" sldId="2147469621"/>
            <ac:spMk id="9" creationId="{F027AFF4-6552-D55B-5173-C9BF15006D4B}"/>
          </ac:spMkLst>
        </pc:spChg>
        <pc:spChg chg="add mod">
          <ac:chgData name="Venkataramanan Amirthalingam" userId="4d061ca2-e95c-4cea-aac4-ded24a5cea8d" providerId="ADAL" clId="{161C5E18-A1C4-B84A-BC68-0824860F3C66}" dt="2025-06-22T16:43:26.082" v="516" actId="14100"/>
          <ac:spMkLst>
            <pc:docMk/>
            <pc:sldMk cId="439544291" sldId="2147469621"/>
            <ac:spMk id="10" creationId="{BED86D68-D420-992D-EAFF-408861E75A1A}"/>
          </ac:spMkLst>
        </pc:spChg>
        <pc:spChg chg="del">
          <ac:chgData name="Venkataramanan Amirthalingam" userId="4d061ca2-e95c-4cea-aac4-ded24a5cea8d" providerId="ADAL" clId="{161C5E18-A1C4-B84A-BC68-0824860F3C66}" dt="2025-06-22T16:40:27.537" v="450" actId="478"/>
          <ac:spMkLst>
            <pc:docMk/>
            <pc:sldMk cId="439544291" sldId="2147469621"/>
            <ac:spMk id="14" creationId="{670F32F6-6210-9283-5C79-A76AD939F5C0}"/>
          </ac:spMkLst>
        </pc:spChg>
        <pc:spChg chg="del">
          <ac:chgData name="Venkataramanan Amirthalingam" userId="4d061ca2-e95c-4cea-aac4-ded24a5cea8d" providerId="ADAL" clId="{161C5E18-A1C4-B84A-BC68-0824860F3C66}" dt="2025-06-22T16:40:27.537" v="450" actId="478"/>
          <ac:spMkLst>
            <pc:docMk/>
            <pc:sldMk cId="439544291" sldId="2147469621"/>
            <ac:spMk id="15" creationId="{4700AC42-18CF-4DD4-2535-1A2624F49D27}"/>
          </ac:spMkLst>
        </pc:spChg>
        <pc:spChg chg="del">
          <ac:chgData name="Venkataramanan Amirthalingam" userId="4d061ca2-e95c-4cea-aac4-ded24a5cea8d" providerId="ADAL" clId="{161C5E18-A1C4-B84A-BC68-0824860F3C66}" dt="2025-06-22T16:40:27.537" v="450" actId="478"/>
          <ac:spMkLst>
            <pc:docMk/>
            <pc:sldMk cId="439544291" sldId="2147469621"/>
            <ac:spMk id="19" creationId="{03AB8D4C-C80B-75D6-82D7-AC9AE6654B81}"/>
          </ac:spMkLst>
        </pc:spChg>
        <pc:spChg chg="del">
          <ac:chgData name="Venkataramanan Amirthalingam" userId="4d061ca2-e95c-4cea-aac4-ded24a5cea8d" providerId="ADAL" clId="{161C5E18-A1C4-B84A-BC68-0824860F3C66}" dt="2025-06-22T16:40:27.537" v="450" actId="478"/>
          <ac:spMkLst>
            <pc:docMk/>
            <pc:sldMk cId="439544291" sldId="2147469621"/>
            <ac:spMk id="26" creationId="{7F5ED998-BE1D-96CC-4A66-DA43BB97A1C0}"/>
          </ac:spMkLst>
        </pc:spChg>
        <pc:cxnChg chg="del mod">
          <ac:chgData name="Venkataramanan Amirthalingam" userId="4d061ca2-e95c-4cea-aac4-ded24a5cea8d" providerId="ADAL" clId="{161C5E18-A1C4-B84A-BC68-0824860F3C66}" dt="2025-06-22T16:40:27.537" v="450" actId="478"/>
          <ac:cxnSpMkLst>
            <pc:docMk/>
            <pc:sldMk cId="439544291" sldId="2147469621"/>
            <ac:cxnSpMk id="11" creationId="{EC598E87-9B5E-EF83-43A9-C16D66B528CE}"/>
          </ac:cxnSpMkLst>
        </pc:cxnChg>
        <pc:cxnChg chg="del mod">
          <ac:chgData name="Venkataramanan Amirthalingam" userId="4d061ca2-e95c-4cea-aac4-ded24a5cea8d" providerId="ADAL" clId="{161C5E18-A1C4-B84A-BC68-0824860F3C66}" dt="2025-06-22T16:40:27.537" v="450" actId="478"/>
          <ac:cxnSpMkLst>
            <pc:docMk/>
            <pc:sldMk cId="439544291" sldId="2147469621"/>
            <ac:cxnSpMk id="20" creationId="{0358790C-F66F-7EE9-2E06-17CA7937178F}"/>
          </ac:cxnSpMkLst>
        </pc:cxnChg>
        <pc:cxnChg chg="del mod">
          <ac:chgData name="Venkataramanan Amirthalingam" userId="4d061ca2-e95c-4cea-aac4-ded24a5cea8d" providerId="ADAL" clId="{161C5E18-A1C4-B84A-BC68-0824860F3C66}" dt="2025-06-22T16:40:27.537" v="450" actId="478"/>
          <ac:cxnSpMkLst>
            <pc:docMk/>
            <pc:sldMk cId="439544291" sldId="2147469621"/>
            <ac:cxnSpMk id="23" creationId="{6C0910BE-1EA5-58F6-4673-BEBC3A0639BD}"/>
          </ac:cxnSpMkLst>
        </pc:cxn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30:notes"/>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5" name="Google Shape;485;p3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991003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Introduction and Speaker">
    <p:spTree>
      <p:nvGrpSpPr>
        <p:cNvPr id="1" name=""/>
        <p:cNvGrpSpPr/>
        <p:nvPr/>
      </p:nvGrpSpPr>
      <p:grpSpPr>
        <a:xfrm>
          <a:off x="0" y="0"/>
          <a:ext cx="0" cy="0"/>
          <a:chOff x="0" y="0"/>
          <a:chExt cx="0" cy="0"/>
        </a:xfrm>
      </p:grpSpPr>
      <p:sp>
        <p:nvSpPr>
          <p:cNvPr id="7" name="Title 1"/>
          <p:cNvSpPr>
            <a:spLocks noGrp="1"/>
          </p:cNvSpPr>
          <p:nvPr>
            <p:ph type="title" hasCustomPrompt="1"/>
          </p:nvPr>
        </p:nvSpPr>
        <p:spPr>
          <a:xfrm>
            <a:off x="493295" y="2535606"/>
            <a:ext cx="11143910"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a:t>Module Title</a:t>
            </a:r>
          </a:p>
        </p:txBody>
      </p:sp>
      <p:sp>
        <p:nvSpPr>
          <p:cNvPr id="14" name="Content Placeholder 2"/>
          <p:cNvSpPr>
            <a:spLocks noGrp="1"/>
          </p:cNvSpPr>
          <p:nvPr>
            <p:ph sz="half" idx="1" hasCustomPrompt="1"/>
          </p:nvPr>
        </p:nvSpPr>
        <p:spPr>
          <a:xfrm>
            <a:off x="2646866" y="3545457"/>
            <a:ext cx="6026871" cy="533139"/>
          </a:xfrm>
          <a:prstGeom prst="rect">
            <a:avLst/>
          </a:prstGeom>
        </p:spPr>
        <p:txBody>
          <a:bodyPr lIns="91440">
            <a:normAutofit/>
          </a:bodyPr>
          <a:lstStyle>
            <a:lvl1pPr marL="0" indent="0">
              <a:buFont typeface="Arial" panose="020B0604020202020204" pitchFamily="34" charset="0"/>
              <a:buNone/>
              <a:defRPr sz="2800">
                <a:solidFill>
                  <a:srgbClr val="00F0EA"/>
                </a:solidFill>
                <a:latin typeface="+mj-lt"/>
                <a:ea typeface="Roboto Light" panose="02000000000000000000" pitchFamily="2" charset="0"/>
              </a:defRPr>
            </a:lvl1pPr>
          </a:lstStyle>
          <a:p>
            <a:pPr lvl="0"/>
            <a:r>
              <a:rPr lang="en-US"/>
              <a:t>Speaker Name</a:t>
            </a:r>
          </a:p>
        </p:txBody>
      </p:sp>
      <p:sp>
        <p:nvSpPr>
          <p:cNvPr id="15" name="Content Placeholder 2"/>
          <p:cNvSpPr>
            <a:spLocks noGrp="1"/>
          </p:cNvSpPr>
          <p:nvPr>
            <p:ph sz="half" idx="10" hasCustomPrompt="1"/>
          </p:nvPr>
        </p:nvSpPr>
        <p:spPr>
          <a:xfrm>
            <a:off x="2646866" y="4195390"/>
            <a:ext cx="6026871" cy="738664"/>
          </a:xfrm>
          <a:prstGeom prst="rect">
            <a:avLst/>
          </a:prstGeom>
        </p:spPr>
        <p:txBody>
          <a:bodyPr lIns="91440">
            <a:normAutofit/>
          </a:bodyPr>
          <a:lstStyle>
            <a:lvl1pPr marL="0" indent="0">
              <a:buFont typeface="Arial" panose="020B0604020202020204" pitchFamily="34" charset="0"/>
              <a:buNone/>
              <a:defRPr sz="24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a:t>Designation</a:t>
            </a:r>
          </a:p>
        </p:txBody>
      </p:sp>
      <p:sp>
        <p:nvSpPr>
          <p:cNvPr id="16" name="Content Placeholder 2"/>
          <p:cNvSpPr>
            <a:spLocks noGrp="1"/>
          </p:cNvSpPr>
          <p:nvPr>
            <p:ph sz="half" idx="11" hasCustomPrompt="1"/>
          </p:nvPr>
        </p:nvSpPr>
        <p:spPr>
          <a:xfrm>
            <a:off x="493295" y="3446463"/>
            <a:ext cx="1975585" cy="1586663"/>
          </a:xfrm>
          <a:prstGeom prst="rect">
            <a:avLst/>
          </a:prstGeom>
        </p:spPr>
        <p:txBody>
          <a:bodyPr lIns="91440">
            <a:normAutofit/>
          </a:bodyPr>
          <a:lstStyle>
            <a:lvl1pPr marL="0" indent="0" algn="ctr">
              <a:buFont typeface="Arial" panose="020B0604020202020204" pitchFamily="34" charset="0"/>
              <a:buNone/>
              <a:defRPr sz="20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a:t>Photo</a:t>
            </a:r>
          </a:p>
        </p:txBody>
      </p:sp>
      <p:cxnSp>
        <p:nvCxnSpPr>
          <p:cNvPr id="18" name="Straight Connector 17"/>
          <p:cNvCxnSpPr>
            <a:cxnSpLocks/>
          </p:cNvCxnSpPr>
          <p:nvPr/>
        </p:nvCxnSpPr>
        <p:spPr>
          <a:xfrm>
            <a:off x="2658569" y="4127748"/>
            <a:ext cx="8978636"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570543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16">
                                            <p:txEl>
                                              <p:pRg st="0" end="0"/>
                                            </p:txEl>
                                          </p:spTgt>
                                        </p:tgtEl>
                                        <p:attrNameLst>
                                          <p:attrName>style.visibility</p:attrName>
                                        </p:attrNameLst>
                                      </p:cBhvr>
                                      <p:to>
                                        <p:strVal val="visible"/>
                                      </p:to>
                                    </p:set>
                                    <p:animEffect transition="in" filter="fade">
                                      <p:cBhvr>
                                        <p:cTn id="12" dur="500"/>
                                        <p:tgtEl>
                                          <p:spTgt spid="16">
                                            <p:txEl>
                                              <p:pRg st="0" end="0"/>
                                            </p:txEl>
                                          </p:spTgt>
                                        </p:tgtEl>
                                      </p:cBhvr>
                                    </p:animEffect>
                                  </p:childTnLst>
                                </p:cTn>
                              </p:par>
                            </p:childTnLst>
                          </p:cTn>
                        </p:par>
                        <p:par>
                          <p:cTn id="13" fill="hold">
                            <p:stCondLst>
                              <p:cond delay="500"/>
                            </p:stCondLst>
                            <p:childTnLst>
                              <p:par>
                                <p:cTn id="14" presetID="10" presetClass="entr" presetSubtype="0" fill="hold" grpId="0" nodeType="afterEffect">
                                  <p:stCondLst>
                                    <p:cond delay="0"/>
                                  </p:stCondLst>
                                  <p:childTnLst>
                                    <p:set>
                                      <p:cBhvr>
                                        <p:cTn id="15" dur="1" fill="hold">
                                          <p:stCondLst>
                                            <p:cond delay="0"/>
                                          </p:stCondLst>
                                        </p:cTn>
                                        <p:tgtEl>
                                          <p:spTgt spid="14">
                                            <p:txEl>
                                              <p:pRg st="0" end="0"/>
                                            </p:txEl>
                                          </p:spTgt>
                                        </p:tgtEl>
                                        <p:attrNameLst>
                                          <p:attrName>style.visibility</p:attrName>
                                        </p:attrNameLst>
                                      </p:cBhvr>
                                      <p:to>
                                        <p:strVal val="visible"/>
                                      </p:to>
                                    </p:set>
                                    <p:animEffect transition="in" filter="fade">
                                      <p:cBhvr>
                                        <p:cTn id="16" dur="500"/>
                                        <p:tgtEl>
                                          <p:spTgt spid="14">
                                            <p:txEl>
                                              <p:pRg st="0" end="0"/>
                                            </p:txEl>
                                          </p:spTgt>
                                        </p:tgtEl>
                                      </p:cBhvr>
                                    </p:animEffect>
                                  </p:childTnLst>
                                </p:cTn>
                              </p:par>
                            </p:childTnLst>
                          </p:cTn>
                        </p:par>
                        <p:par>
                          <p:cTn id="17" fill="hold">
                            <p:stCondLst>
                              <p:cond delay="1000"/>
                            </p:stCondLst>
                            <p:childTnLst>
                              <p:par>
                                <p:cTn id="18" presetID="10" presetClass="entr" presetSubtype="0" fill="hold" nodeType="afterEffect">
                                  <p:stCondLst>
                                    <p:cond delay="0"/>
                                  </p:stCondLst>
                                  <p:childTnLst>
                                    <p:set>
                                      <p:cBhvr>
                                        <p:cTn id="19" dur="1" fill="hold">
                                          <p:stCondLst>
                                            <p:cond delay="0"/>
                                          </p:stCondLst>
                                        </p:cTn>
                                        <p:tgtEl>
                                          <p:spTgt spid="18"/>
                                        </p:tgtEl>
                                        <p:attrNameLst>
                                          <p:attrName>style.visibility</p:attrName>
                                        </p:attrNameLst>
                                      </p:cBhvr>
                                      <p:to>
                                        <p:strVal val="visible"/>
                                      </p:to>
                                    </p:set>
                                    <p:animEffect transition="in" filter="fade">
                                      <p:cBhvr>
                                        <p:cTn id="20" dur="500"/>
                                        <p:tgtEl>
                                          <p:spTgt spid="18"/>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5">
                                            <p:txEl>
                                              <p:pRg st="0" end="0"/>
                                            </p:txEl>
                                          </p:spTgt>
                                        </p:tgtEl>
                                        <p:attrNameLst>
                                          <p:attrName>style.visibility</p:attrName>
                                        </p:attrNameLst>
                                      </p:cBhvr>
                                      <p:to>
                                        <p:strVal val="visible"/>
                                      </p:to>
                                    </p:set>
                                    <p:animEffect transition="in" filter="fade">
                                      <p:cBhvr>
                                        <p:cTn id="23" dur="500"/>
                                        <p:tgtEl>
                                          <p:spTgt spid="1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4" grpId="0" build="p">
        <p:tmplLst>
          <p:tmpl lvl="1">
            <p:tnLst>
              <p:par>
                <p:cTn presetID="10" presetClass="entr" presetSubtype="0" fill="hold" nodeType="afterEffect">
                  <p:stCondLst>
                    <p:cond delay="0"/>
                  </p:stCondLst>
                  <p:childTnLst>
                    <p:set>
                      <p:cBhvr>
                        <p:cTn dur="1" fill="hold">
                          <p:stCondLst>
                            <p:cond delay="0"/>
                          </p:stCondLst>
                        </p:cTn>
                        <p:tgtEl>
                          <p:spTgt spid="14"/>
                        </p:tgtEl>
                        <p:attrNameLst>
                          <p:attrName>style.visibility</p:attrName>
                        </p:attrNameLst>
                      </p:cBhvr>
                      <p:to>
                        <p:strVal val="visible"/>
                      </p:to>
                    </p:set>
                    <p:animEffect transition="in" filter="fade">
                      <p:cBhvr>
                        <p:cTn dur="500"/>
                        <p:tgtEl>
                          <p:spTgt spid="14"/>
                        </p:tgtEl>
                      </p:cBhvr>
                    </p:animEffect>
                  </p:childTnLst>
                </p:cTn>
              </p:par>
            </p:tnLst>
          </p:tmpl>
        </p:tmplLst>
      </p:bldP>
      <p:bldP spid="15" grpId="0" build="p">
        <p:tmplLst>
          <p:tmpl lvl="1">
            <p:tnLst>
              <p:par>
                <p:cTn presetID="10" presetClass="entr" presetSubtype="0" fill="hold" nodeType="withEffect">
                  <p:stCondLst>
                    <p:cond delay="0"/>
                  </p:stCondLst>
                  <p:childTnLst>
                    <p:set>
                      <p:cBhvr>
                        <p:cTn dur="1" fill="hold">
                          <p:stCondLst>
                            <p:cond delay="0"/>
                          </p:stCondLst>
                        </p:cTn>
                        <p:tgtEl>
                          <p:spTgt spid="15"/>
                        </p:tgtEl>
                        <p:attrNameLst>
                          <p:attrName>style.visibility</p:attrName>
                        </p:attrNameLst>
                      </p:cBhvr>
                      <p:to>
                        <p:strVal val="visible"/>
                      </p:to>
                    </p:set>
                    <p:animEffect transition="in" filter="fade">
                      <p:cBhvr>
                        <p:cTn dur="500"/>
                        <p:tgtEl>
                          <p:spTgt spid="15"/>
                        </p:tgtEl>
                      </p:cBhvr>
                    </p:animEffect>
                  </p:childTnLst>
                </p:cTn>
              </p:par>
            </p:tnLst>
          </p:tmpl>
        </p:tmplLst>
      </p:bldP>
      <p:bldP spid="16" grpId="0" uiExpand="1" build="p">
        <p:tmplLst>
          <p:tmpl lvl="1">
            <p:tnLst>
              <p:par>
                <p:cTn presetID="10" presetClass="entr" presetSubtype="0" fill="hold" nodeType="clickEffect">
                  <p:stCondLst>
                    <p:cond delay="0"/>
                  </p:stCondLst>
                  <p:childTnLst>
                    <p:set>
                      <p:cBhvr>
                        <p:cTn dur="1" fill="hold">
                          <p:stCondLst>
                            <p:cond delay="0"/>
                          </p:stCondLst>
                        </p:cTn>
                        <p:tgtEl>
                          <p:spTgt spid="16"/>
                        </p:tgtEl>
                        <p:attrNameLst>
                          <p:attrName>style.visibility</p:attrName>
                        </p:attrNameLst>
                      </p:cBhvr>
                      <p:to>
                        <p:strVal val="visible"/>
                      </p:to>
                    </p:set>
                    <p:animEffect transition="in" filter="fade">
                      <p:cBhvr>
                        <p:cTn dur="500"/>
                        <p:tgtEl>
                          <p:spTgt spid="16"/>
                        </p:tgtEl>
                      </p:cBhvr>
                    </p:animEffect>
                  </p:childTnLst>
                </p:cTn>
              </p:par>
            </p:tnLst>
          </p:tmpl>
        </p:tmplLst>
      </p:bldP>
    </p:bldLst>
  </p:timing>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Agenda_Conten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41340BAD-F134-4A9B-BB47-F01A0DB9BE57}"/>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a:solidFill>
                <a:srgbClr val="3B2E58"/>
              </a:solidFill>
              <a:ea typeface="Segoe UI" pitchFamily="34" charset="0"/>
              <a:cs typeface="Segoe UI" pitchFamily="34" charset="0"/>
            </a:endParaRPr>
          </a:p>
        </p:txBody>
      </p:sp>
      <p:cxnSp>
        <p:nvCxnSpPr>
          <p:cNvPr id="5" name="Straight Connector 4">
            <a:extLst>
              <a:ext uri="{FF2B5EF4-FFF2-40B4-BE49-F238E27FC236}">
                <a16:creationId xmlns:a16="http://schemas.microsoft.com/office/drawing/2014/main" id="{8CBB1D18-B779-46CB-8922-58A7E189328F}"/>
              </a:ext>
            </a:extLst>
          </p:cNvPr>
          <p:cNvCxnSpPr>
            <a:cxnSpLocks/>
          </p:cNvCxnSpPr>
          <p:nvPr/>
        </p:nvCxnSpPr>
        <p:spPr>
          <a:xfrm>
            <a:off x="526819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2C1690B5-E6B0-489E-9947-42FF8A998CB2}"/>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4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sz="2000">
                <a:solidFill>
                  <a:schemeClr val="tx2">
                    <a:lumMod val="10000"/>
                    <a:lumOff val="90000"/>
                  </a:schemeClr>
                </a:solidFill>
              </a:defRPr>
            </a:lvl2pPr>
            <a:lvl3pPr>
              <a:buClr>
                <a:schemeClr val="tx2">
                  <a:lumMod val="10000"/>
                  <a:lumOff val="90000"/>
                </a:schemeClr>
              </a:buClr>
              <a:defRPr sz="1800">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
        <p:nvSpPr>
          <p:cNvPr id="8" name="Content Placeholder 2">
            <a:extLst>
              <a:ext uri="{FF2B5EF4-FFF2-40B4-BE49-F238E27FC236}">
                <a16:creationId xmlns:a16="http://schemas.microsoft.com/office/drawing/2014/main" id="{58F43BE9-EBA0-4400-9E48-87F01782F126}"/>
              </a:ext>
            </a:extLst>
          </p:cNvPr>
          <p:cNvSpPr>
            <a:spLocks noGrp="1"/>
          </p:cNvSpPr>
          <p:nvPr>
            <p:ph sz="half" idx="10" hasCustomPrompt="1"/>
          </p:nvPr>
        </p:nvSpPr>
        <p:spPr>
          <a:xfrm>
            <a:off x="5719316" y="422699"/>
            <a:ext cx="6098865" cy="552091"/>
          </a:xfrm>
          <a:prstGeom prst="rect">
            <a:avLst/>
          </a:prstGeom>
        </p:spPr>
        <p:txBody>
          <a:bodyPr lIns="91440">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sp>
        <p:nvSpPr>
          <p:cNvPr id="9" name="Title 1">
            <a:extLst>
              <a:ext uri="{FF2B5EF4-FFF2-40B4-BE49-F238E27FC236}">
                <a16:creationId xmlns:a16="http://schemas.microsoft.com/office/drawing/2014/main" id="{F4755BF9-73C5-D8AB-816C-90E629949EC7}"/>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a:t>Heading Text</a:t>
            </a:r>
          </a:p>
        </p:txBody>
      </p:sp>
      <p:pic>
        <p:nvPicPr>
          <p:cNvPr id="4" name="Picture 3" descr="A black and white logo&#10;&#10;Description automatically generated">
            <a:extLst>
              <a:ext uri="{FF2B5EF4-FFF2-40B4-BE49-F238E27FC236}">
                <a16:creationId xmlns:a16="http://schemas.microsoft.com/office/drawing/2014/main" id="{2403F204-1D2A-936B-B63A-B88F4147509A}"/>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112070222"/>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P spid="9" grpId="0"/>
    </p:bldLst>
  </p:timing>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ading and Content">
    <p:spTree>
      <p:nvGrpSpPr>
        <p:cNvPr id="1" name=""/>
        <p:cNvGrpSpPr/>
        <p:nvPr/>
      </p:nvGrpSpPr>
      <p:grpSpPr>
        <a:xfrm>
          <a:off x="0" y="0"/>
          <a:ext cx="0" cy="0"/>
          <a:chOff x="0" y="0"/>
          <a:chExt cx="0" cy="0"/>
        </a:xfrm>
      </p:grpSpPr>
      <p:sp>
        <p:nvSpPr>
          <p:cNvPr id="3" name="Content Placeholder 2"/>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Tx/>
              <a:defRPr>
                <a:solidFill>
                  <a:schemeClr val="tx2">
                    <a:lumMod val="10000"/>
                    <a:lumOff val="90000"/>
                  </a:schemeClr>
                </a:solidFill>
              </a:defRPr>
            </a:lvl2pPr>
            <a:lvl3pPr>
              <a:buClrTx/>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
        <p:nvSpPr>
          <p:cNvPr id="20" name="Content Placeholder 2"/>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101259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ouble Heading and Content">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0F0EA"/>
                </a:solidFill>
                <a:latin typeface="+mj-lt"/>
                <a:ea typeface="Roboto Light" panose="02000000000000000000" pitchFamily="2" charset="0"/>
              </a:defRPr>
            </a:lvl1pPr>
          </a:lstStyle>
          <a:p>
            <a:pPr lvl="0"/>
            <a:r>
              <a:rPr lang="en-US"/>
              <a:t>Two Lines</a:t>
            </a:r>
          </a:p>
          <a:p>
            <a:pPr lvl="0"/>
            <a:r>
              <a:rPr lang="en-US"/>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0144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Heading and 50X50 Content">
    <p:spTree>
      <p:nvGrpSpPr>
        <p:cNvPr id="1" name=""/>
        <p:cNvGrpSpPr/>
        <p:nvPr/>
      </p:nvGrpSpPr>
      <p:grpSpPr>
        <a:xfrm>
          <a:off x="0" y="0"/>
          <a:ext cx="0" cy="0"/>
          <a:chOff x="0" y="0"/>
          <a:chExt cx="0" cy="0"/>
        </a:xfrm>
      </p:grpSpPr>
      <p:sp>
        <p:nvSpPr>
          <p:cNvPr id="6" name="Content Placeholder 2">
            <a:extLst>
              <a:ext uri="{FF2B5EF4-FFF2-40B4-BE49-F238E27FC236}">
                <a16:creationId xmlns:a16="http://schemas.microsoft.com/office/drawing/2014/main" id="{E96A12E5-B765-A316-598E-79FCC3546E58}"/>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cxnSp>
        <p:nvCxnSpPr>
          <p:cNvPr id="7" name="Straight Connector 6">
            <a:extLst>
              <a:ext uri="{FF2B5EF4-FFF2-40B4-BE49-F238E27FC236}">
                <a16:creationId xmlns:a16="http://schemas.microsoft.com/office/drawing/2014/main" id="{73C33269-C4E9-ECDC-EFF1-00EDC8F021B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9" name="Content Placeholder 2">
            <a:extLst>
              <a:ext uri="{FF2B5EF4-FFF2-40B4-BE49-F238E27FC236}">
                <a16:creationId xmlns:a16="http://schemas.microsoft.com/office/drawing/2014/main" id="{960ABE32-DEB1-638B-DBEF-113B4466A218}"/>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
        <p:nvSpPr>
          <p:cNvPr id="10" name="Content Placeholder 2">
            <a:extLst>
              <a:ext uri="{FF2B5EF4-FFF2-40B4-BE49-F238E27FC236}">
                <a16:creationId xmlns:a16="http://schemas.microsoft.com/office/drawing/2014/main" id="{2CB300AE-1402-CDA0-A938-939F32869FB8}"/>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Tree>
    <p:extLst>
      <p:ext uri="{BB962C8B-B14F-4D97-AF65-F5344CB8AC3E}">
        <p14:creationId xmlns:p14="http://schemas.microsoft.com/office/powerpoint/2010/main" val="2210298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tmplLst>
          <p:tmpl lvl="1">
            <p:tnLst>
              <p:par>
                <p:cTn presetID="10" presetClass="entr" presetSubtype="0" fill="hold" nodeType="withEffect">
                  <p:stCondLst>
                    <p:cond delay="0"/>
                  </p:stCondLst>
                  <p:childTnLst>
                    <p:set>
                      <p:cBhvr>
                        <p:cTn dur="1" fill="hold">
                          <p:stCondLst>
                            <p:cond delay="0"/>
                          </p:stCondLst>
                        </p:cTn>
                        <p:tgtEl>
                          <p:spTgt spid="6"/>
                        </p:tgtEl>
                        <p:attrNameLst>
                          <p:attrName>style.visibility</p:attrName>
                        </p:attrNameLst>
                      </p:cBhvr>
                      <p:to>
                        <p:strVal val="visible"/>
                      </p:to>
                    </p:set>
                    <p:animEffect transition="in" filter="fade">
                      <p:cBhvr>
                        <p:cTn dur="500"/>
                        <p:tgtEl>
                          <p:spTgt spid="6"/>
                        </p:tgtEl>
                      </p:cBhvr>
                    </p:animEffect>
                  </p:childTnLst>
                </p:cTn>
              </p:par>
            </p:tnLst>
          </p:tmpl>
        </p:tmplLst>
      </p:bldP>
    </p:bldLst>
  </p:timing>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Heading and Comparison">
    <p:spTree>
      <p:nvGrpSpPr>
        <p:cNvPr id="1" name=""/>
        <p:cNvGrpSpPr/>
        <p:nvPr/>
      </p:nvGrpSpPr>
      <p:grpSpPr>
        <a:xfrm>
          <a:off x="0" y="0"/>
          <a:ext cx="0" cy="0"/>
          <a:chOff x="0" y="0"/>
          <a:chExt cx="0" cy="0"/>
        </a:xfrm>
      </p:grpSpPr>
      <p:cxnSp>
        <p:nvCxnSpPr>
          <p:cNvPr id="7" name="Straight Connector 6"/>
          <p:cNvCxnSpPr>
            <a:cxnSpLocks/>
          </p:cNvCxnSpPr>
          <p:nvPr/>
        </p:nvCxnSpPr>
        <p:spPr>
          <a:xfrm>
            <a:off x="6026992" y="1268087"/>
            <a:ext cx="0" cy="4877624"/>
          </a:xfrm>
          <a:prstGeom prst="line">
            <a:avLst/>
          </a:prstGeom>
          <a:ln w="28575">
            <a:solidFill>
              <a:srgbClr val="00D1CF"/>
            </a:solidFill>
          </a:ln>
        </p:spPr>
        <p:style>
          <a:lnRef idx="1">
            <a:schemeClr val="accent1"/>
          </a:lnRef>
          <a:fillRef idx="0">
            <a:schemeClr val="accent1"/>
          </a:fillRef>
          <a:effectRef idx="0">
            <a:schemeClr val="accent1"/>
          </a:effectRef>
          <a:fontRef idx="minor">
            <a:schemeClr val="tx1"/>
          </a:fontRef>
        </p:style>
      </p:cxnSp>
      <p:sp>
        <p:nvSpPr>
          <p:cNvPr id="2" name="Content Placeholder 2">
            <a:extLst>
              <a:ext uri="{FF2B5EF4-FFF2-40B4-BE49-F238E27FC236}">
                <a16:creationId xmlns:a16="http://schemas.microsoft.com/office/drawing/2014/main" id="{DA7A390F-F982-47EC-24A7-50208BCC4F9B}"/>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cxnSp>
        <p:nvCxnSpPr>
          <p:cNvPr id="4" name="Straight Connector 3">
            <a:extLst>
              <a:ext uri="{FF2B5EF4-FFF2-40B4-BE49-F238E27FC236}">
                <a16:creationId xmlns:a16="http://schemas.microsoft.com/office/drawing/2014/main" id="{6AD5A432-AC3D-5822-6821-0D13158E63F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5E38A476-939B-F252-631A-BE94D9A4BB2A}"/>
              </a:ext>
            </a:extLst>
          </p:cNvPr>
          <p:cNvSpPr>
            <a:spLocks noGrp="1"/>
          </p:cNvSpPr>
          <p:nvPr>
            <p:ph sz="half" idx="11" hasCustomPrompt="1"/>
          </p:nvPr>
        </p:nvSpPr>
        <p:spPr>
          <a:xfrm>
            <a:off x="6144892" y="1268098"/>
            <a:ext cx="547046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
        <p:nvSpPr>
          <p:cNvPr id="9" name="Content Placeholder 2">
            <a:extLst>
              <a:ext uri="{FF2B5EF4-FFF2-40B4-BE49-F238E27FC236}">
                <a16:creationId xmlns:a16="http://schemas.microsoft.com/office/drawing/2014/main" id="{BC8E9192-631B-274D-CE53-FF3C8CFC7CDA}"/>
              </a:ext>
            </a:extLst>
          </p:cNvPr>
          <p:cNvSpPr>
            <a:spLocks noGrp="1"/>
          </p:cNvSpPr>
          <p:nvPr>
            <p:ph sz="half" idx="1" hasCustomPrompt="1"/>
          </p:nvPr>
        </p:nvSpPr>
        <p:spPr>
          <a:xfrm>
            <a:off x="493295" y="1268098"/>
            <a:ext cx="541579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Tree>
    <p:extLst>
      <p:ext uri="{BB962C8B-B14F-4D97-AF65-F5344CB8AC3E}">
        <p14:creationId xmlns:p14="http://schemas.microsoft.com/office/powerpoint/2010/main" val="39480160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Heading, Content and Image Horizontal">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75B4CCE-59D3-C027-843D-E2F26AE032BA}"/>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cxnSp>
        <p:nvCxnSpPr>
          <p:cNvPr id="6" name="Straight Connector 5">
            <a:extLst>
              <a:ext uri="{FF2B5EF4-FFF2-40B4-BE49-F238E27FC236}">
                <a16:creationId xmlns:a16="http://schemas.microsoft.com/office/drawing/2014/main" id="{7F3739F4-3F13-0704-9D4B-73CB2DF95DC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21204C57-DA88-64F5-98EC-2BBD5C1A59A3}"/>
              </a:ext>
            </a:extLst>
          </p:cNvPr>
          <p:cNvSpPr>
            <a:spLocks noGrp="1"/>
          </p:cNvSpPr>
          <p:nvPr>
            <p:ph sz="half" idx="1" hasCustomPrompt="1"/>
          </p:nvPr>
        </p:nvSpPr>
        <p:spPr>
          <a:xfrm>
            <a:off x="493295" y="1268098"/>
            <a:ext cx="6692509"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Tree>
    <p:extLst>
      <p:ext uri="{BB962C8B-B14F-4D97-AF65-F5344CB8AC3E}">
        <p14:creationId xmlns:p14="http://schemas.microsoft.com/office/powerpoint/2010/main" val="2618351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tmplLst>
          <p:tmpl lvl="1">
            <p:tnLst>
              <p:par>
                <p:cTn presetID="10" presetClass="entr" presetSubtype="0" fill="hold" nodeType="with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Heading Content and Image Vertical">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FD712C30-FC98-4B35-653F-C664E715A71C}"/>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cxnSp>
        <p:nvCxnSpPr>
          <p:cNvPr id="6" name="Straight Connector 5">
            <a:extLst>
              <a:ext uri="{FF2B5EF4-FFF2-40B4-BE49-F238E27FC236}">
                <a16:creationId xmlns:a16="http://schemas.microsoft.com/office/drawing/2014/main" id="{22B2798B-8FA7-BD6B-6F3F-5844CD4A4CC4}"/>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Content Placeholder 2">
            <a:extLst>
              <a:ext uri="{FF2B5EF4-FFF2-40B4-BE49-F238E27FC236}">
                <a16:creationId xmlns:a16="http://schemas.microsoft.com/office/drawing/2014/main" id="{7C023B4F-B1EE-8820-2299-7FEEE89E1467}"/>
              </a:ext>
            </a:extLst>
          </p:cNvPr>
          <p:cNvSpPr>
            <a:spLocks noGrp="1"/>
          </p:cNvSpPr>
          <p:nvPr>
            <p:ph sz="half" idx="1" hasCustomPrompt="1"/>
          </p:nvPr>
        </p:nvSpPr>
        <p:spPr>
          <a:xfrm>
            <a:off x="493295" y="1268098"/>
            <a:ext cx="11122056" cy="2424007"/>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Tree>
    <p:extLst>
      <p:ext uri="{BB962C8B-B14F-4D97-AF65-F5344CB8AC3E}">
        <p14:creationId xmlns:p14="http://schemas.microsoft.com/office/powerpoint/2010/main" val="1905454543"/>
      </p:ext>
    </p:extLst>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Heading and Image">
    <p:spTree>
      <p:nvGrpSpPr>
        <p:cNvPr id="1" name=""/>
        <p:cNvGrpSpPr/>
        <p:nvPr/>
      </p:nvGrpSpPr>
      <p:grpSpPr>
        <a:xfrm>
          <a:off x="0" y="0"/>
          <a:ext cx="0" cy="0"/>
          <a:chOff x="0" y="0"/>
          <a:chExt cx="0" cy="0"/>
        </a:xfrm>
      </p:grpSpPr>
      <p:sp>
        <p:nvSpPr>
          <p:cNvPr id="2" name="Content Placeholder 2">
            <a:extLst>
              <a:ext uri="{FF2B5EF4-FFF2-40B4-BE49-F238E27FC236}">
                <a16:creationId xmlns:a16="http://schemas.microsoft.com/office/drawing/2014/main" id="{A3D5DC78-B617-F542-BE22-DE3865674D50}"/>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cxnSp>
        <p:nvCxnSpPr>
          <p:cNvPr id="5" name="Straight Connector 4">
            <a:extLst>
              <a:ext uri="{FF2B5EF4-FFF2-40B4-BE49-F238E27FC236}">
                <a16:creationId xmlns:a16="http://schemas.microsoft.com/office/drawing/2014/main" id="{93BBF960-78E3-C281-C2B7-60720E032B7E}"/>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254493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tmplLst>
          <p:tmpl lvl="1">
            <p:tnLst>
              <p:par>
                <p:cTn presetID="10" presetClass="entr" presetSubtype="0" fill="hold" nodeType="withEffect">
                  <p:stCondLst>
                    <p:cond delay="0"/>
                  </p:stCondLst>
                  <p:childTnLst>
                    <p:set>
                      <p:cBhvr>
                        <p:cTn dur="1" fill="hold">
                          <p:stCondLst>
                            <p:cond delay="0"/>
                          </p:stCondLst>
                        </p:cTn>
                        <p:tgtEl>
                          <p:spTgt spid="2"/>
                        </p:tgtEl>
                        <p:attrNameLst>
                          <p:attrName>style.visibility</p:attrName>
                        </p:attrNameLst>
                      </p:cBhvr>
                      <p:to>
                        <p:strVal val="visible"/>
                      </p:to>
                    </p:set>
                    <p:animEffect transition="in" filter="fade">
                      <p:cBhvr>
                        <p:cTn dur="500"/>
                        <p:tgtEl>
                          <p:spTgt spid="2"/>
                        </p:tgtEl>
                      </p:cBhvr>
                    </p:animEffect>
                  </p:childTnLst>
                </p:cTn>
              </p:par>
            </p:tnLst>
          </p:tmpl>
        </p:tmplLst>
      </p:bldP>
    </p:bldLst>
  </p:timing>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Heading and Content - Light Theme">
    <p:bg>
      <p:bgPr>
        <a:solidFill>
          <a:schemeClr val="bg1"/>
        </a:solidFill>
        <a:effectLst/>
      </p:bgPr>
    </p:bg>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8F488631-35A3-4F61-C943-9B2BFF32C47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4C4A1324-6B3C-BE00-19F4-70450903AEE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
        <p:nvSpPr>
          <p:cNvPr id="7" name="Content Placeholder 2">
            <a:extLst>
              <a:ext uri="{FF2B5EF4-FFF2-40B4-BE49-F238E27FC236}">
                <a16:creationId xmlns:a16="http://schemas.microsoft.com/office/drawing/2014/main" id="{25192635-521E-502F-8451-5FB12A798FE6}"/>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a:t>Heading Text</a:t>
            </a:r>
          </a:p>
        </p:txBody>
      </p:sp>
      <p:cxnSp>
        <p:nvCxnSpPr>
          <p:cNvPr id="10" name="Straight Connector 9">
            <a:extLst>
              <a:ext uri="{FF2B5EF4-FFF2-40B4-BE49-F238E27FC236}">
                <a16:creationId xmlns:a16="http://schemas.microsoft.com/office/drawing/2014/main" id="{06FE78FC-0FC4-1656-5703-EFCA022CDB30}"/>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1" name="Content Placeholder 2">
            <a:extLst>
              <a:ext uri="{FF2B5EF4-FFF2-40B4-BE49-F238E27FC236}">
                <a16:creationId xmlns:a16="http://schemas.microsoft.com/office/drawing/2014/main" id="{10E85BF5-779B-9199-ACC3-E02B8F0F4C05}"/>
              </a:ext>
            </a:extLst>
          </p:cNvPr>
          <p:cNvSpPr>
            <a:spLocks noGrp="1"/>
          </p:cNvSpPr>
          <p:nvPr>
            <p:ph sz="half" idx="1" hasCustomPrompt="1"/>
          </p:nvPr>
        </p:nvSpPr>
        <p:spPr>
          <a:xfrm>
            <a:off x="493295" y="1268098"/>
            <a:ext cx="11122056" cy="487762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First Level Text</a:t>
            </a:r>
          </a:p>
          <a:p>
            <a:pPr lvl="1"/>
            <a:r>
              <a:rPr lang="en-US"/>
              <a:t>Second Level Text</a:t>
            </a:r>
          </a:p>
          <a:p>
            <a:pPr lvl="2"/>
            <a:r>
              <a:rPr lang="en-US"/>
              <a:t>Third Level Text</a:t>
            </a:r>
          </a:p>
        </p:txBody>
      </p:sp>
    </p:spTree>
    <p:extLst>
      <p:ext uri="{BB962C8B-B14F-4D97-AF65-F5344CB8AC3E}">
        <p14:creationId xmlns:p14="http://schemas.microsoft.com/office/powerpoint/2010/main" val="32857406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animEffect transition="in" filter="fade">
                                      <p:cBhvr>
                                        <p:cTn id="7" dur="500"/>
                                        <p:tgtEl>
                                          <p:spTgt spid="7">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build="p">
        <p:tmplLst>
          <p:tmpl lvl="1">
            <p:tnLst>
              <p:par>
                <p:cTn presetID="10" presetClass="entr" presetSubtype="0" fill="hold" nodeType="withEffect">
                  <p:stCondLst>
                    <p:cond delay="0"/>
                  </p:stCondLst>
                  <p:childTnLst>
                    <p:set>
                      <p:cBhvr>
                        <p:cTn dur="1" fill="hold">
                          <p:stCondLst>
                            <p:cond delay="0"/>
                          </p:stCondLst>
                        </p:cTn>
                        <p:tgtEl>
                          <p:spTgt spid="7"/>
                        </p:tgtEl>
                        <p:attrNameLst>
                          <p:attrName>style.visibility</p:attrName>
                        </p:attrNameLst>
                      </p:cBhvr>
                      <p:to>
                        <p:strVal val="visible"/>
                      </p:to>
                    </p:set>
                    <p:animEffect transition="in" filter="fade">
                      <p:cBhvr>
                        <p:cTn dur="500"/>
                        <p:tgtEl>
                          <p:spTgt spid="7"/>
                        </p:tgtEl>
                      </p:cBhvr>
                    </p:animEffect>
                  </p:childTnLst>
                </p:cTn>
              </p:par>
            </p:tnLst>
          </p:tmpl>
        </p:tmplLst>
      </p:bldP>
    </p:bldLst>
  </p:timing>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p:cSld name="Double Heading and Content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p:cNvSpPr>
            <a:spLocks noGrp="1"/>
          </p:cNvSpPr>
          <p:nvPr>
            <p:ph sz="half" idx="1"/>
          </p:nvPr>
        </p:nvSpPr>
        <p:spPr>
          <a:xfrm>
            <a:off x="493295" y="1457864"/>
            <a:ext cx="11122056" cy="4701394"/>
          </a:xfrm>
          <a:prstGeom prst="rect">
            <a:avLst/>
          </a:prstGeom>
        </p:spPr>
        <p:txBody>
          <a:bodyPr lIns="91440">
            <a:normAutofit/>
          </a:bodyPr>
          <a:lstStyle>
            <a:lvl1pPr marL="228600" indent="-228600">
              <a:lnSpc>
                <a:spcPct val="100000"/>
              </a:lnSpc>
              <a:buClrTx/>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Tx/>
              <a:defRPr>
                <a:solidFill>
                  <a:srgbClr val="0D3B4F"/>
                </a:solidFill>
              </a:defRPr>
            </a:lvl2pPr>
            <a:lvl3pPr>
              <a:buClrTx/>
              <a:defRPr>
                <a:solidFill>
                  <a:srgbClr val="0D3B4F"/>
                </a:solidFill>
              </a:defRPr>
            </a:lvl3pPr>
          </a:lstStyle>
          <a:p>
            <a:pPr lvl="0"/>
            <a:r>
              <a:rPr lang="en-US"/>
              <a:t>Click to edit Master text styles</a:t>
            </a:r>
          </a:p>
          <a:p>
            <a:pPr lvl="1"/>
            <a:r>
              <a:rPr lang="en-US"/>
              <a:t>Second level</a:t>
            </a:r>
          </a:p>
          <a:p>
            <a:pPr lvl="2"/>
            <a:r>
              <a:rPr lang="en-US"/>
              <a:t>Third level</a:t>
            </a:r>
          </a:p>
        </p:txBody>
      </p:sp>
      <p:sp>
        <p:nvSpPr>
          <p:cNvPr id="20" name="Content Placeholder 2"/>
          <p:cNvSpPr>
            <a:spLocks noGrp="1"/>
          </p:cNvSpPr>
          <p:nvPr>
            <p:ph sz="half" idx="10" hasCustomPrompt="1"/>
          </p:nvPr>
        </p:nvSpPr>
        <p:spPr>
          <a:xfrm>
            <a:off x="493295" y="276049"/>
            <a:ext cx="11122056" cy="879891"/>
          </a:xfrm>
          <a:prstGeom prst="rect">
            <a:avLst/>
          </a:prstGeom>
        </p:spPr>
        <p:txBody>
          <a:bodyPr lIns="91440" anchor="t">
            <a:normAutofit/>
          </a:bodyPr>
          <a:lstStyle>
            <a:lvl1pPr marL="0" indent="0">
              <a:spcBef>
                <a:spcPts val="0"/>
              </a:spcBef>
              <a:buFontTx/>
              <a:buNone/>
              <a:defRPr sz="3200" b="0">
                <a:solidFill>
                  <a:srgbClr val="0D3B4F"/>
                </a:solidFill>
                <a:latin typeface="+mj-lt"/>
                <a:ea typeface="Roboto Light" panose="02000000000000000000" pitchFamily="2" charset="0"/>
              </a:defRPr>
            </a:lvl1pPr>
          </a:lstStyle>
          <a:p>
            <a:pPr lvl="0"/>
            <a:r>
              <a:rPr lang="en-US"/>
              <a:t>Two Lines</a:t>
            </a:r>
          </a:p>
          <a:p>
            <a:pPr lvl="0"/>
            <a:r>
              <a:rPr lang="en-US"/>
              <a:t>Heading Text</a:t>
            </a:r>
          </a:p>
        </p:txBody>
      </p:sp>
      <p:cxnSp>
        <p:nvCxnSpPr>
          <p:cNvPr id="5" name="Straight Connector 4">
            <a:extLst>
              <a:ext uri="{FF2B5EF4-FFF2-40B4-BE49-F238E27FC236}">
                <a16:creationId xmlns:a16="http://schemas.microsoft.com/office/drawing/2014/main" id="{884DA1FA-3368-49F7-9F19-9EF4CCD41CC0}"/>
              </a:ext>
            </a:extLst>
          </p:cNvPr>
          <p:cNvCxnSpPr>
            <a:cxnSpLocks/>
          </p:cNvCxnSpPr>
          <p:nvPr/>
        </p:nvCxnSpPr>
        <p:spPr>
          <a:xfrm>
            <a:off x="-8626" y="1216948"/>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a:extLst>
              <a:ext uri="{FF2B5EF4-FFF2-40B4-BE49-F238E27FC236}">
                <a16:creationId xmlns:a16="http://schemas.microsoft.com/office/drawing/2014/main" id="{96CF70EC-83CE-E5E3-D8F1-DDD8587049C8}"/>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4" name="TextBox 3">
            <a:extLst>
              <a:ext uri="{FF2B5EF4-FFF2-40B4-BE49-F238E27FC236}">
                <a16:creationId xmlns:a16="http://schemas.microsoft.com/office/drawing/2014/main" id="{0ACD6EA5-6A65-0363-EB73-5A2B18D82053}"/>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6449062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0">
                                            <p:txEl>
                                              <p:pRg st="0" end="0"/>
                                            </p:txEl>
                                          </p:spTgt>
                                        </p:tgtEl>
                                        <p:attrNameLst>
                                          <p:attrName>style.visibility</p:attrName>
                                        </p:attrNameLst>
                                      </p:cBhvr>
                                      <p:to>
                                        <p:strVal val="visible"/>
                                      </p:to>
                                    </p:set>
                                    <p:animEffect transition="in" filter="fade">
                                      <p:cBhvr>
                                        <p:cTn id="7" dur="500"/>
                                        <p:tgtEl>
                                          <p:spTgt spid="20">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0">
                                            <p:txEl>
                                              <p:pRg st="1" end="1"/>
                                            </p:txEl>
                                          </p:spTgt>
                                        </p:tgtEl>
                                        <p:attrNameLst>
                                          <p:attrName>style.visibility</p:attrName>
                                        </p:attrNameLst>
                                      </p:cBhvr>
                                      <p:to>
                                        <p:strVal val="visible"/>
                                      </p:to>
                                    </p:set>
                                    <p:animEffect transition="in" filter="fade">
                                      <p:cBhvr>
                                        <p:cTn id="10" dur="500"/>
                                        <p:tgtEl>
                                          <p:spTgt spid="20">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build="p">
        <p:tmplLst>
          <p:tmpl lvl="1">
            <p:tnLst>
              <p:par>
                <p:cTn presetID="10" presetClass="entr" presetSubtype="0" fill="hold" nodeType="withEffect">
                  <p:stCondLst>
                    <p:cond delay="0"/>
                  </p:stCondLst>
                  <p:childTnLst>
                    <p:set>
                      <p:cBhvr>
                        <p:cTn dur="1" fill="hold">
                          <p:stCondLst>
                            <p:cond delay="0"/>
                          </p:stCondLst>
                        </p:cTn>
                        <p:tgtEl>
                          <p:spTgt spid="20"/>
                        </p:tgtEl>
                        <p:attrNameLst>
                          <p:attrName>style.visibility</p:attrName>
                        </p:attrNameLst>
                      </p:cBhvr>
                      <p:to>
                        <p:strVal val="visible"/>
                      </p:to>
                    </p:set>
                    <p:animEffect transition="in" filter="fade">
                      <p:cBhvr>
                        <p:cTn dur="500"/>
                        <p:tgtEl>
                          <p:spTgt spid="20"/>
                        </p:tgtEl>
                      </p:cBhvr>
                    </p:animEffect>
                  </p:childTnLst>
                </p:cTn>
              </p:par>
            </p:tnLst>
          </p:tmpl>
        </p:tmplLst>
      </p:bldP>
    </p:bldLst>
  </p:timing>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Heading, Content and Image Horizontal - Light Theme">
    <p:bg>
      <p:bgPr>
        <a:solidFill>
          <a:schemeClr val="bg1"/>
        </a:solidFill>
        <a:effectLst/>
      </p:bgPr>
    </p:bg>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303D440-C62C-19B5-98B0-DEBDF6B4CE17}"/>
              </a:ext>
            </a:extLst>
          </p:cNvPr>
          <p:cNvSpPr>
            <a:spLocks noGrp="1"/>
          </p:cNvSpPr>
          <p:nvPr>
            <p:ph sz="half" idx="1"/>
          </p:nvPr>
        </p:nvSpPr>
        <p:spPr>
          <a:xfrm>
            <a:off x="493295" y="1272484"/>
            <a:ext cx="6613183" cy="4877624"/>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2" name="Picture 1">
            <a:extLst>
              <a:ext uri="{FF2B5EF4-FFF2-40B4-BE49-F238E27FC236}">
                <a16:creationId xmlns:a16="http://schemas.microsoft.com/office/drawing/2014/main" id="{573E270D-8E27-43C3-1CFA-AE933E98D95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E98E921-6245-1FEC-223E-A51E004E63E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
        <p:nvSpPr>
          <p:cNvPr id="9" name="Content Placeholder 2">
            <a:extLst>
              <a:ext uri="{FF2B5EF4-FFF2-40B4-BE49-F238E27FC236}">
                <a16:creationId xmlns:a16="http://schemas.microsoft.com/office/drawing/2014/main" id="{1B01110F-3187-24A0-57E8-EE1DED0DC212}"/>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a:t>Heading Text</a:t>
            </a:r>
          </a:p>
        </p:txBody>
      </p:sp>
      <p:cxnSp>
        <p:nvCxnSpPr>
          <p:cNvPr id="10" name="Straight Connector 9">
            <a:extLst>
              <a:ext uri="{FF2B5EF4-FFF2-40B4-BE49-F238E27FC236}">
                <a16:creationId xmlns:a16="http://schemas.microsoft.com/office/drawing/2014/main" id="{F9889FEC-E510-C186-0EC9-024E667186E2}"/>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568098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Lst>
  </p:timing>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Heading, Content and Image Vertical - Light Theme">
    <p:bg>
      <p:bgPr>
        <a:solidFill>
          <a:schemeClr val="bg1"/>
        </a:solidFill>
        <a:effectLst/>
      </p:bgPr>
    </p:bg>
    <p:spTree>
      <p:nvGrpSpPr>
        <p:cNvPr id="1" name=""/>
        <p:cNvGrpSpPr/>
        <p:nvPr/>
      </p:nvGrpSpPr>
      <p:grpSpPr>
        <a:xfrm>
          <a:off x="0" y="0"/>
          <a:ext cx="0" cy="0"/>
          <a:chOff x="0" y="0"/>
          <a:chExt cx="0" cy="0"/>
        </a:xfrm>
      </p:grpSpPr>
      <p:sp>
        <p:nvSpPr>
          <p:cNvPr id="9" name="Content Placeholder 2">
            <a:extLst>
              <a:ext uri="{FF2B5EF4-FFF2-40B4-BE49-F238E27FC236}">
                <a16:creationId xmlns:a16="http://schemas.microsoft.com/office/drawing/2014/main" id="{AD55CEA4-E206-DAB7-8B5B-9B1ABBCB8E4D}"/>
              </a:ext>
            </a:extLst>
          </p:cNvPr>
          <p:cNvSpPr>
            <a:spLocks noGrp="1"/>
          </p:cNvSpPr>
          <p:nvPr>
            <p:ph sz="half" idx="1"/>
          </p:nvPr>
        </p:nvSpPr>
        <p:spPr>
          <a:xfrm>
            <a:off x="493295" y="1276715"/>
            <a:ext cx="11122056" cy="2289188"/>
          </a:xfrm>
          <a:prstGeom prst="rect">
            <a:avLst/>
          </a:prstGeom>
        </p:spPr>
        <p:txBody>
          <a:bodyPr lIns="91440">
            <a:normAutofit/>
          </a:bodyPr>
          <a:lstStyle>
            <a:lvl1pPr marL="228600" indent="-228600">
              <a:lnSpc>
                <a:spcPct val="100000"/>
              </a:lnSpc>
              <a:buClr>
                <a:srgbClr val="0D3B4F"/>
              </a:buClr>
              <a:buFont typeface="Arial" panose="020B0604020202020204" pitchFamily="34" charset="0"/>
              <a:buChar char="•"/>
              <a:defRPr sz="2800">
                <a:solidFill>
                  <a:srgbClr val="0D3B4F"/>
                </a:solidFill>
                <a:latin typeface="Roboto Light" panose="02000000000000000000" pitchFamily="2" charset="0"/>
                <a:ea typeface="Roboto Light" panose="02000000000000000000" pitchFamily="2" charset="0"/>
              </a:defRPr>
            </a:lvl1pPr>
            <a:lvl2pPr>
              <a:buClr>
                <a:srgbClr val="0D3B4F"/>
              </a:buClr>
              <a:defRPr>
                <a:solidFill>
                  <a:srgbClr val="0D3B4F"/>
                </a:solidFill>
                <a:latin typeface="Roboto Light" panose="02000000000000000000" pitchFamily="2" charset="0"/>
                <a:ea typeface="Roboto Light" panose="02000000000000000000" pitchFamily="2" charset="0"/>
              </a:defRPr>
            </a:lvl2pPr>
            <a:lvl3pPr>
              <a:buClr>
                <a:srgbClr val="0D3B4F"/>
              </a:buClr>
              <a:defRPr>
                <a:solidFill>
                  <a:srgbClr val="0D3B4F"/>
                </a:solidFill>
                <a:latin typeface="Roboto Light" panose="02000000000000000000" pitchFamily="2" charset="0"/>
                <a:ea typeface="Roboto Light" panose="02000000000000000000" pitchFamily="2" charset="0"/>
              </a:defRPr>
            </a:lvl3pPr>
          </a:lstStyle>
          <a:p>
            <a:pPr lvl="0"/>
            <a:r>
              <a:rPr lang="en-US"/>
              <a:t>Click to 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B8E7CD97-BF95-AF28-447D-BB1E2EDFBB22}"/>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BD15C720-9D69-8C23-58AD-23F46026915A}"/>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
        <p:nvSpPr>
          <p:cNvPr id="10" name="Content Placeholder 2">
            <a:extLst>
              <a:ext uri="{FF2B5EF4-FFF2-40B4-BE49-F238E27FC236}">
                <a16:creationId xmlns:a16="http://schemas.microsoft.com/office/drawing/2014/main" id="{E242FC20-AD5F-00A9-16A6-C284D0D466C9}"/>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a:t>Heading Text</a:t>
            </a:r>
          </a:p>
        </p:txBody>
      </p:sp>
      <p:cxnSp>
        <p:nvCxnSpPr>
          <p:cNvPr id="11" name="Straight Connector 10">
            <a:extLst>
              <a:ext uri="{FF2B5EF4-FFF2-40B4-BE49-F238E27FC236}">
                <a16:creationId xmlns:a16="http://schemas.microsoft.com/office/drawing/2014/main" id="{89287459-B6A1-E08F-15D2-D77E87D9A983}"/>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491892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animEffect transition="in" filter="fade">
                                      <p:cBhvr>
                                        <p:cTn id="7" dur="500"/>
                                        <p:tgtEl>
                                          <p:spTgt spid="10">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build="p">
        <p:tmplLst>
          <p:tmpl lvl="1">
            <p:tnLst>
              <p:par>
                <p:cTn presetID="10" presetClass="entr" presetSubtype="0" fill="hold" nodeType="withEffect">
                  <p:stCondLst>
                    <p:cond delay="0"/>
                  </p:stCondLst>
                  <p:childTnLst>
                    <p:set>
                      <p:cBhvr>
                        <p:cTn dur="1" fill="hold">
                          <p:stCondLst>
                            <p:cond delay="0"/>
                          </p:stCondLst>
                        </p:cTn>
                        <p:tgtEl>
                          <p:spTgt spid="10"/>
                        </p:tgtEl>
                        <p:attrNameLst>
                          <p:attrName>style.visibility</p:attrName>
                        </p:attrNameLst>
                      </p:cBhvr>
                      <p:to>
                        <p:strVal val="visible"/>
                      </p:to>
                    </p:set>
                    <p:animEffect transition="in" filter="fade">
                      <p:cBhvr>
                        <p:cTn dur="500"/>
                        <p:tgtEl>
                          <p:spTgt spid="10"/>
                        </p:tgtEl>
                      </p:cBhvr>
                    </p:animEffect>
                  </p:childTnLst>
                </p:cTn>
              </p:par>
            </p:tnLst>
          </p:tmpl>
        </p:tmplLst>
      </p:bldP>
    </p:bldLst>
  </p:timing>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Heading and Image - Light Theme">
    <p:bg>
      <p:bgPr>
        <a:solidFill>
          <a:schemeClr val="bg1"/>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FD58C075-9A2A-EDE0-63C2-EBE96D93954D}"/>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417" y="6232022"/>
            <a:ext cx="1458851" cy="311892"/>
          </a:xfrm>
          <a:prstGeom prst="rect">
            <a:avLst/>
          </a:prstGeom>
        </p:spPr>
      </p:pic>
      <p:sp>
        <p:nvSpPr>
          <p:cNvPr id="7" name="TextBox 6">
            <a:extLst>
              <a:ext uri="{FF2B5EF4-FFF2-40B4-BE49-F238E27FC236}">
                <a16:creationId xmlns:a16="http://schemas.microsoft.com/office/drawing/2014/main" id="{E35370DA-0C40-FE6A-9E5C-347165ED93C9}"/>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
        <p:nvSpPr>
          <p:cNvPr id="8" name="Content Placeholder 2">
            <a:extLst>
              <a:ext uri="{FF2B5EF4-FFF2-40B4-BE49-F238E27FC236}">
                <a16:creationId xmlns:a16="http://schemas.microsoft.com/office/drawing/2014/main" id="{FC10E24D-4C7D-D667-FE78-B7ED99A0DDFE}"/>
              </a:ext>
            </a:extLst>
          </p:cNvPr>
          <p:cNvSpPr>
            <a:spLocks noGrp="1"/>
          </p:cNvSpPr>
          <p:nvPr>
            <p:ph sz="half" idx="10" hasCustomPrompt="1"/>
          </p:nvPr>
        </p:nvSpPr>
        <p:spPr>
          <a:xfrm>
            <a:off x="493295" y="431324"/>
            <a:ext cx="11122056" cy="534839"/>
          </a:xfrm>
          <a:prstGeom prst="rect">
            <a:avLst/>
          </a:prstGeom>
        </p:spPr>
        <p:txBody>
          <a:bodyPr lIns="91440" anchor="t">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a:t>Heading Text</a:t>
            </a:r>
          </a:p>
        </p:txBody>
      </p:sp>
      <p:cxnSp>
        <p:nvCxnSpPr>
          <p:cNvPr id="9" name="Straight Connector 8">
            <a:extLst>
              <a:ext uri="{FF2B5EF4-FFF2-40B4-BE49-F238E27FC236}">
                <a16:creationId xmlns:a16="http://schemas.microsoft.com/office/drawing/2014/main" id="{1663113E-FA48-4730-D9F0-33740E995D89}"/>
              </a:ext>
            </a:extLst>
          </p:cNvPr>
          <p:cNvCxnSpPr>
            <a:cxnSpLocks/>
          </p:cNvCxnSpPr>
          <p:nvPr/>
        </p:nvCxnSpPr>
        <p:spPr>
          <a:xfrm>
            <a:off x="-8626" y="1027170"/>
            <a:ext cx="12192000" cy="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771757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p:cSld name="Agenda Light">
    <p:bg>
      <p:bgPr>
        <a:solidFill>
          <a:schemeClr val="bg1"/>
        </a:solidFill>
        <a:effectLst/>
      </p:bgPr>
    </p:bg>
    <p:spTree>
      <p:nvGrpSpPr>
        <p:cNvPr id="1" name=""/>
        <p:cNvGrpSpPr/>
        <p:nvPr/>
      </p:nvGrpSpPr>
      <p:grpSpPr>
        <a:xfrm>
          <a:off x="0" y="0"/>
          <a:ext cx="0" cy="0"/>
          <a:chOff x="0" y="0"/>
          <a:chExt cx="0" cy="0"/>
        </a:xfrm>
      </p:grpSpPr>
      <p:pic>
        <p:nvPicPr>
          <p:cNvPr id="5" name="Picture 4" descr="A black and white logo&#10;&#10;Description automatically generated">
            <a:extLst>
              <a:ext uri="{FF2B5EF4-FFF2-40B4-BE49-F238E27FC236}">
                <a16:creationId xmlns:a16="http://schemas.microsoft.com/office/drawing/2014/main" id="{C6DF01AD-F736-C2C7-0FAA-55FF8A2CFFB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08962" y="6383986"/>
            <a:ext cx="1494944" cy="319988"/>
          </a:xfrm>
          <a:prstGeom prst="rect">
            <a:avLst/>
          </a:prstGeom>
        </p:spPr>
      </p:pic>
      <p:sp>
        <p:nvSpPr>
          <p:cNvPr id="8" name="Content Placeholder 2">
            <a:extLst>
              <a:ext uri="{FF2B5EF4-FFF2-40B4-BE49-F238E27FC236}">
                <a16:creationId xmlns:a16="http://schemas.microsoft.com/office/drawing/2014/main" id="{1D19E02B-56E8-ACD8-1B70-805BA4633E04}"/>
              </a:ext>
            </a:extLst>
          </p:cNvPr>
          <p:cNvSpPr>
            <a:spLocks noGrp="1"/>
          </p:cNvSpPr>
          <p:nvPr>
            <p:ph sz="half" idx="1" hasCustomPrompt="1"/>
          </p:nvPr>
        </p:nvSpPr>
        <p:spPr>
          <a:xfrm>
            <a:off x="5719315" y="1276150"/>
            <a:ext cx="6098863" cy="4960013"/>
          </a:xfrm>
          <a:prstGeom prst="rect">
            <a:avLst/>
          </a:prstGeom>
        </p:spPr>
        <p:txBody>
          <a:bodyPr lIns="91440">
            <a:normAutofit/>
          </a:bodyPr>
          <a:lstStyle>
            <a:lvl1pPr marL="228600" indent="-228600">
              <a:lnSpc>
                <a:spcPct val="100000"/>
              </a:lnSpc>
              <a:buClrTx/>
              <a:buFont typeface="Arial" panose="020B0604020202020204" pitchFamily="34" charset="0"/>
              <a:buChar char="•"/>
              <a:defRPr sz="2400">
                <a:solidFill>
                  <a:srgbClr val="0D3B4F"/>
                </a:solidFill>
                <a:latin typeface="Roboto Light" panose="02000000000000000000" pitchFamily="2" charset="0"/>
                <a:ea typeface="Roboto Light" panose="02000000000000000000" pitchFamily="2" charset="0"/>
              </a:defRPr>
            </a:lvl1pPr>
            <a:lvl2pPr>
              <a:buClrTx/>
              <a:defRPr sz="2000">
                <a:solidFill>
                  <a:srgbClr val="0D3B4F"/>
                </a:solidFill>
              </a:defRPr>
            </a:lvl2pPr>
            <a:lvl3pPr>
              <a:buClrTx/>
              <a:defRPr sz="1800">
                <a:solidFill>
                  <a:srgbClr val="0D3B4F"/>
                </a:solidFill>
              </a:defRPr>
            </a:lvl3pPr>
          </a:lstStyle>
          <a:p>
            <a:pPr lvl="0"/>
            <a:r>
              <a:rPr lang="en-US"/>
              <a:t>First Level</a:t>
            </a:r>
          </a:p>
          <a:p>
            <a:pPr lvl="1"/>
            <a:r>
              <a:rPr lang="en-US"/>
              <a:t>Second Level</a:t>
            </a:r>
          </a:p>
          <a:p>
            <a:pPr lvl="2"/>
            <a:r>
              <a:rPr lang="en-US"/>
              <a:t>Third Level</a:t>
            </a:r>
          </a:p>
          <a:p>
            <a:pPr lvl="0"/>
            <a:endParaRPr lang="en-US"/>
          </a:p>
          <a:p>
            <a:pPr lvl="0"/>
            <a:endParaRPr lang="en-US"/>
          </a:p>
        </p:txBody>
      </p:sp>
      <p:sp>
        <p:nvSpPr>
          <p:cNvPr id="9" name="Content Placeholder 2">
            <a:extLst>
              <a:ext uri="{FF2B5EF4-FFF2-40B4-BE49-F238E27FC236}">
                <a16:creationId xmlns:a16="http://schemas.microsoft.com/office/drawing/2014/main" id="{444138E5-EED3-8D63-A785-F95739F3F154}"/>
              </a:ext>
            </a:extLst>
          </p:cNvPr>
          <p:cNvSpPr>
            <a:spLocks noGrp="1"/>
          </p:cNvSpPr>
          <p:nvPr>
            <p:ph sz="half" idx="10" hasCustomPrompt="1"/>
          </p:nvPr>
        </p:nvSpPr>
        <p:spPr>
          <a:xfrm>
            <a:off x="5719316" y="422703"/>
            <a:ext cx="6098865" cy="552091"/>
          </a:xfrm>
          <a:prstGeom prst="rect">
            <a:avLst/>
          </a:prstGeom>
        </p:spPr>
        <p:txBody>
          <a:bodyPr lIns="91440">
            <a:normAutofit/>
          </a:bodyPr>
          <a:lstStyle>
            <a:lvl1pPr marL="0" indent="0">
              <a:buFontTx/>
              <a:buNone/>
              <a:defRPr sz="3200" b="0">
                <a:solidFill>
                  <a:srgbClr val="0D3B4F"/>
                </a:solidFill>
                <a:latin typeface="+mj-lt"/>
                <a:ea typeface="Roboto Light" panose="02000000000000000000" pitchFamily="2" charset="0"/>
              </a:defRPr>
            </a:lvl1pPr>
          </a:lstStyle>
          <a:p>
            <a:pPr lvl="0"/>
            <a:r>
              <a:rPr lang="en-US"/>
              <a:t>Heading Text</a:t>
            </a:r>
          </a:p>
        </p:txBody>
      </p:sp>
      <p:sp>
        <p:nvSpPr>
          <p:cNvPr id="10" name="Rectangle 9">
            <a:extLst>
              <a:ext uri="{FF2B5EF4-FFF2-40B4-BE49-F238E27FC236}">
                <a16:creationId xmlns:a16="http://schemas.microsoft.com/office/drawing/2014/main" id="{E9C55C16-DF64-F949-0239-27F0F3861759}"/>
              </a:ext>
            </a:extLst>
          </p:cNvPr>
          <p:cNvSpPr/>
          <p:nvPr/>
        </p:nvSpPr>
        <p:spPr bwMode="auto">
          <a:xfrm>
            <a:off x="0" y="0"/>
            <a:ext cx="5255418"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defRPr lang="en-US"/>
            </a:defPPr>
          </a:lstStyle>
          <a:p>
            <a:pPr algn="l" defTabSz="932472" fontAlgn="base">
              <a:spcBef>
                <a:spcPct val="0"/>
              </a:spcBef>
              <a:spcAft>
                <a:spcPct val="0"/>
              </a:spcAft>
            </a:pPr>
            <a:endParaRPr lang="en-US" sz="2000">
              <a:solidFill>
                <a:srgbClr val="3B2E58"/>
              </a:solidFill>
              <a:ea typeface="Segoe UI" pitchFamily="34" charset="0"/>
              <a:cs typeface="Segoe UI" pitchFamily="34" charset="0"/>
            </a:endParaRPr>
          </a:p>
        </p:txBody>
      </p:sp>
      <p:cxnSp>
        <p:nvCxnSpPr>
          <p:cNvPr id="12" name="Straight Connector 11">
            <a:extLst>
              <a:ext uri="{FF2B5EF4-FFF2-40B4-BE49-F238E27FC236}">
                <a16:creationId xmlns:a16="http://schemas.microsoft.com/office/drawing/2014/main" id="{31A9AEAF-EC84-0313-4DD0-1538620521F6}"/>
              </a:ext>
            </a:extLst>
          </p:cNvPr>
          <p:cNvCxnSpPr>
            <a:cxnSpLocks/>
          </p:cNvCxnSpPr>
          <p:nvPr/>
        </p:nvCxnSpPr>
        <p:spPr>
          <a:xfrm>
            <a:off x="5259569"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13" name="Title 1">
            <a:extLst>
              <a:ext uri="{FF2B5EF4-FFF2-40B4-BE49-F238E27FC236}">
                <a16:creationId xmlns:a16="http://schemas.microsoft.com/office/drawing/2014/main" id="{9943E9D6-1CCF-2BAA-1FB2-4053F7BD1BFD}"/>
              </a:ext>
            </a:extLst>
          </p:cNvPr>
          <p:cNvSpPr>
            <a:spLocks noGrp="1"/>
          </p:cNvSpPr>
          <p:nvPr>
            <p:ph type="title" hasCustomPrompt="1"/>
          </p:nvPr>
        </p:nvSpPr>
        <p:spPr>
          <a:xfrm>
            <a:off x="373823" y="2690336"/>
            <a:ext cx="4443252"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a:t>Heading Text</a:t>
            </a:r>
          </a:p>
        </p:txBody>
      </p:sp>
      <p:pic>
        <p:nvPicPr>
          <p:cNvPr id="3" name="Picture 2" descr="A black and white logo&#10;&#10;Description automatically generated">
            <a:extLst>
              <a:ext uri="{FF2B5EF4-FFF2-40B4-BE49-F238E27FC236}">
                <a16:creationId xmlns:a16="http://schemas.microsoft.com/office/drawing/2014/main" id="{59073438-1C62-6B9F-70AD-9967DD33250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4" name="TextBox 3">
            <a:extLst>
              <a:ext uri="{FF2B5EF4-FFF2-40B4-BE49-F238E27FC236}">
                <a16:creationId xmlns:a16="http://schemas.microsoft.com/office/drawing/2014/main" id="{5BF99588-797B-A32D-414C-F7D05E0D5EFD}"/>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9551368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9">
                                            <p:txEl>
                                              <p:pRg st="0" end="0"/>
                                            </p:txEl>
                                          </p:spTgt>
                                        </p:tgtEl>
                                        <p:attrNameLst>
                                          <p:attrName>style.visibility</p:attrName>
                                        </p:attrNameLst>
                                      </p:cBhvr>
                                      <p:to>
                                        <p:strVal val="visible"/>
                                      </p:to>
                                    </p:set>
                                    <p:animEffect transition="in" filter="fade">
                                      <p:cBhvr>
                                        <p:cTn id="7" dur="500"/>
                                        <p:tgtEl>
                                          <p:spTgt spid="9">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build="p">
        <p:tmplLst>
          <p:tmpl lvl="1">
            <p:tnLst>
              <p:par>
                <p:cTn presetID="10" presetClass="entr" presetSubtype="0" fill="hold" nodeType="withEffect">
                  <p:stCondLst>
                    <p:cond delay="0"/>
                  </p:stCondLst>
                  <p:childTnLst>
                    <p:set>
                      <p:cBhvr>
                        <p:cTn dur="1" fill="hold">
                          <p:stCondLst>
                            <p:cond delay="0"/>
                          </p:stCondLst>
                        </p:cTn>
                        <p:tgtEl>
                          <p:spTgt spid="9"/>
                        </p:tgtEl>
                        <p:attrNameLst>
                          <p:attrName>style.visibility</p:attrName>
                        </p:attrNameLst>
                      </p:cBhvr>
                      <p:to>
                        <p:strVal val="visible"/>
                      </p:to>
                    </p:set>
                    <p:animEffect transition="in" filter="fade">
                      <p:cBhvr>
                        <p:cTn dur="500"/>
                        <p:tgtEl>
                          <p:spTgt spid="9"/>
                        </p:tgtEl>
                      </p:cBhvr>
                    </p:animEffect>
                  </p:childTnLst>
                </p:cTn>
              </p:par>
            </p:tnLst>
          </p:tmpl>
        </p:tmplLst>
      </p:bldP>
      <p:bldP spid="13" grpId="0"/>
    </p:bldLst>
  </p:timing>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p:cSld name="Vertical Heading and Large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2473485"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302520" y="2357938"/>
            <a:ext cx="1907827"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a:t>Heading</a:t>
            </a:r>
            <a:endParaRPr lang="en-US">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24852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2" name="Picture 1" descr="A black and white logo&#10;&#10;Description automatically generated">
            <a:extLst>
              <a:ext uri="{FF2B5EF4-FFF2-40B4-BE49-F238E27FC236}">
                <a16:creationId xmlns:a16="http://schemas.microsoft.com/office/drawing/2014/main" id="{C8F4B77F-0D0D-0DC6-3F9E-303AAF78DE05}"/>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12F5F5B0-3542-BD53-B3C3-511B7DF3B642}"/>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4248131998"/>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p:cSld name="Vertical Heading and Image">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A4D5B20-1B62-EA2E-28AF-620EDB3FFC14}"/>
              </a:ext>
            </a:extLst>
          </p:cNvPr>
          <p:cNvSpPr/>
          <p:nvPr/>
        </p:nvSpPr>
        <p:spPr>
          <a:xfrm>
            <a:off x="0" y="0"/>
            <a:ext cx="3657600" cy="6858000"/>
          </a:xfrm>
          <a:prstGeom prst="rect">
            <a:avLst/>
          </a:prstGeom>
          <a:solidFill>
            <a:schemeClr val="accent1">
              <a:lumMod val="50000"/>
            </a:schemeClr>
          </a:solidFill>
          <a:ln>
            <a:solidFill>
              <a:schemeClr val="tx2">
                <a:lumMod val="40000"/>
                <a:lumOff val="6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9">
            <a:extLst>
              <a:ext uri="{FF2B5EF4-FFF2-40B4-BE49-F238E27FC236}">
                <a16:creationId xmlns:a16="http://schemas.microsoft.com/office/drawing/2014/main" id="{0954F7F8-633C-1056-C63B-72D51AC724CC}"/>
              </a:ext>
            </a:extLst>
          </p:cNvPr>
          <p:cNvSpPr>
            <a:spLocks noGrp="1"/>
          </p:cNvSpPr>
          <p:nvPr>
            <p:ph type="title" hasCustomPrompt="1"/>
          </p:nvPr>
        </p:nvSpPr>
        <p:spPr>
          <a:xfrm>
            <a:off x="280562" y="2801136"/>
            <a:ext cx="3096475" cy="627864"/>
          </a:xfrm>
          <a:prstGeom prst="rect">
            <a:avLst/>
          </a:prstGeom>
        </p:spPr>
        <p:txBody>
          <a:bodyPr wrap="square" lIns="91440" tIns="91440" rIns="91440" bIns="91440" anchor="t" anchorCtr="0">
            <a:spAutoFit/>
          </a:bodyPr>
          <a:lstStyle>
            <a:lvl1pPr>
              <a:defRPr sz="3200">
                <a:solidFill>
                  <a:srgbClr val="00F0EA"/>
                </a:solidFill>
                <a:latin typeface="+mj-lt"/>
                <a:ea typeface="Roboto Light" panose="02000000000000000000" pitchFamily="2" charset="0"/>
              </a:defRPr>
            </a:lvl1pPr>
          </a:lstStyle>
          <a:p>
            <a:r>
              <a:rPr lang="en-US"/>
              <a:t>Heading Text</a:t>
            </a:r>
            <a:endParaRPr lang="en-US">
              <a:cs typeface="Calibri Light"/>
            </a:endParaRPr>
          </a:p>
        </p:txBody>
      </p:sp>
      <p:cxnSp>
        <p:nvCxnSpPr>
          <p:cNvPr id="6" name="Straight Connector 5">
            <a:extLst>
              <a:ext uri="{FF2B5EF4-FFF2-40B4-BE49-F238E27FC236}">
                <a16:creationId xmlns:a16="http://schemas.microsoft.com/office/drawing/2014/main" id="{459766FA-AF47-1934-153F-656BC7B60605}"/>
              </a:ext>
            </a:extLst>
          </p:cNvPr>
          <p:cNvCxnSpPr>
            <a:cxnSpLocks/>
          </p:cNvCxnSpPr>
          <p:nvPr/>
        </p:nvCxnSpPr>
        <p:spPr>
          <a:xfrm>
            <a:off x="3677942"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7" name="Picture 6" descr="A black and white logo&#10;&#10;Description automatically generated">
            <a:extLst>
              <a:ext uri="{FF2B5EF4-FFF2-40B4-BE49-F238E27FC236}">
                <a16:creationId xmlns:a16="http://schemas.microsoft.com/office/drawing/2014/main" id="{7CA36C7E-9368-2FEC-4C6C-0E9EE11FC64E}"/>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
        <p:nvSpPr>
          <p:cNvPr id="8" name="TextBox 7">
            <a:extLst>
              <a:ext uri="{FF2B5EF4-FFF2-40B4-BE49-F238E27FC236}">
                <a16:creationId xmlns:a16="http://schemas.microsoft.com/office/drawing/2014/main" id="{E0F102C1-9945-8365-90E1-0591D7ABB75E}"/>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rgbClr val="08212A"/>
                </a:solidFill>
                <a:effectLst/>
                <a:latin typeface="Roboto" panose="02000000000000000000" pitchFamily="2" charset="0"/>
                <a:ea typeface="Roboto" panose="02000000000000000000" pitchFamily="2" charset="0"/>
              </a:rPr>
              <a:t>©</a:t>
            </a:r>
            <a:r>
              <a:rPr lang="en-US" sz="800" b="0" i="0">
                <a:solidFill>
                  <a:srgbClr val="08212A"/>
                </a:solidFill>
                <a:effectLst/>
                <a:latin typeface="Roboto" panose="02000000000000000000" pitchFamily="2" charset="0"/>
                <a:ea typeface="Roboto" panose="02000000000000000000" pitchFamily="2" charset="0"/>
              </a:rPr>
              <a:t> Dot Net Tricks Innovation Pvt. Ltd. | All rights Reserved.</a:t>
            </a:r>
            <a:endParaRPr lang="en-IN" sz="800" b="0">
              <a:solidFill>
                <a:srgbClr val="08212A"/>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063092062"/>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Demo">
    <p:bg>
      <p:bgPr>
        <a:solidFill>
          <a:schemeClr val="accent1">
            <a:lumMod val="50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a:t>DEMO</a:t>
            </a:r>
          </a:p>
        </p:txBody>
      </p:sp>
      <p:sp>
        <p:nvSpPr>
          <p:cNvPr id="4" name="Content Placeholder 2">
            <a:extLst>
              <a:ext uri="{FF2B5EF4-FFF2-40B4-BE49-F238E27FC236}">
                <a16:creationId xmlns:a16="http://schemas.microsoft.com/office/drawing/2014/main" id="{66B66E12-9BB3-7E03-ED63-6F68DD490DDA}"/>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a:t>Title text</a:t>
            </a:r>
          </a:p>
        </p:txBody>
      </p:sp>
    </p:spTree>
    <p:extLst>
      <p:ext uri="{BB962C8B-B14F-4D97-AF65-F5344CB8AC3E}">
        <p14:creationId xmlns:p14="http://schemas.microsoft.com/office/powerpoint/2010/main" val="2567762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0" end="0"/>
                                            </p:txEl>
                                          </p:spTgt>
                                        </p:tgtEl>
                                        <p:attrNameLst>
                                          <p:attrName>style.visibility</p:attrName>
                                        </p:attrNameLst>
                                      </p:cBhvr>
                                      <p:to>
                                        <p:strVal val="visible"/>
                                      </p:to>
                                    </p:set>
                                    <p:animEffect transition="in" filter="fade">
                                      <p:cBhvr>
                                        <p:cTn id="12" dur="500"/>
                                        <p:tgtEl>
                                          <p:spTgt spid="4">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4" grpId="0" build="p">
        <p:tmplLst>
          <p:tmpl lvl="1">
            <p:tnLst>
              <p:par>
                <p:cTn presetID="10" presetClass="entr" presetSubtype="0" fill="hold" nodeType="clickEffect">
                  <p:stCondLst>
                    <p:cond delay="0"/>
                  </p:stCondLst>
                  <p:childTnLst>
                    <p:set>
                      <p:cBhvr>
                        <p:cTn dur="1" fill="hold">
                          <p:stCondLst>
                            <p:cond delay="0"/>
                          </p:stCondLst>
                        </p:cTn>
                        <p:tgtEl>
                          <p:spTgt spid="4"/>
                        </p:tgtEl>
                        <p:attrNameLst>
                          <p:attrName>style.visibility</p:attrName>
                        </p:attrNameLst>
                      </p:cBhvr>
                      <p:to>
                        <p:strVal val="visible"/>
                      </p:to>
                    </p:set>
                    <p:animEffect transition="in" filter="fade">
                      <p:cBhvr>
                        <p:cTn dur="500"/>
                        <p:tgtEl>
                          <p:spTgt spid="4"/>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Demo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69CE-B64A-A2B7-78A0-47FAA9EBFAF3}"/>
              </a:ext>
            </a:extLst>
          </p:cNvPr>
          <p:cNvSpPr>
            <a:spLocks noGrp="1"/>
          </p:cNvSpPr>
          <p:nvPr>
            <p:ph type="title" hasCustomPrompt="1"/>
          </p:nvPr>
        </p:nvSpPr>
        <p:spPr>
          <a:xfrm>
            <a:off x="493295" y="1989612"/>
            <a:ext cx="11113251" cy="738664"/>
          </a:xfrm>
          <a:prstGeom prst="rect">
            <a:avLst/>
          </a:prstGeom>
          <a:noFill/>
        </p:spPr>
        <p:txBody>
          <a:bodyPr wrap="square" tIns="91440" bIns="91440" anchor="t" anchorCtr="0">
            <a:spAutoFit/>
          </a:bodyPr>
          <a:lstStyle>
            <a:lvl1pPr>
              <a:defRPr sz="4000" spc="-100" baseline="0">
                <a:solidFill>
                  <a:srgbClr val="00F0EA"/>
                </a:solidFill>
                <a:latin typeface="+mj-lt"/>
                <a:ea typeface="Roboto Light" panose="02000000000000000000" pitchFamily="2" charset="0"/>
              </a:defRPr>
            </a:lvl1pPr>
          </a:lstStyle>
          <a:p>
            <a:r>
              <a:rPr lang="en-US"/>
              <a:t>DEMO</a:t>
            </a:r>
          </a:p>
        </p:txBody>
      </p:sp>
      <p:sp>
        <p:nvSpPr>
          <p:cNvPr id="3" name="Content Placeholder 2">
            <a:extLst>
              <a:ext uri="{FF2B5EF4-FFF2-40B4-BE49-F238E27FC236}">
                <a16:creationId xmlns:a16="http://schemas.microsoft.com/office/drawing/2014/main" id="{C5DA8C8F-C9FF-E150-0975-AC8DD67162F4}"/>
              </a:ext>
            </a:extLst>
          </p:cNvPr>
          <p:cNvSpPr>
            <a:spLocks noGrp="1"/>
          </p:cNvSpPr>
          <p:nvPr>
            <p:ph sz="half" idx="1" hasCustomPrompt="1"/>
          </p:nvPr>
        </p:nvSpPr>
        <p:spPr>
          <a:xfrm>
            <a:off x="484490" y="2854475"/>
            <a:ext cx="11122056" cy="2673061"/>
          </a:xfrm>
          <a:prstGeom prst="rect">
            <a:avLst/>
          </a:prstGeom>
        </p:spPr>
        <p:txBody>
          <a:bodyPr lIns="91440">
            <a:normAutofit/>
          </a:bodyPr>
          <a:lstStyle>
            <a:lvl1pPr marL="0" indent="0">
              <a:buFont typeface="Arial" panose="020B0604020202020204" pitchFamily="34" charset="0"/>
              <a:buNone/>
              <a:defRPr sz="3200">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a:t>Title text</a:t>
            </a:r>
          </a:p>
        </p:txBody>
      </p:sp>
    </p:spTree>
    <p:extLst>
      <p:ext uri="{BB962C8B-B14F-4D97-AF65-F5344CB8AC3E}">
        <p14:creationId xmlns:p14="http://schemas.microsoft.com/office/powerpoint/2010/main" val="28327532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tmplLst>
          <p:tmpl lvl="1">
            <p:tnLst>
              <p:par>
                <p:cTn presetID="10" presetClass="entr" presetSubtype="0" fill="hold" nodeType="clickEffect">
                  <p:stCondLst>
                    <p:cond delay="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New Section">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549B69F4-6542-CC32-13BB-1EDC8016C7F0}"/>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a:t>Section Heading Text</a:t>
            </a:r>
          </a:p>
        </p:txBody>
      </p:sp>
    </p:spTree>
    <p:extLst>
      <p:ext uri="{BB962C8B-B14F-4D97-AF65-F5344CB8AC3E}">
        <p14:creationId xmlns:p14="http://schemas.microsoft.com/office/powerpoint/2010/main" val="23993389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Lst>
  </p:timing>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New Section Dark">
    <p:bg>
      <p:bgPr>
        <a:solidFill>
          <a:srgbClr val="08212A"/>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C9197C-A14F-EF49-12E9-8F9D65AAF709}"/>
              </a:ext>
            </a:extLst>
          </p:cNvPr>
          <p:cNvSpPr>
            <a:spLocks noGrp="1"/>
          </p:cNvSpPr>
          <p:nvPr>
            <p:ph type="title" hasCustomPrompt="1"/>
          </p:nvPr>
        </p:nvSpPr>
        <p:spPr>
          <a:xfrm>
            <a:off x="539374" y="2690336"/>
            <a:ext cx="11113251" cy="738664"/>
          </a:xfrm>
          <a:prstGeom prst="rect">
            <a:avLst/>
          </a:prstGeom>
          <a:noFill/>
        </p:spPr>
        <p:txBody>
          <a:bodyPr wrap="square" tIns="91440" bIns="91440" anchor="t" anchorCtr="0">
            <a:spAutoFit/>
          </a:bodyPr>
          <a:lstStyle>
            <a:lvl1pPr algn="ctr">
              <a:defRPr sz="4000" spc="-100" baseline="0">
                <a:solidFill>
                  <a:srgbClr val="00F0EA"/>
                </a:solidFill>
                <a:latin typeface="+mj-lt"/>
                <a:ea typeface="Roboto Light" panose="02000000000000000000" pitchFamily="2" charset="0"/>
              </a:defRPr>
            </a:lvl1pPr>
          </a:lstStyle>
          <a:p>
            <a:r>
              <a:rPr lang="en-US"/>
              <a:t>Section Heading Text</a:t>
            </a:r>
          </a:p>
        </p:txBody>
      </p:sp>
    </p:spTree>
    <p:extLst>
      <p:ext uri="{BB962C8B-B14F-4D97-AF65-F5344CB8AC3E}">
        <p14:creationId xmlns:p14="http://schemas.microsoft.com/office/powerpoint/2010/main" val="31825078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Demo Horizontal">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6" name="Content Placeholder 2">
            <a:extLst>
              <a:ext uri="{FF2B5EF4-FFF2-40B4-BE49-F238E27FC236}">
                <a16:creationId xmlns:a16="http://schemas.microsoft.com/office/drawing/2014/main" id="{4F10F2F3-E7C9-5A3B-5A3A-2F657B7544C5}"/>
              </a:ext>
            </a:extLst>
          </p:cNvPr>
          <p:cNvSpPr>
            <a:spLocks noGrp="1"/>
          </p:cNvSpPr>
          <p:nvPr>
            <p:ph sz="half" idx="1" hasCustomPrompt="1"/>
          </p:nvPr>
        </p:nvSpPr>
        <p:spPr>
          <a:xfrm>
            <a:off x="493295" y="1276153"/>
            <a:ext cx="5156998"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
        <p:nvSpPr>
          <p:cNvPr id="5" name="Content Placeholder 2">
            <a:extLst>
              <a:ext uri="{FF2B5EF4-FFF2-40B4-BE49-F238E27FC236}">
                <a16:creationId xmlns:a16="http://schemas.microsoft.com/office/drawing/2014/main" id="{16573F37-5E38-4DE7-D01D-29CB325BB933}"/>
              </a:ext>
            </a:extLst>
          </p:cNvPr>
          <p:cNvSpPr>
            <a:spLocks noGrp="1"/>
          </p:cNvSpPr>
          <p:nvPr>
            <p:ph sz="half" idx="10" hasCustomPrompt="1"/>
          </p:nvPr>
        </p:nvSpPr>
        <p:spPr>
          <a:xfrm>
            <a:off x="493295" y="431324"/>
            <a:ext cx="5156994"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sp>
        <p:nvSpPr>
          <p:cNvPr id="8" name="TextBox 7">
            <a:extLst>
              <a:ext uri="{FF2B5EF4-FFF2-40B4-BE49-F238E27FC236}">
                <a16:creationId xmlns:a16="http://schemas.microsoft.com/office/drawing/2014/main" id="{DFAAD7D6-23BD-096F-D2AC-99E21B392F8C}"/>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chemeClr val="tx2">
                    <a:lumMod val="10000"/>
                    <a:lumOff val="90000"/>
                  </a:schemeClr>
                </a:solidFill>
                <a:effectLst/>
                <a:latin typeface="Roboto" panose="02000000000000000000" pitchFamily="2" charset="0"/>
                <a:ea typeface="Roboto" panose="02000000000000000000" pitchFamily="2" charset="0"/>
              </a:rPr>
              <a:t>©</a:t>
            </a:r>
            <a:r>
              <a:rPr lang="en-US" sz="800" b="0" i="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27610691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tmplLst>
          <p:tmpl lvl="1">
            <p:tnLst>
              <p:par>
                <p:cTn presetID="10" presetClass="entr" presetSubtype="0" fill="hold" nodeType="withEffect">
                  <p:stCondLst>
                    <p:cond delay="0"/>
                  </p:stCondLst>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Lst>
  </p:timing>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Demo Block">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B86C3A6A-52AD-4603-A315-FB85F98EFFD0}"/>
              </a:ext>
            </a:extLst>
          </p:cNvPr>
          <p:cNvSpPr/>
          <p:nvPr/>
        </p:nvSpPr>
        <p:spPr bwMode="auto">
          <a:xfrm>
            <a:off x="5951538" y="0"/>
            <a:ext cx="6240462" cy="6858000"/>
          </a:xfrm>
          <a:prstGeom prst="rect">
            <a:avLst/>
          </a:pr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cxnSp>
        <p:nvCxnSpPr>
          <p:cNvPr id="27" name="Straight Connector 26">
            <a:extLst>
              <a:ext uri="{FF2B5EF4-FFF2-40B4-BE49-F238E27FC236}">
                <a16:creationId xmlns:a16="http://schemas.microsoft.com/office/drawing/2014/main" id="{6E4957CE-9F1E-48E5-9589-60C25FE5C6E1}"/>
              </a:ext>
            </a:extLst>
          </p:cNvPr>
          <p:cNvCxnSpPr>
            <a:cxnSpLocks/>
          </p:cNvCxnSpPr>
          <p:nvPr/>
        </p:nvCxnSpPr>
        <p:spPr>
          <a:xfrm>
            <a:off x="5934945" y="0"/>
            <a:ext cx="0"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pic>
        <p:nvPicPr>
          <p:cNvPr id="6" name="Picture 5" descr="A close up of a logo&#10;&#10;Description automatically generated">
            <a:extLst>
              <a:ext uri="{FF2B5EF4-FFF2-40B4-BE49-F238E27FC236}">
                <a16:creationId xmlns:a16="http://schemas.microsoft.com/office/drawing/2014/main" id="{C1B2F07E-0C00-421A-9195-523EDBF7749E}"/>
              </a:ext>
            </a:extLst>
          </p:cNvPr>
          <p:cNvPicPr>
            <a:picLocks noChangeAspect="1"/>
          </p:cNvPicPr>
          <p:nvPr/>
        </p:nvPicPr>
        <p:blipFill>
          <a:blip r:embed="rId2">
            <a:duotone>
              <a:schemeClr val="accent4">
                <a:shade val="45000"/>
                <a:satMod val="135000"/>
              </a:schemeClr>
              <a:prstClr val="white"/>
            </a:duotone>
          </a:blip>
          <a:stretch>
            <a:fillRect/>
          </a:stretch>
        </p:blipFill>
        <p:spPr>
          <a:xfrm>
            <a:off x="4307351" y="837219"/>
            <a:ext cx="8605921" cy="6110204"/>
          </a:xfrm>
          <a:prstGeom prst="rect">
            <a:avLst/>
          </a:prstGeom>
        </p:spPr>
      </p:pic>
      <p:sp>
        <p:nvSpPr>
          <p:cNvPr id="5" name="Rectangle 4">
            <a:extLst>
              <a:ext uri="{FF2B5EF4-FFF2-40B4-BE49-F238E27FC236}">
                <a16:creationId xmlns:a16="http://schemas.microsoft.com/office/drawing/2014/main" id="{31334A2F-1DF6-47E4-9342-6176E6E9DA35}"/>
              </a:ext>
            </a:extLst>
          </p:cNvPr>
          <p:cNvSpPr/>
          <p:nvPr/>
        </p:nvSpPr>
        <p:spPr bwMode="auto">
          <a:xfrm>
            <a:off x="5600700" y="1883304"/>
            <a:ext cx="6000750" cy="335799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7" name="Content Placeholder 2">
            <a:extLst>
              <a:ext uri="{FF2B5EF4-FFF2-40B4-BE49-F238E27FC236}">
                <a16:creationId xmlns:a16="http://schemas.microsoft.com/office/drawing/2014/main" id="{1B189F03-5212-6C02-3901-900E58D9C2EB}"/>
              </a:ext>
            </a:extLst>
          </p:cNvPr>
          <p:cNvSpPr>
            <a:spLocks noGrp="1"/>
          </p:cNvSpPr>
          <p:nvPr>
            <p:ph sz="half" idx="1" hasCustomPrompt="1"/>
          </p:nvPr>
        </p:nvSpPr>
        <p:spPr>
          <a:xfrm>
            <a:off x="493295" y="1282787"/>
            <a:ext cx="4736970" cy="4877624"/>
          </a:xfrm>
          <a:prstGeom prst="rect">
            <a:avLst/>
          </a:prstGeom>
        </p:spPr>
        <p:txBody>
          <a:bodyPr lIns="91440">
            <a:normAutofit/>
          </a:bodyPr>
          <a:lstStyle>
            <a:lvl1pPr marL="228600" indent="-228600">
              <a:lnSpc>
                <a:spcPct val="100000"/>
              </a:lnSpc>
              <a:buClr>
                <a:schemeClr val="tx2">
                  <a:lumMod val="10000"/>
                  <a:lumOff val="90000"/>
                </a:schemeClr>
              </a:buClr>
              <a:buFont typeface="Arial" panose="020B0604020202020204" pitchFamily="34" charset="0"/>
              <a:buChar char="•"/>
              <a:defRPr sz="2800">
                <a:solidFill>
                  <a:schemeClr val="tx2">
                    <a:lumMod val="10000"/>
                    <a:lumOff val="90000"/>
                  </a:schemeClr>
                </a:solidFill>
                <a:latin typeface="Roboto Light" panose="02000000000000000000" pitchFamily="2" charset="0"/>
                <a:ea typeface="Roboto Light" panose="02000000000000000000" pitchFamily="2" charset="0"/>
              </a:defRPr>
            </a:lvl1pPr>
            <a:lvl2pPr>
              <a:buClr>
                <a:schemeClr val="tx2">
                  <a:lumMod val="10000"/>
                  <a:lumOff val="90000"/>
                </a:schemeClr>
              </a:buClr>
              <a:defRPr>
                <a:solidFill>
                  <a:schemeClr val="tx2">
                    <a:lumMod val="10000"/>
                    <a:lumOff val="90000"/>
                  </a:schemeClr>
                </a:solidFill>
              </a:defRPr>
            </a:lvl2pPr>
            <a:lvl3pPr>
              <a:buClr>
                <a:schemeClr val="tx2">
                  <a:lumMod val="10000"/>
                  <a:lumOff val="90000"/>
                </a:schemeClr>
              </a:buClr>
              <a:defRPr>
                <a:solidFill>
                  <a:schemeClr val="tx2">
                    <a:lumMod val="10000"/>
                    <a:lumOff val="90000"/>
                  </a:schemeClr>
                </a:solidFill>
              </a:defRPr>
            </a:lvl3pPr>
          </a:lstStyle>
          <a:p>
            <a:pPr lvl="0"/>
            <a:r>
              <a:rPr lang="en-US"/>
              <a:t>First Level Text</a:t>
            </a:r>
          </a:p>
          <a:p>
            <a:pPr lvl="1"/>
            <a:r>
              <a:rPr lang="en-US"/>
              <a:t>Second Level Text</a:t>
            </a:r>
          </a:p>
          <a:p>
            <a:pPr lvl="2"/>
            <a:r>
              <a:rPr lang="en-US"/>
              <a:t>Third Level Text</a:t>
            </a:r>
          </a:p>
        </p:txBody>
      </p:sp>
      <p:sp>
        <p:nvSpPr>
          <p:cNvPr id="8" name="Content Placeholder 2">
            <a:extLst>
              <a:ext uri="{FF2B5EF4-FFF2-40B4-BE49-F238E27FC236}">
                <a16:creationId xmlns:a16="http://schemas.microsoft.com/office/drawing/2014/main" id="{78DCC069-2BEA-5F9E-9129-62A5B1B8703F}"/>
              </a:ext>
            </a:extLst>
          </p:cNvPr>
          <p:cNvSpPr>
            <a:spLocks noGrp="1"/>
          </p:cNvSpPr>
          <p:nvPr>
            <p:ph sz="half" idx="10" hasCustomPrompt="1"/>
          </p:nvPr>
        </p:nvSpPr>
        <p:spPr>
          <a:xfrm>
            <a:off x="493295" y="431324"/>
            <a:ext cx="4736967" cy="534839"/>
          </a:xfrm>
          <a:prstGeom prst="rect">
            <a:avLst/>
          </a:prstGeom>
        </p:spPr>
        <p:txBody>
          <a:bodyPr lIns="91440" anchor="t">
            <a:normAutofit/>
          </a:bodyPr>
          <a:lstStyle>
            <a:lvl1pPr marL="0" indent="0">
              <a:buFontTx/>
              <a:buNone/>
              <a:defRPr sz="3200" b="0">
                <a:solidFill>
                  <a:srgbClr val="00F0EA"/>
                </a:solidFill>
                <a:latin typeface="+mj-lt"/>
                <a:ea typeface="Roboto Light" panose="02000000000000000000" pitchFamily="2" charset="0"/>
              </a:defRPr>
            </a:lvl1pPr>
          </a:lstStyle>
          <a:p>
            <a:pPr lvl="0"/>
            <a:r>
              <a:rPr lang="en-US"/>
              <a:t>Heading Text</a:t>
            </a:r>
          </a:p>
        </p:txBody>
      </p:sp>
      <p:sp>
        <p:nvSpPr>
          <p:cNvPr id="10" name="TextBox 9">
            <a:extLst>
              <a:ext uri="{FF2B5EF4-FFF2-40B4-BE49-F238E27FC236}">
                <a16:creationId xmlns:a16="http://schemas.microsoft.com/office/drawing/2014/main" id="{4E8A636B-F90E-6AC1-F66C-DD7F07E87CA1}"/>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chemeClr val="tx2">
                    <a:lumMod val="10000"/>
                    <a:lumOff val="90000"/>
                  </a:schemeClr>
                </a:solidFill>
                <a:effectLst/>
                <a:latin typeface="Roboto" panose="02000000000000000000" pitchFamily="2" charset="0"/>
                <a:ea typeface="Roboto" panose="02000000000000000000" pitchFamily="2" charset="0"/>
              </a:rPr>
              <a:t>©</a:t>
            </a:r>
            <a:r>
              <a:rPr lang="en-US" sz="800" b="0" i="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127853701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tmplLst>
          <p:tmpl lvl="1">
            <p:tnLst>
              <p:par>
                <p:cTn presetID="10" presetClass="entr" presetSubtype="0" fill="hold" nodeType="withEffect">
                  <p:stCondLst>
                    <p:cond delay="0"/>
                  </p:stCondLst>
                  <p:childTnLst>
                    <p:set>
                      <p:cBhvr>
                        <p:cTn dur="1" fill="hold">
                          <p:stCondLst>
                            <p:cond delay="0"/>
                          </p:stCondLst>
                        </p:cTn>
                        <p:tgtEl>
                          <p:spTgt spid="8"/>
                        </p:tgtEl>
                        <p:attrNameLst>
                          <p:attrName>style.visibility</p:attrName>
                        </p:attrNameLst>
                      </p:cBhvr>
                      <p:to>
                        <p:strVal val="visible"/>
                      </p:to>
                    </p:set>
                    <p:animEffect transition="in" filter="fade">
                      <p:cBhvr>
                        <p:cTn dur="500"/>
                        <p:tgtEl>
                          <p:spTgt spid="8"/>
                        </p:tgtEl>
                      </p:cBhvr>
                    </p:animEffect>
                  </p:childTnLst>
                </p:cTn>
              </p:par>
            </p:tnLst>
          </p:tmpl>
        </p:tmplLst>
      </p:bldP>
    </p:bldLst>
  </p:timing>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Section Title diagonal">
    <p:spTree>
      <p:nvGrpSpPr>
        <p:cNvPr id="1" name=""/>
        <p:cNvGrpSpPr/>
        <p:nvPr/>
      </p:nvGrpSpPr>
      <p:grpSpPr>
        <a:xfrm>
          <a:off x="0" y="0"/>
          <a:ext cx="0" cy="0"/>
          <a:chOff x="0" y="0"/>
          <a:chExt cx="0" cy="0"/>
        </a:xfrm>
      </p:grpSpPr>
      <p:sp>
        <p:nvSpPr>
          <p:cNvPr id="10" name="Freeform: Shape 9">
            <a:extLst>
              <a:ext uri="{FF2B5EF4-FFF2-40B4-BE49-F238E27FC236}">
                <a16:creationId xmlns:a16="http://schemas.microsoft.com/office/drawing/2014/main" id="{E6DD577C-C13B-4699-AEF8-7A86F0FC6BC3}"/>
              </a:ext>
            </a:extLst>
          </p:cNvPr>
          <p:cNvSpPr/>
          <p:nvPr/>
        </p:nvSpPr>
        <p:spPr bwMode="auto">
          <a:xfrm>
            <a:off x="5088049" y="0"/>
            <a:ext cx="7103952" cy="6858000"/>
          </a:xfrm>
          <a:custGeom>
            <a:avLst/>
            <a:gdLst>
              <a:gd name="connsiteX0" fmla="*/ 1544125 w 8382633"/>
              <a:gd name="connsiteY0" fmla="*/ 0 h 6858000"/>
              <a:gd name="connsiteX1" fmla="*/ 3077650 w 8382633"/>
              <a:gd name="connsiteY1" fmla="*/ 0 h 6858000"/>
              <a:gd name="connsiteX2" fmla="*/ 6849108 w 8382633"/>
              <a:gd name="connsiteY2" fmla="*/ 0 h 6858000"/>
              <a:gd name="connsiteX3" fmla="*/ 8382633 w 8382633"/>
              <a:gd name="connsiteY3" fmla="*/ 0 h 6858000"/>
              <a:gd name="connsiteX4" fmla="*/ 8382633 w 8382633"/>
              <a:gd name="connsiteY4" fmla="*/ 6858000 h 6858000"/>
              <a:gd name="connsiteX5" fmla="*/ 6849108 w 8382633"/>
              <a:gd name="connsiteY5" fmla="*/ 6858000 h 6858000"/>
              <a:gd name="connsiteX6" fmla="*/ 1533525 w 8382633"/>
              <a:gd name="connsiteY6" fmla="*/ 6858000 h 6858000"/>
              <a:gd name="connsiteX7" fmla="*/ 0 w 8382633"/>
              <a:gd name="connsiteY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382633" h="6858000">
                <a:moveTo>
                  <a:pt x="1544125" y="0"/>
                </a:moveTo>
                <a:lnTo>
                  <a:pt x="3077650" y="0"/>
                </a:lnTo>
                <a:lnTo>
                  <a:pt x="6849108" y="0"/>
                </a:lnTo>
                <a:lnTo>
                  <a:pt x="8382633" y="0"/>
                </a:lnTo>
                <a:lnTo>
                  <a:pt x="8382633" y="6858000"/>
                </a:lnTo>
                <a:lnTo>
                  <a:pt x="6849108" y="6858000"/>
                </a:lnTo>
                <a:lnTo>
                  <a:pt x="1533525" y="6858000"/>
                </a:lnTo>
                <a:lnTo>
                  <a:pt x="0" y="6858000"/>
                </a:lnTo>
                <a:close/>
              </a:path>
            </a:pathLst>
          </a:custGeom>
          <a:solidFill>
            <a:schemeClr val="accent1">
              <a:lumMod val="5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16">
            <a:extLst>
              <a:ext uri="{FF2B5EF4-FFF2-40B4-BE49-F238E27FC236}">
                <a16:creationId xmlns:a16="http://schemas.microsoft.com/office/drawing/2014/main" id="{90A267F1-327F-405E-AAAF-F4D7F4F5399C}"/>
              </a:ext>
            </a:extLst>
          </p:cNvPr>
          <p:cNvSpPr>
            <a:spLocks noGrp="1"/>
          </p:cNvSpPr>
          <p:nvPr>
            <p:ph type="body" sz="quarter" idx="10" hasCustomPrompt="1"/>
          </p:nvPr>
        </p:nvSpPr>
        <p:spPr>
          <a:xfrm>
            <a:off x="534713" y="3306563"/>
            <a:ext cx="4563275" cy="430887"/>
          </a:xfrm>
        </p:spPr>
        <p:txBody>
          <a:bodyPr/>
          <a:lstStyle>
            <a:lvl1pPr marL="0" indent="0" algn="l">
              <a:buNone/>
              <a:defRPr>
                <a:solidFill>
                  <a:schemeClr val="tx2">
                    <a:lumMod val="10000"/>
                    <a:lumOff val="90000"/>
                  </a:schemeClr>
                </a:solidFill>
                <a:latin typeface="Roboto Light" panose="02000000000000000000" pitchFamily="2" charset="0"/>
                <a:ea typeface="Roboto Light" panose="02000000000000000000" pitchFamily="2" charset="0"/>
              </a:defRPr>
            </a:lvl1pPr>
          </a:lstStyle>
          <a:p>
            <a:pPr lvl="0"/>
            <a:r>
              <a:rPr lang="en-US"/>
              <a:t>Subheading Text</a:t>
            </a:r>
          </a:p>
        </p:txBody>
      </p:sp>
      <p:cxnSp>
        <p:nvCxnSpPr>
          <p:cNvPr id="5" name="Straight Connector 4">
            <a:extLst>
              <a:ext uri="{FF2B5EF4-FFF2-40B4-BE49-F238E27FC236}">
                <a16:creationId xmlns:a16="http://schemas.microsoft.com/office/drawing/2014/main" id="{67B110AE-7CE8-4541-ACC8-0A2D5097F2B6}"/>
              </a:ext>
            </a:extLst>
          </p:cNvPr>
          <p:cNvCxnSpPr>
            <a:cxnSpLocks/>
            <a:stCxn id="10" idx="0"/>
          </p:cNvCxnSpPr>
          <p:nvPr/>
        </p:nvCxnSpPr>
        <p:spPr>
          <a:xfrm flipH="1">
            <a:off x="5088049" y="0"/>
            <a:ext cx="1308585" cy="6858000"/>
          </a:xfrm>
          <a:prstGeom prst="line">
            <a:avLst/>
          </a:prstGeom>
          <a:ln w="25400">
            <a:solidFill>
              <a:srgbClr val="00D1CF"/>
            </a:solidFill>
          </a:ln>
        </p:spPr>
        <p:style>
          <a:lnRef idx="1">
            <a:schemeClr val="accent1"/>
          </a:lnRef>
          <a:fillRef idx="0">
            <a:schemeClr val="accent1"/>
          </a:fillRef>
          <a:effectRef idx="0">
            <a:schemeClr val="accent1"/>
          </a:effectRef>
          <a:fontRef idx="minor">
            <a:schemeClr val="tx1"/>
          </a:fontRef>
        </p:style>
      </p:cxnSp>
      <p:sp>
        <p:nvSpPr>
          <p:cNvPr id="7" name="Title 9">
            <a:extLst>
              <a:ext uri="{FF2B5EF4-FFF2-40B4-BE49-F238E27FC236}">
                <a16:creationId xmlns:a16="http://schemas.microsoft.com/office/drawing/2014/main" id="{302E1A16-F6D6-87D2-5332-F90F1125F35A}"/>
              </a:ext>
            </a:extLst>
          </p:cNvPr>
          <p:cNvSpPr txBox="1">
            <a:spLocks/>
          </p:cNvSpPr>
          <p:nvPr/>
        </p:nvSpPr>
        <p:spPr>
          <a:xfrm>
            <a:off x="524774" y="2592697"/>
            <a:ext cx="4563275" cy="627864"/>
          </a:xfrm>
          <a:prstGeom prst="rect">
            <a:avLst/>
          </a:prstGeom>
        </p:spPr>
        <p:txBody>
          <a:bodyPr wrap="square" lIns="91440" tIns="91440" rIns="91440" bIns="91440" anchor="t" anchorCtr="0">
            <a:spAutoFit/>
          </a:bodyPr>
          <a:lstStyle>
            <a:lvl1pPr algn="l" defTabSz="914400" rtl="0" eaLnBrk="1" latinLnBrk="0" hangingPunct="1">
              <a:lnSpc>
                <a:spcPct val="90000"/>
              </a:lnSpc>
              <a:spcBef>
                <a:spcPct val="0"/>
              </a:spcBef>
              <a:buNone/>
              <a:defRPr sz="3200" kern="1200">
                <a:solidFill>
                  <a:srgbClr val="00F0EA"/>
                </a:solidFill>
                <a:latin typeface="+mj-lt"/>
                <a:ea typeface="Roboto Light" panose="02000000000000000000" pitchFamily="2" charset="0"/>
                <a:cs typeface="+mj-cs"/>
              </a:defRPr>
            </a:lvl1pPr>
          </a:lstStyle>
          <a:p>
            <a:r>
              <a:rPr lang="en-US"/>
              <a:t>Heading Text</a:t>
            </a:r>
            <a:endParaRPr lang="en-US">
              <a:cs typeface="Calibri Light"/>
            </a:endParaRPr>
          </a:p>
        </p:txBody>
      </p:sp>
      <p:sp>
        <p:nvSpPr>
          <p:cNvPr id="2" name="TextBox 1">
            <a:extLst>
              <a:ext uri="{FF2B5EF4-FFF2-40B4-BE49-F238E27FC236}">
                <a16:creationId xmlns:a16="http://schemas.microsoft.com/office/drawing/2014/main" id="{FC610E22-E52D-0F2B-F3EC-79E2497C0DC6}"/>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chemeClr val="tx2">
                    <a:lumMod val="10000"/>
                    <a:lumOff val="90000"/>
                  </a:schemeClr>
                </a:solidFill>
                <a:effectLst/>
                <a:latin typeface="Roboto" panose="02000000000000000000" pitchFamily="2" charset="0"/>
                <a:ea typeface="Roboto" panose="02000000000000000000" pitchFamily="2" charset="0"/>
              </a:rPr>
              <a:t>©</a:t>
            </a:r>
            <a:r>
              <a:rPr lang="en-US" sz="800" b="0" i="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a:solidFill>
                <a:schemeClr val="tx2">
                  <a:lumMod val="10000"/>
                  <a:lumOff val="90000"/>
                </a:schemeClr>
              </a:solidFill>
              <a:latin typeface="Roboto" panose="02000000000000000000" pitchFamily="2" charset="0"/>
              <a:ea typeface="Roboto" panose="02000000000000000000" pitchFamily="2" charset="0"/>
            </a:endParaRPr>
          </a:p>
        </p:txBody>
      </p:sp>
    </p:spTree>
    <p:extLst>
      <p:ext uri="{BB962C8B-B14F-4D97-AF65-F5344CB8AC3E}">
        <p14:creationId xmlns:p14="http://schemas.microsoft.com/office/powerpoint/2010/main" val="348149061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160">
          <p15:clr>
            <a:srgbClr val="FBAE40"/>
          </p15:clr>
        </p15:guide>
        <p15:guide id="2" pos="2400">
          <p15:clr>
            <a:srgbClr val="5ACBF0"/>
          </p15:clr>
        </p15:guide>
        <p15:guide id="3" orient="horz" pos="1910">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p:cSld name="Thanks and Questions">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7E84F745-6E6C-4684-863E-D8BE5579F4B8}"/>
              </a:ext>
            </a:extLst>
          </p:cNvPr>
          <p:cNvPicPr>
            <a:picLocks noChangeAspect="1"/>
          </p:cNvPicPr>
          <p:nvPr/>
        </p:nvPicPr>
        <p:blipFill rotWithShape="1">
          <a:blip r:embed="rId2">
            <a:extLst>
              <a:ext uri="{28A0092B-C50C-407E-A947-70E740481C1C}">
                <a14:useLocalDpi xmlns:a14="http://schemas.microsoft.com/office/drawing/2010/main" val="0"/>
              </a:ext>
            </a:extLst>
          </a:blip>
          <a:srcRect b="1947"/>
          <a:stretch/>
        </p:blipFill>
        <p:spPr>
          <a:xfrm>
            <a:off x="6876547" y="1736436"/>
            <a:ext cx="5223242" cy="5121564"/>
          </a:xfrm>
          <a:prstGeom prst="rect">
            <a:avLst/>
          </a:prstGeom>
        </p:spPr>
      </p:pic>
      <p:sp>
        <p:nvSpPr>
          <p:cNvPr id="11" name="TextBox 10">
            <a:extLst>
              <a:ext uri="{FF2B5EF4-FFF2-40B4-BE49-F238E27FC236}">
                <a16:creationId xmlns:a16="http://schemas.microsoft.com/office/drawing/2014/main" id="{A6428E25-5016-4039-B7A7-2F931DFE040A}"/>
              </a:ext>
            </a:extLst>
          </p:cNvPr>
          <p:cNvSpPr txBox="1"/>
          <p:nvPr/>
        </p:nvSpPr>
        <p:spPr>
          <a:xfrm>
            <a:off x="1192928" y="1913415"/>
            <a:ext cx="4988932" cy="132343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0">
                <a:solidFill>
                  <a:srgbClr val="00F0EA"/>
                </a:solidFill>
                <a:latin typeface="+mj-lt"/>
                <a:ea typeface="Roboto Light" panose="02000000000000000000" pitchFamily="2" charset="0"/>
              </a:rPr>
              <a:t>THANKS</a:t>
            </a:r>
          </a:p>
        </p:txBody>
      </p:sp>
      <p:sp>
        <p:nvSpPr>
          <p:cNvPr id="12" name="TextBox 11">
            <a:extLst>
              <a:ext uri="{FF2B5EF4-FFF2-40B4-BE49-F238E27FC236}">
                <a16:creationId xmlns:a16="http://schemas.microsoft.com/office/drawing/2014/main" id="{AA060C8B-A3BA-485F-8BFF-B1AF78623F0F}"/>
              </a:ext>
            </a:extLst>
          </p:cNvPr>
          <p:cNvSpPr txBox="1"/>
          <p:nvPr/>
        </p:nvSpPr>
        <p:spPr>
          <a:xfrm>
            <a:off x="1253192" y="3167420"/>
            <a:ext cx="4813528" cy="707886"/>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4000">
                <a:solidFill>
                  <a:schemeClr val="tx2">
                    <a:lumMod val="10000"/>
                    <a:lumOff val="90000"/>
                  </a:schemeClr>
                </a:solidFill>
                <a:latin typeface="Roboto Light" panose="02000000000000000000" pitchFamily="2" charset="0"/>
                <a:ea typeface="Roboto Light" panose="02000000000000000000" pitchFamily="2" charset="0"/>
              </a:rPr>
              <a:t>Any Questions?</a:t>
            </a:r>
          </a:p>
        </p:txBody>
      </p:sp>
      <p:pic>
        <p:nvPicPr>
          <p:cNvPr id="2" name="Picture 1" descr="A black and white logo&#10;&#10;Description automatically generated">
            <a:extLst>
              <a:ext uri="{FF2B5EF4-FFF2-40B4-BE49-F238E27FC236}">
                <a16:creationId xmlns:a16="http://schemas.microsoft.com/office/drawing/2014/main" id="{730FCD30-4F72-67F5-7820-B4427DFB43F3}"/>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2609519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1"/>
                                        </p:tgtEl>
                                        <p:attrNameLst>
                                          <p:attrName>style.visibility</p:attrName>
                                        </p:attrNameLst>
                                      </p:cBhvr>
                                      <p:to>
                                        <p:strVal val="visible"/>
                                      </p:to>
                                    </p:set>
                                    <p:animEffect transition="in" filter="fade">
                                      <p:cBhvr>
                                        <p:cTn id="13"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12" grpId="0"/>
    </p:bld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accent1">
            <a:lumMod val="75000"/>
          </a:schemeClr>
        </a:solidFill>
        <a:effectLst/>
      </p:bgPr>
    </p:bg>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AB23353-AC87-47E7-BD54-928306F48010}"/>
              </a:ext>
            </a:extLst>
          </p:cNvPr>
          <p:cNvSpPr txBox="1"/>
          <p:nvPr/>
        </p:nvSpPr>
        <p:spPr>
          <a:xfrm>
            <a:off x="8954219" y="6343665"/>
            <a:ext cx="2791898" cy="215444"/>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800" b="0" i="0" u="none" strike="noStrike">
                <a:solidFill>
                  <a:schemeClr val="tx2">
                    <a:lumMod val="10000"/>
                    <a:lumOff val="90000"/>
                  </a:schemeClr>
                </a:solidFill>
                <a:effectLst/>
                <a:latin typeface="Roboto" panose="02000000000000000000" pitchFamily="2" charset="0"/>
                <a:ea typeface="Roboto" panose="02000000000000000000" pitchFamily="2" charset="0"/>
              </a:rPr>
              <a:t>©</a:t>
            </a:r>
            <a:r>
              <a:rPr lang="en-US" sz="800" b="0" i="0">
                <a:solidFill>
                  <a:schemeClr val="tx2">
                    <a:lumMod val="10000"/>
                    <a:lumOff val="90000"/>
                  </a:schemeClr>
                </a:solidFill>
                <a:effectLst/>
                <a:latin typeface="Roboto" panose="02000000000000000000" pitchFamily="2" charset="0"/>
                <a:ea typeface="Roboto" panose="02000000000000000000" pitchFamily="2" charset="0"/>
              </a:rPr>
              <a:t> Dot Net Tricks Innovation Pvt. Ltd. | All rights Reserved.</a:t>
            </a:r>
            <a:endParaRPr lang="en-IN" sz="800" b="0">
              <a:solidFill>
                <a:schemeClr val="tx2">
                  <a:lumMod val="10000"/>
                  <a:lumOff val="90000"/>
                </a:schemeClr>
              </a:solidFill>
              <a:latin typeface="Roboto" panose="02000000000000000000" pitchFamily="2" charset="0"/>
              <a:ea typeface="Roboto" panose="02000000000000000000" pitchFamily="2" charset="0"/>
            </a:endParaRPr>
          </a:p>
        </p:txBody>
      </p:sp>
      <p:pic>
        <p:nvPicPr>
          <p:cNvPr id="5" name="Picture 4" descr="A black and white logo&#10;&#10;Description automatically generated">
            <a:extLst>
              <a:ext uri="{FF2B5EF4-FFF2-40B4-BE49-F238E27FC236}">
                <a16:creationId xmlns:a16="http://schemas.microsoft.com/office/drawing/2014/main" id="{A4BB0AE5-CB5F-4D47-C947-B0E87FD9B4F0}"/>
              </a:ext>
            </a:extLst>
          </p:cNvPr>
          <p:cNvPicPr>
            <a:picLocks noChangeAspect="1"/>
          </p:cNvPicPr>
          <p:nvPr/>
        </p:nvPicPr>
        <p:blipFill>
          <a:blip r:embed="rId27" cstate="print">
            <a:extLst>
              <a:ext uri="{28A0092B-C50C-407E-A947-70E740481C1C}">
                <a14:useLocalDpi xmlns:a14="http://schemas.microsoft.com/office/drawing/2010/main" val="0"/>
              </a:ext>
            </a:extLst>
          </a:blip>
          <a:stretch>
            <a:fillRect/>
          </a:stretch>
        </p:blipFill>
        <p:spPr>
          <a:xfrm>
            <a:off x="445883" y="6236164"/>
            <a:ext cx="1494944" cy="319988"/>
          </a:xfrm>
          <a:prstGeom prst="rect">
            <a:avLst/>
          </a:prstGeom>
        </p:spPr>
      </p:pic>
    </p:spTree>
    <p:extLst>
      <p:ext uri="{BB962C8B-B14F-4D97-AF65-F5344CB8AC3E}">
        <p14:creationId xmlns:p14="http://schemas.microsoft.com/office/powerpoint/2010/main" val="2457280298"/>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02" r:id="rId12"/>
    <p:sldLayoutId id="2147483703" r:id="rId13"/>
    <p:sldLayoutId id="2147483704" r:id="rId14"/>
    <p:sldLayoutId id="2147483705" r:id="rId15"/>
    <p:sldLayoutId id="2147483706" r:id="rId16"/>
    <p:sldLayoutId id="2147483707" r:id="rId17"/>
    <p:sldLayoutId id="2147483708" r:id="rId18"/>
    <p:sldLayoutId id="2147483709" r:id="rId19"/>
    <p:sldLayoutId id="2147483710" r:id="rId20"/>
    <p:sldLayoutId id="2147483711" r:id="rId21"/>
    <p:sldLayoutId id="2147483712" r:id="rId22"/>
    <p:sldLayoutId id="2147483713" r:id="rId23"/>
    <p:sldLayoutId id="2147483714" r:id="rId24"/>
    <p:sldLayoutId id="2147483715" r:id="rId25"/>
  </p:sldLayoutIdLst>
  <p:hf sldNum="0"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A10996-925C-4155-881D-D3C8FEE61440}"/>
              </a:ext>
            </a:extLst>
          </p:cNvPr>
          <p:cNvSpPr>
            <a:spLocks noGrp="1"/>
          </p:cNvSpPr>
          <p:nvPr>
            <p:ph sz="half" idx="1"/>
          </p:nvPr>
        </p:nvSpPr>
        <p:spPr>
          <a:xfrm>
            <a:off x="5748190" y="1357904"/>
            <a:ext cx="5696246" cy="4409850"/>
          </a:xfrm>
        </p:spPr>
        <p:txBody>
          <a:bodyPr>
            <a:noAutofit/>
          </a:bodyPr>
          <a:lstStyle/>
          <a:p>
            <a:pPr algn="just">
              <a:buClrTx/>
            </a:pPr>
            <a:r>
              <a:rPr lang="en-IN" dirty="0"/>
              <a:t>Connecting Kafka to databases and other services</a:t>
            </a:r>
          </a:p>
          <a:p>
            <a:pPr algn="just">
              <a:buClrTx/>
            </a:pPr>
            <a:r>
              <a:rPr lang="en-IN" dirty="0"/>
              <a:t>Using Kafka Connect for integration</a:t>
            </a:r>
          </a:p>
          <a:p>
            <a:pPr algn="just">
              <a:buClrTx/>
            </a:pPr>
            <a:r>
              <a:rPr lang="en-IN" dirty="0"/>
              <a:t>Case studies </a:t>
            </a:r>
          </a:p>
          <a:p>
            <a:pPr algn="just">
              <a:buClrTx/>
            </a:pPr>
            <a:r>
              <a:rPr lang="en-IN" dirty="0"/>
              <a:t>Kafka Best Practices</a:t>
            </a:r>
          </a:p>
        </p:txBody>
      </p:sp>
      <p:sp>
        <p:nvSpPr>
          <p:cNvPr id="4" name="Content Placeholder 3">
            <a:extLst>
              <a:ext uri="{FF2B5EF4-FFF2-40B4-BE49-F238E27FC236}">
                <a16:creationId xmlns:a16="http://schemas.microsoft.com/office/drawing/2014/main" id="{230785AF-6D2C-48C9-892C-CC3354923A32}"/>
              </a:ext>
            </a:extLst>
          </p:cNvPr>
          <p:cNvSpPr>
            <a:spLocks noGrp="1"/>
          </p:cNvSpPr>
          <p:nvPr>
            <p:ph sz="half" idx="10"/>
          </p:nvPr>
        </p:nvSpPr>
        <p:spPr>
          <a:xfrm>
            <a:off x="5748190" y="549709"/>
            <a:ext cx="6033501" cy="960595"/>
          </a:xfrm>
        </p:spPr>
        <p:txBody>
          <a:bodyPr>
            <a:normAutofit fontScale="92500"/>
          </a:bodyPr>
          <a:lstStyle/>
          <a:p>
            <a:pPr>
              <a:lnSpc>
                <a:spcPct val="120000"/>
              </a:lnSpc>
            </a:pPr>
            <a:r>
              <a:rPr lang="en-US" b="1" dirty="0">
                <a:ea typeface="Roboto" panose="02000000000000000000" pitchFamily="2" charset="0"/>
              </a:rPr>
              <a:t>Case Studies and Best Practices</a:t>
            </a:r>
          </a:p>
          <a:p>
            <a:pPr algn="ctr"/>
            <a:endParaRPr lang="en-IN" sz="2200" dirty="0">
              <a:solidFill>
                <a:schemeClr val="tx2">
                  <a:lumMod val="10000"/>
                  <a:lumOff val="90000"/>
                </a:schemeClr>
              </a:solidFill>
              <a:latin typeface="Roboto Light" panose="02000000000000000000" pitchFamily="2" charset="0"/>
            </a:endParaRPr>
          </a:p>
        </p:txBody>
      </p:sp>
      <p:sp>
        <p:nvSpPr>
          <p:cNvPr id="2" name="Title 1">
            <a:extLst>
              <a:ext uri="{FF2B5EF4-FFF2-40B4-BE49-F238E27FC236}">
                <a16:creationId xmlns:a16="http://schemas.microsoft.com/office/drawing/2014/main" id="{A538CFD5-8B2F-4A84-B5F8-34CB657153F0}"/>
              </a:ext>
            </a:extLst>
          </p:cNvPr>
          <p:cNvSpPr>
            <a:spLocks noGrp="1"/>
          </p:cNvSpPr>
          <p:nvPr>
            <p:ph type="title"/>
          </p:nvPr>
        </p:nvSpPr>
        <p:spPr/>
        <p:txBody>
          <a:bodyPr/>
          <a:lstStyle/>
          <a:p>
            <a:r>
              <a:rPr lang="en-US"/>
              <a:t>Agenda</a:t>
            </a:r>
            <a:endParaRPr lang="en-IN"/>
          </a:p>
        </p:txBody>
      </p:sp>
    </p:spTree>
    <p:extLst>
      <p:ext uri="{BB962C8B-B14F-4D97-AF65-F5344CB8AC3E}">
        <p14:creationId xmlns:p14="http://schemas.microsoft.com/office/powerpoint/2010/main" val="196098568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fade">
                                      <p:cBhvr>
                                        <p:cTn id="12" dur="500"/>
                                        <p:tgtEl>
                                          <p:spTgt spid="3">
                                            <p:txEl>
                                              <p:pRg st="0" end="0"/>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1" end="1"/>
                                            </p:txEl>
                                          </p:spTgt>
                                        </p:tgtEl>
                                        <p:attrNameLst>
                                          <p:attrName>style.visibility</p:attrName>
                                        </p:attrNameLst>
                                      </p:cBhvr>
                                      <p:to>
                                        <p:strVal val="visible"/>
                                      </p:to>
                                    </p:set>
                                    <p:animEffect transition="in" filter="fade">
                                      <p:cBhvr>
                                        <p:cTn id="17" dur="500"/>
                                        <p:tgtEl>
                                          <p:spTgt spid="3">
                                            <p:txEl>
                                              <p:pRg st="1" end="1"/>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2" end="2"/>
                                            </p:txEl>
                                          </p:spTgt>
                                        </p:tgtEl>
                                        <p:attrNameLst>
                                          <p:attrName>style.visibility</p:attrName>
                                        </p:attrNameLst>
                                      </p:cBhvr>
                                      <p:to>
                                        <p:strVal val="visible"/>
                                      </p:to>
                                    </p:set>
                                    <p:animEffect transition="in" filter="fade">
                                      <p:cBhvr>
                                        <p:cTn id="22" dur="500"/>
                                        <p:tgtEl>
                                          <p:spTgt spid="3">
                                            <p:txEl>
                                              <p:pRg st="2" end="2"/>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3" end="3"/>
                                            </p:txEl>
                                          </p:spTgt>
                                        </p:tgtEl>
                                        <p:attrNameLst>
                                          <p:attrName>style.visibility</p:attrName>
                                        </p:attrNameLst>
                                      </p:cBhvr>
                                      <p:to>
                                        <p:strVal val="visible"/>
                                      </p:to>
                                    </p:set>
                                    <p:animEffect transition="in" filter="fade">
                                      <p:cBhvr>
                                        <p:cTn id="27"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00327-06B0-9F84-B4EC-8524CCCB7FA6}"/>
              </a:ext>
            </a:extLst>
          </p:cNvPr>
          <p:cNvSpPr>
            <a:spLocks noGrp="1"/>
          </p:cNvSpPr>
          <p:nvPr>
            <p:ph type="title"/>
          </p:nvPr>
        </p:nvSpPr>
        <p:spPr>
          <a:xfrm>
            <a:off x="493295" y="1989612"/>
            <a:ext cx="11113251" cy="849463"/>
          </a:xfrm>
        </p:spPr>
        <p:txBody>
          <a:bodyPr/>
          <a:lstStyle/>
          <a:p>
            <a:r>
              <a:rPr lang="en-US" sz="4800" dirty="0"/>
              <a:t>DEMO</a:t>
            </a:r>
            <a:endParaRPr lang="en-IN" dirty="0"/>
          </a:p>
        </p:txBody>
      </p:sp>
      <p:sp>
        <p:nvSpPr>
          <p:cNvPr id="3" name="Content Placeholder 2">
            <a:extLst>
              <a:ext uri="{FF2B5EF4-FFF2-40B4-BE49-F238E27FC236}">
                <a16:creationId xmlns:a16="http://schemas.microsoft.com/office/drawing/2014/main" id="{786B37CD-4240-90DB-9DFD-8C73F027EA6C}"/>
              </a:ext>
            </a:extLst>
          </p:cNvPr>
          <p:cNvSpPr>
            <a:spLocks noGrp="1"/>
          </p:cNvSpPr>
          <p:nvPr>
            <p:ph sz="half" idx="1"/>
          </p:nvPr>
        </p:nvSpPr>
        <p:spPr>
          <a:xfrm>
            <a:off x="493295" y="2995153"/>
            <a:ext cx="11122056" cy="2467802"/>
          </a:xfrm>
        </p:spPr>
        <p:txBody>
          <a:bodyPr>
            <a:normAutofit/>
          </a:bodyPr>
          <a:lstStyle/>
          <a:p>
            <a:r>
              <a:rPr lang="en-US" sz="3600" dirty="0"/>
              <a:t>Connecting Kafka to Databases and Other Systems</a:t>
            </a:r>
            <a:endParaRPr lang="en-IN" sz="3600" dirty="0"/>
          </a:p>
        </p:txBody>
      </p:sp>
    </p:spTree>
    <p:extLst>
      <p:ext uri="{BB962C8B-B14F-4D97-AF65-F5344CB8AC3E}">
        <p14:creationId xmlns:p14="http://schemas.microsoft.com/office/powerpoint/2010/main" val="201387451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00327-06B0-9F84-B4EC-8524CCCB7FA6}"/>
              </a:ext>
            </a:extLst>
          </p:cNvPr>
          <p:cNvSpPr>
            <a:spLocks noGrp="1"/>
          </p:cNvSpPr>
          <p:nvPr>
            <p:ph type="title"/>
          </p:nvPr>
        </p:nvSpPr>
        <p:spPr>
          <a:xfrm>
            <a:off x="493295" y="1989612"/>
            <a:ext cx="11113251" cy="849463"/>
          </a:xfrm>
        </p:spPr>
        <p:txBody>
          <a:bodyPr/>
          <a:lstStyle/>
          <a:p>
            <a:r>
              <a:rPr lang="en-US" sz="4800" dirty="0"/>
              <a:t>DEMO</a:t>
            </a:r>
            <a:endParaRPr lang="en-IN" dirty="0"/>
          </a:p>
        </p:txBody>
      </p:sp>
      <p:sp>
        <p:nvSpPr>
          <p:cNvPr id="3" name="Content Placeholder 2">
            <a:extLst>
              <a:ext uri="{FF2B5EF4-FFF2-40B4-BE49-F238E27FC236}">
                <a16:creationId xmlns:a16="http://schemas.microsoft.com/office/drawing/2014/main" id="{786B37CD-4240-90DB-9DFD-8C73F027EA6C}"/>
              </a:ext>
            </a:extLst>
          </p:cNvPr>
          <p:cNvSpPr>
            <a:spLocks noGrp="1"/>
          </p:cNvSpPr>
          <p:nvPr>
            <p:ph sz="half" idx="1"/>
          </p:nvPr>
        </p:nvSpPr>
        <p:spPr>
          <a:xfrm>
            <a:off x="493295" y="2995153"/>
            <a:ext cx="11122056" cy="2467802"/>
          </a:xfrm>
        </p:spPr>
        <p:txBody>
          <a:bodyPr>
            <a:normAutofit/>
          </a:bodyPr>
          <a:lstStyle/>
          <a:p>
            <a:r>
              <a:rPr lang="en-US" sz="3600" dirty="0"/>
              <a:t>Using Kafka Connect for Integration</a:t>
            </a:r>
            <a:endParaRPr lang="en-IN" sz="3600" dirty="0"/>
          </a:p>
        </p:txBody>
      </p:sp>
    </p:spTree>
    <p:extLst>
      <p:ext uri="{BB962C8B-B14F-4D97-AF65-F5344CB8AC3E}">
        <p14:creationId xmlns:p14="http://schemas.microsoft.com/office/powerpoint/2010/main" val="424312294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B009-2BB2-3874-5D64-76829825F1A8}"/>
              </a:ext>
            </a:extLst>
          </p:cNvPr>
          <p:cNvSpPr>
            <a:spLocks noGrp="1"/>
          </p:cNvSpPr>
          <p:nvPr>
            <p:ph type="title"/>
          </p:nvPr>
        </p:nvSpPr>
        <p:spPr>
          <a:xfrm>
            <a:off x="539374" y="2660840"/>
            <a:ext cx="11113251" cy="932563"/>
          </a:xfrm>
        </p:spPr>
        <p:txBody>
          <a:bodyPr/>
          <a:lstStyle/>
          <a:p>
            <a:r>
              <a:rPr lang="en-US" sz="5400" dirty="0"/>
              <a:t>Kafka Case Studies</a:t>
            </a:r>
            <a:endParaRPr lang="en-IN" sz="5400" dirty="0"/>
          </a:p>
        </p:txBody>
      </p:sp>
    </p:spTree>
    <p:extLst>
      <p:ext uri="{BB962C8B-B14F-4D97-AF65-F5344CB8AC3E}">
        <p14:creationId xmlns:p14="http://schemas.microsoft.com/office/powerpoint/2010/main" val="140261648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0" lvl="0" indent="0" algn="just">
              <a:buNone/>
            </a:pPr>
            <a:r>
              <a:rPr lang="en-US" sz="2400" b="1" dirty="0"/>
              <a:t>Problem:</a:t>
            </a:r>
            <a:r>
              <a:rPr lang="en-US" sz="2400" dirty="0"/>
              <a:t> </a:t>
            </a:r>
          </a:p>
          <a:p>
            <a:pPr lvl="0" algn="just"/>
            <a:r>
              <a:rPr lang="en-US" sz="2400" dirty="0"/>
              <a:t>LinkedIn needed a system that could handle the vast amount of activity data generated by its users, such as likes, shares, comments, and updates in real-time. The existing infrastructure was struggling with the scale, latency, and reliability requirements.</a:t>
            </a:r>
          </a:p>
          <a:p>
            <a:pPr lvl="0" algn="just"/>
            <a:endParaRPr lang="en-US" sz="2400" dirty="0"/>
          </a:p>
          <a:p>
            <a:pPr marL="0" lvl="0" indent="0" algn="just">
              <a:buNone/>
            </a:pPr>
            <a:r>
              <a:rPr lang="en-US" sz="2400" b="1" dirty="0"/>
              <a:t>Solution:</a:t>
            </a:r>
            <a:r>
              <a:rPr lang="en-US" sz="2400" dirty="0"/>
              <a:t> </a:t>
            </a:r>
          </a:p>
          <a:p>
            <a:pPr lvl="0" algn="just"/>
            <a:r>
              <a:rPr lang="en-US" sz="2400" dirty="0"/>
              <a:t>LinkedIn developed Kafka to handle the real-time data streams. Kafka was designed to be a high-throughput, low-latency, distributed messaging system capable of processing millions of messages per second.</a:t>
            </a:r>
            <a:endParaRPr lang="en-IN"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Case Studies : LinkedIn</a:t>
            </a:r>
          </a:p>
          <a:p>
            <a:endParaRPr lang="en-IN" dirty="0"/>
          </a:p>
        </p:txBody>
      </p:sp>
    </p:spTree>
    <p:extLst>
      <p:ext uri="{BB962C8B-B14F-4D97-AF65-F5344CB8AC3E}">
        <p14:creationId xmlns:p14="http://schemas.microsoft.com/office/powerpoint/2010/main" val="1414699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0" lvl="0" indent="0" algn="just">
              <a:buNone/>
            </a:pPr>
            <a:r>
              <a:rPr lang="en-US" sz="2400" b="1" dirty="0"/>
              <a:t>Problem:</a:t>
            </a:r>
            <a:r>
              <a:rPr lang="en-US" sz="2400" dirty="0"/>
              <a:t> </a:t>
            </a:r>
          </a:p>
          <a:p>
            <a:pPr marL="0" lvl="0" indent="0">
              <a:buNone/>
              <a:tabLst>
                <a:tab pos="5649913" algn="l"/>
                <a:tab pos="7350125" algn="l"/>
                <a:tab pos="9061450" algn="l"/>
                <a:tab pos="9413875" algn="l"/>
              </a:tabLst>
            </a:pPr>
            <a:r>
              <a:rPr lang="en-US" sz="2400" dirty="0"/>
              <a:t>Uber required a real-time analytics platform to monitor and manage its vast network of drivers and riders. The challenge was to process and analyze data streams in real-time to provide features like dynamic pricing, ETA calculation, and real-time tracking.</a:t>
            </a:r>
            <a:br>
              <a:rPr lang="en-US" sz="2400" dirty="0"/>
            </a:br>
            <a:endParaRPr lang="en-US" sz="2400" dirty="0"/>
          </a:p>
          <a:p>
            <a:pPr marL="0" lvl="0" indent="0" algn="just">
              <a:buNone/>
            </a:pPr>
            <a:r>
              <a:rPr lang="en-US" sz="2400" b="1" dirty="0"/>
              <a:t>Solution:</a:t>
            </a:r>
            <a:r>
              <a:rPr lang="en-US" sz="2400" dirty="0"/>
              <a:t> </a:t>
            </a:r>
          </a:p>
          <a:p>
            <a:pPr lvl="0" algn="just"/>
            <a:r>
              <a:rPr lang="en-US" sz="2400" dirty="0"/>
              <a:t>Uber adopted Kafka to build its real-time analytics platform. Kafka helped Uber achieve high throughput and low latency in data processing, enabling real-time analytics and decision-making. It also improved the scalability and fault tolerance of their data pipeline.</a:t>
            </a:r>
            <a:endParaRPr lang="en-IN"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Case Studies : Uber</a:t>
            </a:r>
          </a:p>
          <a:p>
            <a:endParaRPr lang="en-IN" dirty="0"/>
          </a:p>
        </p:txBody>
      </p:sp>
    </p:spTree>
    <p:extLst>
      <p:ext uri="{BB962C8B-B14F-4D97-AF65-F5344CB8AC3E}">
        <p14:creationId xmlns:p14="http://schemas.microsoft.com/office/powerpoint/2010/main" val="122787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0" lvl="0" indent="0" algn="just">
              <a:buNone/>
            </a:pPr>
            <a:r>
              <a:rPr lang="en-US" sz="2400" b="1" dirty="0"/>
              <a:t>Problem:</a:t>
            </a:r>
            <a:r>
              <a:rPr lang="en-US" sz="2400" dirty="0"/>
              <a:t> </a:t>
            </a:r>
          </a:p>
          <a:p>
            <a:pPr marL="0" lvl="0" indent="0">
              <a:buNone/>
              <a:tabLst>
                <a:tab pos="5649913" algn="l"/>
                <a:tab pos="7350125" algn="l"/>
                <a:tab pos="9061450" algn="l"/>
                <a:tab pos="9413875" algn="l"/>
              </a:tabLst>
            </a:pPr>
            <a:r>
              <a:rPr lang="en-US" sz="2400" dirty="0"/>
              <a:t>Netflix needed a solution to manage the massive amount of event data generated by user interactions, microservices logs, and operational metrics. The existing solution was not scalable and efficient enough to handle the growing data volume.</a:t>
            </a:r>
          </a:p>
          <a:p>
            <a:pPr marL="0" lvl="0" indent="0">
              <a:buNone/>
              <a:tabLst>
                <a:tab pos="5649913" algn="l"/>
                <a:tab pos="7350125" algn="l"/>
                <a:tab pos="9061450" algn="l"/>
                <a:tab pos="9413875" algn="l"/>
              </a:tabLst>
            </a:pPr>
            <a:endParaRPr lang="en-US" sz="2400" b="1" dirty="0"/>
          </a:p>
          <a:p>
            <a:pPr marL="0" lvl="0" indent="0">
              <a:buNone/>
              <a:tabLst>
                <a:tab pos="5649913" algn="l"/>
                <a:tab pos="7350125" algn="l"/>
                <a:tab pos="9061450" algn="l"/>
                <a:tab pos="9413875" algn="l"/>
              </a:tabLst>
            </a:pPr>
            <a:r>
              <a:rPr lang="en-US" sz="2400" b="1" dirty="0"/>
              <a:t>Solution:</a:t>
            </a:r>
            <a:r>
              <a:rPr lang="en-US" sz="2400" dirty="0"/>
              <a:t> </a:t>
            </a:r>
          </a:p>
          <a:p>
            <a:pPr lvl="0" algn="just"/>
            <a:r>
              <a:rPr lang="en-US" sz="2400" dirty="0"/>
              <a:t>Netflix adopted Kafka for its event streaming needs. Kafka enabled Netflix to handle billions of messages per day with high availability and low latency. It improved the efficiency and scalability of their event processing pipeline, providing real-time insights into user behavior and system performance.</a:t>
            </a:r>
            <a:endParaRPr lang="en-IN"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Case Studies : Netflix</a:t>
            </a:r>
          </a:p>
          <a:p>
            <a:endParaRPr lang="en-IN" dirty="0"/>
          </a:p>
        </p:txBody>
      </p:sp>
    </p:spTree>
    <p:extLst>
      <p:ext uri="{BB962C8B-B14F-4D97-AF65-F5344CB8AC3E}">
        <p14:creationId xmlns:p14="http://schemas.microsoft.com/office/powerpoint/2010/main" val="29886281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0" lvl="0" indent="0" algn="just">
              <a:buNone/>
            </a:pPr>
            <a:r>
              <a:rPr lang="en-US" sz="2400" b="1" dirty="0"/>
              <a:t>Problem:</a:t>
            </a:r>
            <a:r>
              <a:rPr lang="en-US" sz="2400" dirty="0"/>
              <a:t> </a:t>
            </a:r>
          </a:p>
          <a:p>
            <a:pPr marL="0" lvl="0" indent="0">
              <a:buNone/>
              <a:tabLst>
                <a:tab pos="5649913" algn="l"/>
                <a:tab pos="7350125" algn="l"/>
                <a:tab pos="9061450" algn="l"/>
                <a:tab pos="9413875" algn="l"/>
              </a:tabLst>
            </a:pPr>
            <a:r>
              <a:rPr lang="en-US" sz="2400" dirty="0"/>
              <a:t>Pinterest needed a real-time data processing system to handle the vast amount of data generated by user interactions and content curation activities. The existing batch processing system was not sufficient to meet the real-time requirements..</a:t>
            </a:r>
          </a:p>
          <a:p>
            <a:pPr marL="0" lvl="0" indent="0">
              <a:buNone/>
              <a:tabLst>
                <a:tab pos="5649913" algn="l"/>
                <a:tab pos="7350125" algn="l"/>
                <a:tab pos="9061450" algn="l"/>
                <a:tab pos="9413875" algn="l"/>
              </a:tabLst>
            </a:pPr>
            <a:endParaRPr lang="en-US" sz="2400" b="1" dirty="0"/>
          </a:p>
          <a:p>
            <a:pPr marL="0" lvl="0" indent="0">
              <a:buNone/>
              <a:tabLst>
                <a:tab pos="5649913" algn="l"/>
                <a:tab pos="7350125" algn="l"/>
                <a:tab pos="9061450" algn="l"/>
                <a:tab pos="9413875" algn="l"/>
              </a:tabLst>
            </a:pPr>
            <a:r>
              <a:rPr lang="en-US" sz="2400" b="1" dirty="0"/>
              <a:t>Solution:</a:t>
            </a:r>
            <a:r>
              <a:rPr lang="en-US" sz="2400" dirty="0"/>
              <a:t> </a:t>
            </a:r>
          </a:p>
          <a:p>
            <a:pPr lvl="0" algn="just"/>
            <a:r>
              <a:rPr lang="en-US" sz="2400" dirty="0"/>
              <a:t>Kafka enabled Pinterest to process data in real-time, providing faster insights and improving the personalization of user experiences. It also improved the scalability and efficiency of their data processing pipeline. Kafka ingests real-time data from user interactions, content curation activities, and backend services.</a:t>
            </a:r>
            <a:endParaRPr lang="en-IN"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Case Studies : Pinterest</a:t>
            </a:r>
          </a:p>
          <a:p>
            <a:endParaRPr lang="en-IN" dirty="0"/>
          </a:p>
        </p:txBody>
      </p:sp>
    </p:spTree>
    <p:extLst>
      <p:ext uri="{BB962C8B-B14F-4D97-AF65-F5344CB8AC3E}">
        <p14:creationId xmlns:p14="http://schemas.microsoft.com/office/powerpoint/2010/main" val="21590558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3" end="3"/>
                                            </p:txEl>
                                          </p:spTgt>
                                        </p:tgtEl>
                                        <p:attrNameLst>
                                          <p:attrName>style.visibility</p:attrName>
                                        </p:attrNameLst>
                                      </p:cBhvr>
                                      <p:to>
                                        <p:strVal val="visible"/>
                                      </p:to>
                                    </p:set>
                                    <p:animEffect transition="in" filter="fade">
                                      <p:cBhvr>
                                        <p:cTn id="17" dur="500"/>
                                        <p:tgtEl>
                                          <p:spTgt spid="2">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4" end="4"/>
                                            </p:txEl>
                                          </p:spTgt>
                                        </p:tgtEl>
                                        <p:attrNameLst>
                                          <p:attrName>style.visibility</p:attrName>
                                        </p:attrNameLst>
                                      </p:cBhvr>
                                      <p:to>
                                        <p:strVal val="visible"/>
                                      </p:to>
                                    </p:set>
                                    <p:animEffect transition="in" filter="fade">
                                      <p:cBhvr>
                                        <p:cTn id="22" dur="500"/>
                                        <p:tgtEl>
                                          <p:spTgt spid="2">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5DB009-2BB2-3874-5D64-76829825F1A8}"/>
              </a:ext>
            </a:extLst>
          </p:cNvPr>
          <p:cNvSpPr>
            <a:spLocks noGrp="1"/>
          </p:cNvSpPr>
          <p:nvPr>
            <p:ph type="title"/>
          </p:nvPr>
        </p:nvSpPr>
        <p:spPr>
          <a:xfrm>
            <a:off x="539374" y="2660840"/>
            <a:ext cx="11113251" cy="932563"/>
          </a:xfrm>
        </p:spPr>
        <p:txBody>
          <a:bodyPr/>
          <a:lstStyle/>
          <a:p>
            <a:r>
              <a:rPr lang="en-US" sz="5400" dirty="0"/>
              <a:t>Kafka Best Practices</a:t>
            </a:r>
            <a:endParaRPr lang="en-IN" sz="5400" dirty="0"/>
          </a:p>
        </p:txBody>
      </p:sp>
    </p:spTree>
    <p:extLst>
      <p:ext uri="{BB962C8B-B14F-4D97-AF65-F5344CB8AC3E}">
        <p14:creationId xmlns:p14="http://schemas.microsoft.com/office/powerpoint/2010/main" val="113654359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457200" indent="-457200" algn="just">
              <a:buFont typeface="+mj-lt"/>
              <a:buAutoNum type="arabicPeriod"/>
            </a:pPr>
            <a:r>
              <a:rPr lang="en-US" sz="2400" b="1" dirty="0"/>
              <a:t>Topic Design:</a:t>
            </a:r>
            <a:endParaRPr lang="en-US" altLang="en-US" sz="2400" b="1" dirty="0"/>
          </a:p>
          <a:p>
            <a:pPr algn="just" fontAlgn="base">
              <a:spcAft>
                <a:spcPct val="0"/>
              </a:spcAft>
            </a:pPr>
            <a:r>
              <a:rPr lang="en-US" altLang="en-US" sz="2400" dirty="0"/>
              <a:t>Choose meaningful and consistent topic names.</a:t>
            </a:r>
          </a:p>
          <a:p>
            <a:pPr algn="just" fontAlgn="base">
              <a:spcAft>
                <a:spcPct val="0"/>
              </a:spcAft>
            </a:pPr>
            <a:r>
              <a:rPr lang="en-US" altLang="en-US" sz="2400" dirty="0"/>
              <a:t>Keep the number of partitions manageable to ensure efficient handling.</a:t>
            </a:r>
          </a:p>
          <a:p>
            <a:pPr algn="just" fontAlgn="base">
              <a:spcAft>
                <a:spcPct val="0"/>
              </a:spcAft>
            </a:pPr>
            <a:r>
              <a:rPr lang="en-US" altLang="en-US" sz="2400" dirty="0"/>
              <a:t>Use separate topics for different data types or streams. </a:t>
            </a:r>
          </a:p>
          <a:p>
            <a:pPr marL="457200" lvl="0" indent="-457200" algn="just" fontAlgn="base">
              <a:spcAft>
                <a:spcPct val="0"/>
              </a:spcAft>
              <a:buFont typeface="+mj-lt"/>
              <a:buAutoNum type="arabicPeriod" startAt="2"/>
            </a:pPr>
            <a:r>
              <a:rPr lang="en-US" sz="2400" b="1" dirty="0"/>
              <a:t>Partitioning:</a:t>
            </a:r>
            <a:endParaRPr lang="en-US" altLang="en-US" sz="2400" b="1" dirty="0"/>
          </a:p>
          <a:p>
            <a:pPr lvl="0" algn="just" fontAlgn="base">
              <a:spcAft>
                <a:spcPct val="0"/>
              </a:spcAft>
            </a:pPr>
            <a:r>
              <a:rPr lang="en-US" altLang="en-US" sz="2400" dirty="0"/>
              <a:t>Use an appropriate number of partitions to balance throughput and parallelism.</a:t>
            </a:r>
          </a:p>
          <a:p>
            <a:pPr lvl="0" algn="just" fontAlgn="base">
              <a:spcAft>
                <a:spcPct val="0"/>
              </a:spcAft>
            </a:pPr>
            <a:r>
              <a:rPr lang="en-US" altLang="en-US" sz="2400" dirty="0"/>
              <a:t>Ensure partition keys distribute data evenly across partitions.</a:t>
            </a:r>
          </a:p>
          <a:p>
            <a:pPr lvl="0" algn="just" fontAlgn="base">
              <a:spcAft>
                <a:spcPct val="0"/>
              </a:spcAft>
            </a:pPr>
            <a:r>
              <a:rPr lang="en-US" altLang="en-US" sz="2400" dirty="0"/>
              <a:t>Avoid excessive partitioning to prevent high overhead. </a:t>
            </a:r>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Best Practices</a:t>
            </a:r>
          </a:p>
          <a:p>
            <a:endParaRPr lang="en-IN" dirty="0"/>
          </a:p>
        </p:txBody>
      </p:sp>
    </p:spTree>
    <p:extLst>
      <p:ext uri="{BB962C8B-B14F-4D97-AF65-F5344CB8AC3E}">
        <p14:creationId xmlns:p14="http://schemas.microsoft.com/office/powerpoint/2010/main" val="3000737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CCE5A1-4F46-5EA2-9728-98ACC02CA9E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D7AC9F1-0922-B9D7-010C-0036BA328B42}"/>
              </a:ext>
            </a:extLst>
          </p:cNvPr>
          <p:cNvSpPr>
            <a:spLocks noGrp="1"/>
          </p:cNvSpPr>
          <p:nvPr>
            <p:ph sz="half" idx="10"/>
          </p:nvPr>
        </p:nvSpPr>
        <p:spPr>
          <a:xfrm>
            <a:off x="493295" y="431324"/>
            <a:ext cx="11122056" cy="534839"/>
          </a:xfrm>
        </p:spPr>
        <p:txBody>
          <a:bodyPr/>
          <a:lstStyle/>
          <a:p>
            <a:r>
              <a:rPr lang="en-US" dirty="0"/>
              <a:t>Kafka Best Practices</a:t>
            </a:r>
          </a:p>
          <a:p>
            <a:endParaRPr lang="en-IN" dirty="0"/>
          </a:p>
        </p:txBody>
      </p:sp>
      <p:sp>
        <p:nvSpPr>
          <p:cNvPr id="6" name="Can 5">
            <a:extLst>
              <a:ext uri="{FF2B5EF4-FFF2-40B4-BE49-F238E27FC236}">
                <a16:creationId xmlns:a16="http://schemas.microsoft.com/office/drawing/2014/main" id="{8E653E9C-F2F0-FA1B-B872-F2D4A8F63C77}"/>
              </a:ext>
            </a:extLst>
          </p:cNvPr>
          <p:cNvSpPr/>
          <p:nvPr/>
        </p:nvSpPr>
        <p:spPr>
          <a:xfrm>
            <a:off x="1338146" y="2141034"/>
            <a:ext cx="1940313" cy="2196790"/>
          </a:xfrm>
          <a:prstGeom prst="can">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DB</a:t>
            </a:r>
          </a:p>
        </p:txBody>
      </p:sp>
      <p:sp>
        <p:nvSpPr>
          <p:cNvPr id="7" name="Rounded Rectangle 6">
            <a:extLst>
              <a:ext uri="{FF2B5EF4-FFF2-40B4-BE49-F238E27FC236}">
                <a16:creationId xmlns:a16="http://schemas.microsoft.com/office/drawing/2014/main" id="{C4B89CAE-B9C5-7C48-4914-80949BF4A9FF}"/>
              </a:ext>
            </a:extLst>
          </p:cNvPr>
          <p:cNvSpPr/>
          <p:nvPr/>
        </p:nvSpPr>
        <p:spPr>
          <a:xfrm>
            <a:off x="8051181" y="2302726"/>
            <a:ext cx="2085278" cy="1700562"/>
          </a:xfrm>
          <a:prstGeom prst="round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Notification system</a:t>
            </a:r>
          </a:p>
        </p:txBody>
      </p:sp>
      <p:sp>
        <p:nvSpPr>
          <p:cNvPr id="8" name="Rounded Rectangle 7">
            <a:extLst>
              <a:ext uri="{FF2B5EF4-FFF2-40B4-BE49-F238E27FC236}">
                <a16:creationId xmlns:a16="http://schemas.microsoft.com/office/drawing/2014/main" id="{EA6A0B24-35F4-0745-7CD2-0CFFEF76FAD0}"/>
              </a:ext>
            </a:extLst>
          </p:cNvPr>
          <p:cNvSpPr/>
          <p:nvPr/>
        </p:nvSpPr>
        <p:spPr>
          <a:xfrm>
            <a:off x="4360127" y="1937523"/>
            <a:ext cx="1851101" cy="2603811"/>
          </a:xfrm>
          <a:prstGeom prst="roundRect">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0" name="Straight Connector 9">
            <a:extLst>
              <a:ext uri="{FF2B5EF4-FFF2-40B4-BE49-F238E27FC236}">
                <a16:creationId xmlns:a16="http://schemas.microsoft.com/office/drawing/2014/main" id="{0B941D35-D058-A3D1-F7A0-9BD8EBB9B036}"/>
              </a:ext>
            </a:extLst>
          </p:cNvPr>
          <p:cNvCxnSpPr>
            <a:cxnSpLocks/>
            <a:endCxn id="7" idx="1"/>
          </p:cNvCxnSpPr>
          <p:nvPr/>
        </p:nvCxnSpPr>
        <p:spPr>
          <a:xfrm>
            <a:off x="7203688" y="3153007"/>
            <a:ext cx="847493" cy="0"/>
          </a:xfrm>
          <a:prstGeom prst="line">
            <a:avLst/>
          </a:prstGeom>
        </p:spPr>
        <p:style>
          <a:lnRef idx="1">
            <a:schemeClr val="accent4"/>
          </a:lnRef>
          <a:fillRef idx="0">
            <a:schemeClr val="accent4"/>
          </a:fillRef>
          <a:effectRef idx="0">
            <a:schemeClr val="accent4"/>
          </a:effectRef>
          <a:fontRef idx="minor">
            <a:schemeClr val="tx1"/>
          </a:fontRef>
        </p:style>
      </p:cxnSp>
      <p:sp>
        <p:nvSpPr>
          <p:cNvPr id="12" name="Oval 11">
            <a:extLst>
              <a:ext uri="{FF2B5EF4-FFF2-40B4-BE49-F238E27FC236}">
                <a16:creationId xmlns:a16="http://schemas.microsoft.com/office/drawing/2014/main" id="{320ECFFD-812C-4289-0866-02DA1187AFFA}"/>
              </a:ext>
            </a:extLst>
          </p:cNvPr>
          <p:cNvSpPr/>
          <p:nvPr/>
        </p:nvSpPr>
        <p:spPr>
          <a:xfrm>
            <a:off x="6657278" y="2921618"/>
            <a:ext cx="546410" cy="479503"/>
          </a:xfrm>
          <a:prstGeom prst="ellipse">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C7A81F11-7002-1429-0A8D-27F7131E7AF6}"/>
              </a:ext>
            </a:extLst>
          </p:cNvPr>
          <p:cNvCxnSpPr>
            <a:cxnSpLocks/>
            <a:stCxn id="6" idx="4"/>
            <a:endCxn id="8" idx="1"/>
          </p:cNvCxnSpPr>
          <p:nvPr/>
        </p:nvCxnSpPr>
        <p:spPr>
          <a:xfrm>
            <a:off x="3278459" y="3239429"/>
            <a:ext cx="1081668" cy="0"/>
          </a:xfrm>
          <a:prstGeom prst="straightConnector1">
            <a:avLst/>
          </a:prstGeom>
          <a:ln>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16" name="Rounded Rectangle 15">
            <a:extLst>
              <a:ext uri="{FF2B5EF4-FFF2-40B4-BE49-F238E27FC236}">
                <a16:creationId xmlns:a16="http://schemas.microsoft.com/office/drawing/2014/main" id="{A89D5B8B-0F9E-BF8F-E9C4-6A09CD050356}"/>
              </a:ext>
            </a:extLst>
          </p:cNvPr>
          <p:cNvSpPr/>
          <p:nvPr/>
        </p:nvSpPr>
        <p:spPr>
          <a:xfrm>
            <a:off x="4638907" y="2442117"/>
            <a:ext cx="1293542" cy="3010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ounded Rectangle 16">
            <a:extLst>
              <a:ext uri="{FF2B5EF4-FFF2-40B4-BE49-F238E27FC236}">
                <a16:creationId xmlns:a16="http://schemas.microsoft.com/office/drawing/2014/main" id="{6C5FB0CC-0A15-7D09-C53E-324BF5B2EBCB}"/>
              </a:ext>
            </a:extLst>
          </p:cNvPr>
          <p:cNvSpPr/>
          <p:nvPr/>
        </p:nvSpPr>
        <p:spPr>
          <a:xfrm>
            <a:off x="4638907" y="2946711"/>
            <a:ext cx="1293542" cy="3010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ounded Rectangle 19">
            <a:extLst>
              <a:ext uri="{FF2B5EF4-FFF2-40B4-BE49-F238E27FC236}">
                <a16:creationId xmlns:a16="http://schemas.microsoft.com/office/drawing/2014/main" id="{8EC1C577-7698-8B21-514E-408E91CF4E9D}"/>
              </a:ext>
            </a:extLst>
          </p:cNvPr>
          <p:cNvSpPr/>
          <p:nvPr/>
        </p:nvSpPr>
        <p:spPr>
          <a:xfrm>
            <a:off x="4638906" y="3442939"/>
            <a:ext cx="1293542" cy="301083"/>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TextBox 20">
            <a:extLst>
              <a:ext uri="{FF2B5EF4-FFF2-40B4-BE49-F238E27FC236}">
                <a16:creationId xmlns:a16="http://schemas.microsoft.com/office/drawing/2014/main" id="{A4AFD4BF-5D04-ECE0-96C6-AE2D2445434E}"/>
              </a:ext>
            </a:extLst>
          </p:cNvPr>
          <p:cNvSpPr txBox="1"/>
          <p:nvPr/>
        </p:nvSpPr>
        <p:spPr>
          <a:xfrm>
            <a:off x="3197612" y="3401121"/>
            <a:ext cx="1477537" cy="923330"/>
          </a:xfrm>
          <a:prstGeom prst="rect">
            <a:avLst/>
          </a:prstGeom>
          <a:noFill/>
        </p:spPr>
        <p:txBody>
          <a:bodyPr wrap="square" rtlCol="0">
            <a:spAutoFit/>
          </a:bodyPr>
          <a:lstStyle/>
          <a:p>
            <a:r>
              <a:rPr lang="en-US" dirty="0">
                <a:highlight>
                  <a:srgbClr val="FFFF00"/>
                </a:highlight>
              </a:rPr>
              <a:t>Select * from accounts;</a:t>
            </a:r>
          </a:p>
        </p:txBody>
      </p:sp>
    </p:spTree>
    <p:extLst>
      <p:ext uri="{BB962C8B-B14F-4D97-AF65-F5344CB8AC3E}">
        <p14:creationId xmlns:p14="http://schemas.microsoft.com/office/powerpoint/2010/main" val="153563968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457200" indent="-457200" algn="just" fontAlgn="base">
              <a:spcAft>
                <a:spcPct val="0"/>
              </a:spcAft>
              <a:buFont typeface="+mj-lt"/>
              <a:buAutoNum type="arabicPeriod" startAt="3"/>
            </a:pPr>
            <a:r>
              <a:rPr lang="en-US" sz="2400" b="1" dirty="0"/>
              <a:t>Replication:</a:t>
            </a:r>
            <a:endParaRPr lang="en-US" altLang="en-US" sz="2400" b="1" dirty="0"/>
          </a:p>
          <a:p>
            <a:pPr lvl="0" algn="just" fontAlgn="base">
              <a:spcAft>
                <a:spcPct val="0"/>
              </a:spcAft>
            </a:pPr>
            <a:r>
              <a:rPr lang="en-US" altLang="en-US" sz="2400" dirty="0"/>
              <a:t>Set a replication factor greater than 1 to ensure data durability.</a:t>
            </a:r>
          </a:p>
          <a:p>
            <a:pPr lvl="0" algn="just" fontAlgn="base">
              <a:spcAft>
                <a:spcPct val="0"/>
              </a:spcAft>
            </a:pPr>
            <a:r>
              <a:rPr lang="en-US" altLang="en-US" sz="2400" dirty="0"/>
              <a:t>Place replicas on different brokers to improve fault tolerance. </a:t>
            </a:r>
          </a:p>
          <a:p>
            <a:pPr marL="457200" lvl="0" indent="-457200" algn="just" fontAlgn="base">
              <a:spcAft>
                <a:spcPct val="0"/>
              </a:spcAft>
              <a:buFont typeface="+mj-lt"/>
              <a:buAutoNum type="arabicPeriod" startAt="4"/>
            </a:pPr>
            <a:r>
              <a:rPr lang="en-US" sz="2400" b="1" dirty="0"/>
              <a:t>Monitoring and Metrics:</a:t>
            </a:r>
            <a:endParaRPr lang="en-US" altLang="en-US" sz="2400" b="1" dirty="0"/>
          </a:p>
          <a:p>
            <a:pPr lvl="0" algn="just" fontAlgn="base">
              <a:spcAft>
                <a:spcPct val="0"/>
              </a:spcAft>
            </a:pPr>
            <a:r>
              <a:rPr lang="en-US" altLang="en-US" sz="2400" dirty="0"/>
              <a:t>Use monitoring tools like Kafka Manager, Burrow, or Prometheus to track Kafka metrics.</a:t>
            </a:r>
          </a:p>
          <a:p>
            <a:pPr lvl="0" algn="just" fontAlgn="base">
              <a:spcAft>
                <a:spcPct val="0"/>
              </a:spcAft>
            </a:pPr>
            <a:r>
              <a:rPr lang="en-US" altLang="en-US" sz="2400" dirty="0"/>
              <a:t>Monitor broker health, topic performance, and consumer lag. </a:t>
            </a:r>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Best Practices</a:t>
            </a:r>
          </a:p>
          <a:p>
            <a:endParaRPr lang="en-IN" dirty="0"/>
          </a:p>
        </p:txBody>
      </p:sp>
    </p:spTree>
    <p:extLst>
      <p:ext uri="{BB962C8B-B14F-4D97-AF65-F5344CB8AC3E}">
        <p14:creationId xmlns:p14="http://schemas.microsoft.com/office/powerpoint/2010/main" val="40141800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a:extLst>
              <a:ext uri="{FF2B5EF4-FFF2-40B4-BE49-F238E27FC236}">
                <a16:creationId xmlns:a16="http://schemas.microsoft.com/office/drawing/2014/main" id="{C612D4E4-63F9-4612-B82A-E23B4A811666}"/>
              </a:ext>
            </a:extLst>
          </p:cNvPr>
          <p:cNvSpPr>
            <a:spLocks noGrp="1"/>
          </p:cNvSpPr>
          <p:nvPr>
            <p:ph sz="half" idx="1"/>
          </p:nvPr>
        </p:nvSpPr>
        <p:spPr>
          <a:xfrm>
            <a:off x="493295" y="1268098"/>
            <a:ext cx="11122056" cy="4877624"/>
          </a:xfrm>
        </p:spPr>
        <p:txBody>
          <a:bodyPr>
            <a:normAutofit/>
          </a:bodyPr>
          <a:lstStyle/>
          <a:p>
            <a:pPr marL="457200" indent="-457200" algn="just" fontAlgn="base">
              <a:spcAft>
                <a:spcPct val="0"/>
              </a:spcAft>
              <a:buFont typeface="+mj-lt"/>
              <a:buAutoNum type="arabicPeriod" startAt="5"/>
            </a:pPr>
            <a:r>
              <a:rPr lang="en-US" sz="2400" b="1" dirty="0"/>
              <a:t>Consumer Configuration:</a:t>
            </a:r>
            <a:endParaRPr lang="en-US" altLang="en-US" sz="2400" dirty="0">
              <a:solidFill>
                <a:schemeClr val="tx1"/>
              </a:solidFill>
              <a:latin typeface="Arial" panose="020B0604020202020204" pitchFamily="34" charset="0"/>
            </a:endParaRPr>
          </a:p>
          <a:p>
            <a:pPr lvl="0" algn="just" fontAlgn="base">
              <a:spcAft>
                <a:spcPct val="0"/>
              </a:spcAft>
            </a:pPr>
            <a:r>
              <a:rPr lang="en-US" altLang="en-US" sz="2400" dirty="0"/>
              <a:t>Use consumer groups to balance the load across multiple consumers.</a:t>
            </a:r>
          </a:p>
          <a:p>
            <a:pPr lvl="0" algn="just" fontAlgn="base">
              <a:spcAft>
                <a:spcPct val="0"/>
              </a:spcAft>
            </a:pPr>
            <a:r>
              <a:rPr lang="en-US" altLang="en-US" sz="2400" dirty="0"/>
              <a:t>Ensure consumers commit offsets periodically to track processing progress.</a:t>
            </a:r>
          </a:p>
          <a:p>
            <a:pPr lvl="0" algn="just" fontAlgn="base">
              <a:spcAft>
                <a:spcPct val="0"/>
              </a:spcAft>
            </a:pPr>
            <a:r>
              <a:rPr lang="en-US" altLang="en-US" sz="2400" dirty="0"/>
              <a:t>Handle rebalances by managing state and avoiding long-running processes. </a:t>
            </a:r>
          </a:p>
          <a:p>
            <a:pPr marL="457200" lvl="0" indent="-457200" algn="just" fontAlgn="base">
              <a:spcAft>
                <a:spcPct val="0"/>
              </a:spcAft>
              <a:buFont typeface="+mj-lt"/>
              <a:buAutoNum type="arabicPeriod" startAt="6"/>
            </a:pPr>
            <a:r>
              <a:rPr lang="en-US" sz="2400" b="1" dirty="0"/>
              <a:t>Producer Configuration:</a:t>
            </a:r>
            <a:endParaRPr lang="en-US" altLang="en-US" sz="2400" b="1" dirty="0"/>
          </a:p>
          <a:p>
            <a:pPr lvl="0" algn="just" fontAlgn="base">
              <a:spcAft>
                <a:spcPct val="0"/>
              </a:spcAft>
            </a:pPr>
            <a:r>
              <a:rPr lang="en-US" altLang="en-US" sz="2400" dirty="0"/>
              <a:t>Use batching and compression to improve throughput and reduce latency.</a:t>
            </a:r>
          </a:p>
          <a:p>
            <a:pPr lvl="0" algn="just" fontAlgn="base">
              <a:spcAft>
                <a:spcPct val="0"/>
              </a:spcAft>
            </a:pPr>
            <a:r>
              <a:rPr lang="en-US" altLang="en-US" sz="2400" dirty="0"/>
              <a:t>Handle retries and configure acknowledgment settings to ensure message delivery.</a:t>
            </a:r>
          </a:p>
          <a:p>
            <a:pPr lvl="0" algn="just" fontAlgn="base">
              <a:spcAft>
                <a:spcPct val="0"/>
              </a:spcAft>
            </a:pPr>
            <a:r>
              <a:rPr lang="en-US" altLang="en-US" sz="2400" dirty="0"/>
              <a:t>Monitor producer performance and adjust configurations based on workload.</a:t>
            </a:r>
          </a:p>
          <a:p>
            <a:pPr lvl="0" algn="just" fontAlgn="base">
              <a:spcAft>
                <a:spcPct val="0"/>
              </a:spcAft>
            </a:pPr>
            <a:endParaRPr lang="en-US" altLang="en-US" sz="2400" dirty="0"/>
          </a:p>
          <a:p>
            <a:pPr lvl="0" algn="just" fontAlgn="base">
              <a:spcAft>
                <a:spcPct val="0"/>
              </a:spcAft>
            </a:pPr>
            <a:endParaRPr lang="en-US" altLang="en-US" sz="2400" dirty="0"/>
          </a:p>
        </p:txBody>
      </p:sp>
      <p:sp>
        <p:nvSpPr>
          <p:cNvPr id="3" name="Content Placeholder 2">
            <a:extLst>
              <a:ext uri="{FF2B5EF4-FFF2-40B4-BE49-F238E27FC236}">
                <a16:creationId xmlns:a16="http://schemas.microsoft.com/office/drawing/2014/main" id="{70787279-70AD-44D5-8D6D-7217330FE10F}"/>
              </a:ext>
            </a:extLst>
          </p:cNvPr>
          <p:cNvSpPr>
            <a:spLocks noGrp="1"/>
          </p:cNvSpPr>
          <p:nvPr>
            <p:ph sz="half" idx="10"/>
          </p:nvPr>
        </p:nvSpPr>
        <p:spPr>
          <a:xfrm>
            <a:off x="493295" y="431324"/>
            <a:ext cx="11122056" cy="534839"/>
          </a:xfrm>
        </p:spPr>
        <p:txBody>
          <a:bodyPr/>
          <a:lstStyle/>
          <a:p>
            <a:r>
              <a:rPr lang="en-US" dirty="0"/>
              <a:t>Kafka Best Practices</a:t>
            </a:r>
          </a:p>
          <a:p>
            <a:endParaRPr lang="en-IN" dirty="0"/>
          </a:p>
        </p:txBody>
      </p:sp>
    </p:spTree>
    <p:extLst>
      <p:ext uri="{BB962C8B-B14F-4D97-AF65-F5344CB8AC3E}">
        <p14:creationId xmlns:p14="http://schemas.microsoft.com/office/powerpoint/2010/main" val="10924420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fade">
                                      <p:cBhvr>
                                        <p:cTn id="7" dur="500"/>
                                        <p:tgtEl>
                                          <p:spTgt spid="2">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
                                            <p:txEl>
                                              <p:pRg st="1" end="1"/>
                                            </p:txEl>
                                          </p:spTgt>
                                        </p:tgtEl>
                                        <p:attrNameLst>
                                          <p:attrName>style.visibility</p:attrName>
                                        </p:attrNameLst>
                                      </p:cBhvr>
                                      <p:to>
                                        <p:strVal val="visible"/>
                                      </p:to>
                                    </p:set>
                                    <p:animEffect transition="in" filter="fade">
                                      <p:cBhvr>
                                        <p:cTn id="12" dur="500"/>
                                        <p:tgtEl>
                                          <p:spTgt spid="2">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xEl>
                                              <p:pRg st="2" end="2"/>
                                            </p:txEl>
                                          </p:spTgt>
                                        </p:tgtEl>
                                        <p:attrNameLst>
                                          <p:attrName>style.visibility</p:attrName>
                                        </p:attrNameLst>
                                      </p:cBhvr>
                                      <p:to>
                                        <p:strVal val="visible"/>
                                      </p:to>
                                    </p:set>
                                    <p:animEffect transition="in" filter="fade">
                                      <p:cBhvr>
                                        <p:cTn id="17" dur="500"/>
                                        <p:tgtEl>
                                          <p:spTgt spid="2">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2">
                                            <p:txEl>
                                              <p:pRg st="3" end="3"/>
                                            </p:txEl>
                                          </p:spTgt>
                                        </p:tgtEl>
                                        <p:attrNameLst>
                                          <p:attrName>style.visibility</p:attrName>
                                        </p:attrNameLst>
                                      </p:cBhvr>
                                      <p:to>
                                        <p:strVal val="visible"/>
                                      </p:to>
                                    </p:set>
                                    <p:animEffect transition="in" filter="fade">
                                      <p:cBhvr>
                                        <p:cTn id="22" dur="500"/>
                                        <p:tgtEl>
                                          <p:spTgt spid="2">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2">
                                            <p:txEl>
                                              <p:pRg st="4" end="4"/>
                                            </p:txEl>
                                          </p:spTgt>
                                        </p:tgtEl>
                                        <p:attrNameLst>
                                          <p:attrName>style.visibility</p:attrName>
                                        </p:attrNameLst>
                                      </p:cBhvr>
                                      <p:to>
                                        <p:strVal val="visible"/>
                                      </p:to>
                                    </p:set>
                                    <p:animEffect transition="in" filter="fade">
                                      <p:cBhvr>
                                        <p:cTn id="27" dur="500"/>
                                        <p:tgtEl>
                                          <p:spTgt spid="2">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2">
                                            <p:txEl>
                                              <p:pRg st="5" end="5"/>
                                            </p:txEl>
                                          </p:spTgt>
                                        </p:tgtEl>
                                        <p:attrNameLst>
                                          <p:attrName>style.visibility</p:attrName>
                                        </p:attrNameLst>
                                      </p:cBhvr>
                                      <p:to>
                                        <p:strVal val="visible"/>
                                      </p:to>
                                    </p:set>
                                    <p:animEffect transition="in" filter="fade">
                                      <p:cBhvr>
                                        <p:cTn id="32" dur="500"/>
                                        <p:tgtEl>
                                          <p:spTgt spid="2">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2">
                                            <p:txEl>
                                              <p:pRg st="6" end="6"/>
                                            </p:txEl>
                                          </p:spTgt>
                                        </p:tgtEl>
                                        <p:attrNameLst>
                                          <p:attrName>style.visibility</p:attrName>
                                        </p:attrNameLst>
                                      </p:cBhvr>
                                      <p:to>
                                        <p:strVal val="visible"/>
                                      </p:to>
                                    </p:set>
                                    <p:animEffect transition="in" filter="fade">
                                      <p:cBhvr>
                                        <p:cTn id="37" dur="500"/>
                                        <p:tgtEl>
                                          <p:spTgt spid="2">
                                            <p:txEl>
                                              <p:pRg st="6" end="6"/>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2">
                                            <p:txEl>
                                              <p:pRg st="7" end="7"/>
                                            </p:txEl>
                                          </p:spTgt>
                                        </p:tgtEl>
                                        <p:attrNameLst>
                                          <p:attrName>style.visibility</p:attrName>
                                        </p:attrNameLst>
                                      </p:cBhvr>
                                      <p:to>
                                        <p:strVal val="visible"/>
                                      </p:to>
                                    </p:set>
                                    <p:animEffect transition="in" filter="fade">
                                      <p:cBhvr>
                                        <p:cTn id="42" dur="500"/>
                                        <p:tgtEl>
                                          <p:spTgt spid="2">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EEE9B67-70EA-7CF7-F108-BCE4352DF0E8}"/>
            </a:ext>
          </a:extLst>
        </p:cNvPr>
        <p:cNvGrpSpPr/>
        <p:nvPr/>
      </p:nvGrpSpPr>
      <p:grpSpPr>
        <a:xfrm>
          <a:off x="0" y="0"/>
          <a:ext cx="0" cy="0"/>
          <a:chOff x="0" y="0"/>
          <a:chExt cx="0" cy="0"/>
        </a:xfrm>
      </p:grpSpPr>
      <p:sp>
        <p:nvSpPr>
          <p:cNvPr id="6" name="Rounded Rectangle 5">
            <a:extLst>
              <a:ext uri="{FF2B5EF4-FFF2-40B4-BE49-F238E27FC236}">
                <a16:creationId xmlns:a16="http://schemas.microsoft.com/office/drawing/2014/main" id="{646C6537-1704-3744-7D4F-70895202945C}"/>
              </a:ext>
            </a:extLst>
          </p:cNvPr>
          <p:cNvSpPr/>
          <p:nvPr/>
        </p:nvSpPr>
        <p:spPr>
          <a:xfrm>
            <a:off x="2297151" y="2207941"/>
            <a:ext cx="1293542" cy="247557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Input-topic</a:t>
            </a:r>
          </a:p>
        </p:txBody>
      </p:sp>
      <p:sp>
        <p:nvSpPr>
          <p:cNvPr id="7" name="Rounded Rectangle 6">
            <a:extLst>
              <a:ext uri="{FF2B5EF4-FFF2-40B4-BE49-F238E27FC236}">
                <a16:creationId xmlns:a16="http://schemas.microsoft.com/office/drawing/2014/main" id="{DF0E7C22-FB32-7136-DA58-6220F640D0F9}"/>
              </a:ext>
            </a:extLst>
          </p:cNvPr>
          <p:cNvSpPr/>
          <p:nvPr/>
        </p:nvSpPr>
        <p:spPr>
          <a:xfrm>
            <a:off x="5326566" y="2207941"/>
            <a:ext cx="1293542" cy="2475571"/>
          </a:xfrm>
          <a:prstGeom prst="round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ysClr val="windowText" lastClr="000000"/>
                </a:solidFill>
              </a:rPr>
              <a:t>Output-topic</a:t>
            </a:r>
          </a:p>
        </p:txBody>
      </p:sp>
      <p:sp>
        <p:nvSpPr>
          <p:cNvPr id="9" name="Rounded Rectangle 8">
            <a:extLst>
              <a:ext uri="{FF2B5EF4-FFF2-40B4-BE49-F238E27FC236}">
                <a16:creationId xmlns:a16="http://schemas.microsoft.com/office/drawing/2014/main" id="{7E8379A6-040F-7AA5-3A63-200C3E9386B9}"/>
              </a:ext>
            </a:extLst>
          </p:cNvPr>
          <p:cNvSpPr/>
          <p:nvPr/>
        </p:nvSpPr>
        <p:spPr>
          <a:xfrm>
            <a:off x="6523462" y="3144644"/>
            <a:ext cx="1293541" cy="1025912"/>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Listener</a:t>
            </a:r>
          </a:p>
        </p:txBody>
      </p:sp>
      <p:cxnSp>
        <p:nvCxnSpPr>
          <p:cNvPr id="11" name="Straight Arrow Connector 10">
            <a:extLst>
              <a:ext uri="{FF2B5EF4-FFF2-40B4-BE49-F238E27FC236}">
                <a16:creationId xmlns:a16="http://schemas.microsoft.com/office/drawing/2014/main" id="{9309EA2D-0873-BBB3-863A-588478871712}"/>
              </a:ext>
            </a:extLst>
          </p:cNvPr>
          <p:cNvCxnSpPr>
            <a:cxnSpLocks/>
            <a:endCxn id="6" idx="1"/>
          </p:cNvCxnSpPr>
          <p:nvPr/>
        </p:nvCxnSpPr>
        <p:spPr>
          <a:xfrm>
            <a:off x="493295" y="3445727"/>
            <a:ext cx="1803856" cy="0"/>
          </a:xfrm>
          <a:prstGeom prst="straightConnector1">
            <a:avLst/>
          </a:prstGeom>
          <a:ln>
            <a:tailEnd type="triangle"/>
          </a:ln>
        </p:spPr>
        <p:style>
          <a:lnRef idx="2">
            <a:schemeClr val="dk1"/>
          </a:lnRef>
          <a:fillRef idx="0">
            <a:schemeClr val="dk1"/>
          </a:fillRef>
          <a:effectRef idx="1">
            <a:schemeClr val="dk1"/>
          </a:effectRef>
          <a:fontRef idx="minor">
            <a:schemeClr val="tx1"/>
          </a:fontRef>
        </p:style>
      </p:cxnSp>
      <p:sp>
        <p:nvSpPr>
          <p:cNvPr id="13" name="TextBox 12">
            <a:extLst>
              <a:ext uri="{FF2B5EF4-FFF2-40B4-BE49-F238E27FC236}">
                <a16:creationId xmlns:a16="http://schemas.microsoft.com/office/drawing/2014/main" id="{480EF228-7E06-E312-507A-65F26DEE6D97}"/>
              </a:ext>
            </a:extLst>
          </p:cNvPr>
          <p:cNvSpPr txBox="1"/>
          <p:nvPr/>
        </p:nvSpPr>
        <p:spPr>
          <a:xfrm>
            <a:off x="735980" y="2843561"/>
            <a:ext cx="1360449" cy="369332"/>
          </a:xfrm>
          <a:prstGeom prst="rect">
            <a:avLst/>
          </a:prstGeom>
          <a:noFill/>
        </p:spPr>
        <p:txBody>
          <a:bodyPr wrap="square" rtlCol="0">
            <a:spAutoFit/>
          </a:bodyPr>
          <a:lstStyle/>
          <a:p>
            <a:r>
              <a:rPr lang="en-US" b="1" dirty="0">
                <a:solidFill>
                  <a:schemeClr val="bg1"/>
                </a:solidFill>
              </a:rPr>
              <a:t>java</a:t>
            </a:r>
          </a:p>
        </p:txBody>
      </p:sp>
      <p:sp>
        <p:nvSpPr>
          <p:cNvPr id="14" name="TextBox 13">
            <a:extLst>
              <a:ext uri="{FF2B5EF4-FFF2-40B4-BE49-F238E27FC236}">
                <a16:creationId xmlns:a16="http://schemas.microsoft.com/office/drawing/2014/main" id="{00E4FA24-A01C-D88E-390F-B4A30F1750EC}"/>
              </a:ext>
            </a:extLst>
          </p:cNvPr>
          <p:cNvSpPr txBox="1"/>
          <p:nvPr/>
        </p:nvSpPr>
        <p:spPr>
          <a:xfrm>
            <a:off x="4308090" y="2959978"/>
            <a:ext cx="1360449" cy="369332"/>
          </a:xfrm>
          <a:prstGeom prst="rect">
            <a:avLst/>
          </a:prstGeom>
          <a:noFill/>
        </p:spPr>
        <p:txBody>
          <a:bodyPr wrap="square" rtlCol="0">
            <a:spAutoFit/>
          </a:bodyPr>
          <a:lstStyle/>
          <a:p>
            <a:r>
              <a:rPr lang="en-US" b="1" dirty="0">
                <a:solidFill>
                  <a:schemeClr val="bg1"/>
                </a:solidFill>
              </a:rPr>
              <a:t>JAVA</a:t>
            </a:r>
          </a:p>
        </p:txBody>
      </p:sp>
      <p:cxnSp>
        <p:nvCxnSpPr>
          <p:cNvPr id="16" name="Straight Arrow Connector 15">
            <a:extLst>
              <a:ext uri="{FF2B5EF4-FFF2-40B4-BE49-F238E27FC236}">
                <a16:creationId xmlns:a16="http://schemas.microsoft.com/office/drawing/2014/main" id="{A155132E-DEDC-B6D5-2300-3B5CAA3A9128}"/>
              </a:ext>
            </a:extLst>
          </p:cNvPr>
          <p:cNvCxnSpPr>
            <a:stCxn id="6" idx="3"/>
            <a:endCxn id="7" idx="1"/>
          </p:cNvCxnSpPr>
          <p:nvPr/>
        </p:nvCxnSpPr>
        <p:spPr>
          <a:xfrm>
            <a:off x="3590693" y="3445727"/>
            <a:ext cx="1735873" cy="0"/>
          </a:xfrm>
          <a:prstGeom prst="straightConnector1">
            <a:avLst/>
          </a:prstGeom>
          <a:ln>
            <a:tailEnd type="triangle"/>
          </a:ln>
        </p:spPr>
        <p:style>
          <a:lnRef idx="1">
            <a:schemeClr val="accent5"/>
          </a:lnRef>
          <a:fillRef idx="0">
            <a:schemeClr val="accent5"/>
          </a:fillRef>
          <a:effectRef idx="0">
            <a:schemeClr val="accent5"/>
          </a:effectRef>
          <a:fontRef idx="minor">
            <a:schemeClr val="tx1"/>
          </a:fontRef>
        </p:style>
      </p:cxnSp>
      <p:sp>
        <p:nvSpPr>
          <p:cNvPr id="17" name="TextBox 16">
            <a:extLst>
              <a:ext uri="{FF2B5EF4-FFF2-40B4-BE49-F238E27FC236}">
                <a16:creationId xmlns:a16="http://schemas.microsoft.com/office/drawing/2014/main" id="{D43A5582-7288-CEB4-45F7-345BDAFBDF5A}"/>
              </a:ext>
            </a:extLst>
          </p:cNvPr>
          <p:cNvSpPr txBox="1"/>
          <p:nvPr/>
        </p:nvSpPr>
        <p:spPr>
          <a:xfrm>
            <a:off x="3973551" y="3601843"/>
            <a:ext cx="1360449" cy="369332"/>
          </a:xfrm>
          <a:prstGeom prst="rect">
            <a:avLst/>
          </a:prstGeom>
          <a:noFill/>
        </p:spPr>
        <p:txBody>
          <a:bodyPr wrap="square" rtlCol="0">
            <a:spAutoFit/>
          </a:bodyPr>
          <a:lstStyle/>
          <a:p>
            <a:r>
              <a:rPr lang="en-US" b="1" dirty="0">
                <a:solidFill>
                  <a:schemeClr val="bg1"/>
                </a:solidFill>
              </a:rPr>
              <a:t>Streams</a:t>
            </a:r>
          </a:p>
        </p:txBody>
      </p:sp>
      <p:sp>
        <p:nvSpPr>
          <p:cNvPr id="18" name="TextBox 17">
            <a:extLst>
              <a:ext uri="{FF2B5EF4-FFF2-40B4-BE49-F238E27FC236}">
                <a16:creationId xmlns:a16="http://schemas.microsoft.com/office/drawing/2014/main" id="{63B66EDD-F676-9267-ABCB-86CA23BAB0CA}"/>
              </a:ext>
            </a:extLst>
          </p:cNvPr>
          <p:cNvSpPr txBox="1"/>
          <p:nvPr/>
        </p:nvSpPr>
        <p:spPr>
          <a:xfrm>
            <a:off x="8486078" y="2676293"/>
            <a:ext cx="2375210" cy="646331"/>
          </a:xfrm>
          <a:prstGeom prst="rect">
            <a:avLst/>
          </a:prstGeom>
          <a:noFill/>
        </p:spPr>
        <p:txBody>
          <a:bodyPr wrap="square" rtlCol="0">
            <a:spAutoFit/>
          </a:bodyPr>
          <a:lstStyle/>
          <a:p>
            <a:r>
              <a:rPr lang="en-IN" dirty="0">
                <a:solidFill>
                  <a:schemeClr val="bg1"/>
                </a:solidFill>
              </a:rPr>
              <a:t>HELLO FROM POSTMAN JAVA4</a:t>
            </a:r>
            <a:endParaRPr lang="en-US" dirty="0">
              <a:solidFill>
                <a:schemeClr val="bg1"/>
              </a:solidFill>
            </a:endParaRPr>
          </a:p>
        </p:txBody>
      </p:sp>
      <p:sp>
        <p:nvSpPr>
          <p:cNvPr id="19" name="TextBox 18">
            <a:extLst>
              <a:ext uri="{FF2B5EF4-FFF2-40B4-BE49-F238E27FC236}">
                <a16:creationId xmlns:a16="http://schemas.microsoft.com/office/drawing/2014/main" id="{9FB81DBF-4B77-958B-2FB3-35BE6BBA71DE}"/>
              </a:ext>
            </a:extLst>
          </p:cNvPr>
          <p:cNvSpPr txBox="1"/>
          <p:nvPr/>
        </p:nvSpPr>
        <p:spPr>
          <a:xfrm>
            <a:off x="207618" y="1581696"/>
            <a:ext cx="2375210" cy="646331"/>
          </a:xfrm>
          <a:prstGeom prst="rect">
            <a:avLst/>
          </a:prstGeom>
          <a:noFill/>
        </p:spPr>
        <p:txBody>
          <a:bodyPr wrap="square" rtlCol="0">
            <a:spAutoFit/>
          </a:bodyPr>
          <a:lstStyle/>
          <a:p>
            <a:r>
              <a:rPr lang="en-IN" dirty="0">
                <a:solidFill>
                  <a:schemeClr val="bg1"/>
                </a:solidFill>
              </a:rPr>
              <a:t>hello from postman java4</a:t>
            </a:r>
            <a:endParaRPr lang="en-US" dirty="0">
              <a:solidFill>
                <a:schemeClr val="bg1"/>
              </a:solidFill>
            </a:endParaRPr>
          </a:p>
        </p:txBody>
      </p:sp>
      <p:sp>
        <p:nvSpPr>
          <p:cNvPr id="21" name="Content Placeholder 20">
            <a:extLst>
              <a:ext uri="{FF2B5EF4-FFF2-40B4-BE49-F238E27FC236}">
                <a16:creationId xmlns:a16="http://schemas.microsoft.com/office/drawing/2014/main" id="{0F0306E5-B0F2-0945-EAAD-47DF8854F281}"/>
              </a:ext>
            </a:extLst>
          </p:cNvPr>
          <p:cNvSpPr>
            <a:spLocks noGrp="1"/>
          </p:cNvSpPr>
          <p:nvPr>
            <p:ph sz="half" idx="10"/>
          </p:nvPr>
        </p:nvSpPr>
        <p:spPr/>
        <p:txBody>
          <a:bodyPr/>
          <a:lstStyle/>
          <a:p>
            <a:endParaRPr lang="en-US"/>
          </a:p>
        </p:txBody>
      </p:sp>
    </p:spTree>
    <p:extLst>
      <p:ext uri="{BB962C8B-B14F-4D97-AF65-F5344CB8AC3E}">
        <p14:creationId xmlns:p14="http://schemas.microsoft.com/office/powerpoint/2010/main" val="38189204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966A71-DEE5-0897-1D96-60AABF58B884}"/>
            </a:ext>
          </a:extLst>
        </p:cNvPr>
        <p:cNvGrpSpPr/>
        <p:nvPr/>
      </p:nvGrpSpPr>
      <p:grpSpPr>
        <a:xfrm>
          <a:off x="0" y="0"/>
          <a:ext cx="0" cy="0"/>
          <a:chOff x="0" y="0"/>
          <a:chExt cx="0" cy="0"/>
        </a:xfrm>
      </p:grpSpPr>
      <p:sp>
        <p:nvSpPr>
          <p:cNvPr id="21" name="Content Placeholder 20">
            <a:extLst>
              <a:ext uri="{FF2B5EF4-FFF2-40B4-BE49-F238E27FC236}">
                <a16:creationId xmlns:a16="http://schemas.microsoft.com/office/drawing/2014/main" id="{08B659D4-9688-266A-9030-3AAC59233A1B}"/>
              </a:ext>
            </a:extLst>
          </p:cNvPr>
          <p:cNvSpPr>
            <a:spLocks noGrp="1"/>
          </p:cNvSpPr>
          <p:nvPr>
            <p:ph sz="half" idx="10"/>
          </p:nvPr>
        </p:nvSpPr>
        <p:spPr/>
        <p:txBody>
          <a:bodyPr/>
          <a:lstStyle/>
          <a:p>
            <a:endParaRPr lang="en-US"/>
          </a:p>
        </p:txBody>
      </p:sp>
      <p:sp>
        <p:nvSpPr>
          <p:cNvPr id="2" name="Rounded Rectangle 1">
            <a:extLst>
              <a:ext uri="{FF2B5EF4-FFF2-40B4-BE49-F238E27FC236}">
                <a16:creationId xmlns:a16="http://schemas.microsoft.com/office/drawing/2014/main" id="{C6B6CB84-616D-AA2B-4053-98101A48523A}"/>
              </a:ext>
            </a:extLst>
          </p:cNvPr>
          <p:cNvSpPr/>
          <p:nvPr/>
        </p:nvSpPr>
        <p:spPr>
          <a:xfrm>
            <a:off x="4047893" y="2196790"/>
            <a:ext cx="3836019" cy="379142"/>
          </a:xfrm>
          <a:prstGeom prst="roundRect">
            <a:avLst/>
          </a:prstGeom>
          <a:solidFill>
            <a:schemeClr val="accent5">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p1</a:t>
            </a:r>
          </a:p>
        </p:txBody>
      </p:sp>
      <p:sp>
        <p:nvSpPr>
          <p:cNvPr id="3" name="Rounded Rectangle 2">
            <a:extLst>
              <a:ext uri="{FF2B5EF4-FFF2-40B4-BE49-F238E27FC236}">
                <a16:creationId xmlns:a16="http://schemas.microsoft.com/office/drawing/2014/main" id="{222F3260-FFA4-CF65-CE3F-A10B0EE445BE}"/>
              </a:ext>
            </a:extLst>
          </p:cNvPr>
          <p:cNvSpPr/>
          <p:nvPr/>
        </p:nvSpPr>
        <p:spPr>
          <a:xfrm>
            <a:off x="4047893" y="2750634"/>
            <a:ext cx="3836019" cy="379142"/>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p2</a:t>
            </a:r>
          </a:p>
        </p:txBody>
      </p:sp>
      <p:sp>
        <p:nvSpPr>
          <p:cNvPr id="4" name="Rounded Rectangle 3">
            <a:extLst>
              <a:ext uri="{FF2B5EF4-FFF2-40B4-BE49-F238E27FC236}">
                <a16:creationId xmlns:a16="http://schemas.microsoft.com/office/drawing/2014/main" id="{68EA69BA-FB4B-0DCC-4F7C-60B2F8C90C3E}"/>
              </a:ext>
            </a:extLst>
          </p:cNvPr>
          <p:cNvSpPr/>
          <p:nvPr/>
        </p:nvSpPr>
        <p:spPr>
          <a:xfrm>
            <a:off x="4047893" y="3349083"/>
            <a:ext cx="3836019" cy="37914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p3</a:t>
            </a:r>
          </a:p>
        </p:txBody>
      </p:sp>
      <p:sp>
        <p:nvSpPr>
          <p:cNvPr id="5" name="Rectangle 4">
            <a:extLst>
              <a:ext uri="{FF2B5EF4-FFF2-40B4-BE49-F238E27FC236}">
                <a16:creationId xmlns:a16="http://schemas.microsoft.com/office/drawing/2014/main" id="{67A90D86-14C7-DCED-A3AE-CD134B640A28}"/>
              </a:ext>
            </a:extLst>
          </p:cNvPr>
          <p:cNvSpPr/>
          <p:nvPr/>
        </p:nvSpPr>
        <p:spPr>
          <a:xfrm>
            <a:off x="769434" y="3142786"/>
            <a:ext cx="1405053" cy="791736"/>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producer</a:t>
            </a:r>
          </a:p>
        </p:txBody>
      </p:sp>
      <p:cxnSp>
        <p:nvCxnSpPr>
          <p:cNvPr id="10" name="Straight Arrow Connector 9">
            <a:extLst>
              <a:ext uri="{FF2B5EF4-FFF2-40B4-BE49-F238E27FC236}">
                <a16:creationId xmlns:a16="http://schemas.microsoft.com/office/drawing/2014/main" id="{2BA0C3D4-D20B-372A-0B57-389D5B253013}"/>
              </a:ext>
            </a:extLst>
          </p:cNvPr>
          <p:cNvCxnSpPr>
            <a:cxnSpLocks/>
            <a:stCxn id="5" idx="3"/>
            <a:endCxn id="2" idx="1"/>
          </p:cNvCxnSpPr>
          <p:nvPr/>
        </p:nvCxnSpPr>
        <p:spPr>
          <a:xfrm flipV="1">
            <a:off x="2174487" y="2386361"/>
            <a:ext cx="1873406" cy="1152293"/>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24" name="Rounded Rectangle 23">
            <a:extLst>
              <a:ext uri="{FF2B5EF4-FFF2-40B4-BE49-F238E27FC236}">
                <a16:creationId xmlns:a16="http://schemas.microsoft.com/office/drawing/2014/main" id="{AC6F69B5-E71C-9F01-A905-3DB14EC705E4}"/>
              </a:ext>
            </a:extLst>
          </p:cNvPr>
          <p:cNvSpPr/>
          <p:nvPr/>
        </p:nvSpPr>
        <p:spPr>
          <a:xfrm>
            <a:off x="4047892" y="4036741"/>
            <a:ext cx="3836019" cy="379142"/>
          </a:xfrm>
          <a:prstGeom prst="roundRect">
            <a:avLst/>
          </a:prstGeom>
          <a:solidFill>
            <a:schemeClr val="accent6">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p100</a:t>
            </a:r>
          </a:p>
        </p:txBody>
      </p:sp>
      <p:sp>
        <p:nvSpPr>
          <p:cNvPr id="31" name="Rectangle 30">
            <a:extLst>
              <a:ext uri="{FF2B5EF4-FFF2-40B4-BE49-F238E27FC236}">
                <a16:creationId xmlns:a16="http://schemas.microsoft.com/office/drawing/2014/main" id="{E75BE707-20E7-3B49-81E2-0A6F5A6F4383}"/>
              </a:ext>
            </a:extLst>
          </p:cNvPr>
          <p:cNvSpPr/>
          <p:nvPr/>
        </p:nvSpPr>
        <p:spPr>
          <a:xfrm>
            <a:off x="8961863" y="2105584"/>
            <a:ext cx="2523893" cy="4703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consumer</a:t>
            </a:r>
          </a:p>
        </p:txBody>
      </p:sp>
      <p:cxnSp>
        <p:nvCxnSpPr>
          <p:cNvPr id="32" name="Straight Arrow Connector 31">
            <a:extLst>
              <a:ext uri="{FF2B5EF4-FFF2-40B4-BE49-F238E27FC236}">
                <a16:creationId xmlns:a16="http://schemas.microsoft.com/office/drawing/2014/main" id="{6C7D531D-FD24-EFEA-7F33-650E25DBD993}"/>
              </a:ext>
            </a:extLst>
          </p:cNvPr>
          <p:cNvCxnSpPr>
            <a:cxnSpLocks/>
            <a:endCxn id="31" idx="1"/>
          </p:cNvCxnSpPr>
          <p:nvPr/>
        </p:nvCxnSpPr>
        <p:spPr>
          <a:xfrm flipV="1">
            <a:off x="7883911" y="2340758"/>
            <a:ext cx="1077952" cy="115951"/>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
        <p:nvSpPr>
          <p:cNvPr id="34" name="Rectangle 33">
            <a:extLst>
              <a:ext uri="{FF2B5EF4-FFF2-40B4-BE49-F238E27FC236}">
                <a16:creationId xmlns:a16="http://schemas.microsoft.com/office/drawing/2014/main" id="{3769AE73-75AA-4243-F396-9127C9F70B3A}"/>
              </a:ext>
            </a:extLst>
          </p:cNvPr>
          <p:cNvSpPr/>
          <p:nvPr/>
        </p:nvSpPr>
        <p:spPr>
          <a:xfrm>
            <a:off x="8868939" y="2713325"/>
            <a:ext cx="2523893" cy="47034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consumer</a:t>
            </a:r>
          </a:p>
        </p:txBody>
      </p:sp>
      <p:cxnSp>
        <p:nvCxnSpPr>
          <p:cNvPr id="35" name="Straight Arrow Connector 34">
            <a:extLst>
              <a:ext uri="{FF2B5EF4-FFF2-40B4-BE49-F238E27FC236}">
                <a16:creationId xmlns:a16="http://schemas.microsoft.com/office/drawing/2014/main" id="{ACB7C2E4-CAB7-2B14-C3FD-03E3F8417622}"/>
              </a:ext>
            </a:extLst>
          </p:cNvPr>
          <p:cNvCxnSpPr>
            <a:cxnSpLocks/>
            <a:stCxn id="3" idx="3"/>
          </p:cNvCxnSpPr>
          <p:nvPr/>
        </p:nvCxnSpPr>
        <p:spPr>
          <a:xfrm>
            <a:off x="7883912" y="2940205"/>
            <a:ext cx="985027" cy="22302"/>
          </a:xfrm>
          <a:prstGeom prst="straightConnector1">
            <a:avLst/>
          </a:prstGeom>
          <a:ln w="57150">
            <a:solidFill>
              <a:srgbClr val="FFFF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88195460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F7AFF7-387A-A000-44D2-70B0D707F7CF}"/>
            </a:ext>
          </a:extLst>
        </p:cNvPr>
        <p:cNvGrpSpPr/>
        <p:nvPr/>
      </p:nvGrpSpPr>
      <p:grpSpPr>
        <a:xfrm>
          <a:off x="0" y="0"/>
          <a:ext cx="0" cy="0"/>
          <a:chOff x="0" y="0"/>
          <a:chExt cx="0" cy="0"/>
        </a:xfrm>
      </p:grpSpPr>
      <p:sp>
        <p:nvSpPr>
          <p:cNvPr id="21" name="Content Placeholder 20">
            <a:extLst>
              <a:ext uri="{FF2B5EF4-FFF2-40B4-BE49-F238E27FC236}">
                <a16:creationId xmlns:a16="http://schemas.microsoft.com/office/drawing/2014/main" id="{E1766AAE-61AA-4F59-C9AD-045066A906CE}"/>
              </a:ext>
            </a:extLst>
          </p:cNvPr>
          <p:cNvSpPr>
            <a:spLocks noGrp="1"/>
          </p:cNvSpPr>
          <p:nvPr>
            <p:ph sz="half" idx="10"/>
          </p:nvPr>
        </p:nvSpPr>
        <p:spPr/>
        <p:txBody>
          <a:bodyPr/>
          <a:lstStyle/>
          <a:p>
            <a:endParaRPr lang="en-US"/>
          </a:p>
        </p:txBody>
      </p:sp>
      <p:sp>
        <p:nvSpPr>
          <p:cNvPr id="6" name="Can 5">
            <a:extLst>
              <a:ext uri="{FF2B5EF4-FFF2-40B4-BE49-F238E27FC236}">
                <a16:creationId xmlns:a16="http://schemas.microsoft.com/office/drawing/2014/main" id="{5DA39554-4705-6A79-7EF0-6B89269B6A0F}"/>
              </a:ext>
            </a:extLst>
          </p:cNvPr>
          <p:cNvSpPr/>
          <p:nvPr/>
        </p:nvSpPr>
        <p:spPr>
          <a:xfrm>
            <a:off x="2202365" y="1586261"/>
            <a:ext cx="1092819" cy="1940312"/>
          </a:xfrm>
          <a:prstGeom prst="can">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tx2"/>
                </a:solidFill>
              </a:rPr>
              <a:t>DB users</a:t>
            </a:r>
          </a:p>
          <a:p>
            <a:pPr algn="ctr"/>
            <a:endParaRPr lang="en-US" dirty="0">
              <a:solidFill>
                <a:schemeClr val="tx2"/>
              </a:solidFill>
            </a:endParaRPr>
          </a:p>
        </p:txBody>
      </p:sp>
      <p:sp>
        <p:nvSpPr>
          <p:cNvPr id="7" name="Snip Diagonal Corner of Rectangle 6">
            <a:extLst>
              <a:ext uri="{FF2B5EF4-FFF2-40B4-BE49-F238E27FC236}">
                <a16:creationId xmlns:a16="http://schemas.microsoft.com/office/drawing/2014/main" id="{E235BA01-779B-A30E-933F-4348DA7C9885}"/>
              </a:ext>
            </a:extLst>
          </p:cNvPr>
          <p:cNvSpPr/>
          <p:nvPr/>
        </p:nvSpPr>
        <p:spPr>
          <a:xfrm>
            <a:off x="7738946" y="2509024"/>
            <a:ext cx="1996069" cy="1527717"/>
          </a:xfrm>
          <a:prstGeom prst="snip2DiagRect">
            <a:avLst/>
          </a:prstGeom>
          <a:solidFill>
            <a:srgbClr val="7030A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Excel file</a:t>
            </a:r>
          </a:p>
        </p:txBody>
      </p:sp>
      <p:sp>
        <p:nvSpPr>
          <p:cNvPr id="8" name="Rectangle 7">
            <a:extLst>
              <a:ext uri="{FF2B5EF4-FFF2-40B4-BE49-F238E27FC236}">
                <a16:creationId xmlns:a16="http://schemas.microsoft.com/office/drawing/2014/main" id="{8FBEB64E-60F2-34EC-06BB-5518B01E3EEC}"/>
              </a:ext>
            </a:extLst>
          </p:cNvPr>
          <p:cNvSpPr/>
          <p:nvPr/>
        </p:nvSpPr>
        <p:spPr>
          <a:xfrm>
            <a:off x="3914079" y="2330605"/>
            <a:ext cx="2181921" cy="152771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2800" b="1" dirty="0">
                <a:solidFill>
                  <a:schemeClr val="tx2"/>
                </a:solidFill>
              </a:rPr>
              <a:t>consumer</a:t>
            </a:r>
          </a:p>
        </p:txBody>
      </p:sp>
      <p:cxnSp>
        <p:nvCxnSpPr>
          <p:cNvPr id="11" name="Straight Arrow Connector 10">
            <a:extLst>
              <a:ext uri="{FF2B5EF4-FFF2-40B4-BE49-F238E27FC236}">
                <a16:creationId xmlns:a16="http://schemas.microsoft.com/office/drawing/2014/main" id="{61121AD7-7B70-60DD-12A4-EEB795DF8671}"/>
              </a:ext>
            </a:extLst>
          </p:cNvPr>
          <p:cNvCxnSpPr>
            <a:cxnSpLocks/>
            <a:endCxn id="7" idx="2"/>
          </p:cNvCxnSpPr>
          <p:nvPr/>
        </p:nvCxnSpPr>
        <p:spPr>
          <a:xfrm>
            <a:off x="6096000" y="3272883"/>
            <a:ext cx="1642946" cy="0"/>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4" name="TextBox 13">
            <a:extLst>
              <a:ext uri="{FF2B5EF4-FFF2-40B4-BE49-F238E27FC236}">
                <a16:creationId xmlns:a16="http://schemas.microsoft.com/office/drawing/2014/main" id="{DD7AB35A-F357-9DBD-08D2-093BC045B4FD}"/>
              </a:ext>
            </a:extLst>
          </p:cNvPr>
          <p:cNvSpPr txBox="1"/>
          <p:nvPr/>
        </p:nvSpPr>
        <p:spPr>
          <a:xfrm>
            <a:off x="6523463" y="2910468"/>
            <a:ext cx="1215483" cy="338554"/>
          </a:xfrm>
          <a:prstGeom prst="rect">
            <a:avLst/>
          </a:prstGeom>
          <a:noFill/>
        </p:spPr>
        <p:txBody>
          <a:bodyPr wrap="square" rtlCol="0">
            <a:spAutoFit/>
          </a:bodyPr>
          <a:lstStyle/>
          <a:p>
            <a:r>
              <a:rPr lang="en-US" sz="1600" dirty="0">
                <a:solidFill>
                  <a:schemeClr val="bg1"/>
                </a:solidFill>
              </a:rPr>
              <a:t>&gt; 5 records</a:t>
            </a:r>
          </a:p>
        </p:txBody>
      </p:sp>
      <p:sp>
        <p:nvSpPr>
          <p:cNvPr id="15" name="Rectangle 14">
            <a:extLst>
              <a:ext uri="{FF2B5EF4-FFF2-40B4-BE49-F238E27FC236}">
                <a16:creationId xmlns:a16="http://schemas.microsoft.com/office/drawing/2014/main" id="{5EB8B205-965D-55E1-6B6E-AD48C0EFFCFC}"/>
              </a:ext>
            </a:extLst>
          </p:cNvPr>
          <p:cNvSpPr/>
          <p:nvPr/>
        </p:nvSpPr>
        <p:spPr>
          <a:xfrm>
            <a:off x="356841" y="2685885"/>
            <a:ext cx="1260086" cy="1250495"/>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controller</a:t>
            </a:r>
          </a:p>
        </p:txBody>
      </p:sp>
      <p:cxnSp>
        <p:nvCxnSpPr>
          <p:cNvPr id="16" name="Straight Arrow Connector 15">
            <a:extLst>
              <a:ext uri="{FF2B5EF4-FFF2-40B4-BE49-F238E27FC236}">
                <a16:creationId xmlns:a16="http://schemas.microsoft.com/office/drawing/2014/main" id="{7ED08573-B5EA-5A94-F377-E429F0E62294}"/>
              </a:ext>
            </a:extLst>
          </p:cNvPr>
          <p:cNvCxnSpPr>
            <a:cxnSpLocks/>
          </p:cNvCxnSpPr>
          <p:nvPr/>
        </p:nvCxnSpPr>
        <p:spPr>
          <a:xfrm flipV="1">
            <a:off x="986884" y="3930804"/>
            <a:ext cx="0" cy="1438508"/>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6EBF6071-EA50-4CBD-3465-6BA9B71C9770}"/>
              </a:ext>
            </a:extLst>
          </p:cNvPr>
          <p:cNvSpPr txBox="1"/>
          <p:nvPr/>
        </p:nvSpPr>
        <p:spPr>
          <a:xfrm>
            <a:off x="986884" y="4620950"/>
            <a:ext cx="1215483" cy="338554"/>
          </a:xfrm>
          <a:prstGeom prst="rect">
            <a:avLst/>
          </a:prstGeom>
          <a:noFill/>
        </p:spPr>
        <p:txBody>
          <a:bodyPr wrap="square" rtlCol="0">
            <a:spAutoFit/>
          </a:bodyPr>
          <a:lstStyle/>
          <a:p>
            <a:r>
              <a:rPr lang="en-US" sz="1600" dirty="0">
                <a:solidFill>
                  <a:schemeClr val="bg1"/>
                </a:solidFill>
              </a:rPr>
              <a:t>Add user</a:t>
            </a:r>
          </a:p>
        </p:txBody>
      </p:sp>
      <p:cxnSp>
        <p:nvCxnSpPr>
          <p:cNvPr id="20" name="Straight Arrow Connector 19">
            <a:extLst>
              <a:ext uri="{FF2B5EF4-FFF2-40B4-BE49-F238E27FC236}">
                <a16:creationId xmlns:a16="http://schemas.microsoft.com/office/drawing/2014/main" id="{31E6B5DB-20A6-B320-1780-9D78C00326E1}"/>
              </a:ext>
            </a:extLst>
          </p:cNvPr>
          <p:cNvCxnSpPr>
            <a:cxnSpLocks/>
            <a:endCxn id="6" idx="2"/>
          </p:cNvCxnSpPr>
          <p:nvPr/>
        </p:nvCxnSpPr>
        <p:spPr>
          <a:xfrm flipV="1">
            <a:off x="1616927" y="2556417"/>
            <a:ext cx="585438" cy="538047"/>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a:extLst>
              <a:ext uri="{FF2B5EF4-FFF2-40B4-BE49-F238E27FC236}">
                <a16:creationId xmlns:a16="http://schemas.microsoft.com/office/drawing/2014/main" id="{134075CB-6C4C-2278-A09B-785D28553606}"/>
              </a:ext>
            </a:extLst>
          </p:cNvPr>
          <p:cNvCxnSpPr>
            <a:cxnSpLocks/>
            <a:stCxn id="26" idx="0"/>
            <a:endCxn id="8" idx="1"/>
          </p:cNvCxnSpPr>
          <p:nvPr/>
        </p:nvCxnSpPr>
        <p:spPr>
          <a:xfrm flipV="1">
            <a:off x="3423425" y="3094464"/>
            <a:ext cx="490654" cy="1555594"/>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
        <p:nvSpPr>
          <p:cNvPr id="26" name="Rectangle 25">
            <a:extLst>
              <a:ext uri="{FF2B5EF4-FFF2-40B4-BE49-F238E27FC236}">
                <a16:creationId xmlns:a16="http://schemas.microsoft.com/office/drawing/2014/main" id="{B6DF4062-8120-0F24-D655-8B61A2B759AF}"/>
              </a:ext>
            </a:extLst>
          </p:cNvPr>
          <p:cNvSpPr/>
          <p:nvPr/>
        </p:nvSpPr>
        <p:spPr>
          <a:xfrm>
            <a:off x="2609386" y="4650058"/>
            <a:ext cx="1628077" cy="613318"/>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topic</a:t>
            </a:r>
          </a:p>
        </p:txBody>
      </p:sp>
      <p:cxnSp>
        <p:nvCxnSpPr>
          <p:cNvPr id="27" name="Straight Arrow Connector 26">
            <a:extLst>
              <a:ext uri="{FF2B5EF4-FFF2-40B4-BE49-F238E27FC236}">
                <a16:creationId xmlns:a16="http://schemas.microsoft.com/office/drawing/2014/main" id="{3B97E117-FB9F-F37B-B846-C6B8854D6614}"/>
              </a:ext>
            </a:extLst>
          </p:cNvPr>
          <p:cNvCxnSpPr>
            <a:cxnSpLocks/>
            <a:endCxn id="26" idx="1"/>
          </p:cNvCxnSpPr>
          <p:nvPr/>
        </p:nvCxnSpPr>
        <p:spPr>
          <a:xfrm>
            <a:off x="1594625" y="3604631"/>
            <a:ext cx="1014761" cy="1352086"/>
          </a:xfrm>
          <a:prstGeom prst="straightConnector1">
            <a:avLst/>
          </a:prstGeom>
          <a:ln w="57150">
            <a:solidFill>
              <a:schemeClr val="bg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0050954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45A9C2-656E-0D36-E072-5A31391377C3}"/>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77D11023-F734-E9AA-2C36-289A10917825}"/>
              </a:ext>
            </a:extLst>
          </p:cNvPr>
          <p:cNvSpPr/>
          <p:nvPr/>
        </p:nvSpPr>
        <p:spPr>
          <a:xfrm>
            <a:off x="3347225" y="1325411"/>
            <a:ext cx="3165088" cy="4655636"/>
          </a:xfrm>
          <a:prstGeom prst="rect">
            <a:avLst/>
          </a:prstGeom>
          <a:solidFill>
            <a:srgbClr val="FFC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Content Placeholder 20">
            <a:extLst>
              <a:ext uri="{FF2B5EF4-FFF2-40B4-BE49-F238E27FC236}">
                <a16:creationId xmlns:a16="http://schemas.microsoft.com/office/drawing/2014/main" id="{D2EF347B-9130-E59D-5D0D-86FF8971968F}"/>
              </a:ext>
            </a:extLst>
          </p:cNvPr>
          <p:cNvSpPr>
            <a:spLocks noGrp="1"/>
          </p:cNvSpPr>
          <p:nvPr>
            <p:ph sz="half" idx="10"/>
          </p:nvPr>
        </p:nvSpPr>
        <p:spPr/>
        <p:txBody>
          <a:bodyPr/>
          <a:lstStyle/>
          <a:p>
            <a:endParaRPr lang="en-US"/>
          </a:p>
        </p:txBody>
      </p:sp>
      <p:sp>
        <p:nvSpPr>
          <p:cNvPr id="2" name="Rounded Rectangle 1">
            <a:extLst>
              <a:ext uri="{FF2B5EF4-FFF2-40B4-BE49-F238E27FC236}">
                <a16:creationId xmlns:a16="http://schemas.microsoft.com/office/drawing/2014/main" id="{F52319E4-1868-73F1-6A39-C3F63D3A728A}"/>
              </a:ext>
            </a:extLst>
          </p:cNvPr>
          <p:cNvSpPr/>
          <p:nvPr/>
        </p:nvSpPr>
        <p:spPr>
          <a:xfrm>
            <a:off x="3902927" y="1464252"/>
            <a:ext cx="1817649" cy="88335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Server1 – 9092</a:t>
            </a:r>
          </a:p>
          <a:p>
            <a:pPr algn="ctr"/>
            <a:r>
              <a:rPr lang="en-US" dirty="0"/>
              <a:t>Broker id 0</a:t>
            </a:r>
          </a:p>
        </p:txBody>
      </p:sp>
      <p:sp>
        <p:nvSpPr>
          <p:cNvPr id="3" name="Rounded Rectangle 2">
            <a:extLst>
              <a:ext uri="{FF2B5EF4-FFF2-40B4-BE49-F238E27FC236}">
                <a16:creationId xmlns:a16="http://schemas.microsoft.com/office/drawing/2014/main" id="{8F013DC4-656F-1988-EF62-4E58DC64E654}"/>
              </a:ext>
            </a:extLst>
          </p:cNvPr>
          <p:cNvSpPr/>
          <p:nvPr/>
        </p:nvSpPr>
        <p:spPr>
          <a:xfrm>
            <a:off x="3902927" y="2544337"/>
            <a:ext cx="1817649" cy="977866"/>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highlight>
                  <a:srgbClr val="FF0000"/>
                </a:highlight>
              </a:rPr>
              <a:t>Server2 – 9093</a:t>
            </a:r>
          </a:p>
          <a:p>
            <a:pPr algn="ctr"/>
            <a:r>
              <a:rPr lang="en-US" dirty="0">
                <a:highlight>
                  <a:srgbClr val="FF0000"/>
                </a:highlight>
              </a:rPr>
              <a:t>Broker id 1</a:t>
            </a:r>
          </a:p>
        </p:txBody>
      </p:sp>
      <p:sp>
        <p:nvSpPr>
          <p:cNvPr id="4" name="Rounded Rectangle 3">
            <a:extLst>
              <a:ext uri="{FF2B5EF4-FFF2-40B4-BE49-F238E27FC236}">
                <a16:creationId xmlns:a16="http://schemas.microsoft.com/office/drawing/2014/main" id="{68720AE5-6819-5638-9309-FC38B7414112}"/>
              </a:ext>
            </a:extLst>
          </p:cNvPr>
          <p:cNvSpPr/>
          <p:nvPr/>
        </p:nvSpPr>
        <p:spPr>
          <a:xfrm>
            <a:off x="3902927" y="3718932"/>
            <a:ext cx="1817649" cy="8084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Server3 – 9094</a:t>
            </a:r>
          </a:p>
          <a:p>
            <a:pPr algn="ctr"/>
            <a:r>
              <a:rPr lang="en-US" dirty="0"/>
              <a:t>Broker id 2</a:t>
            </a:r>
          </a:p>
        </p:txBody>
      </p:sp>
      <p:sp>
        <p:nvSpPr>
          <p:cNvPr id="9" name="Rounded Rectangle 8">
            <a:extLst>
              <a:ext uri="{FF2B5EF4-FFF2-40B4-BE49-F238E27FC236}">
                <a16:creationId xmlns:a16="http://schemas.microsoft.com/office/drawing/2014/main" id="{F027AFF4-6552-D55B-5173-C9BF15006D4B}"/>
              </a:ext>
            </a:extLst>
          </p:cNvPr>
          <p:cNvSpPr/>
          <p:nvPr/>
        </p:nvSpPr>
        <p:spPr>
          <a:xfrm>
            <a:off x="3891776" y="4724125"/>
            <a:ext cx="2085278" cy="808464"/>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t>Zookeeper(2181)</a:t>
            </a:r>
          </a:p>
        </p:txBody>
      </p:sp>
      <p:sp>
        <p:nvSpPr>
          <p:cNvPr id="10" name="TextBox 9">
            <a:extLst>
              <a:ext uri="{FF2B5EF4-FFF2-40B4-BE49-F238E27FC236}">
                <a16:creationId xmlns:a16="http://schemas.microsoft.com/office/drawing/2014/main" id="{BED86D68-D420-992D-EAFF-408861E75A1A}"/>
              </a:ext>
            </a:extLst>
          </p:cNvPr>
          <p:cNvSpPr txBox="1"/>
          <p:nvPr/>
        </p:nvSpPr>
        <p:spPr>
          <a:xfrm>
            <a:off x="7783551" y="1464252"/>
            <a:ext cx="4148254" cy="369332"/>
          </a:xfrm>
          <a:prstGeom prst="rect">
            <a:avLst/>
          </a:prstGeom>
          <a:noFill/>
        </p:spPr>
        <p:txBody>
          <a:bodyPr wrap="square" rtlCol="0">
            <a:spAutoFit/>
          </a:bodyPr>
          <a:lstStyle/>
          <a:p>
            <a:r>
              <a:rPr lang="en-US" dirty="0" err="1">
                <a:solidFill>
                  <a:schemeClr val="bg1"/>
                </a:solidFill>
              </a:rPr>
              <a:t>zookeeper.connect</a:t>
            </a:r>
            <a:r>
              <a:rPr lang="en-US" dirty="0">
                <a:solidFill>
                  <a:schemeClr val="bg1"/>
                </a:solidFill>
              </a:rPr>
              <a:t>=localhost:2181</a:t>
            </a:r>
          </a:p>
        </p:txBody>
      </p:sp>
    </p:spTree>
    <p:extLst>
      <p:ext uri="{BB962C8B-B14F-4D97-AF65-F5344CB8AC3E}">
        <p14:creationId xmlns:p14="http://schemas.microsoft.com/office/powerpoint/2010/main" val="4395442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Tree>
    <p:extLst>
      <p:ext uri="{BB962C8B-B14F-4D97-AF65-F5344CB8AC3E}">
        <p14:creationId xmlns:p14="http://schemas.microsoft.com/office/powerpoint/2010/main" val="1649213765"/>
      </p:ext>
    </p:extLst>
  </p:cSld>
  <p:clrMapOvr>
    <a:masterClrMapping/>
  </p:clrMapOvr>
</p:sld>
</file>

<file path=ppt/theme/theme1.xml><?xml version="1.0" encoding="utf-8"?>
<a:theme xmlns:a="http://schemas.openxmlformats.org/drawingml/2006/main" name="ScholarHat Layout">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ScholarHat Font">
      <a:majorFont>
        <a:latin typeface="Roboto"/>
        <a:ea typeface=""/>
        <a:cs typeface=""/>
      </a:majorFont>
      <a:minorFont>
        <a:latin typeface="Roboto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Solution Architect.pptx" id="{06293316-8F9D-4244-9866-10C23334BAC7}" vid="{991B43C4-B17E-4503-B5C7-59C166CFDCF9}"/>
    </a:ext>
  </a:ext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ScholarHat Theme</Template>
  <TotalTime>1117</TotalTime>
  <Words>685</Words>
  <Application>Microsoft Macintosh PowerPoint</Application>
  <PresentationFormat>Widescreen</PresentationFormat>
  <Paragraphs>94</Paragraphs>
  <Slides>18</Slides>
  <Notes>1</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18</vt:i4>
      </vt:variant>
    </vt:vector>
  </HeadingPairs>
  <TitlesOfParts>
    <vt:vector size="25" baseType="lpstr">
      <vt:lpstr>Roboto Light</vt:lpstr>
      <vt:lpstr>Roboto</vt:lpstr>
      <vt:lpstr>Calibri Light</vt:lpstr>
      <vt:lpstr>Arial</vt:lpstr>
      <vt:lpstr>Calibri</vt:lpstr>
      <vt:lpstr>Segoe UI</vt:lpstr>
      <vt:lpstr>ScholarHat Layout</vt:lpstr>
      <vt:lpstr>Agenda</vt:lpstr>
      <vt:lpstr>DEMO</vt:lpstr>
      <vt:lpstr>DEMO</vt:lpstr>
      <vt:lpstr>Kafka Case Studies</vt:lpstr>
      <vt:lpstr>PowerPoint Presentation</vt:lpstr>
      <vt:lpstr>PowerPoint Presentation</vt:lpstr>
      <vt:lpstr>PowerPoint Presentation</vt:lpstr>
      <vt:lpstr>PowerPoint Presentation</vt:lpstr>
      <vt:lpstr>Kafka Best Practices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Agenda</dc:title>
  <dc:creator>Shailendra Chauhan</dc:creator>
  <cp:lastModifiedBy>Venkataramanan Amirthalingam</cp:lastModifiedBy>
  <cp:revision>72</cp:revision>
  <dcterms:created xsi:type="dcterms:W3CDTF">2015-04-26T09:42:00Z</dcterms:created>
  <dcterms:modified xsi:type="dcterms:W3CDTF">2025-06-22T16:47:49Z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1033-11.2.0.8934</vt:lpwstr>
  </property>
</Properties>
</file>