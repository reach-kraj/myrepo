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</p:sldMasterIdLst>
  <p:notesMasterIdLst>
    <p:notesMasterId r:id="rId35"/>
  </p:notesMasterIdLst>
  <p:sldIdLst>
    <p:sldId id="653" r:id="rId2"/>
    <p:sldId id="2147469609" r:id="rId3"/>
    <p:sldId id="2147469610" r:id="rId4"/>
    <p:sldId id="2147469611" r:id="rId5"/>
    <p:sldId id="2147469612" r:id="rId6"/>
    <p:sldId id="2147469615" r:id="rId7"/>
    <p:sldId id="2147469613" r:id="rId8"/>
    <p:sldId id="2147469565" r:id="rId9"/>
    <p:sldId id="654" r:id="rId10"/>
    <p:sldId id="2147469582" r:id="rId11"/>
    <p:sldId id="2147469601" r:id="rId12"/>
    <p:sldId id="2147469607" r:id="rId13"/>
    <p:sldId id="2147469585" r:id="rId14"/>
    <p:sldId id="2147469571" r:id="rId15"/>
    <p:sldId id="2147469608" r:id="rId16"/>
    <p:sldId id="2147469589" r:id="rId17"/>
    <p:sldId id="2147469590" r:id="rId18"/>
    <p:sldId id="2147469592" r:id="rId19"/>
    <p:sldId id="2147469591" r:id="rId20"/>
    <p:sldId id="2147469588" r:id="rId21"/>
    <p:sldId id="2147469594" r:id="rId22"/>
    <p:sldId id="2147469573" r:id="rId23"/>
    <p:sldId id="2147469558" r:id="rId24"/>
    <p:sldId id="2147469595" r:id="rId25"/>
    <p:sldId id="2147469605" r:id="rId26"/>
    <p:sldId id="2147469606" r:id="rId27"/>
    <p:sldId id="2147469614" r:id="rId28"/>
    <p:sldId id="2147469596" r:id="rId29"/>
    <p:sldId id="2147469597" r:id="rId30"/>
    <p:sldId id="2147469599" r:id="rId31"/>
    <p:sldId id="2147469598" r:id="rId32"/>
    <p:sldId id="2147469604" r:id="rId33"/>
    <p:sldId id="652" r:id="rId34"/>
  </p:sldIdLst>
  <p:sldSz cx="12192000" cy="6858000"/>
  <p:notesSz cx="6858000" cy="9144000"/>
  <p:embeddedFontLst>
    <p:embeddedFont>
      <p:font typeface="Roboto" panose="02000000000000000000" pitchFamily="2" charset="0"/>
      <p:regular r:id="rId36"/>
      <p:bold r:id="rId37"/>
      <p:italic r:id="rId38"/>
      <p:boldItalic r:id="rId39"/>
    </p:embeddedFont>
    <p:embeddedFont>
      <p:font typeface="Roboto Light" panose="020F0302020204030204" pitchFamily="34" charset="0"/>
      <p:regular r:id="rId40"/>
      <p:italic r:id="rId41"/>
    </p:embeddedFont>
    <p:embeddedFont>
      <p:font typeface="Segoe UI" panose="020B0502040204020203" pitchFamily="34" charset="0"/>
      <p:regular r:id="rId42"/>
      <p:bold r:id="rId43"/>
      <p:italic r:id="rId44"/>
      <p:boldItalic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54" roundtripDataSignature="AMtx7mh4JH5ueQL7jJyfo3nn6sRP9btb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2FD"/>
    <a:srgbClr val="00D2D0"/>
    <a:srgbClr val="104862"/>
    <a:srgbClr val="156082"/>
    <a:srgbClr val="0022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477B48-18B5-BC4E-9683-7B604DE622CC}" v="11" dt="2025-06-15T16:36:45"/>
  </p1510:revLst>
</p1510:revInfo>
</file>

<file path=ppt/tableStyles.xml><?xml version="1.0" encoding="utf-8"?>
<a:tblStyleLst xmlns:a="http://schemas.openxmlformats.org/drawingml/2006/main" def="{F135600F-F13D-4679-8B6B-FA6B3F42D87D}">
  <a:tblStyle styleId="{F135600F-F13D-4679-8B6B-FA6B3F42D87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accent5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28"/>
  </p:normalViewPr>
  <p:slideViewPr>
    <p:cSldViewPr snapToGrid="0">
      <p:cViewPr varScale="1">
        <p:scale>
          <a:sx n="114" d="100"/>
          <a:sy n="114" d="100"/>
        </p:scale>
        <p:origin x="7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6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59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54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kshi Dhameja" userId="S::sakshi@scholarhat.com::ea00e08a-f285-43f8-b684-36364e247324" providerId="AD" clId="Web-{A37489D4-106A-22A4-5A18-97C9942B5F3E}"/>
    <pc:docChg chg="modSld">
      <pc:chgData name="Sakshi Dhameja" userId="S::sakshi@scholarhat.com::ea00e08a-f285-43f8-b684-36364e247324" providerId="AD" clId="Web-{A37489D4-106A-22A4-5A18-97C9942B5F3E}" dt="2024-07-29T08:51:23.004" v="6" actId="1076"/>
      <pc:docMkLst>
        <pc:docMk/>
      </pc:docMkLst>
      <pc:sldChg chg="modSp">
        <pc:chgData name="Sakshi Dhameja" userId="S::sakshi@scholarhat.com::ea00e08a-f285-43f8-b684-36364e247324" providerId="AD" clId="Web-{A37489D4-106A-22A4-5A18-97C9942B5F3E}" dt="2024-07-29T08:50:58.379" v="1" actId="1076"/>
        <pc:sldMkLst>
          <pc:docMk/>
          <pc:sldMk cId="3076171256" sldId="2147469592"/>
        </pc:sldMkLst>
      </pc:sldChg>
      <pc:sldChg chg="modSp">
        <pc:chgData name="Sakshi Dhameja" userId="S::sakshi@scholarhat.com::ea00e08a-f285-43f8-b684-36364e247324" providerId="AD" clId="Web-{A37489D4-106A-22A4-5A18-97C9942B5F3E}" dt="2024-07-29T08:51:23.004" v="6" actId="1076"/>
        <pc:sldMkLst>
          <pc:docMk/>
          <pc:sldMk cId="547308187" sldId="2147469604"/>
        </pc:sldMkLst>
      </pc:sldChg>
      <pc:sldChg chg="modSp">
        <pc:chgData name="Sakshi Dhameja" userId="S::sakshi@scholarhat.com::ea00e08a-f285-43f8-b684-36364e247324" providerId="AD" clId="Web-{A37489D4-106A-22A4-5A18-97C9942B5F3E}" dt="2024-07-29T08:51:11.848" v="4" actId="14100"/>
        <pc:sldMkLst>
          <pc:docMk/>
          <pc:sldMk cId="2155806334" sldId="2147469606"/>
        </pc:sldMkLst>
      </pc:sldChg>
    </pc:docChg>
  </pc:docChgLst>
  <pc:docChgLst>
    <pc:chgData clId="Web-{C5BB8D49-2CCA-6026-5939-E5517B1267E1}"/>
    <pc:docChg chg="modSld">
      <pc:chgData name="" userId="" providerId="" clId="Web-{C5BB8D49-2CCA-6026-5939-E5517B1267E1}" dt="2024-07-29T04:03:17.230" v="0"/>
      <pc:docMkLst>
        <pc:docMk/>
      </pc:docMkLst>
      <pc:sldChg chg="delSp delAnim">
        <pc:chgData name="" userId="" providerId="" clId="Web-{C5BB8D49-2CCA-6026-5939-E5517B1267E1}" dt="2024-07-29T04:03:17.230" v="0"/>
        <pc:sldMkLst>
          <pc:docMk/>
          <pc:sldMk cId="3000737357" sldId="654"/>
        </pc:sldMkLst>
      </pc:sldChg>
    </pc:docChg>
  </pc:docChgLst>
  <pc:docChgLst>
    <pc:chgData name="Sakshi Dhameja" userId="S::sakshi@scholarhat.com::ea00e08a-f285-43f8-b684-36364e247324" providerId="AD" clId="Web-{2D8C1633-B811-6478-AB53-AA1A6DEBDB06}"/>
    <pc:docChg chg="modSld">
      <pc:chgData name="Sakshi Dhameja" userId="S::sakshi@scholarhat.com::ea00e08a-f285-43f8-b684-36364e247324" providerId="AD" clId="Web-{2D8C1633-B811-6478-AB53-AA1A6DEBDB06}" dt="2024-08-05T12:09:31.932" v="0" actId="14100"/>
      <pc:docMkLst>
        <pc:docMk/>
      </pc:docMkLst>
      <pc:sldChg chg="modSp">
        <pc:chgData name="Sakshi Dhameja" userId="S::sakshi@scholarhat.com::ea00e08a-f285-43f8-b684-36364e247324" providerId="AD" clId="Web-{2D8C1633-B811-6478-AB53-AA1A6DEBDB06}" dt="2024-08-05T12:09:31.932" v="0" actId="14100"/>
        <pc:sldMkLst>
          <pc:docMk/>
          <pc:sldMk cId="3076171256" sldId="2147469592"/>
        </pc:sldMkLst>
      </pc:sldChg>
    </pc:docChg>
  </pc:docChgLst>
  <pc:docChgLst>
    <pc:chgData name="Sakshi Dhameja" userId="S::sakshi@scholarhat.com::ea00e08a-f285-43f8-b684-36364e247324" providerId="AD" clId="Web-{C5BB8D49-2CCA-6026-5939-E5517B1267E1}"/>
    <pc:docChg chg="addSld delSld modSld">
      <pc:chgData name="Sakshi Dhameja" userId="S::sakshi@scholarhat.com::ea00e08a-f285-43f8-b684-36364e247324" providerId="AD" clId="Web-{C5BB8D49-2CCA-6026-5939-E5517B1267E1}" dt="2024-07-29T04:04:52.169" v="33" actId="1076"/>
      <pc:docMkLst>
        <pc:docMk/>
      </pc:docMkLst>
      <pc:sldChg chg="addSp delSp modSp">
        <pc:chgData name="Sakshi Dhameja" userId="S::sakshi@scholarhat.com::ea00e08a-f285-43f8-b684-36364e247324" providerId="AD" clId="Web-{C5BB8D49-2CCA-6026-5939-E5517B1267E1}" dt="2024-07-29T04:04:52.169" v="33" actId="1076"/>
        <pc:sldMkLst>
          <pc:docMk/>
          <pc:sldMk cId="3000737357" sldId="654"/>
        </pc:sldMkLst>
      </pc:sldChg>
      <pc:sldChg chg="del">
        <pc:chgData name="Sakshi Dhameja" userId="S::sakshi@scholarhat.com::ea00e08a-f285-43f8-b684-36364e247324" providerId="AD" clId="Web-{C5BB8D49-2CCA-6026-5939-E5517B1267E1}" dt="2024-07-29T04:04:20.465" v="31"/>
        <pc:sldMkLst>
          <pc:docMk/>
          <pc:sldMk cId="4178047765" sldId="2147469603"/>
        </pc:sldMkLst>
      </pc:sldChg>
      <pc:sldChg chg="addSp delSp modSp new addAnim">
        <pc:chgData name="Sakshi Dhameja" userId="S::sakshi@scholarhat.com::ea00e08a-f285-43f8-b684-36364e247324" providerId="AD" clId="Web-{C5BB8D49-2CCA-6026-5939-E5517B1267E1}" dt="2024-07-29T04:04:18.215" v="30"/>
        <pc:sldMkLst>
          <pc:docMk/>
          <pc:sldMk cId="1690942253" sldId="2147469607"/>
        </pc:sldMkLst>
      </pc:sldChg>
    </pc:docChg>
  </pc:docChgLst>
  <pc:docChgLst>
    <pc:chgData name="Venkataramanan Amirthalingam" userId="4d061ca2-e95c-4cea-aac4-ded24a5cea8d" providerId="ADAL" clId="{16477B48-18B5-BC4E-9683-7B604DE622CC}"/>
    <pc:docChg chg="undo custSel addSld modSld">
      <pc:chgData name="Venkataramanan Amirthalingam" userId="4d061ca2-e95c-4cea-aac4-ded24a5cea8d" providerId="ADAL" clId="{16477B48-18B5-BC4E-9683-7B604DE622CC}" dt="2025-06-15T16:36:45.072" v="2694" actId="27636"/>
      <pc:docMkLst>
        <pc:docMk/>
      </pc:docMkLst>
      <pc:sldChg chg="addSp delSp modSp new mod">
        <pc:chgData name="Venkataramanan Amirthalingam" userId="4d061ca2-e95c-4cea-aac4-ded24a5cea8d" providerId="ADAL" clId="{16477B48-18B5-BC4E-9683-7B604DE622CC}" dt="2025-06-15T15:27:33.140" v="663" actId="20577"/>
        <pc:sldMkLst>
          <pc:docMk/>
          <pc:sldMk cId="311399377" sldId="2147469609"/>
        </pc:sldMkLst>
        <pc:spChg chg="del">
          <ac:chgData name="Venkataramanan Amirthalingam" userId="4d061ca2-e95c-4cea-aac4-ded24a5cea8d" providerId="ADAL" clId="{16477B48-18B5-BC4E-9683-7B604DE622CC}" dt="2025-06-15T15:21:36.151" v="1" actId="478"/>
          <ac:spMkLst>
            <pc:docMk/>
            <pc:sldMk cId="311399377" sldId="2147469609"/>
            <ac:spMk id="3" creationId="{5078F55E-C9E8-6931-9CEE-FB2935423CDE}"/>
          </ac:spMkLst>
        </pc:spChg>
        <pc:spChg chg="add mod">
          <ac:chgData name="Venkataramanan Amirthalingam" userId="4d061ca2-e95c-4cea-aac4-ded24a5cea8d" providerId="ADAL" clId="{16477B48-18B5-BC4E-9683-7B604DE622CC}" dt="2025-06-15T15:27:33.140" v="663" actId="20577"/>
          <ac:spMkLst>
            <pc:docMk/>
            <pc:sldMk cId="311399377" sldId="2147469609"/>
            <ac:spMk id="4" creationId="{BDBDD27F-6057-6F82-DC5B-F6CF9CBB3FE1}"/>
          </ac:spMkLst>
        </pc:spChg>
      </pc:sldChg>
      <pc:sldChg chg="modSp add mod">
        <pc:chgData name="Venkataramanan Amirthalingam" userId="4d061ca2-e95c-4cea-aac4-ded24a5cea8d" providerId="ADAL" clId="{16477B48-18B5-BC4E-9683-7B604DE622CC}" dt="2025-06-15T15:32:19.427" v="1063" actId="20577"/>
        <pc:sldMkLst>
          <pc:docMk/>
          <pc:sldMk cId="3754170303" sldId="2147469610"/>
        </pc:sldMkLst>
        <pc:spChg chg="mod">
          <ac:chgData name="Venkataramanan Amirthalingam" userId="4d061ca2-e95c-4cea-aac4-ded24a5cea8d" providerId="ADAL" clId="{16477B48-18B5-BC4E-9683-7B604DE622CC}" dt="2025-06-15T15:32:19.427" v="1063" actId="20577"/>
          <ac:spMkLst>
            <pc:docMk/>
            <pc:sldMk cId="3754170303" sldId="2147469610"/>
            <ac:spMk id="4" creationId="{F8A7073B-0DEA-9FF3-70CB-7813EA5105D8}"/>
          </ac:spMkLst>
        </pc:spChg>
      </pc:sldChg>
      <pc:sldChg chg="modSp new mod">
        <pc:chgData name="Venkataramanan Amirthalingam" userId="4d061ca2-e95c-4cea-aac4-ded24a5cea8d" providerId="ADAL" clId="{16477B48-18B5-BC4E-9683-7B604DE622CC}" dt="2025-06-15T15:33:34.051" v="1283" actId="20577"/>
        <pc:sldMkLst>
          <pc:docMk/>
          <pc:sldMk cId="2650910612" sldId="2147469611"/>
        </pc:sldMkLst>
        <pc:spChg chg="mod">
          <ac:chgData name="Venkataramanan Amirthalingam" userId="4d061ca2-e95c-4cea-aac4-ded24a5cea8d" providerId="ADAL" clId="{16477B48-18B5-BC4E-9683-7B604DE622CC}" dt="2025-06-15T15:33:34.051" v="1283" actId="20577"/>
          <ac:spMkLst>
            <pc:docMk/>
            <pc:sldMk cId="2650910612" sldId="2147469611"/>
            <ac:spMk id="3" creationId="{77707DEC-FEDA-DF1F-6A02-646542C69147}"/>
          </ac:spMkLst>
        </pc:spChg>
      </pc:sldChg>
      <pc:sldChg chg="modSp new mod">
        <pc:chgData name="Venkataramanan Amirthalingam" userId="4d061ca2-e95c-4cea-aac4-ded24a5cea8d" providerId="ADAL" clId="{16477B48-18B5-BC4E-9683-7B604DE622CC}" dt="2025-06-15T15:36:22.796" v="1893" actId="20577"/>
        <pc:sldMkLst>
          <pc:docMk/>
          <pc:sldMk cId="442413112" sldId="2147469612"/>
        </pc:sldMkLst>
        <pc:spChg chg="mod">
          <ac:chgData name="Venkataramanan Amirthalingam" userId="4d061ca2-e95c-4cea-aac4-ded24a5cea8d" providerId="ADAL" clId="{16477B48-18B5-BC4E-9683-7B604DE622CC}" dt="2025-06-15T15:36:22.796" v="1893" actId="20577"/>
          <ac:spMkLst>
            <pc:docMk/>
            <pc:sldMk cId="442413112" sldId="2147469612"/>
            <ac:spMk id="3" creationId="{293C3D76-1634-510B-6A55-71C6994AAAA1}"/>
          </ac:spMkLst>
        </pc:spChg>
      </pc:sldChg>
      <pc:sldChg chg="addSp delSp modSp new mod">
        <pc:chgData name="Venkataramanan Amirthalingam" userId="4d061ca2-e95c-4cea-aac4-ded24a5cea8d" providerId="ADAL" clId="{16477B48-18B5-BC4E-9683-7B604DE622CC}" dt="2025-06-15T16:19:19.561" v="2309" actId="20577"/>
        <pc:sldMkLst>
          <pc:docMk/>
          <pc:sldMk cId="2226391799" sldId="2147469613"/>
        </pc:sldMkLst>
        <pc:spChg chg="del">
          <ac:chgData name="Venkataramanan Amirthalingam" userId="4d061ca2-e95c-4cea-aac4-ded24a5cea8d" providerId="ADAL" clId="{16477B48-18B5-BC4E-9683-7B604DE622CC}" dt="2025-06-15T16:06:35.260" v="1895" actId="478"/>
          <ac:spMkLst>
            <pc:docMk/>
            <pc:sldMk cId="2226391799" sldId="2147469613"/>
            <ac:spMk id="3" creationId="{0A709038-44D5-2308-1EB2-0BB21EBB2313}"/>
          </ac:spMkLst>
        </pc:spChg>
        <pc:spChg chg="add mod">
          <ac:chgData name="Venkataramanan Amirthalingam" userId="4d061ca2-e95c-4cea-aac4-ded24a5cea8d" providerId="ADAL" clId="{16477B48-18B5-BC4E-9683-7B604DE622CC}" dt="2025-06-15T16:17:39.914" v="2226" actId="14100"/>
          <ac:spMkLst>
            <pc:docMk/>
            <pc:sldMk cId="2226391799" sldId="2147469613"/>
            <ac:spMk id="4" creationId="{728AFA15-DEDF-9843-46EA-6D6E13824B11}"/>
          </ac:spMkLst>
        </pc:spChg>
        <pc:spChg chg="add mod">
          <ac:chgData name="Venkataramanan Amirthalingam" userId="4d061ca2-e95c-4cea-aac4-ded24a5cea8d" providerId="ADAL" clId="{16477B48-18B5-BC4E-9683-7B604DE622CC}" dt="2025-06-15T16:10:26.704" v="2070"/>
          <ac:spMkLst>
            <pc:docMk/>
            <pc:sldMk cId="2226391799" sldId="2147469613"/>
            <ac:spMk id="5" creationId="{D8AD002C-2EF4-A082-DDD0-ECF88F99E58A}"/>
          </ac:spMkLst>
        </pc:spChg>
        <pc:spChg chg="add mod">
          <ac:chgData name="Venkataramanan Amirthalingam" userId="4d061ca2-e95c-4cea-aac4-ded24a5cea8d" providerId="ADAL" clId="{16477B48-18B5-BC4E-9683-7B604DE622CC}" dt="2025-06-15T16:10:31.974" v="2074"/>
          <ac:spMkLst>
            <pc:docMk/>
            <pc:sldMk cId="2226391799" sldId="2147469613"/>
            <ac:spMk id="6" creationId="{E43DAEAC-B4DD-5F11-2062-5EFFDAFCF61F}"/>
          </ac:spMkLst>
        </pc:spChg>
        <pc:spChg chg="add mod">
          <ac:chgData name="Venkataramanan Amirthalingam" userId="4d061ca2-e95c-4cea-aac4-ded24a5cea8d" providerId="ADAL" clId="{16477B48-18B5-BC4E-9683-7B604DE622CC}" dt="2025-06-15T16:17:39.914" v="2226" actId="14100"/>
          <ac:spMkLst>
            <pc:docMk/>
            <pc:sldMk cId="2226391799" sldId="2147469613"/>
            <ac:spMk id="7" creationId="{D95982B6-C573-D723-A632-7C1CB97D8A0E}"/>
          </ac:spMkLst>
        </pc:spChg>
        <pc:spChg chg="add mod">
          <ac:chgData name="Venkataramanan Amirthalingam" userId="4d061ca2-e95c-4cea-aac4-ded24a5cea8d" providerId="ADAL" clId="{16477B48-18B5-BC4E-9683-7B604DE622CC}" dt="2025-06-15T16:17:39.914" v="2226" actId="14100"/>
          <ac:spMkLst>
            <pc:docMk/>
            <pc:sldMk cId="2226391799" sldId="2147469613"/>
            <ac:spMk id="8" creationId="{A0692F2F-0CE6-6164-8273-9045E7A809D9}"/>
          </ac:spMkLst>
        </pc:spChg>
        <pc:spChg chg="add mod">
          <ac:chgData name="Venkataramanan Amirthalingam" userId="4d061ca2-e95c-4cea-aac4-ded24a5cea8d" providerId="ADAL" clId="{16477B48-18B5-BC4E-9683-7B604DE622CC}" dt="2025-06-15T16:15:16.347" v="2115" actId="20577"/>
          <ac:spMkLst>
            <pc:docMk/>
            <pc:sldMk cId="2226391799" sldId="2147469613"/>
            <ac:spMk id="9" creationId="{C2925CF1-7422-2A65-0F9E-92C0425CCB6E}"/>
          </ac:spMkLst>
        </pc:spChg>
        <pc:spChg chg="add mod">
          <ac:chgData name="Venkataramanan Amirthalingam" userId="4d061ca2-e95c-4cea-aac4-ded24a5cea8d" providerId="ADAL" clId="{16477B48-18B5-BC4E-9683-7B604DE622CC}" dt="2025-06-15T16:19:19.561" v="2309" actId="20577"/>
          <ac:spMkLst>
            <pc:docMk/>
            <pc:sldMk cId="2226391799" sldId="2147469613"/>
            <ac:spMk id="10" creationId="{5F055E79-49F2-D7A0-B54D-24B76F8F659B}"/>
          </ac:spMkLst>
        </pc:spChg>
      </pc:sldChg>
      <pc:sldChg chg="addSp modSp add mod">
        <pc:chgData name="Venkataramanan Amirthalingam" userId="4d061ca2-e95c-4cea-aac4-ded24a5cea8d" providerId="ADAL" clId="{16477B48-18B5-BC4E-9683-7B604DE622CC}" dt="2025-06-15T16:24:37.364" v="2459" actId="20577"/>
        <pc:sldMkLst>
          <pc:docMk/>
          <pc:sldMk cId="4094671344" sldId="2147469614"/>
        </pc:sldMkLst>
        <pc:spChg chg="mod">
          <ac:chgData name="Venkataramanan Amirthalingam" userId="4d061ca2-e95c-4cea-aac4-ded24a5cea8d" providerId="ADAL" clId="{16477B48-18B5-BC4E-9683-7B604DE622CC}" dt="2025-06-15T16:22:35.866" v="2313" actId="1076"/>
          <ac:spMkLst>
            <pc:docMk/>
            <pc:sldMk cId="4094671344" sldId="2147469614"/>
            <ac:spMk id="2" creationId="{34A42965-42F7-73EA-B8E1-9BE908AC5BF2}"/>
          </ac:spMkLst>
        </pc:spChg>
        <pc:spChg chg="mod">
          <ac:chgData name="Venkataramanan Amirthalingam" userId="4d061ca2-e95c-4cea-aac4-ded24a5cea8d" providerId="ADAL" clId="{16477B48-18B5-BC4E-9683-7B604DE622CC}" dt="2025-06-15T16:22:48.652" v="2343" actId="1037"/>
          <ac:spMkLst>
            <pc:docMk/>
            <pc:sldMk cId="4094671344" sldId="2147469614"/>
            <ac:spMk id="4" creationId="{6BDC0622-3C54-F2C6-E30C-1EA96752C993}"/>
          </ac:spMkLst>
        </pc:spChg>
        <pc:spChg chg="mod">
          <ac:chgData name="Venkataramanan Amirthalingam" userId="4d061ca2-e95c-4cea-aac4-ded24a5cea8d" providerId="ADAL" clId="{16477B48-18B5-BC4E-9683-7B604DE622CC}" dt="2025-06-15T16:23:17.933" v="2442" actId="1037"/>
          <ac:spMkLst>
            <pc:docMk/>
            <pc:sldMk cId="4094671344" sldId="2147469614"/>
            <ac:spMk id="5" creationId="{1890EB95-996A-DDFC-97FF-96507CDF3567}"/>
          </ac:spMkLst>
        </pc:spChg>
        <pc:spChg chg="add mod">
          <ac:chgData name="Venkataramanan Amirthalingam" userId="4d061ca2-e95c-4cea-aac4-ded24a5cea8d" providerId="ADAL" clId="{16477B48-18B5-BC4E-9683-7B604DE622CC}" dt="2025-06-15T16:23:06.505" v="2425" actId="1038"/>
          <ac:spMkLst>
            <pc:docMk/>
            <pc:sldMk cId="4094671344" sldId="2147469614"/>
            <ac:spMk id="6" creationId="{22EEA609-CD91-E8FB-AB43-6A3D16D799EB}"/>
          </ac:spMkLst>
        </pc:spChg>
        <pc:spChg chg="mod">
          <ac:chgData name="Venkataramanan Amirthalingam" userId="4d061ca2-e95c-4cea-aac4-ded24a5cea8d" providerId="ADAL" clId="{16477B48-18B5-BC4E-9683-7B604DE622CC}" dt="2025-06-15T16:22:48.652" v="2343" actId="1037"/>
          <ac:spMkLst>
            <pc:docMk/>
            <pc:sldMk cId="4094671344" sldId="2147469614"/>
            <ac:spMk id="7" creationId="{AD4E6BB9-EDC9-DEB2-BC6D-0A9758D09FC0}"/>
          </ac:spMkLst>
        </pc:spChg>
        <pc:spChg chg="mod">
          <ac:chgData name="Venkataramanan Amirthalingam" userId="4d061ca2-e95c-4cea-aac4-ded24a5cea8d" providerId="ADAL" clId="{16477B48-18B5-BC4E-9683-7B604DE622CC}" dt="2025-06-15T16:23:46.509" v="2444" actId="113"/>
          <ac:spMkLst>
            <pc:docMk/>
            <pc:sldMk cId="4094671344" sldId="2147469614"/>
            <ac:spMk id="8" creationId="{8B92DBC1-EB57-6CB6-BCB3-2C5A1B80873B}"/>
          </ac:spMkLst>
        </pc:spChg>
        <pc:spChg chg="mod">
          <ac:chgData name="Venkataramanan Amirthalingam" userId="4d061ca2-e95c-4cea-aac4-ded24a5cea8d" providerId="ADAL" clId="{16477B48-18B5-BC4E-9683-7B604DE622CC}" dt="2025-06-15T16:24:18.657" v="2452" actId="20577"/>
          <ac:spMkLst>
            <pc:docMk/>
            <pc:sldMk cId="4094671344" sldId="2147469614"/>
            <ac:spMk id="9" creationId="{0103A3B1-9D18-A1E3-5BC2-6B5C4BE012F2}"/>
          </ac:spMkLst>
        </pc:spChg>
        <pc:spChg chg="mod">
          <ac:chgData name="Venkataramanan Amirthalingam" userId="4d061ca2-e95c-4cea-aac4-ded24a5cea8d" providerId="ADAL" clId="{16477B48-18B5-BC4E-9683-7B604DE622CC}" dt="2025-06-15T16:23:17.933" v="2442" actId="1037"/>
          <ac:spMkLst>
            <pc:docMk/>
            <pc:sldMk cId="4094671344" sldId="2147469614"/>
            <ac:spMk id="10" creationId="{BCF82140-2927-A8EE-D1C7-5CCE5C25812A}"/>
          </ac:spMkLst>
        </pc:spChg>
        <pc:spChg chg="add mod">
          <ac:chgData name="Venkataramanan Amirthalingam" userId="4d061ca2-e95c-4cea-aac4-ded24a5cea8d" providerId="ADAL" clId="{16477B48-18B5-BC4E-9683-7B604DE622CC}" dt="2025-06-15T16:23:06.505" v="2425" actId="1038"/>
          <ac:spMkLst>
            <pc:docMk/>
            <pc:sldMk cId="4094671344" sldId="2147469614"/>
            <ac:spMk id="11" creationId="{5B2E27CC-2E6A-A0A0-BE02-4D639FB25203}"/>
          </ac:spMkLst>
        </pc:spChg>
        <pc:spChg chg="mod">
          <ac:chgData name="Venkataramanan Amirthalingam" userId="4d061ca2-e95c-4cea-aac4-ded24a5cea8d" providerId="ADAL" clId="{16477B48-18B5-BC4E-9683-7B604DE622CC}" dt="2025-06-15T16:23:17.933" v="2442" actId="1037"/>
          <ac:spMkLst>
            <pc:docMk/>
            <pc:sldMk cId="4094671344" sldId="2147469614"/>
            <ac:spMk id="12" creationId="{421BA10D-B15E-5506-1DD0-C30F6846887E}"/>
          </ac:spMkLst>
        </pc:spChg>
        <pc:spChg chg="mod">
          <ac:chgData name="Venkataramanan Amirthalingam" userId="4d061ca2-e95c-4cea-aac4-ded24a5cea8d" providerId="ADAL" clId="{16477B48-18B5-BC4E-9683-7B604DE622CC}" dt="2025-06-15T16:24:10.653" v="2449" actId="20577"/>
          <ac:spMkLst>
            <pc:docMk/>
            <pc:sldMk cId="4094671344" sldId="2147469614"/>
            <ac:spMk id="13" creationId="{C038FD4D-824D-6AE4-AFAC-E81721F87BC9}"/>
          </ac:spMkLst>
        </pc:spChg>
        <pc:spChg chg="mod">
          <ac:chgData name="Venkataramanan Amirthalingam" userId="4d061ca2-e95c-4cea-aac4-ded24a5cea8d" providerId="ADAL" clId="{16477B48-18B5-BC4E-9683-7B604DE622CC}" dt="2025-06-15T16:22:48.652" v="2343" actId="1037"/>
          <ac:spMkLst>
            <pc:docMk/>
            <pc:sldMk cId="4094671344" sldId="2147469614"/>
            <ac:spMk id="14" creationId="{77A3B81F-E425-581E-0386-3BE0B13FF0D3}"/>
          </ac:spMkLst>
        </pc:spChg>
        <pc:spChg chg="mod">
          <ac:chgData name="Venkataramanan Amirthalingam" userId="4d061ca2-e95c-4cea-aac4-ded24a5cea8d" providerId="ADAL" clId="{16477B48-18B5-BC4E-9683-7B604DE622CC}" dt="2025-06-15T16:23:17.933" v="2442" actId="1037"/>
          <ac:spMkLst>
            <pc:docMk/>
            <pc:sldMk cId="4094671344" sldId="2147469614"/>
            <ac:spMk id="15" creationId="{54563F06-8B26-EC97-37F0-A49ADC34BF01}"/>
          </ac:spMkLst>
        </pc:spChg>
        <pc:spChg chg="mod">
          <ac:chgData name="Venkataramanan Amirthalingam" userId="4d061ca2-e95c-4cea-aac4-ded24a5cea8d" providerId="ADAL" clId="{16477B48-18B5-BC4E-9683-7B604DE622CC}" dt="2025-06-15T16:22:38.993" v="2314" actId="1076"/>
          <ac:spMkLst>
            <pc:docMk/>
            <pc:sldMk cId="4094671344" sldId="2147469614"/>
            <ac:spMk id="16" creationId="{0FB01CE3-3839-1F18-E6D1-642DBA2BAF84}"/>
          </ac:spMkLst>
        </pc:spChg>
        <pc:spChg chg="add mod">
          <ac:chgData name="Venkataramanan Amirthalingam" userId="4d061ca2-e95c-4cea-aac4-ded24a5cea8d" providerId="ADAL" clId="{16477B48-18B5-BC4E-9683-7B604DE622CC}" dt="2025-06-15T16:24:37.364" v="2459" actId="20577"/>
          <ac:spMkLst>
            <pc:docMk/>
            <pc:sldMk cId="4094671344" sldId="2147469614"/>
            <ac:spMk id="17" creationId="{E8962D64-2691-33CB-B915-CEE9E67ED928}"/>
          </ac:spMkLst>
        </pc:spChg>
        <pc:spChg chg="add mod">
          <ac:chgData name="Venkataramanan Amirthalingam" userId="4d061ca2-e95c-4cea-aac4-ded24a5cea8d" providerId="ADAL" clId="{16477B48-18B5-BC4E-9683-7B604DE622CC}" dt="2025-06-15T16:24:23.980" v="2456" actId="20577"/>
          <ac:spMkLst>
            <pc:docMk/>
            <pc:sldMk cId="4094671344" sldId="2147469614"/>
            <ac:spMk id="18" creationId="{79B973F2-0DF2-0961-7218-79A8684A5AD8}"/>
          </ac:spMkLst>
        </pc:spChg>
        <pc:spChg chg="add mod">
          <ac:chgData name="Venkataramanan Amirthalingam" userId="4d061ca2-e95c-4cea-aac4-ded24a5cea8d" providerId="ADAL" clId="{16477B48-18B5-BC4E-9683-7B604DE622CC}" dt="2025-06-15T16:23:11.396" v="2427" actId="20577"/>
          <ac:spMkLst>
            <pc:docMk/>
            <pc:sldMk cId="4094671344" sldId="2147469614"/>
            <ac:spMk id="19" creationId="{6B799F3E-2DA5-91CF-C7D0-87D6F3936AEB}"/>
          </ac:spMkLst>
        </pc:spChg>
      </pc:sldChg>
      <pc:sldChg chg="modSp add mod">
        <pc:chgData name="Venkataramanan Amirthalingam" userId="4d061ca2-e95c-4cea-aac4-ded24a5cea8d" providerId="ADAL" clId="{16477B48-18B5-BC4E-9683-7B604DE622CC}" dt="2025-06-15T16:36:45.072" v="2694" actId="27636"/>
        <pc:sldMkLst>
          <pc:docMk/>
          <pc:sldMk cId="4270113454" sldId="2147469615"/>
        </pc:sldMkLst>
        <pc:spChg chg="mod">
          <ac:chgData name="Venkataramanan Amirthalingam" userId="4d061ca2-e95c-4cea-aac4-ded24a5cea8d" providerId="ADAL" clId="{16477B48-18B5-BC4E-9683-7B604DE622CC}" dt="2025-06-15T16:36:45.072" v="2694" actId="27636"/>
          <ac:spMkLst>
            <pc:docMk/>
            <pc:sldMk cId="4270113454" sldId="2147469615"/>
            <ac:spMk id="3" creationId="{7F6028AC-9429-1BFF-6D47-FF72B6490F1A}"/>
          </ac:spMkLst>
        </pc:spChg>
      </pc:sldChg>
    </pc:docChg>
  </pc:docChgLst>
  <pc:docChgLst>
    <pc:chgData name="Sakshi Dhameja" userId="S::sakshi@scholarhat.com::ea00e08a-f285-43f8-b684-36364e247324" providerId="AD" clId="Web-{B8372B37-885A-B55D-3673-D96178A95E9C}"/>
    <pc:docChg chg="modSld">
      <pc:chgData name="Sakshi Dhameja" userId="S::sakshi@scholarhat.com::ea00e08a-f285-43f8-b684-36364e247324" providerId="AD" clId="Web-{B8372B37-885A-B55D-3673-D96178A95E9C}" dt="2024-07-29T06:23:18.463" v="34" actId="1076"/>
      <pc:docMkLst>
        <pc:docMk/>
      </pc:docMkLst>
      <pc:sldChg chg="addSp delSp modSp addAnim">
        <pc:chgData name="Sakshi Dhameja" userId="S::sakshi@scholarhat.com::ea00e08a-f285-43f8-b684-36364e247324" providerId="AD" clId="Web-{B8372B37-885A-B55D-3673-D96178A95E9C}" dt="2024-07-29T06:23:18.463" v="34" actId="1076"/>
        <pc:sldMkLst>
          <pc:docMk/>
          <pc:sldMk cId="3000737357" sldId="654"/>
        </pc:sldMkLst>
      </pc:sldChg>
    </pc:docChg>
  </pc:docChgLst>
  <pc:docChgLst>
    <pc:chgData name="Shailendra Chauhan" userId="S::shailendra@scholarhat.com::a7d3133f-e197-4b90-bf63-99a63a264234" providerId="AD" clId="Web-{B553E457-5400-CDEF-5173-E47865C67EB7}"/>
    <pc:docChg chg="modSld">
      <pc:chgData name="Shailendra Chauhan" userId="S::shailendra@scholarhat.com::a7d3133f-e197-4b90-bf63-99a63a264234" providerId="AD" clId="Web-{B553E457-5400-CDEF-5173-E47865C67EB7}" dt="2024-07-30T05:32:55.066" v="19" actId="14100"/>
      <pc:docMkLst>
        <pc:docMk/>
      </pc:docMkLst>
      <pc:sldChg chg="modSp">
        <pc:chgData name="Shailendra Chauhan" userId="S::shailendra@scholarhat.com::a7d3133f-e197-4b90-bf63-99a63a264234" providerId="AD" clId="Web-{B553E457-5400-CDEF-5173-E47865C67EB7}" dt="2024-07-30T05:31:14.956" v="3"/>
        <pc:sldMkLst>
          <pc:docMk/>
          <pc:sldMk cId="1065952101" sldId="2147469590"/>
        </pc:sldMkLst>
      </pc:sldChg>
      <pc:sldChg chg="modSp">
        <pc:chgData name="Shailendra Chauhan" userId="S::shailendra@scholarhat.com::a7d3133f-e197-4b90-bf63-99a63a264234" providerId="AD" clId="Web-{B553E457-5400-CDEF-5173-E47865C67EB7}" dt="2024-07-30T05:32:55.066" v="19" actId="14100"/>
        <pc:sldMkLst>
          <pc:docMk/>
          <pc:sldMk cId="989311794" sldId="2147469597"/>
        </pc:sldMkLst>
      </pc:sldChg>
      <pc:sldChg chg="modSp">
        <pc:chgData name="Shailendra Chauhan" userId="S::shailendra@scholarhat.com::a7d3133f-e197-4b90-bf63-99a63a264234" providerId="AD" clId="Web-{B553E457-5400-CDEF-5173-E47865C67EB7}" dt="2024-07-30T05:32:40.519" v="17" actId="14100"/>
        <pc:sldMkLst>
          <pc:docMk/>
          <pc:sldMk cId="2155806334" sldId="2147469606"/>
        </pc:sldMkLst>
      </pc:sldChg>
    </pc:docChg>
  </pc:docChgLst>
  <pc:docChgLst>
    <pc:chgData name="Sakshi Dhameja" userId="S::sakshi@scholarhat.com::ea00e08a-f285-43f8-b684-36364e247324" providerId="AD" clId="Web-{D1A64B1C-B393-DC9B-2CDA-1362F40AED53}"/>
    <pc:docChg chg="delSld">
      <pc:chgData name="Sakshi Dhameja" userId="S::sakshi@scholarhat.com::ea00e08a-f285-43f8-b684-36364e247324" providerId="AD" clId="Web-{D1A64B1C-B393-DC9B-2CDA-1362F40AED53}" dt="2024-07-29T08:51:54.155" v="1"/>
      <pc:docMkLst>
        <pc:docMk/>
      </pc:docMkLst>
      <pc:sldChg chg="del">
        <pc:chgData name="Sakshi Dhameja" userId="S::sakshi@scholarhat.com::ea00e08a-f285-43f8-b684-36364e247324" providerId="AD" clId="Web-{D1A64B1C-B393-DC9B-2CDA-1362F40AED53}" dt="2024-07-29T08:51:49.890" v="0"/>
        <pc:sldMkLst>
          <pc:docMk/>
          <pc:sldMk cId="3218382947" sldId="2147469600"/>
        </pc:sldMkLst>
      </pc:sldChg>
      <pc:sldChg chg="del">
        <pc:chgData name="Sakshi Dhameja" userId="S::sakshi@scholarhat.com::ea00e08a-f285-43f8-b684-36364e247324" providerId="AD" clId="Web-{D1A64B1C-B393-DC9B-2CDA-1362F40AED53}" dt="2024-07-29T08:51:54.155" v="1"/>
        <pc:sldMkLst>
          <pc:docMk/>
          <pc:sldMk cId="2143944179" sldId="2147469602"/>
        </pc:sldMkLst>
      </pc:sldChg>
    </pc:docChg>
  </pc:docChgLst>
  <pc:docChgLst>
    <pc:chgData name="Shailendra Chauhan" userId="a7d3133f-e197-4b90-bf63-99a63a264234" providerId="ADAL" clId="{9DD24241-531F-4DEC-82CB-889D4DB7D16F}"/>
    <pc:docChg chg="modSld">
      <pc:chgData name="Shailendra Chauhan" userId="a7d3133f-e197-4b90-bf63-99a63a264234" providerId="ADAL" clId="{9DD24241-531F-4DEC-82CB-889D4DB7D16F}" dt="2024-11-23T01:48:37.094" v="7" actId="14100"/>
      <pc:docMkLst>
        <pc:docMk/>
      </pc:docMkLst>
      <pc:sldChg chg="modSp">
        <pc:chgData name="Shailendra Chauhan" userId="a7d3133f-e197-4b90-bf63-99a63a264234" providerId="ADAL" clId="{9DD24241-531F-4DEC-82CB-889D4DB7D16F}" dt="2024-11-23T01:48:37.094" v="7" actId="14100"/>
        <pc:sldMkLst>
          <pc:docMk/>
          <pc:sldMk cId="1690942253" sldId="214746960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5" name="Google Shape;48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9100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 and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93295" y="2535606"/>
            <a:ext cx="11143910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/>
              <a:t>Module Title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646866" y="3545457"/>
            <a:ext cx="6026871" cy="533139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8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2646866" y="4195390"/>
            <a:ext cx="6026871" cy="73866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493295" y="3446463"/>
            <a:ext cx="1975585" cy="158666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Photo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2658569" y="4127748"/>
            <a:ext cx="8978636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054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uiExpand="1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340BAD-F134-4A9B-BB47-F01A0DB9BE57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BB1D18-B779-46CB-8922-58A7E189328F}"/>
              </a:ext>
            </a:extLst>
          </p:cNvPr>
          <p:cNvCxnSpPr>
            <a:cxnSpLocks/>
          </p:cNvCxnSpPr>
          <p:nvPr/>
        </p:nvCxnSpPr>
        <p:spPr>
          <a:xfrm>
            <a:off x="526819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C1690B5-E6B0-489E-9947-42FF8A998CB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 sz="2000"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 sz="1800"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 Text</a:t>
            </a:r>
          </a:p>
          <a:p>
            <a:pPr lvl="2"/>
            <a:r>
              <a:rPr lang="en-US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F43BE9-EBA0-4400-9E48-87F01782F12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699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4755BF9-73C5-D8AB-816C-90E629949E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/>
              <a:t>Heading Text</a:t>
            </a:r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2403F204-1D2A-936B-B63A-B88F414750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702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/>
    </p:bldLst>
  </p:timing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 Text</a:t>
            </a:r>
          </a:p>
          <a:p>
            <a:pPr lvl="2"/>
            <a:r>
              <a:rPr lang="en-US"/>
              <a:t>Third Level Text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012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Two Lines</a:t>
            </a:r>
          </a:p>
          <a:p>
            <a:pPr lvl="0"/>
            <a:r>
              <a:rPr lang="en-US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144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50X50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6A12E5-B765-A316-598E-79FCC3546E58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C33269-C4E9-ECDC-EFF1-00EDC8F021B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0ABE32-DEB1-638B-DBEF-113B4466A218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 Text</a:t>
            </a:r>
          </a:p>
          <a:p>
            <a:pPr lvl="2"/>
            <a:r>
              <a:rPr lang="en-US"/>
              <a:t>Third Level Text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CB300AE-1402-CDA0-A938-939F32869FB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 Text</a:t>
            </a:r>
          </a:p>
          <a:p>
            <a:pPr lvl="2"/>
            <a:r>
              <a:rPr lang="en-US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221029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cxnSpLocks/>
          </p:cNvCxnSpPr>
          <p:nvPr/>
        </p:nvCxnSpPr>
        <p:spPr>
          <a:xfrm>
            <a:off x="6026992" y="1268087"/>
            <a:ext cx="0" cy="4877624"/>
          </a:xfrm>
          <a:prstGeom prst="line">
            <a:avLst/>
          </a:prstGeom>
          <a:ln w="28575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A7A390F-F982-47EC-24A7-50208BCC4F9B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D5A432-AC3D-5822-6821-0D13158E63F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38A476-939B-F252-631A-BE94D9A4BB2A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 Text</a:t>
            </a:r>
          </a:p>
          <a:p>
            <a:pPr lvl="2"/>
            <a:r>
              <a:rPr lang="en-US"/>
              <a:t>Third Level Text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C8E9192-631B-274D-CE53-FF3C8CFC7C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 Text</a:t>
            </a:r>
          </a:p>
          <a:p>
            <a:pPr lvl="2"/>
            <a:r>
              <a:rPr lang="en-US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3948016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, Content and Imag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B4CCE-59D3-C027-843D-E2F26AE032B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3739F4-3F13-0704-9D4B-73CB2DF95DC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204C57-DA88-64F5-98EC-2BBD5C1A59A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669250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 Text</a:t>
            </a:r>
          </a:p>
          <a:p>
            <a:pPr lvl="2"/>
            <a:r>
              <a:rPr lang="en-US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261835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Content and Imag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D712C30-FC98-4B35-653F-C664E715A71C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B2798B-8FA7-BD6B-6F3F-5844CD4A4CC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C023B4F-B1EE-8820-2299-7FEEE89E146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2424007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 Text</a:t>
            </a:r>
          </a:p>
          <a:p>
            <a:pPr lvl="2"/>
            <a:r>
              <a:rPr lang="en-US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1905454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D5DC78-B617-F542-BE22-DE3865674D5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BBF960-78E3-C281-C2B7-60720E032B7E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5449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F488631-35A3-4F61-C943-9B2BFF32C4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4A1324-6B3C-BE00-19F4-70450903AEE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5192635-521E-502F-8451-5FB12A798FE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FE78FC-0FC4-1656-5703-EFCA022CDB3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0E85BF5-779B-9199-ACC3-E02B8F0F4C0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 Text</a:t>
            </a:r>
          </a:p>
          <a:p>
            <a:pPr lvl="2"/>
            <a:r>
              <a:rPr lang="en-US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328574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uble 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Two Lines</a:t>
            </a:r>
          </a:p>
          <a:p>
            <a:pPr lvl="0"/>
            <a:r>
              <a:rPr lang="en-US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6CF70EC-83CE-E5E3-D8F1-DDD8587049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CD6EA5-6A65-0363-EB73-5A2B18D8205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906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Horizont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3D440-C62C-19B5-98B0-DEBDF6B4C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2484"/>
            <a:ext cx="6613183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3E270D-8E27-43C3-1CFA-AE933E98D9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98E921-6245-1FEC-223E-A51E004E63E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B01110F-3187-24A0-57E8-EE1DED0DC212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889FEC-E510-C186-0EC9-024E667186E2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809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Vertic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55CEA4-E206-DAB7-8B5B-9B1ABBCB8E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6715"/>
            <a:ext cx="11122056" cy="2289188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E7CD97-BF95-AF28-447D-BB1E2EDFBB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15C720-9D69-8C23-58AD-23F46026915A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42FC20-AD5F-00A9-16A6-C284D0D466C9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287459-B6A1-E08F-15D2-D77E87D9A983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189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Image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58C075-9A2A-EDE0-63C2-EBE96D9395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5370DA-0C40-FE6A-9E5C-347165ED93C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C10E24D-4C7D-D667-FE78-B7ED99A0DDF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3113E-FA48-4730-D9F0-33740E995D8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7175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C6DF01AD-F736-C2C7-0FAA-55FF8A2CFF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62" y="6383986"/>
            <a:ext cx="1494944" cy="31998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19E02B-56E8-ACD8-1B70-805BA4633E0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4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 sz="2000">
                <a:solidFill>
                  <a:srgbClr val="0D3B4F"/>
                </a:solidFill>
              </a:defRPr>
            </a:lvl2pPr>
            <a:lvl3pPr>
              <a:buClrTx/>
              <a:defRPr sz="1800">
                <a:solidFill>
                  <a:srgbClr val="0D3B4F"/>
                </a:solidFill>
              </a:defRPr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44138E5-EED3-8D63-A785-F95739F3F154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703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C55C16-DF64-F949-0239-27F0F3861759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1A9AEAF-EC84-0313-4DD0-1538620521F6}"/>
              </a:ext>
            </a:extLst>
          </p:cNvPr>
          <p:cNvCxnSpPr>
            <a:cxnSpLocks/>
          </p:cNvCxnSpPr>
          <p:nvPr/>
        </p:nvCxnSpPr>
        <p:spPr>
          <a:xfrm>
            <a:off x="5259569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9943E9D6-1CCF-2BAA-1FB2-4053F7BD1B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/>
              <a:t>Heading Text</a:t>
            </a: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59073438-1C62-6B9F-70AD-9967DD3325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F99588-797B-A32D-414C-F7D05E0D5EFD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136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/>
    </p:bldLst>
  </p:timing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247348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520" y="2357938"/>
            <a:ext cx="1907827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/>
              <a:t>Heading</a:t>
            </a:r>
            <a:endParaRPr lang="en-US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24852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C8F4B77F-0D0D-0DC6-3F9E-303AAF78DE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F5F5B0-3542-BD53-B3C3-511B7DF3B642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13199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562" y="2801136"/>
            <a:ext cx="30964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/>
              <a:t>Heading Text</a:t>
            </a:r>
            <a:endParaRPr lang="en-US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3677942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7CA36C7E-9368-2FEC-4C6C-0E9EE11FC6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F102C1-9945-8365-90E1-0591D7ABB75E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09206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/>
              <a:t>DEMO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B66E12-9BB3-7E03-ED63-6F68DD490D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256776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A8C8F-C9FF-E150-0975-AC8DD67162F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2832753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49B69F4-6542-CC32-13BB-1EDC8016C7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2399338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9197C-A14F-EF49-12E9-8F9D65AAF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3182507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F10F2F3-E7C9-5A3B-5A3A-2F657B7544C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76153"/>
            <a:ext cx="5156998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 Text</a:t>
            </a:r>
          </a:p>
          <a:p>
            <a:pPr lvl="2"/>
            <a:r>
              <a:rPr lang="en-US"/>
              <a:t>Third Level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573F37-5E38-4DE7-D01D-29CB325BB933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5156994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AAD7D6-23BD-096F-D2AC-99E21B392F8C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06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C1B2F07E-0C00-421A-9195-523EDBF7749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07351" y="837219"/>
            <a:ext cx="8605921" cy="61102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334A2F-1DF6-47E4-9342-6176E6E9DA35}"/>
              </a:ext>
            </a:extLst>
          </p:cNvPr>
          <p:cNvSpPr/>
          <p:nvPr/>
        </p:nvSpPr>
        <p:spPr bwMode="auto">
          <a:xfrm>
            <a:off x="5600700" y="1883304"/>
            <a:ext cx="6000750" cy="335799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B189F03-5212-6C02-3901-900E58D9C2E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82787"/>
            <a:ext cx="473697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 Text</a:t>
            </a:r>
          </a:p>
          <a:p>
            <a:pPr lvl="2"/>
            <a:r>
              <a:rPr lang="en-US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8DCC069-2BEA-5F9E-9129-62A5B1B8703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4736967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A636B-F90E-6AC1-F66C-DD7F07E87CA1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537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diag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6DD577C-C13B-4699-AEF8-7A86F0FC6BC3}"/>
              </a:ext>
            </a:extLst>
          </p:cNvPr>
          <p:cNvSpPr/>
          <p:nvPr/>
        </p:nvSpPr>
        <p:spPr bwMode="auto">
          <a:xfrm>
            <a:off x="5088049" y="0"/>
            <a:ext cx="7103952" cy="6858000"/>
          </a:xfrm>
          <a:custGeom>
            <a:avLst/>
            <a:gdLst>
              <a:gd name="connsiteX0" fmla="*/ 1544125 w 8382633"/>
              <a:gd name="connsiteY0" fmla="*/ 0 h 6858000"/>
              <a:gd name="connsiteX1" fmla="*/ 3077650 w 8382633"/>
              <a:gd name="connsiteY1" fmla="*/ 0 h 6858000"/>
              <a:gd name="connsiteX2" fmla="*/ 6849108 w 8382633"/>
              <a:gd name="connsiteY2" fmla="*/ 0 h 6858000"/>
              <a:gd name="connsiteX3" fmla="*/ 8382633 w 8382633"/>
              <a:gd name="connsiteY3" fmla="*/ 0 h 6858000"/>
              <a:gd name="connsiteX4" fmla="*/ 8382633 w 8382633"/>
              <a:gd name="connsiteY4" fmla="*/ 6858000 h 6858000"/>
              <a:gd name="connsiteX5" fmla="*/ 6849108 w 8382633"/>
              <a:gd name="connsiteY5" fmla="*/ 6858000 h 6858000"/>
              <a:gd name="connsiteX6" fmla="*/ 1533525 w 8382633"/>
              <a:gd name="connsiteY6" fmla="*/ 6858000 h 6858000"/>
              <a:gd name="connsiteX7" fmla="*/ 0 w 8382633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82633" h="6858000">
                <a:moveTo>
                  <a:pt x="1544125" y="0"/>
                </a:moveTo>
                <a:lnTo>
                  <a:pt x="3077650" y="0"/>
                </a:lnTo>
                <a:lnTo>
                  <a:pt x="6849108" y="0"/>
                </a:lnTo>
                <a:lnTo>
                  <a:pt x="8382633" y="0"/>
                </a:lnTo>
                <a:lnTo>
                  <a:pt x="8382633" y="6858000"/>
                </a:lnTo>
                <a:lnTo>
                  <a:pt x="6849108" y="6858000"/>
                </a:lnTo>
                <a:lnTo>
                  <a:pt x="15335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90A267F1-327F-405E-AAAF-F4D7F4F539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4713" y="3306563"/>
            <a:ext cx="4563275" cy="430887"/>
          </a:xfrm>
        </p:spPr>
        <p:txBody>
          <a:bodyPr/>
          <a:lstStyle>
            <a:lvl1pPr marL="0" indent="0" algn="l">
              <a:buNone/>
              <a:defRPr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Subheading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B110AE-7CE8-4541-ACC8-0A2D5097F2B6}"/>
              </a:ext>
            </a:extLst>
          </p:cNvPr>
          <p:cNvCxnSpPr>
            <a:cxnSpLocks/>
            <a:stCxn id="10" idx="0"/>
          </p:cNvCxnSpPr>
          <p:nvPr/>
        </p:nvCxnSpPr>
        <p:spPr>
          <a:xfrm flipH="1">
            <a:off x="5088049" y="0"/>
            <a:ext cx="1308585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9">
            <a:extLst>
              <a:ext uri="{FF2B5EF4-FFF2-40B4-BE49-F238E27FC236}">
                <a16:creationId xmlns:a16="http://schemas.microsoft.com/office/drawing/2014/main" id="{302E1A16-F6D6-87D2-5332-F90F1125F35A}"/>
              </a:ext>
            </a:extLst>
          </p:cNvPr>
          <p:cNvSpPr txBox="1">
            <a:spLocks/>
          </p:cNvSpPr>
          <p:nvPr/>
        </p:nvSpPr>
        <p:spPr>
          <a:xfrm>
            <a:off x="524774" y="2592697"/>
            <a:ext cx="45632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F0EA"/>
                </a:solidFill>
                <a:latin typeface="+mj-lt"/>
                <a:ea typeface="Roboto Light" panose="02000000000000000000" pitchFamily="2" charset="0"/>
                <a:cs typeface="+mj-cs"/>
              </a:defRPr>
            </a:lvl1pPr>
          </a:lstStyle>
          <a:p>
            <a:r>
              <a:rPr lang="en-US"/>
              <a:t>Heading Text</a:t>
            </a:r>
            <a:endParaRPr lang="en-US">
              <a:cs typeface="Calibri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610E22-E52D-0F2B-F3EC-79E2497C0DC6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490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0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s and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84F745-6E6C-4684-863E-D8BE5579F4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7"/>
          <a:stretch/>
        </p:blipFill>
        <p:spPr>
          <a:xfrm>
            <a:off x="6876547" y="1736436"/>
            <a:ext cx="5223242" cy="51215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428E25-5016-4039-B7A7-2F931DFE040A}"/>
              </a:ext>
            </a:extLst>
          </p:cNvPr>
          <p:cNvSpPr txBox="1"/>
          <p:nvPr/>
        </p:nvSpPr>
        <p:spPr>
          <a:xfrm>
            <a:off x="1192928" y="1913415"/>
            <a:ext cx="49889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0">
                <a:solidFill>
                  <a:srgbClr val="00F0EA"/>
                </a:solidFill>
                <a:latin typeface="+mj-lt"/>
                <a:ea typeface="Roboto Light" panose="02000000000000000000" pitchFamily="2" charset="0"/>
              </a:rPr>
              <a:t>THANKS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060C8B-A3BA-485F-8BFF-B1AF78623F0F}"/>
              </a:ext>
            </a:extLst>
          </p:cNvPr>
          <p:cNvSpPr txBox="1"/>
          <p:nvPr/>
        </p:nvSpPr>
        <p:spPr>
          <a:xfrm>
            <a:off x="1253192" y="3167420"/>
            <a:ext cx="4813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Any Questions?</a:t>
            </a:r>
          </a:p>
        </p:txBody>
      </p: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730FCD30-4F72-67F5-7820-B4427DFB4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951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B23353-AC87-47E7-BD54-928306F48010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A4BB0AE5-CB5F-4D47-C947-B0E87FD9B4F0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280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  <p:sldLayoutId id="2147483710" r:id="rId20"/>
    <p:sldLayoutId id="2147483711" r:id="rId21"/>
    <p:sldLayoutId id="2147483712" r:id="rId22"/>
    <p:sldLayoutId id="2147483713" r:id="rId23"/>
    <p:sldLayoutId id="2147483714" r:id="rId24"/>
    <p:sldLayoutId id="2147483715" r:id="rId2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10996-925C-4155-881D-D3C8FEE614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19317" y="1264119"/>
            <a:ext cx="5696246" cy="4831881"/>
          </a:xfrm>
        </p:spPr>
        <p:txBody>
          <a:bodyPr>
            <a:noAutofit/>
          </a:bodyPr>
          <a:lstStyle/>
          <a:p>
            <a:r>
              <a:rPr lang="en-IN"/>
              <a:t>Message brokers using Kafka</a:t>
            </a:r>
          </a:p>
          <a:p>
            <a:r>
              <a:rPr lang="en-IN"/>
              <a:t>Setting Up Kafka</a:t>
            </a:r>
          </a:p>
          <a:p>
            <a:r>
              <a:rPr lang="en-IN"/>
              <a:t>Installing and configuring Kafka</a:t>
            </a:r>
          </a:p>
          <a:p>
            <a:r>
              <a:rPr lang="en-IN"/>
              <a:t>Setting up a Kafka environment</a:t>
            </a:r>
          </a:p>
          <a:p>
            <a:r>
              <a:rPr lang="en-IN"/>
              <a:t>Creating Kafka topics and partitions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0785AF-6D2C-48C9-892C-CC3354923A3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748191" y="549710"/>
            <a:ext cx="5119013" cy="679118"/>
          </a:xfrm>
        </p:spPr>
        <p:txBody>
          <a:bodyPr/>
          <a:lstStyle/>
          <a:p>
            <a:r>
              <a:rPr lang="en-US" b="1">
                <a:ea typeface="Roboto" panose="02000000000000000000" pitchFamily="2" charset="0"/>
              </a:rPr>
              <a:t>Kafka Overview</a:t>
            </a:r>
          </a:p>
          <a:p>
            <a:pPr algn="ctr"/>
            <a:endParaRPr lang="en-IN" sz="2200">
              <a:solidFill>
                <a:schemeClr val="tx2">
                  <a:lumMod val="10000"/>
                  <a:lumOff val="90000"/>
                </a:schemeClr>
              </a:solidFill>
              <a:latin typeface="Roboto Light" panose="02000000000000000000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38CFD5-8B2F-4A84-B5F8-34CB65715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9856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A7F7CF-7989-F88A-B898-B7889EA5B2A5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BDD27F-6057-6F82-DC5B-F6CF9CBB3FE1}"/>
              </a:ext>
            </a:extLst>
          </p:cNvPr>
          <p:cNvSpPr txBox="1"/>
          <p:nvPr/>
        </p:nvSpPr>
        <p:spPr>
          <a:xfrm>
            <a:off x="903248" y="1516566"/>
            <a:ext cx="1153036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Standalone</a:t>
            </a:r>
          </a:p>
          <a:p>
            <a:endParaRPr lang="en-US" dirty="0"/>
          </a:p>
          <a:p>
            <a:r>
              <a:rPr lang="en-US" dirty="0"/>
              <a:t>Online</a:t>
            </a:r>
          </a:p>
          <a:p>
            <a:endParaRPr lang="en-US" dirty="0"/>
          </a:p>
          <a:p>
            <a:r>
              <a:rPr lang="en-US" dirty="0"/>
              <a:t>Batch</a:t>
            </a:r>
          </a:p>
          <a:p>
            <a:endParaRPr lang="en-US" dirty="0"/>
          </a:p>
          <a:p>
            <a:r>
              <a:rPr lang="en-US" dirty="0"/>
              <a:t>Messaging – Asynchronous</a:t>
            </a:r>
          </a:p>
          <a:p>
            <a:endParaRPr lang="en-US" dirty="0"/>
          </a:p>
          <a:p>
            <a:r>
              <a:rPr lang="en-US" dirty="0"/>
              <a:t>Letters – post office. I write a letter and put in post office. Mention the address.</a:t>
            </a:r>
          </a:p>
          <a:p>
            <a:endParaRPr lang="en-US" dirty="0"/>
          </a:p>
          <a:p>
            <a:r>
              <a:rPr lang="en-US" dirty="0"/>
              <a:t>I print my resume and put in a cover, mention the address of ERA infotech. This is an example of Async.</a:t>
            </a:r>
          </a:p>
          <a:p>
            <a:endParaRPr lang="en-US" dirty="0"/>
          </a:p>
          <a:p>
            <a:r>
              <a:rPr lang="en-US" dirty="0"/>
              <a:t>In this delivery mode, there is no guarantee my letter is delivered or not.</a:t>
            </a:r>
          </a:p>
          <a:p>
            <a:r>
              <a:rPr lang="en-US" dirty="0"/>
              <a:t>I want to talk to </a:t>
            </a:r>
            <a:r>
              <a:rPr lang="en-US" dirty="0" err="1"/>
              <a:t>Sayadu</a:t>
            </a:r>
            <a:r>
              <a:rPr lang="en-US" dirty="0"/>
              <a:t>. I pick my phone, dial the number and talk to </a:t>
            </a:r>
            <a:r>
              <a:rPr lang="en-US" dirty="0" err="1"/>
              <a:t>Sayadu</a:t>
            </a:r>
            <a:r>
              <a:rPr lang="en-US" dirty="0"/>
              <a:t>. This is an example of Synchronous.</a:t>
            </a:r>
          </a:p>
          <a:p>
            <a:endParaRPr lang="en-US" dirty="0"/>
          </a:p>
          <a:p>
            <a:r>
              <a:rPr lang="en-US" dirty="0"/>
              <a:t>Is HTTP connection less or connection protocol? Diff between HTTP vs TCP IP.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99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EB5CF-1093-CFBF-93F1-0208D196D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929B22-7023-F3E6-B21C-280B0F9B804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A7073B-0DEA-9FF3-70CB-7813EA5105D8}"/>
              </a:ext>
            </a:extLst>
          </p:cNvPr>
          <p:cNvSpPr txBox="1"/>
          <p:nvPr/>
        </p:nvSpPr>
        <p:spPr>
          <a:xfrm>
            <a:off x="903248" y="1516566"/>
            <a:ext cx="11530361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/>
          </a:p>
          <a:p>
            <a:r>
              <a:rPr lang="en-US" sz="1400" dirty="0"/>
              <a:t>Client ------------------------ Server.</a:t>
            </a:r>
          </a:p>
          <a:p>
            <a:endParaRPr lang="en-US" sz="1400" dirty="0"/>
          </a:p>
          <a:p>
            <a:r>
              <a:rPr lang="en-US" sz="1400" dirty="0"/>
              <a:t>TCP IP. Who initiates the connection?</a:t>
            </a:r>
          </a:p>
          <a:p>
            <a:endParaRPr lang="en-US" sz="1400" dirty="0"/>
          </a:p>
          <a:p>
            <a:r>
              <a:rPr lang="en-US" sz="1400" dirty="0"/>
              <a:t>Client initiates.</a:t>
            </a:r>
          </a:p>
          <a:p>
            <a:r>
              <a:rPr lang="en-US" sz="1400" dirty="0"/>
              <a:t>Server accepts.</a:t>
            </a:r>
          </a:p>
          <a:p>
            <a:r>
              <a:rPr lang="en-US" sz="1400" dirty="0"/>
              <a:t>Client sends data to server</a:t>
            </a:r>
          </a:p>
          <a:p>
            <a:r>
              <a:rPr lang="en-US" sz="1400" dirty="0"/>
              <a:t>Server processes it</a:t>
            </a:r>
          </a:p>
          <a:p>
            <a:r>
              <a:rPr lang="en-US" sz="1400" dirty="0"/>
              <a:t>Server replies back to Client.</a:t>
            </a:r>
          </a:p>
          <a:p>
            <a:r>
              <a:rPr lang="en-US" sz="1400" dirty="0"/>
              <a:t>Even after that connection is not closed.</a:t>
            </a:r>
          </a:p>
          <a:p>
            <a:endParaRPr lang="en-US" sz="1400" dirty="0"/>
          </a:p>
          <a:p>
            <a:r>
              <a:rPr lang="en-US" sz="1400" dirty="0"/>
              <a:t>HTTP. (persistent connection)</a:t>
            </a:r>
          </a:p>
          <a:p>
            <a:r>
              <a:rPr lang="en-US" sz="1400" dirty="0"/>
              <a:t>Client initiates.</a:t>
            </a:r>
          </a:p>
          <a:p>
            <a:r>
              <a:rPr lang="en-US" sz="1400" dirty="0"/>
              <a:t>Server accepts.</a:t>
            </a:r>
          </a:p>
          <a:p>
            <a:r>
              <a:rPr lang="en-US" sz="1400" dirty="0"/>
              <a:t>Client sends data to server</a:t>
            </a:r>
          </a:p>
          <a:p>
            <a:r>
              <a:rPr lang="en-US" sz="1400" dirty="0"/>
              <a:t>Server processes it</a:t>
            </a:r>
          </a:p>
          <a:p>
            <a:r>
              <a:rPr lang="en-US" sz="1400" dirty="0"/>
              <a:t>Server replies back to Client.</a:t>
            </a:r>
          </a:p>
          <a:p>
            <a:r>
              <a:rPr lang="en-US" sz="2800" b="1" dirty="0">
                <a:solidFill>
                  <a:srgbClr val="002060"/>
                </a:solidFill>
              </a:rPr>
              <a:t>Server closes the connection.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54170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1D31A4-4210-E974-A01B-D10DD18BF5E9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07DEC-FEDA-DF1F-6A02-646542C6914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Websockets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Kafka – async.</a:t>
            </a:r>
          </a:p>
          <a:p>
            <a:r>
              <a:rPr lang="en-US" dirty="0"/>
              <a:t>Client – Server.</a:t>
            </a:r>
          </a:p>
          <a:p>
            <a:r>
              <a:rPr lang="en-US" dirty="0"/>
              <a:t>Postbox mechanism.</a:t>
            </a:r>
          </a:p>
          <a:p>
            <a:endParaRPr lang="en-US" dirty="0"/>
          </a:p>
          <a:p>
            <a:r>
              <a:rPr lang="en-US" dirty="0"/>
              <a:t>I put a message. On the other side, server consumes it.</a:t>
            </a:r>
          </a:p>
        </p:txBody>
      </p:sp>
    </p:spTree>
    <p:extLst>
      <p:ext uri="{BB962C8B-B14F-4D97-AF65-F5344CB8AC3E}">
        <p14:creationId xmlns:p14="http://schemas.microsoft.com/office/powerpoint/2010/main" val="2650910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13E832-21E6-EF41-397F-815D5F12A0E0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C3D76-1634-510B-6A55-71C6994AAAA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Corebanking</a:t>
            </a:r>
            <a:r>
              <a:rPr lang="en-US" dirty="0"/>
              <a:t> system. You have a requirement to send daily balance SMS every night.</a:t>
            </a:r>
          </a:p>
          <a:p>
            <a:endParaRPr lang="en-US" dirty="0"/>
          </a:p>
          <a:p>
            <a:r>
              <a:rPr lang="en-US" dirty="0"/>
              <a:t>I have 1000 customer mobile numbers</a:t>
            </a:r>
          </a:p>
          <a:p>
            <a:r>
              <a:rPr lang="en-US" dirty="0" err="1"/>
              <a:t>Sayadu</a:t>
            </a:r>
            <a:r>
              <a:rPr lang="en-US" dirty="0"/>
              <a:t> has balance of $1250.34</a:t>
            </a:r>
          </a:p>
          <a:p>
            <a:r>
              <a:rPr lang="en-US" dirty="0"/>
              <a:t>Rahman has balance of $3449.90</a:t>
            </a:r>
          </a:p>
          <a:p>
            <a:r>
              <a:rPr lang="en-US" dirty="0" err="1"/>
              <a:t>Rehena</a:t>
            </a:r>
            <a:r>
              <a:rPr lang="en-US" dirty="0"/>
              <a:t> has balance of $2788.90</a:t>
            </a:r>
          </a:p>
          <a:p>
            <a:r>
              <a:rPr lang="en-US" dirty="0"/>
              <a:t>I write a program to read the balances and put a message in a queue. On the other someone is reading the message and calling the telecom provider to send SMS.</a:t>
            </a:r>
          </a:p>
          <a:p>
            <a:r>
              <a:rPr lang="en-US" dirty="0"/>
              <a:t>Scaling is phenomenal when comes to async. Kafka is very powerful.</a:t>
            </a:r>
          </a:p>
        </p:txBody>
      </p:sp>
    </p:spTree>
    <p:extLst>
      <p:ext uri="{BB962C8B-B14F-4D97-AF65-F5344CB8AC3E}">
        <p14:creationId xmlns:p14="http://schemas.microsoft.com/office/powerpoint/2010/main" val="442413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331B0-152A-E247-082C-39C36769D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E7F63E-C09C-0458-0A31-9DA7E61519B2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028AC-9429-1BFF-6D47-FF72B6490F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Kafka – Server, Zookeeper ( metadata, book keeping )</a:t>
            </a:r>
          </a:p>
          <a:p>
            <a:r>
              <a:rPr lang="en-US" dirty="0"/>
              <a:t>CLI – Start the server, Stop the server, Create the topics, send message, consume message, leverage CURL commands.</a:t>
            </a:r>
          </a:p>
          <a:p>
            <a:r>
              <a:rPr lang="en-IN" dirty="0" err="1"/>
              <a:t>spring.application.name</a:t>
            </a:r>
            <a:r>
              <a:rPr lang="en-IN" dirty="0"/>
              <a:t>=</a:t>
            </a:r>
            <a:r>
              <a:rPr lang="en-IN" dirty="0" err="1"/>
              <a:t>kafka</a:t>
            </a:r>
            <a:endParaRPr lang="en-IN" dirty="0"/>
          </a:p>
          <a:p>
            <a:r>
              <a:rPr lang="en-IN" dirty="0" err="1"/>
              <a:t>spring.kafka.bootstrap</a:t>
            </a:r>
            <a:r>
              <a:rPr lang="en-IN" dirty="0"/>
              <a:t>-servers=localhost:9092</a:t>
            </a:r>
          </a:p>
          <a:p>
            <a:r>
              <a:rPr lang="en-IN" dirty="0" err="1"/>
              <a:t>spring.kafka.consumer.group</a:t>
            </a:r>
            <a:r>
              <a:rPr lang="en-IN" dirty="0"/>
              <a:t>-id=my-group</a:t>
            </a:r>
          </a:p>
          <a:p>
            <a:r>
              <a:rPr lang="en-IN" dirty="0" err="1"/>
              <a:t>spring.kafka.consumer.auto</a:t>
            </a:r>
            <a:r>
              <a:rPr lang="en-IN" dirty="0"/>
              <a:t>-offset-reset=earliest</a:t>
            </a:r>
          </a:p>
          <a:p>
            <a:r>
              <a:rPr lang="en-IN" dirty="0" err="1"/>
              <a:t>spring.kafka.consumer.key-deserializer</a:t>
            </a:r>
            <a:r>
              <a:rPr lang="en-IN" dirty="0"/>
              <a:t>=</a:t>
            </a:r>
            <a:r>
              <a:rPr lang="en-IN" dirty="0" err="1"/>
              <a:t>org.apache.kafka.common.serialization.StringDeserializer</a:t>
            </a:r>
            <a:endParaRPr lang="en-IN" dirty="0"/>
          </a:p>
          <a:p>
            <a:r>
              <a:rPr lang="en-IN" dirty="0" err="1"/>
              <a:t>spring.kafka.consumer.value-deserializer</a:t>
            </a:r>
            <a:r>
              <a:rPr lang="en-IN" dirty="0"/>
              <a:t>=</a:t>
            </a:r>
            <a:r>
              <a:rPr lang="en-IN" dirty="0" err="1"/>
              <a:t>org.apache.kafka.common.serialization.StringDeserializer</a:t>
            </a:r>
            <a:endParaRPr lang="en-IN" dirty="0"/>
          </a:p>
          <a:p>
            <a:r>
              <a:rPr lang="en-IN" dirty="0" err="1"/>
              <a:t>spring.kafka.producer.key</a:t>
            </a:r>
            <a:r>
              <a:rPr lang="en-IN" dirty="0"/>
              <a:t>-serializer=</a:t>
            </a:r>
            <a:r>
              <a:rPr lang="en-IN" dirty="0" err="1"/>
              <a:t>org.apache.kafka.common.serialization.StringSerializer</a:t>
            </a:r>
            <a:endParaRPr lang="en-IN" dirty="0"/>
          </a:p>
          <a:p>
            <a:r>
              <a:rPr lang="en-IN" dirty="0" err="1"/>
              <a:t>spring.kafka.producer.value</a:t>
            </a:r>
            <a:r>
              <a:rPr lang="en-IN" dirty="0"/>
              <a:t>-serializer=</a:t>
            </a:r>
            <a:r>
              <a:rPr lang="en-IN" dirty="0" err="1"/>
              <a:t>org.apache.kafka.common.serialization.StringSerializer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113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B16839-12C1-944E-8218-D85CD011BC27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28AFA15-DEDF-9843-46EA-6D6E13824B11}"/>
              </a:ext>
            </a:extLst>
          </p:cNvPr>
          <p:cNvSpPr/>
          <p:nvPr/>
        </p:nvSpPr>
        <p:spPr>
          <a:xfrm>
            <a:off x="1650380" y="1905791"/>
            <a:ext cx="5988205" cy="8028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Topic(daily balance topic) – Put a message on account balance.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AD002C-2EF4-A082-DDD0-ECF88F99E58A}"/>
              </a:ext>
            </a:extLst>
          </p:cNvPr>
          <p:cNvSpPr/>
          <p:nvPr/>
        </p:nvSpPr>
        <p:spPr>
          <a:xfrm>
            <a:off x="211873" y="1416205"/>
            <a:ext cx="2520176" cy="5687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Customer 1 (daily balance topic)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3DAEAC-B4DD-5F11-2062-5EFFDAFCF61F}"/>
              </a:ext>
            </a:extLst>
          </p:cNvPr>
          <p:cNvSpPr/>
          <p:nvPr/>
        </p:nvSpPr>
        <p:spPr>
          <a:xfrm>
            <a:off x="211873" y="4780156"/>
            <a:ext cx="2520176" cy="5687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Customer 3,000,000 (daily balance topic)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95982B6-C573-D723-A632-7C1CB97D8A0E}"/>
              </a:ext>
            </a:extLst>
          </p:cNvPr>
          <p:cNvSpPr/>
          <p:nvPr/>
        </p:nvSpPr>
        <p:spPr>
          <a:xfrm>
            <a:off x="1650379" y="3027556"/>
            <a:ext cx="5988205" cy="8028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Topic(daily balance topic) – Put a message on account balance.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0692F2F-0CE6-6164-8273-9045E7A809D9}"/>
              </a:ext>
            </a:extLst>
          </p:cNvPr>
          <p:cNvSpPr/>
          <p:nvPr/>
        </p:nvSpPr>
        <p:spPr>
          <a:xfrm>
            <a:off x="1650379" y="4149321"/>
            <a:ext cx="5988205" cy="8028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Topic(daily balance topic) – Put a message on account balance.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925CF1-7422-2A65-0F9E-92C0425CCB6E}"/>
              </a:ext>
            </a:extLst>
          </p:cNvPr>
          <p:cNvSpPr txBox="1"/>
          <p:nvPr/>
        </p:nvSpPr>
        <p:spPr>
          <a:xfrm>
            <a:off x="4828478" y="5464098"/>
            <a:ext cx="4036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Topics, partitions, replicas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055E79-49F2-D7A0-B54D-24B76F8F659B}"/>
              </a:ext>
            </a:extLst>
          </p:cNvPr>
          <p:cNvSpPr txBox="1"/>
          <p:nvPr/>
        </p:nvSpPr>
        <p:spPr>
          <a:xfrm>
            <a:off x="7772400" y="1454900"/>
            <a:ext cx="44196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story</a:t>
            </a:r>
          </a:p>
          <a:p>
            <a:r>
              <a:rPr lang="en-US" dirty="0"/>
              <a:t>Details are given</a:t>
            </a:r>
          </a:p>
          <a:p>
            <a:r>
              <a:rPr lang="en-US" dirty="0"/>
              <a:t>Before </a:t>
            </a:r>
            <a:r>
              <a:rPr lang="en-US" dirty="0" err="1"/>
              <a:t>coding..what</a:t>
            </a:r>
            <a:r>
              <a:rPr lang="en-US" dirty="0"/>
              <a:t> you will do?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Write test </a:t>
            </a:r>
            <a:r>
              <a:rPr lang="en-US" dirty="0" err="1"/>
              <a:t>cases.TDD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Coding</a:t>
            </a:r>
          </a:p>
          <a:p>
            <a:r>
              <a:rPr lang="en-US" dirty="0"/>
              <a:t>Testing</a:t>
            </a:r>
          </a:p>
          <a:p>
            <a:endParaRPr lang="en-US" dirty="0"/>
          </a:p>
          <a:p>
            <a:r>
              <a:rPr lang="en-US" dirty="0"/>
              <a:t>Testing</a:t>
            </a:r>
          </a:p>
          <a:p>
            <a:r>
              <a:rPr lang="en-US" dirty="0"/>
              <a:t>Coding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391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DB009-2BB2-3874-5D64-76829825F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60840"/>
            <a:ext cx="11113251" cy="932563"/>
          </a:xfrm>
        </p:spPr>
        <p:txBody>
          <a:bodyPr/>
          <a:lstStyle/>
          <a:p>
            <a:r>
              <a:rPr lang="en-US" sz="5400"/>
              <a:t>Kafka Overview</a:t>
            </a:r>
            <a:endParaRPr lang="en-IN" sz="5400"/>
          </a:p>
        </p:txBody>
      </p:sp>
    </p:spTree>
    <p:extLst>
      <p:ext uri="{BB962C8B-B14F-4D97-AF65-F5344CB8AC3E}">
        <p14:creationId xmlns:p14="http://schemas.microsoft.com/office/powerpoint/2010/main" val="1402616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pPr lvl="0" algn="just"/>
            <a:r>
              <a:rPr lang="en-US" sz="2400"/>
              <a:t>An open-source distributed publish-subscribe messaging system.</a:t>
            </a:r>
          </a:p>
          <a:p>
            <a:pPr lvl="0" algn="just"/>
            <a:r>
              <a:rPr lang="en-US" sz="2400"/>
              <a:t>Created by LinkedIn and later handed over to Apache Software Foundation.</a:t>
            </a:r>
          </a:p>
          <a:p>
            <a:pPr lvl="0" algn="just"/>
            <a:r>
              <a:rPr lang="en-US" sz="2400"/>
              <a:t>Handles a high volume of data and enables you to pass messages from one end-point to another. </a:t>
            </a:r>
          </a:p>
          <a:p>
            <a:pPr lvl="0" algn="just"/>
            <a:r>
              <a:rPr lang="en-US" sz="2400"/>
              <a:t>Suitable for both offline and online message consumption. </a:t>
            </a:r>
          </a:p>
          <a:p>
            <a:r>
              <a:rPr lang="en-US" sz="2400"/>
              <a:t>Kafka is very fast and guarantees zero downtime and zero data loss.</a:t>
            </a:r>
            <a:br>
              <a:rPr lang="en-US" sz="2400"/>
            </a:br>
            <a:endParaRPr lang="en-IN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/>
              <a:t>Introduction to Kafka</a:t>
            </a:r>
          </a:p>
          <a:p>
            <a:endParaRPr lang="en-IN"/>
          </a:p>
        </p:txBody>
      </p:sp>
      <p:pic>
        <p:nvPicPr>
          <p:cNvPr id="5" name="Picture 4" descr="A white logo on a black background&#10;&#10;Description automatically generated">
            <a:extLst>
              <a:ext uri="{FF2B5EF4-FFF2-40B4-BE49-F238E27FC236}">
                <a16:creationId xmlns:a16="http://schemas.microsoft.com/office/drawing/2014/main" id="{6B04C8E6-31C0-F42C-2B26-E8A3625BEB6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71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rcRect l="10754" t="25990" r="8304" b="29023"/>
          <a:stretch/>
        </p:blipFill>
        <p:spPr>
          <a:xfrm>
            <a:off x="4102192" y="4197252"/>
            <a:ext cx="3996738" cy="1851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737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pPr lvl="0" algn="just"/>
            <a:r>
              <a:rPr lang="en-US" sz="2400"/>
              <a:t>High Throughput</a:t>
            </a:r>
          </a:p>
          <a:p>
            <a:pPr lvl="0" algn="just"/>
            <a:r>
              <a:rPr lang="en-US" sz="2400"/>
              <a:t>Fast as it performs 2 million writes/sec.</a:t>
            </a:r>
          </a:p>
          <a:p>
            <a:pPr lvl="0" algn="just"/>
            <a:r>
              <a:rPr lang="en-US" sz="2400"/>
              <a:t>Durability</a:t>
            </a:r>
          </a:p>
          <a:p>
            <a:pPr lvl="0" algn="just"/>
            <a:r>
              <a:rPr lang="en-US" sz="2400"/>
              <a:t>Fault Tolerance</a:t>
            </a:r>
          </a:p>
          <a:p>
            <a:pPr lvl="0" algn="just"/>
            <a:r>
              <a:rPr lang="en-US" sz="2400"/>
              <a:t>Real-Time Processing</a:t>
            </a:r>
          </a:p>
          <a:p>
            <a:pPr lvl="0" algn="just"/>
            <a:r>
              <a:rPr lang="en-US" sz="2400"/>
              <a:t>Decoupling</a:t>
            </a:r>
          </a:p>
          <a:p>
            <a:pPr lvl="0" algn="just"/>
            <a:r>
              <a:rPr lang="en-US" sz="2400"/>
              <a:t>Integration</a:t>
            </a:r>
            <a:endParaRPr lang="en-IN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/>
              <a:t>Need of Kafka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106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pPr lvl="0" algn="just"/>
            <a:r>
              <a:rPr lang="en-US" sz="2400"/>
              <a:t>Message Broker</a:t>
            </a:r>
          </a:p>
          <a:p>
            <a:pPr lvl="0" algn="just"/>
            <a:r>
              <a:rPr lang="en-US" sz="2400"/>
              <a:t>Metrics</a:t>
            </a:r>
          </a:p>
          <a:p>
            <a:pPr lvl="0" algn="just"/>
            <a:r>
              <a:rPr lang="en-US" sz="2400"/>
              <a:t>Website Activity Tracking</a:t>
            </a:r>
          </a:p>
          <a:p>
            <a:pPr lvl="0" algn="just"/>
            <a:r>
              <a:rPr lang="en-US" sz="2400"/>
              <a:t>Event Sourcing</a:t>
            </a:r>
          </a:p>
          <a:p>
            <a:pPr lvl="0" algn="just"/>
            <a:r>
              <a:rPr lang="en-US" sz="2400"/>
              <a:t>Commit Logs</a:t>
            </a:r>
          </a:p>
          <a:p>
            <a:pPr lvl="0" algn="just"/>
            <a:r>
              <a:rPr lang="en-US" sz="2400"/>
              <a:t>Log Aggregation</a:t>
            </a:r>
          </a:p>
          <a:p>
            <a:pPr lvl="0" algn="just"/>
            <a:r>
              <a:rPr lang="en-US" sz="2400"/>
              <a:t>Kafka Stream Processing</a:t>
            </a:r>
            <a:endParaRPr lang="en-IN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/>
              <a:t>Kafka Use Cases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825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F24D2E-A3F2-D515-5F84-0B4A4C0EBB68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en-US">
                <a:ea typeface="Roboto Light"/>
                <a:cs typeface="Roboto"/>
              </a:rPr>
              <a:t>Kafka Applications</a:t>
            </a:r>
            <a:endParaRPr lang="en-US"/>
          </a:p>
        </p:txBody>
      </p:sp>
      <p:pic>
        <p:nvPicPr>
          <p:cNvPr id="5" name="Picture 2" descr="Twitter X Logo PNG With Transparent Background">
            <a:extLst>
              <a:ext uri="{FF2B5EF4-FFF2-40B4-BE49-F238E27FC236}">
                <a16:creationId xmlns:a16="http://schemas.microsoft.com/office/drawing/2014/main" id="{5434E056-9972-E9D1-998B-145BE8B88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702" y="1855840"/>
            <a:ext cx="1179872" cy="117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Oracle Logo, symbol, meaning, history, PNG, brand">
            <a:extLst>
              <a:ext uri="{FF2B5EF4-FFF2-40B4-BE49-F238E27FC236}">
                <a16:creationId xmlns:a16="http://schemas.microsoft.com/office/drawing/2014/main" id="{0BB2244B-BB86-1F11-EE99-5A6187DEFB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83" b="25259"/>
          <a:stretch/>
        </p:blipFill>
        <p:spPr bwMode="auto">
          <a:xfrm>
            <a:off x="797702" y="4185020"/>
            <a:ext cx="3935359" cy="931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8" descr="A black and grey logo&#10;&#10;Description automatically generated">
            <a:extLst>
              <a:ext uri="{FF2B5EF4-FFF2-40B4-BE49-F238E27FC236}">
                <a16:creationId xmlns:a16="http://schemas.microsoft.com/office/drawing/2014/main" id="{A9F2ADF4-AC41-D531-2B4A-061F777C2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828" y="1981522"/>
            <a:ext cx="3592240" cy="910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0" descr="Netflix | Brand Assets | Logos">
            <a:extLst>
              <a:ext uri="{FF2B5EF4-FFF2-40B4-BE49-F238E27FC236}">
                <a16:creationId xmlns:a16="http://schemas.microsoft.com/office/drawing/2014/main" id="{B82710F6-1EAE-3813-FAD3-F9FF4C5348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34" t="26109" r="14829" b="30038"/>
          <a:stretch/>
        </p:blipFill>
        <p:spPr bwMode="auto">
          <a:xfrm>
            <a:off x="8007351" y="1812890"/>
            <a:ext cx="3369110" cy="117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2">
            <a:extLst>
              <a:ext uri="{FF2B5EF4-FFF2-40B4-BE49-F238E27FC236}">
                <a16:creationId xmlns:a16="http://schemas.microsoft.com/office/drawing/2014/main" id="{42A9F5DB-D9A8-8541-CA53-B82AE8985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134" y="4185020"/>
            <a:ext cx="1954116" cy="685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6" descr="A logo of a fox and a firefox&#10;&#10;Description automatically generated">
            <a:extLst>
              <a:ext uri="{FF2B5EF4-FFF2-40B4-BE49-F238E27FC236}">
                <a16:creationId xmlns:a16="http://schemas.microsoft.com/office/drawing/2014/main" id="{0DA6CA26-D290-5C66-3F5E-5093E14AD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8870" y="3936173"/>
            <a:ext cx="1142729" cy="1179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0942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03B76-F809-3F24-7ADE-B966FFAF0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95" y="1989612"/>
            <a:ext cx="11113251" cy="849463"/>
          </a:xfrm>
        </p:spPr>
        <p:txBody>
          <a:bodyPr/>
          <a:lstStyle/>
          <a:p>
            <a:r>
              <a:rPr lang="en-US" sz="4800"/>
              <a:t>DEMO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417CD-E079-3990-8962-17905BA600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4400"/>
              <a:t>Installing and Configuring Kafka</a:t>
            </a:r>
            <a:endParaRPr lang="en-IN" sz="4400"/>
          </a:p>
        </p:txBody>
      </p:sp>
    </p:spTree>
    <p:extLst>
      <p:ext uri="{BB962C8B-B14F-4D97-AF65-F5344CB8AC3E}">
        <p14:creationId xmlns:p14="http://schemas.microsoft.com/office/powerpoint/2010/main" val="1442942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DB009-2BB2-3874-5D64-76829825F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60840"/>
            <a:ext cx="11113251" cy="932563"/>
          </a:xfrm>
        </p:spPr>
        <p:txBody>
          <a:bodyPr/>
          <a:lstStyle/>
          <a:p>
            <a:r>
              <a:rPr lang="en-US" sz="5400"/>
              <a:t>Messaging System</a:t>
            </a:r>
            <a:endParaRPr lang="en-IN" sz="5400"/>
          </a:p>
        </p:txBody>
      </p:sp>
    </p:spTree>
    <p:extLst>
      <p:ext uri="{BB962C8B-B14F-4D97-AF65-F5344CB8AC3E}">
        <p14:creationId xmlns:p14="http://schemas.microsoft.com/office/powerpoint/2010/main" val="873892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713" y="1268413"/>
            <a:ext cx="11122025" cy="4876800"/>
          </a:xfrm>
        </p:spPr>
        <p:txBody>
          <a:bodyPr>
            <a:normAutofit/>
          </a:bodyPr>
          <a:lstStyle/>
          <a:p>
            <a:pPr lvl="0" algn="just"/>
            <a:r>
              <a:rPr lang="en-US" sz="2400" dirty="0"/>
              <a:t>A message is a </a:t>
            </a:r>
            <a:r>
              <a:rPr lang="en-US" sz="2400" b="1" dirty="0"/>
              <a:t>primary unit of data</a:t>
            </a:r>
            <a:r>
              <a:rPr lang="en-US" sz="2400" dirty="0"/>
              <a:t> within Kafka. </a:t>
            </a:r>
          </a:p>
          <a:p>
            <a:pPr lvl="0" algn="just"/>
            <a:r>
              <a:rPr lang="en-US" sz="2400" dirty="0"/>
              <a:t>Messages sent from a producer consist of the following parts:</a:t>
            </a:r>
            <a:endParaRPr lang="en-IN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/>
              <a:t>Message</a:t>
            </a:r>
            <a:endParaRPr lang="en-IN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FEAB5BD-9246-FC93-6EB8-7817E0E8E281}"/>
              </a:ext>
            </a:extLst>
          </p:cNvPr>
          <p:cNvGrpSpPr/>
          <p:nvPr/>
        </p:nvGrpSpPr>
        <p:grpSpPr>
          <a:xfrm>
            <a:off x="2156853" y="2414953"/>
            <a:ext cx="7878294" cy="3880340"/>
            <a:chOff x="1735016" y="2356337"/>
            <a:chExt cx="7878294" cy="388034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D168DBD1-E686-3688-3BB7-2D327B54D959}"/>
                </a:ext>
              </a:extLst>
            </p:cNvPr>
            <p:cNvSpPr/>
            <p:nvPr/>
          </p:nvSpPr>
          <p:spPr>
            <a:xfrm>
              <a:off x="1735016" y="2356337"/>
              <a:ext cx="3048000" cy="3880340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93D3DBB-CEC9-25E5-EDE3-B8D3DAC74B68}"/>
                </a:ext>
              </a:extLst>
            </p:cNvPr>
            <p:cNvSpPr/>
            <p:nvPr/>
          </p:nvSpPr>
          <p:spPr>
            <a:xfrm>
              <a:off x="2162906" y="2614247"/>
              <a:ext cx="2215665" cy="43613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key</a:t>
              </a:r>
              <a:endParaRPr lang="en-IN" b="1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FE57A8A-56C6-779C-9F91-3F58106C3EDB}"/>
                </a:ext>
              </a:extLst>
            </p:cNvPr>
            <p:cNvSpPr/>
            <p:nvPr/>
          </p:nvSpPr>
          <p:spPr>
            <a:xfrm>
              <a:off x="2162906" y="3183976"/>
              <a:ext cx="2215665" cy="43613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Value</a:t>
              </a:r>
              <a:endParaRPr lang="en-IN" b="1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4A46786-3519-2E5A-FB6B-53A7DDE67AF8}"/>
                </a:ext>
              </a:extLst>
            </p:cNvPr>
            <p:cNvSpPr/>
            <p:nvPr/>
          </p:nvSpPr>
          <p:spPr>
            <a:xfrm>
              <a:off x="2162906" y="3758407"/>
              <a:ext cx="2215665" cy="43613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Timestamp</a:t>
              </a:r>
              <a:endParaRPr lang="en-IN" b="1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D9C7753-AD01-A068-05C5-23D32CDD4DCF}"/>
                </a:ext>
              </a:extLst>
            </p:cNvPr>
            <p:cNvSpPr/>
            <p:nvPr/>
          </p:nvSpPr>
          <p:spPr>
            <a:xfrm>
              <a:off x="2162905" y="4356284"/>
              <a:ext cx="2215665" cy="43613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Compression Type</a:t>
              </a:r>
              <a:endParaRPr lang="en-IN" b="1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0500BC6-2ABD-5657-754E-C7F3FD768FB0}"/>
                </a:ext>
              </a:extLst>
            </p:cNvPr>
            <p:cNvSpPr/>
            <p:nvPr/>
          </p:nvSpPr>
          <p:spPr>
            <a:xfrm>
              <a:off x="2162904" y="4954160"/>
              <a:ext cx="2215665" cy="43613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Optional headers</a:t>
              </a:r>
              <a:endParaRPr lang="en-IN" b="1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FC07B3-4F00-DB75-9A56-A2BD3D72B9A6}"/>
                </a:ext>
              </a:extLst>
            </p:cNvPr>
            <p:cNvSpPr/>
            <p:nvPr/>
          </p:nvSpPr>
          <p:spPr>
            <a:xfrm>
              <a:off x="2162904" y="5524986"/>
              <a:ext cx="2215665" cy="43613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Partition/Offset ID</a:t>
              </a:r>
              <a:endParaRPr lang="en-IN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5C2E6FC-A64A-5D87-547C-F15BECA22DF2}"/>
                </a:ext>
              </a:extLst>
            </p:cNvPr>
            <p:cNvSpPr txBox="1"/>
            <p:nvPr/>
          </p:nvSpPr>
          <p:spPr>
            <a:xfrm>
              <a:off x="6024319" y="2621879"/>
              <a:ext cx="131638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tx2">
                      <a:lumMod val="10000"/>
                      <a:lumOff val="90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“</a:t>
              </a:r>
              <a:r>
                <a:rPr lang="en-US" sz="2200" dirty="0">
                  <a:solidFill>
                    <a:schemeClr val="tx2">
                      <a:lumMod val="10000"/>
                      <a:lumOff val="90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key-123”</a:t>
              </a:r>
              <a:endParaRPr lang="en-IN" sz="2200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4BFB598-71A1-D589-11D4-593932F6CBA4}"/>
                </a:ext>
              </a:extLst>
            </p:cNvPr>
            <p:cNvSpPr txBox="1"/>
            <p:nvPr/>
          </p:nvSpPr>
          <p:spPr>
            <a:xfrm>
              <a:off x="6024319" y="3183976"/>
              <a:ext cx="163538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solidFill>
                    <a:schemeClr val="tx2">
                      <a:lumMod val="10000"/>
                      <a:lumOff val="90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“{”data”:[…]}”</a:t>
              </a:r>
              <a:endParaRPr lang="en-IN" sz="2200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8A31A34-FD29-E966-F96A-4543044DE8D8}"/>
                </a:ext>
              </a:extLst>
            </p:cNvPr>
            <p:cNvCxnSpPr/>
            <p:nvPr/>
          </p:nvCxnSpPr>
          <p:spPr>
            <a:xfrm>
              <a:off x="4525108" y="2832315"/>
              <a:ext cx="139312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2B7E9A5-8335-2018-26A5-B62E5D12741D}"/>
                </a:ext>
              </a:extLst>
            </p:cNvPr>
            <p:cNvCxnSpPr/>
            <p:nvPr/>
          </p:nvCxnSpPr>
          <p:spPr>
            <a:xfrm>
              <a:off x="4518287" y="3397374"/>
              <a:ext cx="139312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10F0087-6AA4-665E-34B9-225C0F71A4EB}"/>
                </a:ext>
              </a:extLst>
            </p:cNvPr>
            <p:cNvCxnSpPr/>
            <p:nvPr/>
          </p:nvCxnSpPr>
          <p:spPr>
            <a:xfrm>
              <a:off x="4525108" y="3938987"/>
              <a:ext cx="139312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B58A582-0C87-3E5D-AF47-EF47C53EE194}"/>
                </a:ext>
              </a:extLst>
            </p:cNvPr>
            <p:cNvCxnSpPr/>
            <p:nvPr/>
          </p:nvCxnSpPr>
          <p:spPr>
            <a:xfrm>
              <a:off x="4518287" y="4574352"/>
              <a:ext cx="139312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F55416F-F7B2-6F49-474D-FA8C32787C5B}"/>
                </a:ext>
              </a:extLst>
            </p:cNvPr>
            <p:cNvCxnSpPr/>
            <p:nvPr/>
          </p:nvCxnSpPr>
          <p:spPr>
            <a:xfrm>
              <a:off x="4525108" y="5172228"/>
              <a:ext cx="139312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36EB4FE-18F2-B02C-0E3C-8366D76D0605}"/>
                </a:ext>
              </a:extLst>
            </p:cNvPr>
            <p:cNvCxnSpPr/>
            <p:nvPr/>
          </p:nvCxnSpPr>
          <p:spPr>
            <a:xfrm>
              <a:off x="4525108" y="5757128"/>
              <a:ext cx="139312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2C37E58-7A19-8B27-8A23-278165BE7ECD}"/>
                </a:ext>
              </a:extLst>
            </p:cNvPr>
            <p:cNvSpPr txBox="1"/>
            <p:nvPr/>
          </p:nvSpPr>
          <p:spPr>
            <a:xfrm>
              <a:off x="6054323" y="3746073"/>
              <a:ext cx="351891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solidFill>
                    <a:schemeClr val="tx2">
                      <a:lumMod val="10000"/>
                      <a:lumOff val="90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2023-10-10T08:12:45:0000</a:t>
              </a:r>
              <a:endParaRPr lang="en-IN" sz="2200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168D73D-B828-3586-4C13-B09A46A97D2B}"/>
                </a:ext>
              </a:extLst>
            </p:cNvPr>
            <p:cNvSpPr txBox="1"/>
            <p:nvPr/>
          </p:nvSpPr>
          <p:spPr>
            <a:xfrm>
              <a:off x="6054323" y="4356284"/>
              <a:ext cx="69923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solidFill>
                    <a:schemeClr val="tx2">
                      <a:lumMod val="10000"/>
                      <a:lumOff val="90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gzip</a:t>
              </a:r>
              <a:endParaRPr lang="en-IN" sz="2200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A87FBC6-D7DD-23B8-244F-BA219335B6DA}"/>
                </a:ext>
              </a:extLst>
            </p:cNvPr>
            <p:cNvSpPr txBox="1"/>
            <p:nvPr/>
          </p:nvSpPr>
          <p:spPr>
            <a:xfrm>
              <a:off x="6054323" y="4954160"/>
              <a:ext cx="28664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solidFill>
                    <a:schemeClr val="tx2">
                      <a:lumMod val="10000"/>
                      <a:lumOff val="90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“header-name”:”value”</a:t>
              </a:r>
              <a:endParaRPr lang="en-IN" sz="2200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309339-4A9A-578A-11F9-EBEE3FD46038}"/>
                </a:ext>
              </a:extLst>
            </p:cNvPr>
            <p:cNvSpPr txBox="1"/>
            <p:nvPr/>
          </p:nvSpPr>
          <p:spPr>
            <a:xfrm>
              <a:off x="6096000" y="5524986"/>
              <a:ext cx="351731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solidFill>
                    <a:schemeClr val="tx2">
                      <a:lumMod val="10000"/>
                      <a:lumOff val="90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Added after written in topic</a:t>
              </a:r>
              <a:endParaRPr lang="en-IN" sz="2200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8807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pPr lvl="0" algn="just"/>
            <a:r>
              <a:rPr lang="en-US" sz="2400"/>
              <a:t>A simple exchange of messages between two or more persons, devices, etc.</a:t>
            </a:r>
          </a:p>
          <a:p>
            <a:pPr lvl="0" algn="just"/>
            <a:r>
              <a:rPr lang="en-US" sz="2400"/>
              <a:t>A publish-subscribe messaging system allows a sender to send/write the message and a receiver to read that message. </a:t>
            </a:r>
          </a:p>
          <a:p>
            <a:pPr lvl="0" algn="just"/>
            <a:r>
              <a:rPr lang="en-US" sz="2400"/>
              <a:t>A sender is known as a </a:t>
            </a:r>
            <a:r>
              <a:rPr lang="en-US" sz="2400" b="1"/>
              <a:t>producer</a:t>
            </a:r>
            <a:r>
              <a:rPr lang="en-US" sz="2400"/>
              <a:t> who publishes messages.</a:t>
            </a:r>
          </a:p>
          <a:p>
            <a:pPr lvl="0" algn="just"/>
            <a:r>
              <a:rPr lang="en-US" sz="2400"/>
              <a:t>A receiver is known as a </a:t>
            </a:r>
            <a:r>
              <a:rPr lang="en-US" sz="2400" b="1"/>
              <a:t>consumer</a:t>
            </a:r>
            <a:r>
              <a:rPr lang="en-US" sz="2400"/>
              <a:t> who consumes message by subscribing it.</a:t>
            </a:r>
          </a:p>
          <a:p>
            <a:pPr lvl="0" algn="just"/>
            <a:r>
              <a:rPr lang="en-US" sz="2400" b="1"/>
              <a:t>There are two types of Messaging systems:</a:t>
            </a:r>
          </a:p>
          <a:p>
            <a:pPr lvl="1" algn="just">
              <a:lnSpc>
                <a:spcPct val="100000"/>
              </a:lnSpc>
            </a:pPr>
            <a:r>
              <a:rPr lang="en-US"/>
              <a:t>Point-to-Point</a:t>
            </a:r>
          </a:p>
          <a:p>
            <a:pPr lvl="1" algn="just">
              <a:lnSpc>
                <a:spcPct val="100000"/>
              </a:lnSpc>
            </a:pPr>
            <a:r>
              <a:rPr lang="en-US"/>
              <a:t>Publish-Subscribe (pub-sub)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/>
              <a:t>Messaging System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699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pPr lvl="0" algn="just"/>
            <a:r>
              <a:rPr lang="en-US" sz="2400"/>
              <a:t>Messages are persisted in a queue. </a:t>
            </a:r>
          </a:p>
          <a:p>
            <a:pPr lvl="0" algn="just"/>
            <a:r>
              <a:rPr lang="en-US" sz="2400"/>
              <a:t>One or more consumers can consume the messages in the queue;</a:t>
            </a:r>
          </a:p>
          <a:p>
            <a:pPr lvl="0" algn="just"/>
            <a:r>
              <a:rPr lang="en-US" sz="2400"/>
              <a:t>A particular message can be consumed by one consumer only. </a:t>
            </a:r>
          </a:p>
          <a:p>
            <a:pPr lvl="0" algn="just"/>
            <a:r>
              <a:rPr lang="en-US" sz="2400"/>
              <a:t>Once a consumer reads a message in the queue, it disappears from that queue.</a:t>
            </a:r>
            <a:endParaRPr lang="en-IN" sz="1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/>
              <a:t>Point-to-Point Messaging System</a:t>
            </a:r>
          </a:p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5BD751-3854-639D-D01D-DED5F942A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340" y="3548981"/>
            <a:ext cx="7151860" cy="259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952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pPr lvl="0" algn="just"/>
            <a:r>
              <a:rPr lang="en-US" sz="2400"/>
              <a:t>Messages are persisted in a topic. </a:t>
            </a:r>
          </a:p>
          <a:p>
            <a:pPr lvl="0" algn="just"/>
            <a:r>
              <a:rPr lang="en-US" sz="2400"/>
              <a:t>Consumers can subscribe to multiple topics and consume all the messages.</a:t>
            </a:r>
          </a:p>
          <a:p>
            <a:pPr lvl="0" algn="just"/>
            <a:r>
              <a:rPr lang="en-US" sz="2400"/>
              <a:t>Message producers are called </a:t>
            </a:r>
            <a:r>
              <a:rPr lang="en-US" sz="2400" b="1"/>
              <a:t>publishers</a:t>
            </a:r>
            <a:r>
              <a:rPr lang="en-US" sz="2400"/>
              <a:t>.</a:t>
            </a:r>
          </a:p>
          <a:p>
            <a:pPr lvl="0" algn="just"/>
            <a:r>
              <a:rPr lang="en-US" sz="2400"/>
              <a:t>Message consumers are called </a:t>
            </a:r>
            <a:r>
              <a:rPr lang="en-US" sz="2400" b="1"/>
              <a:t>subscribers</a:t>
            </a:r>
            <a:r>
              <a:rPr lang="en-US" sz="2400"/>
              <a:t>. </a:t>
            </a:r>
            <a:endParaRPr lang="en-IN" sz="1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/>
              <a:t>Publish-Subscribe Messaging System</a:t>
            </a:r>
          </a:p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19A47-9E76-251E-562E-9263D830A8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130"/>
          <a:stretch/>
        </p:blipFill>
        <p:spPr>
          <a:xfrm>
            <a:off x="2461026" y="3235986"/>
            <a:ext cx="6782007" cy="317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171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DB009-2BB2-3874-5D64-76829825F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60840"/>
            <a:ext cx="11113251" cy="932563"/>
          </a:xfrm>
        </p:spPr>
        <p:txBody>
          <a:bodyPr/>
          <a:lstStyle/>
          <a:p>
            <a:r>
              <a:rPr lang="en-US" sz="5400"/>
              <a:t>Streaming Process</a:t>
            </a:r>
            <a:endParaRPr lang="en-IN" sz="5400"/>
          </a:p>
        </p:txBody>
      </p:sp>
    </p:spTree>
    <p:extLst>
      <p:ext uri="{BB962C8B-B14F-4D97-AF65-F5344CB8AC3E}">
        <p14:creationId xmlns:p14="http://schemas.microsoft.com/office/powerpoint/2010/main" val="20396013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pPr lvl="0" algn="just"/>
            <a:r>
              <a:rPr lang="en-US" sz="2400"/>
              <a:t>Processing of data in parallelly connected systems. </a:t>
            </a:r>
          </a:p>
          <a:p>
            <a:pPr lvl="0" algn="just"/>
            <a:r>
              <a:rPr lang="en-US" sz="2400"/>
              <a:t>Allows different applications to limit the parallel execution of the data, where one record executes without waiting for the output of the previous record. </a:t>
            </a:r>
          </a:p>
          <a:p>
            <a:pPr lvl="0" algn="just"/>
            <a:r>
              <a:rPr lang="en-US" sz="2400"/>
              <a:t>Therefore, a distributed streaming platform enables the user to simplify the task of streaming process and parallel execution. </a:t>
            </a:r>
            <a:endParaRPr lang="en-IN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/>
              <a:t>Streaming Process 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018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9C1EEC-BE96-7606-2E2A-9C5CAA007C68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/>
              <a:t>Streaming Process</a:t>
            </a:r>
            <a:endParaRPr lang="en-IN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3A5B2C5-723C-7391-166F-F3E3F394C79C}"/>
              </a:ext>
            </a:extLst>
          </p:cNvPr>
          <p:cNvGrpSpPr/>
          <p:nvPr/>
        </p:nvGrpSpPr>
        <p:grpSpPr>
          <a:xfrm>
            <a:off x="2089681" y="1200518"/>
            <a:ext cx="7687365" cy="5226158"/>
            <a:chOff x="2066235" y="1338765"/>
            <a:chExt cx="7519288" cy="494719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D0438CE-65AC-7F8C-E07D-A2572A2A670D}"/>
                </a:ext>
              </a:extLst>
            </p:cNvPr>
            <p:cNvSpPr/>
            <p:nvPr/>
          </p:nvSpPr>
          <p:spPr>
            <a:xfrm>
              <a:off x="4817536" y="3405553"/>
              <a:ext cx="2379785" cy="9510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Kafka Cluster</a:t>
              </a:r>
              <a:endParaRPr lang="en-IN" sz="2400" b="1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71867AF-06BF-9BFC-3D18-3D31BBA22FF7}"/>
                </a:ext>
              </a:extLst>
            </p:cNvPr>
            <p:cNvSpPr/>
            <p:nvPr/>
          </p:nvSpPr>
          <p:spPr>
            <a:xfrm>
              <a:off x="3961430" y="1781412"/>
              <a:ext cx="1255339" cy="63304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App</a:t>
              </a:r>
              <a:endParaRPr lang="en-IN" sz="2400" b="1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35E6082-CF82-338A-FB08-5AF2CE931E22}"/>
                </a:ext>
              </a:extLst>
            </p:cNvPr>
            <p:cNvSpPr/>
            <p:nvPr/>
          </p:nvSpPr>
          <p:spPr>
            <a:xfrm>
              <a:off x="5368037" y="1781412"/>
              <a:ext cx="1255339" cy="63304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App</a:t>
              </a:r>
              <a:endParaRPr lang="en-IN" sz="2400" b="1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A5DCE18-E898-7596-56A3-AD06873CEAA0}"/>
                </a:ext>
              </a:extLst>
            </p:cNvPr>
            <p:cNvSpPr/>
            <p:nvPr/>
          </p:nvSpPr>
          <p:spPr>
            <a:xfrm>
              <a:off x="6798090" y="1781412"/>
              <a:ext cx="1255339" cy="63304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App</a:t>
              </a:r>
              <a:endParaRPr lang="en-IN" sz="2400" b="1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A23A4EF-F0C7-609C-85E7-55E0B78E24C0}"/>
                </a:ext>
              </a:extLst>
            </p:cNvPr>
            <p:cNvSpPr/>
            <p:nvPr/>
          </p:nvSpPr>
          <p:spPr>
            <a:xfrm>
              <a:off x="8053429" y="2678723"/>
              <a:ext cx="1255339" cy="63304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App</a:t>
              </a:r>
              <a:endParaRPr lang="en-IN" sz="2400" b="1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54B0D63-B488-66A9-0CEA-D93E655E81C2}"/>
                </a:ext>
              </a:extLst>
            </p:cNvPr>
            <p:cNvSpPr/>
            <p:nvPr/>
          </p:nvSpPr>
          <p:spPr>
            <a:xfrm>
              <a:off x="8053428" y="4262825"/>
              <a:ext cx="1255339" cy="63304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App</a:t>
              </a:r>
              <a:endParaRPr lang="en-IN" sz="2400" b="1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C7A3C43-EF86-7A8A-14EA-6F5E43A5FC8B}"/>
                </a:ext>
              </a:extLst>
            </p:cNvPr>
            <p:cNvSpPr/>
            <p:nvPr/>
          </p:nvSpPr>
          <p:spPr>
            <a:xfrm>
              <a:off x="3961429" y="5158649"/>
              <a:ext cx="1255339" cy="63304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App</a:t>
              </a:r>
              <a:endParaRPr lang="en-IN" sz="2400" b="1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4E07144-EC7B-6B56-C09E-965EF4648127}"/>
                </a:ext>
              </a:extLst>
            </p:cNvPr>
            <p:cNvSpPr/>
            <p:nvPr/>
          </p:nvSpPr>
          <p:spPr>
            <a:xfrm>
              <a:off x="6798090" y="5158649"/>
              <a:ext cx="1255339" cy="63304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App</a:t>
              </a:r>
              <a:endParaRPr lang="en-IN" sz="2400" b="1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9C57CDA-8DB7-1D53-70A5-41A6DA7E8365}"/>
                </a:ext>
              </a:extLst>
            </p:cNvPr>
            <p:cNvSpPr/>
            <p:nvPr/>
          </p:nvSpPr>
          <p:spPr>
            <a:xfrm>
              <a:off x="5379760" y="5159145"/>
              <a:ext cx="1255339" cy="63304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App</a:t>
              </a:r>
              <a:endParaRPr lang="en-IN" sz="2400" b="1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5CFB647-DC0D-6689-2D63-AAAED572795D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>
              <a:off x="4589100" y="2414458"/>
              <a:ext cx="1178168" cy="991095"/>
            </a:xfrm>
            <a:prstGeom prst="straightConnector1">
              <a:avLst/>
            </a:prstGeom>
            <a:ln w="5715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6CF76F7-5C18-B489-3FA3-DB2E609BA53D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H="1">
              <a:off x="6315403" y="2414458"/>
              <a:ext cx="1110357" cy="991095"/>
            </a:xfrm>
            <a:prstGeom prst="straightConnector1">
              <a:avLst/>
            </a:prstGeom>
            <a:ln w="5715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51D47BA-7D19-FC97-C1B3-1D433D33DAD9}"/>
                </a:ext>
              </a:extLst>
            </p:cNvPr>
            <p:cNvCxnSpPr>
              <a:cxnSpLocks/>
              <a:stCxn id="7" idx="2"/>
              <a:endCxn id="5" idx="0"/>
            </p:cNvCxnSpPr>
            <p:nvPr/>
          </p:nvCxnSpPr>
          <p:spPr>
            <a:xfrm>
              <a:off x="5995707" y="2414458"/>
              <a:ext cx="11722" cy="991095"/>
            </a:xfrm>
            <a:prstGeom prst="straightConnector1">
              <a:avLst/>
            </a:prstGeom>
            <a:ln w="5715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1B851B8-A2FA-BBC2-66A0-34FD6C1BE501}"/>
                </a:ext>
              </a:extLst>
            </p:cNvPr>
            <p:cNvCxnSpPr>
              <a:stCxn id="5" idx="2"/>
              <a:endCxn id="14" idx="0"/>
            </p:cNvCxnSpPr>
            <p:nvPr/>
          </p:nvCxnSpPr>
          <p:spPr>
            <a:xfrm>
              <a:off x="6007429" y="4356609"/>
              <a:ext cx="1" cy="802536"/>
            </a:xfrm>
            <a:prstGeom prst="straightConnector1">
              <a:avLst/>
            </a:prstGeom>
            <a:ln w="5715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171E91E-9248-9877-571C-DED497E1773C}"/>
                </a:ext>
              </a:extLst>
            </p:cNvPr>
            <p:cNvCxnSpPr>
              <a:cxnSpLocks/>
            </p:cNvCxnSpPr>
            <p:nvPr/>
          </p:nvCxnSpPr>
          <p:spPr>
            <a:xfrm>
              <a:off x="6258698" y="4336466"/>
              <a:ext cx="1052842" cy="822183"/>
            </a:xfrm>
            <a:prstGeom prst="straightConnector1">
              <a:avLst/>
            </a:prstGeom>
            <a:ln w="5715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B695BE2-8857-33C2-D865-BEB8550F7E18}"/>
                </a:ext>
              </a:extLst>
            </p:cNvPr>
            <p:cNvCxnSpPr>
              <a:cxnSpLocks/>
              <a:endCxn id="12" idx="0"/>
            </p:cNvCxnSpPr>
            <p:nvPr/>
          </p:nvCxnSpPr>
          <p:spPr>
            <a:xfrm flipH="1">
              <a:off x="4589099" y="4336940"/>
              <a:ext cx="1128372" cy="821709"/>
            </a:xfrm>
            <a:prstGeom prst="straightConnector1">
              <a:avLst/>
            </a:prstGeom>
            <a:ln w="5715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8780332D-75B0-9BBB-D49C-2D6142B7DA6D}"/>
                </a:ext>
              </a:extLst>
            </p:cNvPr>
            <p:cNvCxnSpPr>
              <a:endCxn id="9" idx="1"/>
            </p:cNvCxnSpPr>
            <p:nvPr/>
          </p:nvCxnSpPr>
          <p:spPr>
            <a:xfrm flipV="1">
              <a:off x="7197321" y="2995246"/>
              <a:ext cx="856108" cy="633046"/>
            </a:xfrm>
            <a:prstGeom prst="straightConnector1">
              <a:avLst/>
            </a:prstGeom>
            <a:ln w="57150">
              <a:solidFill>
                <a:schemeClr val="accent1">
                  <a:lumMod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AC53E50B-D528-A307-6450-B84DB22AB3E8}"/>
                </a:ext>
              </a:extLst>
            </p:cNvPr>
            <p:cNvCxnSpPr>
              <a:cxnSpLocks/>
              <a:endCxn id="10" idx="1"/>
            </p:cNvCxnSpPr>
            <p:nvPr/>
          </p:nvCxnSpPr>
          <p:spPr>
            <a:xfrm>
              <a:off x="7197320" y="4094532"/>
              <a:ext cx="856108" cy="484816"/>
            </a:xfrm>
            <a:prstGeom prst="straightConnector1">
              <a:avLst/>
            </a:prstGeom>
            <a:ln w="57150">
              <a:solidFill>
                <a:schemeClr val="accent1">
                  <a:lumMod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7" name="Graphic 36" descr="Database">
              <a:extLst>
                <a:ext uri="{FF2B5EF4-FFF2-40B4-BE49-F238E27FC236}">
                  <a16:creationId xmlns:a16="http://schemas.microsoft.com/office/drawing/2014/main" id="{6EECAE5A-8063-5619-7C76-A858CE54F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92255" y="4356361"/>
              <a:ext cx="1255339" cy="1255339"/>
            </a:xfrm>
            <a:prstGeom prst="rect">
              <a:avLst/>
            </a:prstGeom>
          </p:spPr>
        </p:pic>
        <p:pic>
          <p:nvPicPr>
            <p:cNvPr id="38" name="Graphic 37" descr="Database">
              <a:extLst>
                <a:ext uri="{FF2B5EF4-FFF2-40B4-BE49-F238E27FC236}">
                  <a16:creationId xmlns:a16="http://schemas.microsoft.com/office/drawing/2014/main" id="{3142B8C6-71FB-16B8-7B07-AF06CB0642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23474" y="2282335"/>
              <a:ext cx="1255339" cy="1255339"/>
            </a:xfrm>
            <a:prstGeom prst="rect">
              <a:avLst/>
            </a:prstGeom>
          </p:spPr>
        </p:pic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09861FED-5D8E-F4E0-4D18-D295D66F95C0}"/>
                </a:ext>
              </a:extLst>
            </p:cNvPr>
            <p:cNvCxnSpPr>
              <a:cxnSpLocks/>
            </p:cNvCxnSpPr>
            <p:nvPr/>
          </p:nvCxnSpPr>
          <p:spPr>
            <a:xfrm>
              <a:off x="3302350" y="2889924"/>
              <a:ext cx="1466355" cy="738368"/>
            </a:xfrm>
            <a:prstGeom prst="straightConnector1">
              <a:avLst/>
            </a:prstGeom>
            <a:ln w="5715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EACD6749-ADC8-FCCE-1BDF-75532ECD58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06250" y="4200570"/>
              <a:ext cx="1411286" cy="957583"/>
            </a:xfrm>
            <a:prstGeom prst="straightConnector1">
              <a:avLst/>
            </a:prstGeom>
            <a:ln w="5715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6C68E21-5F03-1170-C1F6-0BF9BB1B8B65}"/>
                </a:ext>
              </a:extLst>
            </p:cNvPr>
            <p:cNvSpPr txBox="1"/>
            <p:nvPr/>
          </p:nvSpPr>
          <p:spPr>
            <a:xfrm>
              <a:off x="2066235" y="3683598"/>
              <a:ext cx="17443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Connectors</a:t>
              </a:r>
              <a:endParaRPr lang="en-IN" b="1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38BBD17-9760-9FC5-78B6-DAAD2967A12D}"/>
                </a:ext>
              </a:extLst>
            </p:cNvPr>
            <p:cNvSpPr txBox="1"/>
            <p:nvPr/>
          </p:nvSpPr>
          <p:spPr>
            <a:xfrm>
              <a:off x="7776672" y="3480062"/>
              <a:ext cx="180885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sz="2400" b="1" dirty="0"/>
                <a:t>Stream Processors</a:t>
              </a:r>
              <a:endParaRPr lang="en-IN" b="1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B594ECC-FBF8-CB9F-3E87-71C27F22EB6F}"/>
                </a:ext>
              </a:extLst>
            </p:cNvPr>
            <p:cNvSpPr txBox="1"/>
            <p:nvPr/>
          </p:nvSpPr>
          <p:spPr>
            <a:xfrm>
              <a:off x="5023760" y="5885849"/>
              <a:ext cx="18088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sz="2400" b="1" dirty="0"/>
                <a:t>Consumers</a:t>
              </a:r>
              <a:endParaRPr lang="en-IN" b="1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EC33795-FA62-219F-F6BC-00FBA89FD1D0}"/>
                </a:ext>
              </a:extLst>
            </p:cNvPr>
            <p:cNvSpPr txBox="1"/>
            <p:nvPr/>
          </p:nvSpPr>
          <p:spPr>
            <a:xfrm>
              <a:off x="5024246" y="1338765"/>
              <a:ext cx="18088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sz="2400" b="1" dirty="0"/>
                <a:t>Producers</a:t>
              </a:r>
              <a:endParaRPr lang="en-IN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84307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DB009-2BB2-3874-5D64-76829825F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60840"/>
            <a:ext cx="11113251" cy="932563"/>
          </a:xfrm>
        </p:spPr>
        <p:txBody>
          <a:bodyPr/>
          <a:lstStyle/>
          <a:p>
            <a:r>
              <a:rPr lang="en-US" sz="5400"/>
              <a:t>Topics and Partitions</a:t>
            </a:r>
            <a:endParaRPr lang="en-IN" sz="5400"/>
          </a:p>
        </p:txBody>
      </p:sp>
    </p:spTree>
    <p:extLst>
      <p:ext uri="{BB962C8B-B14F-4D97-AF65-F5344CB8AC3E}">
        <p14:creationId xmlns:p14="http://schemas.microsoft.com/office/powerpoint/2010/main" val="23122523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713" y="1268413"/>
            <a:ext cx="11122025" cy="4798090"/>
          </a:xfrm>
        </p:spPr>
        <p:txBody>
          <a:bodyPr>
            <a:normAutofit/>
          </a:bodyPr>
          <a:lstStyle/>
          <a:p>
            <a:pPr lvl="0" algn="just"/>
            <a:r>
              <a:rPr lang="en-US" sz="2400" dirty="0"/>
              <a:t>A stream of messages belonging to a particular category is called a topic. </a:t>
            </a:r>
          </a:p>
          <a:p>
            <a:pPr lvl="0" algn="just"/>
            <a:r>
              <a:rPr lang="en-US" sz="2400" dirty="0"/>
              <a:t>Data is stored in topics.</a:t>
            </a:r>
          </a:p>
          <a:p>
            <a:pPr lvl="0" algn="just"/>
            <a:r>
              <a:rPr lang="en-US" sz="2400" dirty="0"/>
              <a:t>Topics are split into partitions.</a:t>
            </a:r>
          </a:p>
          <a:p>
            <a:pPr lvl="0" algn="just"/>
            <a:r>
              <a:rPr lang="en-US" sz="2400" dirty="0"/>
              <a:t>Similar to tables in the database, but not containing all constraints.</a:t>
            </a:r>
          </a:p>
          <a:p>
            <a:pPr lvl="0" algn="just"/>
            <a:r>
              <a:rPr lang="en-US" sz="2400" dirty="0"/>
              <a:t>Any number of topics can be created.</a:t>
            </a:r>
          </a:p>
          <a:p>
            <a:pPr lvl="0" algn="just"/>
            <a:r>
              <a:rPr lang="en-US" sz="2400" dirty="0"/>
              <a:t>A </a:t>
            </a:r>
            <a:r>
              <a:rPr lang="en-US" sz="2400" b="1" dirty="0"/>
              <a:t>producer</a:t>
            </a:r>
            <a:r>
              <a:rPr lang="en-US" sz="2400" dirty="0"/>
              <a:t> publishes data to the topics;</a:t>
            </a:r>
          </a:p>
          <a:p>
            <a:pPr lvl="0" algn="just"/>
            <a:r>
              <a:rPr lang="en-US" sz="2400" dirty="0"/>
              <a:t>A </a:t>
            </a:r>
            <a:r>
              <a:rPr lang="en-US" sz="2400" b="1" dirty="0"/>
              <a:t>consumer</a:t>
            </a:r>
            <a:r>
              <a:rPr lang="en-US" sz="2400" dirty="0"/>
              <a:t> reads that data from the topic by subscribing it.</a:t>
            </a:r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 dirty="0"/>
              <a:t>Topics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0636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pPr lvl="0" algn="just"/>
            <a:r>
              <a:rPr lang="en-US" sz="2400"/>
              <a:t>A topic is split into several parts which are known as the partitions.</a:t>
            </a:r>
          </a:p>
          <a:p>
            <a:pPr lvl="0" algn="just"/>
            <a:r>
              <a:rPr lang="en-US" sz="2400"/>
              <a:t>These partitions are separated in an order. </a:t>
            </a:r>
          </a:p>
          <a:p>
            <a:pPr lvl="0" algn="just"/>
            <a:r>
              <a:rPr lang="en-US" sz="2400"/>
              <a:t>The data content gets stored in the partitions within the topic. </a:t>
            </a:r>
          </a:p>
          <a:p>
            <a:pPr lvl="0" algn="just"/>
            <a:r>
              <a:rPr lang="en-US" sz="2400"/>
              <a:t>Topics may have many partitions, so it can handle an arbitrary amount of data.</a:t>
            </a:r>
          </a:p>
          <a:p>
            <a:pPr lvl="0" algn="just"/>
            <a:r>
              <a:rPr lang="en-US" sz="2400"/>
              <a:t>Each message gets stored into partitions with an incremental id known as its Offset value.</a:t>
            </a:r>
            <a:endParaRPr lang="en-US" sz="2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/>
              <a:t>Partitions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608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pPr lvl="0" algn="just"/>
            <a:r>
              <a:rPr lang="en-US" sz="2400"/>
              <a:t>Replicas are backups of partitions. </a:t>
            </a:r>
          </a:p>
          <a:p>
            <a:pPr lvl="0" algn="just"/>
            <a:r>
              <a:rPr lang="en-US" sz="2400"/>
              <a:t>These are never read data or write data. </a:t>
            </a:r>
          </a:p>
          <a:p>
            <a:pPr lvl="0" algn="just"/>
            <a:r>
              <a:rPr lang="en-US" sz="2400"/>
              <a:t>This means that we don’t directly read or write data to the replicas. </a:t>
            </a:r>
          </a:p>
          <a:p>
            <a:pPr lvl="0" algn="just"/>
            <a:r>
              <a:rPr lang="en-US" sz="2400"/>
              <a:t>We read and write the data only on the partitions and that is replicated to the replicas.</a:t>
            </a:r>
            <a:endParaRPr lang="en-US" sz="1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/>
              <a:t>How are Partitions Replicated?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896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 dirty="0"/>
              <a:t>How are Partitions Replicated?</a:t>
            </a:r>
          </a:p>
          <a:p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183694F-21F4-307A-01CA-52B23418D14B}"/>
              </a:ext>
            </a:extLst>
          </p:cNvPr>
          <p:cNvSpPr/>
          <p:nvPr/>
        </p:nvSpPr>
        <p:spPr>
          <a:xfrm>
            <a:off x="1555248" y="1846385"/>
            <a:ext cx="2472276" cy="3165230"/>
          </a:xfrm>
          <a:prstGeom prst="roundRect">
            <a:avLst/>
          </a:prstGeom>
          <a:solidFill>
            <a:srgbClr val="00D2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My Topic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FF7BC39-81B1-2364-AA82-2B712D37C7A5}"/>
              </a:ext>
            </a:extLst>
          </p:cNvPr>
          <p:cNvSpPr/>
          <p:nvPr/>
        </p:nvSpPr>
        <p:spPr>
          <a:xfrm>
            <a:off x="4612385" y="1426565"/>
            <a:ext cx="2719753" cy="3770408"/>
          </a:xfrm>
          <a:prstGeom prst="roundRect">
            <a:avLst/>
          </a:prstGeom>
          <a:solidFill>
            <a:srgbClr val="00D2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993462E-9A36-A05D-F983-2FE6CC2BDD8B}"/>
              </a:ext>
            </a:extLst>
          </p:cNvPr>
          <p:cNvSpPr/>
          <p:nvPr/>
        </p:nvSpPr>
        <p:spPr>
          <a:xfrm>
            <a:off x="7916999" y="1426565"/>
            <a:ext cx="2719753" cy="3770408"/>
          </a:xfrm>
          <a:prstGeom prst="roundRect">
            <a:avLst/>
          </a:prstGeom>
          <a:solidFill>
            <a:srgbClr val="00D2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7EF5014-640A-DB00-BC8F-1C07954BE228}"/>
              </a:ext>
            </a:extLst>
          </p:cNvPr>
          <p:cNvSpPr/>
          <p:nvPr/>
        </p:nvSpPr>
        <p:spPr>
          <a:xfrm>
            <a:off x="4943883" y="1946028"/>
            <a:ext cx="2056753" cy="656492"/>
          </a:xfrm>
          <a:prstGeom prst="round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/>
              <a:t>Partition 1</a:t>
            </a:r>
            <a:endParaRPr lang="en-IN" sz="2000">
              <a:ea typeface="Roboto Light"/>
              <a:cs typeface="Roboto Light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A2570B-57A2-40B6-7D3B-E06BD3CBFB73}"/>
              </a:ext>
            </a:extLst>
          </p:cNvPr>
          <p:cNvSpPr/>
          <p:nvPr/>
        </p:nvSpPr>
        <p:spPr>
          <a:xfrm>
            <a:off x="4943883" y="2983523"/>
            <a:ext cx="2056753" cy="656492"/>
          </a:xfrm>
          <a:prstGeom prst="round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/>
              <a:t>R (Partition 2)</a:t>
            </a:r>
            <a:endParaRPr lang="en-IN" sz="2000">
              <a:ea typeface="Roboto Light"/>
              <a:cs typeface="Roboto Light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0439F44-9BE9-7CA8-40E7-2BC10C09613D}"/>
              </a:ext>
            </a:extLst>
          </p:cNvPr>
          <p:cNvSpPr/>
          <p:nvPr/>
        </p:nvSpPr>
        <p:spPr>
          <a:xfrm>
            <a:off x="4943884" y="4021018"/>
            <a:ext cx="2056753" cy="656492"/>
          </a:xfrm>
          <a:prstGeom prst="round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/>
              <a:t>Partition 3</a:t>
            </a:r>
            <a:endParaRPr lang="en-IN" sz="2000">
              <a:ea typeface="Roboto Light"/>
              <a:cs typeface="Roboto Light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EB8DAC6-2AE0-DC85-AEDA-7FF208C6AA34}"/>
              </a:ext>
            </a:extLst>
          </p:cNvPr>
          <p:cNvSpPr/>
          <p:nvPr/>
        </p:nvSpPr>
        <p:spPr>
          <a:xfrm>
            <a:off x="8248498" y="1946028"/>
            <a:ext cx="2056753" cy="656492"/>
          </a:xfrm>
          <a:prstGeom prst="round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/>
              <a:t>R (Partition 1)</a:t>
            </a:r>
            <a:endParaRPr lang="en-IN" sz="2000">
              <a:ea typeface="Roboto Light"/>
              <a:cs typeface="Roboto Light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8460F88-FF5E-7265-1210-AC5B2EBBCFDB}"/>
              </a:ext>
            </a:extLst>
          </p:cNvPr>
          <p:cNvSpPr/>
          <p:nvPr/>
        </p:nvSpPr>
        <p:spPr>
          <a:xfrm>
            <a:off x="8248498" y="2983523"/>
            <a:ext cx="2056753" cy="656492"/>
          </a:xfrm>
          <a:prstGeom prst="round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/>
              <a:t>Partition 2</a:t>
            </a:r>
            <a:endParaRPr lang="en-IN" sz="2000">
              <a:ea typeface="Roboto Light"/>
              <a:cs typeface="Roboto Light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EB3DDE2-0613-478A-FF85-422656670635}"/>
              </a:ext>
            </a:extLst>
          </p:cNvPr>
          <p:cNvSpPr/>
          <p:nvPr/>
        </p:nvSpPr>
        <p:spPr>
          <a:xfrm>
            <a:off x="8248498" y="4021018"/>
            <a:ext cx="2056753" cy="656492"/>
          </a:xfrm>
          <a:prstGeom prst="round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/>
              <a:t>R (Partition 3)</a:t>
            </a:r>
            <a:endParaRPr lang="en-IN" sz="2000">
              <a:ea typeface="Roboto Light"/>
              <a:cs typeface="Roboto Ligh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8A4738-38DE-2B09-6984-9674B26523AB}"/>
              </a:ext>
            </a:extLst>
          </p:cNvPr>
          <p:cNvSpPr txBox="1"/>
          <p:nvPr/>
        </p:nvSpPr>
        <p:spPr>
          <a:xfrm>
            <a:off x="5075972" y="5347143"/>
            <a:ext cx="1462374" cy="4743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Broker 1</a:t>
            </a:r>
            <a:endParaRPr lang="en-IN" sz="2400">
              <a:solidFill>
                <a:schemeClr val="bg1"/>
              </a:solidFill>
              <a:ea typeface="Roboto Light"/>
              <a:cs typeface="Roboto Ligh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3170E7-042B-FE39-4ECB-92B760340BC8}"/>
              </a:ext>
            </a:extLst>
          </p:cNvPr>
          <p:cNvSpPr txBox="1"/>
          <p:nvPr/>
        </p:nvSpPr>
        <p:spPr>
          <a:xfrm>
            <a:off x="8467993" y="5349765"/>
            <a:ext cx="146511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Broker 2</a:t>
            </a:r>
            <a:endParaRPr lang="en-IN" sz="2400">
              <a:solidFill>
                <a:schemeClr val="bg1"/>
              </a:solidFill>
              <a:ea typeface="Roboto Light"/>
              <a:cs typeface="Roboto Ligh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2EB5EA-23F5-1411-7CA0-862A013E8531}"/>
              </a:ext>
            </a:extLst>
          </p:cNvPr>
          <p:cNvSpPr txBox="1"/>
          <p:nvPr/>
        </p:nvSpPr>
        <p:spPr>
          <a:xfrm>
            <a:off x="1555248" y="5184887"/>
            <a:ext cx="308903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Partition: 3</a:t>
            </a:r>
            <a:endParaRPr lang="en-US" sz="2400" dirty="0">
              <a:solidFill>
                <a:schemeClr val="bg1"/>
              </a:solidFill>
              <a:ea typeface="Roboto Light"/>
              <a:cs typeface="Roboto Light"/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Replication Factor: 2</a:t>
            </a:r>
            <a:endParaRPr lang="en-IN" sz="2400">
              <a:solidFill>
                <a:schemeClr val="bg1"/>
              </a:solidFill>
              <a:ea typeface="Roboto Light"/>
              <a:cs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21558063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27388-A24A-6BBF-DC49-068BA7B55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D2399-CCB6-0EAE-62C6-B325AAE8EABE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 dirty="0"/>
              <a:t>How are Partitions Replicated?</a:t>
            </a:r>
          </a:p>
          <a:p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4A42965-42F7-73EA-B8E1-9BE908AC5BF2}"/>
              </a:ext>
            </a:extLst>
          </p:cNvPr>
          <p:cNvSpPr/>
          <p:nvPr/>
        </p:nvSpPr>
        <p:spPr>
          <a:xfrm>
            <a:off x="172497" y="1846385"/>
            <a:ext cx="2472276" cy="3165230"/>
          </a:xfrm>
          <a:prstGeom prst="roundRect">
            <a:avLst/>
          </a:prstGeom>
          <a:solidFill>
            <a:srgbClr val="00D2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My Topic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DC0622-3C54-F2C6-E30C-1EA96752C993}"/>
              </a:ext>
            </a:extLst>
          </p:cNvPr>
          <p:cNvSpPr/>
          <p:nvPr/>
        </p:nvSpPr>
        <p:spPr>
          <a:xfrm>
            <a:off x="3586475" y="1426565"/>
            <a:ext cx="2719753" cy="3770408"/>
          </a:xfrm>
          <a:prstGeom prst="roundRect">
            <a:avLst/>
          </a:prstGeom>
          <a:solidFill>
            <a:srgbClr val="00D2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890EB95-996A-DDFC-97FF-96507CDF3567}"/>
              </a:ext>
            </a:extLst>
          </p:cNvPr>
          <p:cNvSpPr/>
          <p:nvPr/>
        </p:nvSpPr>
        <p:spPr>
          <a:xfrm>
            <a:off x="6578854" y="1426565"/>
            <a:ext cx="2719753" cy="3770408"/>
          </a:xfrm>
          <a:prstGeom prst="roundRect">
            <a:avLst/>
          </a:prstGeom>
          <a:solidFill>
            <a:srgbClr val="00D2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D4E6BB9-EDC9-DEB2-BC6D-0A9758D09FC0}"/>
              </a:ext>
            </a:extLst>
          </p:cNvPr>
          <p:cNvSpPr/>
          <p:nvPr/>
        </p:nvSpPr>
        <p:spPr>
          <a:xfrm>
            <a:off x="3917973" y="1946028"/>
            <a:ext cx="2056753" cy="656492"/>
          </a:xfrm>
          <a:prstGeom prst="round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/>
              <a:t>Partition 1</a:t>
            </a:r>
            <a:endParaRPr lang="en-IN" sz="2000" dirty="0">
              <a:ea typeface="Roboto Light"/>
              <a:cs typeface="Roboto Light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92DBC1-EB57-6CB6-BCB3-2C5A1B80873B}"/>
              </a:ext>
            </a:extLst>
          </p:cNvPr>
          <p:cNvSpPr/>
          <p:nvPr/>
        </p:nvSpPr>
        <p:spPr>
          <a:xfrm>
            <a:off x="3917973" y="2983523"/>
            <a:ext cx="2056753" cy="656492"/>
          </a:xfrm>
          <a:prstGeom prst="round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R</a:t>
            </a:r>
            <a:r>
              <a:rPr lang="en-US" sz="2000" dirty="0"/>
              <a:t> (Partition 2)</a:t>
            </a:r>
            <a:endParaRPr lang="en-IN" sz="2000" dirty="0">
              <a:ea typeface="Roboto Light"/>
              <a:cs typeface="Roboto Light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103A3B1-9D18-A1E3-5BC2-6B5C4BE012F2}"/>
              </a:ext>
            </a:extLst>
          </p:cNvPr>
          <p:cNvSpPr/>
          <p:nvPr/>
        </p:nvSpPr>
        <p:spPr>
          <a:xfrm>
            <a:off x="3917974" y="4021018"/>
            <a:ext cx="2056753" cy="656492"/>
          </a:xfrm>
          <a:prstGeom prst="round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/>
              <a:t>R(Partition 3)</a:t>
            </a:r>
            <a:endParaRPr lang="en-IN" sz="2000" dirty="0">
              <a:ea typeface="Roboto Light"/>
              <a:cs typeface="Roboto Light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CF82140-2927-A8EE-D1C7-5CCE5C25812A}"/>
              </a:ext>
            </a:extLst>
          </p:cNvPr>
          <p:cNvSpPr/>
          <p:nvPr/>
        </p:nvSpPr>
        <p:spPr>
          <a:xfrm>
            <a:off x="6910353" y="1946028"/>
            <a:ext cx="2056753" cy="656492"/>
          </a:xfrm>
          <a:prstGeom prst="round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/>
              <a:t>R (Partition 1)</a:t>
            </a:r>
            <a:endParaRPr lang="en-IN" sz="2000">
              <a:ea typeface="Roboto Light"/>
              <a:cs typeface="Roboto Light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21BA10D-B15E-5506-1DD0-C30F6846887E}"/>
              </a:ext>
            </a:extLst>
          </p:cNvPr>
          <p:cNvSpPr/>
          <p:nvPr/>
        </p:nvSpPr>
        <p:spPr>
          <a:xfrm>
            <a:off x="6910353" y="2983523"/>
            <a:ext cx="2056753" cy="656492"/>
          </a:xfrm>
          <a:prstGeom prst="round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/>
              <a:t>Partition 2</a:t>
            </a:r>
            <a:endParaRPr lang="en-IN" sz="2000" dirty="0">
              <a:ea typeface="Roboto Light"/>
              <a:cs typeface="Roboto Light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038FD4D-824D-6AE4-AFAC-E81721F87BC9}"/>
              </a:ext>
            </a:extLst>
          </p:cNvPr>
          <p:cNvSpPr/>
          <p:nvPr/>
        </p:nvSpPr>
        <p:spPr>
          <a:xfrm>
            <a:off x="6910353" y="4021018"/>
            <a:ext cx="2056753" cy="656492"/>
          </a:xfrm>
          <a:prstGeom prst="round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/>
              <a:t>R(Partition 3)</a:t>
            </a:r>
            <a:endParaRPr lang="en-IN" sz="2000" dirty="0">
              <a:ea typeface="Roboto Light"/>
              <a:cs typeface="Roboto Ligh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A3B81F-E425-581E-0386-3BE0B13FF0D3}"/>
              </a:ext>
            </a:extLst>
          </p:cNvPr>
          <p:cNvSpPr txBox="1"/>
          <p:nvPr/>
        </p:nvSpPr>
        <p:spPr>
          <a:xfrm>
            <a:off x="4050062" y="5347143"/>
            <a:ext cx="1462374" cy="4743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Broker 1</a:t>
            </a:r>
            <a:endParaRPr lang="en-IN" sz="2400">
              <a:solidFill>
                <a:schemeClr val="bg1"/>
              </a:solidFill>
              <a:ea typeface="Roboto Light"/>
              <a:cs typeface="Roboto Ligh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563F06-8B26-EC97-37F0-A49ADC34BF01}"/>
              </a:ext>
            </a:extLst>
          </p:cNvPr>
          <p:cNvSpPr txBox="1"/>
          <p:nvPr/>
        </p:nvSpPr>
        <p:spPr>
          <a:xfrm>
            <a:off x="7129848" y="5349765"/>
            <a:ext cx="146511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Broker 2</a:t>
            </a:r>
            <a:endParaRPr lang="en-IN" sz="2400">
              <a:solidFill>
                <a:schemeClr val="bg1"/>
              </a:solidFill>
              <a:ea typeface="Roboto Light"/>
              <a:cs typeface="Roboto Ligh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B01CE3-3839-1F18-E6D1-642DBA2BAF84}"/>
              </a:ext>
            </a:extLst>
          </p:cNvPr>
          <p:cNvSpPr txBox="1"/>
          <p:nvPr/>
        </p:nvSpPr>
        <p:spPr>
          <a:xfrm>
            <a:off x="328614" y="5196973"/>
            <a:ext cx="308903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Partition: 3</a:t>
            </a:r>
            <a:endParaRPr lang="en-US" sz="2400" dirty="0">
              <a:solidFill>
                <a:schemeClr val="bg1"/>
              </a:solidFill>
              <a:ea typeface="Roboto Light"/>
              <a:cs typeface="Roboto Light"/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Replication Factor: 3</a:t>
            </a:r>
            <a:endParaRPr lang="en-IN" sz="2400" dirty="0">
              <a:solidFill>
                <a:schemeClr val="bg1"/>
              </a:solidFill>
              <a:ea typeface="Roboto Light"/>
              <a:cs typeface="Roboto Light"/>
            </a:endParaRPr>
          </a:p>
        </p:txBody>
      </p:sp>
      <p:sp>
        <p:nvSpPr>
          <p:cNvPr id="6" name="Rectangle: Rounded Corners 4">
            <a:extLst>
              <a:ext uri="{FF2B5EF4-FFF2-40B4-BE49-F238E27FC236}">
                <a16:creationId xmlns:a16="http://schemas.microsoft.com/office/drawing/2014/main" id="{22EEA609-CD91-E8FB-AB43-6A3D16D799EB}"/>
              </a:ext>
            </a:extLst>
          </p:cNvPr>
          <p:cNvSpPr/>
          <p:nvPr/>
        </p:nvSpPr>
        <p:spPr>
          <a:xfrm>
            <a:off x="9444710" y="1426565"/>
            <a:ext cx="2719753" cy="3770408"/>
          </a:xfrm>
          <a:prstGeom prst="roundRect">
            <a:avLst/>
          </a:prstGeom>
          <a:solidFill>
            <a:srgbClr val="00D2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: Rounded Corners 9">
            <a:extLst>
              <a:ext uri="{FF2B5EF4-FFF2-40B4-BE49-F238E27FC236}">
                <a16:creationId xmlns:a16="http://schemas.microsoft.com/office/drawing/2014/main" id="{5B2E27CC-2E6A-A0A0-BE02-4D639FB25203}"/>
              </a:ext>
            </a:extLst>
          </p:cNvPr>
          <p:cNvSpPr/>
          <p:nvPr/>
        </p:nvSpPr>
        <p:spPr>
          <a:xfrm>
            <a:off x="9776209" y="1946028"/>
            <a:ext cx="2056753" cy="656492"/>
          </a:xfrm>
          <a:prstGeom prst="round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/>
              <a:t>R (Partition 1)</a:t>
            </a:r>
            <a:endParaRPr lang="en-IN" sz="2000">
              <a:ea typeface="Roboto Light"/>
              <a:cs typeface="Roboto Light"/>
            </a:endParaRPr>
          </a:p>
        </p:txBody>
      </p:sp>
      <p:sp>
        <p:nvSpPr>
          <p:cNvPr id="17" name="Rectangle: Rounded Corners 11">
            <a:extLst>
              <a:ext uri="{FF2B5EF4-FFF2-40B4-BE49-F238E27FC236}">
                <a16:creationId xmlns:a16="http://schemas.microsoft.com/office/drawing/2014/main" id="{E8962D64-2691-33CB-B915-CEE9E67ED928}"/>
              </a:ext>
            </a:extLst>
          </p:cNvPr>
          <p:cNvSpPr/>
          <p:nvPr/>
        </p:nvSpPr>
        <p:spPr>
          <a:xfrm>
            <a:off x="9776209" y="2983523"/>
            <a:ext cx="2056753" cy="656492"/>
          </a:xfrm>
          <a:prstGeom prst="round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/>
              <a:t>R(Partition 2)</a:t>
            </a:r>
            <a:endParaRPr lang="en-IN" sz="2000" dirty="0">
              <a:ea typeface="Roboto Light"/>
              <a:cs typeface="Roboto Light"/>
            </a:endParaRPr>
          </a:p>
        </p:txBody>
      </p:sp>
      <p:sp>
        <p:nvSpPr>
          <p:cNvPr id="18" name="Rectangle: Rounded Corners 12">
            <a:extLst>
              <a:ext uri="{FF2B5EF4-FFF2-40B4-BE49-F238E27FC236}">
                <a16:creationId xmlns:a16="http://schemas.microsoft.com/office/drawing/2014/main" id="{79B973F2-0DF2-0961-7218-79A8684A5AD8}"/>
              </a:ext>
            </a:extLst>
          </p:cNvPr>
          <p:cNvSpPr/>
          <p:nvPr/>
        </p:nvSpPr>
        <p:spPr>
          <a:xfrm>
            <a:off x="9776209" y="4021018"/>
            <a:ext cx="2056753" cy="656492"/>
          </a:xfrm>
          <a:prstGeom prst="round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/>
              <a:t>Partition 3</a:t>
            </a:r>
            <a:endParaRPr lang="en-IN" sz="2000" dirty="0">
              <a:ea typeface="Roboto Light"/>
              <a:cs typeface="Roboto Ligh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799F3E-2DA5-91CF-C7D0-87D6F3936AEB}"/>
              </a:ext>
            </a:extLst>
          </p:cNvPr>
          <p:cNvSpPr txBox="1"/>
          <p:nvPr/>
        </p:nvSpPr>
        <p:spPr>
          <a:xfrm>
            <a:off x="9995704" y="5349765"/>
            <a:ext cx="146511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Broker 3</a:t>
            </a:r>
            <a:endParaRPr lang="en-IN" sz="2400" dirty="0">
              <a:solidFill>
                <a:schemeClr val="bg1"/>
              </a:solidFill>
              <a:ea typeface="Roboto Light"/>
              <a:cs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40946713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DB009-2BB2-3874-5D64-76829825F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60840"/>
            <a:ext cx="11113251" cy="932563"/>
          </a:xfrm>
        </p:spPr>
        <p:txBody>
          <a:bodyPr/>
          <a:lstStyle/>
          <a:p>
            <a:r>
              <a:rPr lang="en-US" sz="5400"/>
              <a:t>Brokers</a:t>
            </a:r>
            <a:endParaRPr lang="en-IN" sz="5400"/>
          </a:p>
        </p:txBody>
      </p:sp>
    </p:spTree>
    <p:extLst>
      <p:ext uri="{BB962C8B-B14F-4D97-AF65-F5344CB8AC3E}">
        <p14:creationId xmlns:p14="http://schemas.microsoft.com/office/powerpoint/2010/main" val="1776606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pPr lvl="0" algn="just"/>
            <a:r>
              <a:rPr lang="en-US" sz="2400" dirty="0"/>
              <a:t>A Kafka cluster is comprised of one or more servers which are “</a:t>
            </a:r>
            <a:r>
              <a:rPr lang="en-US" sz="2400" b="1" dirty="0"/>
              <a:t>brokers</a:t>
            </a:r>
            <a:r>
              <a:rPr lang="en-US" sz="2400" dirty="0"/>
              <a:t>”.</a:t>
            </a:r>
          </a:p>
          <a:p>
            <a:pPr lvl="0" algn="just"/>
            <a:r>
              <a:rPr lang="en-US" sz="2400" dirty="0"/>
              <a:t>Each broker may have zero or more partitions per topic. </a:t>
            </a:r>
          </a:p>
          <a:p>
            <a:pPr lvl="0" algn="just"/>
            <a:r>
              <a:rPr lang="en-US" sz="2400" dirty="0"/>
              <a:t>Assume, if there are N partitions in a topic and N number of brokers, each broker will have one partition.</a:t>
            </a:r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/>
              <a:t>Kafka Brokers</a:t>
            </a:r>
          </a:p>
          <a:p>
            <a:endParaRPr lang="en-IN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F1A36A3-50AF-E9FF-FE12-800F53F3C9B7}"/>
              </a:ext>
            </a:extLst>
          </p:cNvPr>
          <p:cNvGrpSpPr/>
          <p:nvPr/>
        </p:nvGrpSpPr>
        <p:grpSpPr>
          <a:xfrm>
            <a:off x="7561385" y="2886707"/>
            <a:ext cx="3294185" cy="3282461"/>
            <a:chOff x="7784123" y="2977662"/>
            <a:chExt cx="3294185" cy="311530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BF457C-057F-F338-BB97-220AE6F5C095}"/>
                </a:ext>
              </a:extLst>
            </p:cNvPr>
            <p:cNvSpPr/>
            <p:nvPr/>
          </p:nvSpPr>
          <p:spPr>
            <a:xfrm>
              <a:off x="7784123" y="2977662"/>
              <a:ext cx="3294185" cy="3115306"/>
            </a:xfrm>
            <a:prstGeom prst="rect">
              <a:avLst/>
            </a:prstGeom>
            <a:solidFill>
              <a:srgbClr val="00D2D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D2A6D8-9529-3828-EEFC-4B4B7ED71B56}"/>
                </a:ext>
              </a:extLst>
            </p:cNvPr>
            <p:cNvSpPr/>
            <p:nvPr/>
          </p:nvSpPr>
          <p:spPr>
            <a:xfrm>
              <a:off x="8100646" y="3856891"/>
              <a:ext cx="2719754" cy="209843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D46F1B3-C28E-0E92-ACDA-48C651B749B1}"/>
                </a:ext>
              </a:extLst>
            </p:cNvPr>
            <p:cNvSpPr/>
            <p:nvPr/>
          </p:nvSpPr>
          <p:spPr>
            <a:xfrm>
              <a:off x="8393723" y="4457599"/>
              <a:ext cx="2074984" cy="126023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Partition-0</a:t>
              </a: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Partition-1</a:t>
              </a: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:</a:t>
              </a: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Partition-n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516B171-C7EE-B967-5030-6FCB7AC34250}"/>
                </a:ext>
              </a:extLst>
            </p:cNvPr>
            <p:cNvSpPr txBox="1"/>
            <p:nvPr/>
          </p:nvSpPr>
          <p:spPr>
            <a:xfrm>
              <a:off x="9030303" y="3977604"/>
              <a:ext cx="8018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Topic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72CB77F-0AA0-7E68-6E38-6B7BB7625069}"/>
                </a:ext>
              </a:extLst>
            </p:cNvPr>
            <p:cNvSpPr txBox="1"/>
            <p:nvPr/>
          </p:nvSpPr>
          <p:spPr>
            <a:xfrm>
              <a:off x="8909276" y="3157733"/>
              <a:ext cx="1208976" cy="4381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Broker</a:t>
              </a:r>
              <a:endParaRPr lang="en-IN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989311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DB009-2BB2-3874-5D64-76829825F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60840"/>
            <a:ext cx="11113251" cy="932563"/>
          </a:xfrm>
        </p:spPr>
        <p:txBody>
          <a:bodyPr/>
          <a:lstStyle/>
          <a:p>
            <a:r>
              <a:rPr lang="en-US" sz="5400"/>
              <a:t>Cluster</a:t>
            </a:r>
            <a:endParaRPr lang="en-IN" sz="5400"/>
          </a:p>
        </p:txBody>
      </p:sp>
    </p:spTree>
    <p:extLst>
      <p:ext uri="{BB962C8B-B14F-4D97-AF65-F5344CB8AC3E}">
        <p14:creationId xmlns:p14="http://schemas.microsoft.com/office/powerpoint/2010/main" val="1731261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pPr lvl="0" algn="just"/>
            <a:r>
              <a:rPr lang="en-US" sz="2400"/>
              <a:t>Kafka’s having more than one broker are called as Kafka cluster. </a:t>
            </a:r>
          </a:p>
          <a:p>
            <a:pPr lvl="0" algn="just"/>
            <a:r>
              <a:rPr lang="en-US" sz="2400"/>
              <a:t>Can be expanded without downtime. </a:t>
            </a:r>
          </a:p>
          <a:p>
            <a:pPr lvl="0" algn="just"/>
            <a:r>
              <a:rPr lang="en-US" sz="2400"/>
              <a:t>Used to manage the persistence and replication of message data.</a:t>
            </a:r>
          </a:p>
          <a:p>
            <a:r>
              <a:rPr lang="en-US" sz="2400" b="1"/>
              <a:t>Single Broker Cluster:</a:t>
            </a:r>
            <a:r>
              <a:rPr lang="en-US" sz="2400"/>
              <a:t> Having only one broker is called Single Broker Cluster.</a:t>
            </a:r>
          </a:p>
          <a:p>
            <a:r>
              <a:rPr lang="en-US" sz="2400" b="1"/>
              <a:t>Multi-Broker Cluster:</a:t>
            </a:r>
            <a:r>
              <a:rPr lang="en-US" sz="2400"/>
              <a:t> Having two or more brokers is called Multi-Broker Cluster.</a:t>
            </a:r>
          </a:p>
          <a:p>
            <a:pPr lvl="0" algn="just"/>
            <a:endParaRPr lang="en-US" sz="1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/>
              <a:t>Kafka Cluster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134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/>
              <a:t>Kafka Cluster</a:t>
            </a:r>
          </a:p>
          <a:p>
            <a:endParaRPr lang="en-IN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48BEF9B-9E17-604A-05B8-E00D93C3FBDF}"/>
              </a:ext>
            </a:extLst>
          </p:cNvPr>
          <p:cNvGrpSpPr/>
          <p:nvPr/>
        </p:nvGrpSpPr>
        <p:grpSpPr>
          <a:xfrm>
            <a:off x="1518740" y="1349764"/>
            <a:ext cx="8855465" cy="4774015"/>
            <a:chOff x="1148946" y="1360970"/>
            <a:chExt cx="8855465" cy="477401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E6656FC-FBAF-1E77-6126-53879BECE34F}"/>
                </a:ext>
              </a:extLst>
            </p:cNvPr>
            <p:cNvSpPr/>
            <p:nvPr/>
          </p:nvSpPr>
          <p:spPr>
            <a:xfrm>
              <a:off x="4423144" y="1360970"/>
              <a:ext cx="2466754" cy="1462042"/>
            </a:xfrm>
            <a:prstGeom prst="rect">
              <a:avLst/>
            </a:prstGeom>
            <a:solidFill>
              <a:srgbClr val="00D2D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65DA8F5-7F52-4D57-173D-052F4F6C3B85}"/>
                </a:ext>
              </a:extLst>
            </p:cNvPr>
            <p:cNvSpPr/>
            <p:nvPr/>
          </p:nvSpPr>
          <p:spPr>
            <a:xfrm>
              <a:off x="4423144" y="3093344"/>
              <a:ext cx="2466754" cy="1326024"/>
            </a:xfrm>
            <a:prstGeom prst="rect">
              <a:avLst/>
            </a:prstGeom>
            <a:solidFill>
              <a:srgbClr val="00D2D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4728592-F49A-5E5C-F6AE-7FA2E0A68CEA}"/>
                </a:ext>
              </a:extLst>
            </p:cNvPr>
            <p:cNvSpPr/>
            <p:nvPr/>
          </p:nvSpPr>
          <p:spPr>
            <a:xfrm>
              <a:off x="4423144" y="4689701"/>
              <a:ext cx="2466754" cy="1445284"/>
            </a:xfrm>
            <a:prstGeom prst="rect">
              <a:avLst/>
            </a:prstGeom>
            <a:solidFill>
              <a:srgbClr val="00D2D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5FD475A-550B-EF00-D638-9CB46B8BA4BA}"/>
                </a:ext>
              </a:extLst>
            </p:cNvPr>
            <p:cNvSpPr/>
            <p:nvPr/>
          </p:nvSpPr>
          <p:spPr>
            <a:xfrm>
              <a:off x="4789966" y="1531089"/>
              <a:ext cx="1689558" cy="40644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Broker 1</a:t>
              </a:r>
              <a:endParaRPr lang="en-IN" b="1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66E3DDA-1B09-ABB8-C6C4-527BDC4A962F}"/>
                </a:ext>
              </a:extLst>
            </p:cNvPr>
            <p:cNvSpPr/>
            <p:nvPr/>
          </p:nvSpPr>
          <p:spPr>
            <a:xfrm>
              <a:off x="4714591" y="2037337"/>
              <a:ext cx="1883859" cy="685868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Topic A</a:t>
              </a:r>
            </a:p>
            <a:p>
              <a:pPr algn="ctr"/>
              <a:r>
                <a:rPr lang="en-US" dirty="0"/>
                <a:t>Partition 0</a:t>
              </a:r>
              <a:endParaRPr lang="en-IN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610F4C4-270D-59B5-EFFD-803D5B75A31E}"/>
                </a:ext>
              </a:extLst>
            </p:cNvPr>
            <p:cNvSpPr/>
            <p:nvPr/>
          </p:nvSpPr>
          <p:spPr>
            <a:xfrm>
              <a:off x="4789966" y="3155032"/>
              <a:ext cx="1689558" cy="40644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Broker 2</a:t>
              </a:r>
              <a:endParaRPr lang="en-IN" b="1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4E36B60-E3DD-2866-2BC9-1D6BF41CEFDC}"/>
                </a:ext>
              </a:extLst>
            </p:cNvPr>
            <p:cNvSpPr/>
            <p:nvPr/>
          </p:nvSpPr>
          <p:spPr>
            <a:xfrm>
              <a:off x="4789966" y="4831734"/>
              <a:ext cx="1689558" cy="40644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Broker 3</a:t>
              </a:r>
              <a:endParaRPr lang="en-IN" b="1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2CD2D1-2F3B-5577-CB73-1EDD2866ABC3}"/>
                </a:ext>
              </a:extLst>
            </p:cNvPr>
            <p:cNvSpPr/>
            <p:nvPr/>
          </p:nvSpPr>
          <p:spPr>
            <a:xfrm>
              <a:off x="4698259" y="3647487"/>
              <a:ext cx="1883859" cy="685868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Topic B</a:t>
              </a:r>
            </a:p>
            <a:p>
              <a:pPr algn="ctr"/>
              <a:r>
                <a:rPr lang="en-US" dirty="0"/>
                <a:t>Partition 1</a:t>
              </a:r>
              <a:endParaRPr lang="en-IN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A0CE34E-0C3D-2419-F96E-1E82527CA9F1}"/>
                </a:ext>
              </a:extLst>
            </p:cNvPr>
            <p:cNvSpPr/>
            <p:nvPr/>
          </p:nvSpPr>
          <p:spPr>
            <a:xfrm>
              <a:off x="4698259" y="5326911"/>
              <a:ext cx="1883859" cy="685868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Topic B</a:t>
              </a:r>
            </a:p>
            <a:p>
              <a:pPr algn="ctr"/>
              <a:r>
                <a:rPr lang="en-US" dirty="0"/>
                <a:t>Partition 0</a:t>
              </a:r>
              <a:endParaRPr lang="en-IN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EFBC533-1835-547B-38A7-2BFABE9F157E}"/>
                </a:ext>
              </a:extLst>
            </p:cNvPr>
            <p:cNvSpPr/>
            <p:nvPr/>
          </p:nvSpPr>
          <p:spPr>
            <a:xfrm>
              <a:off x="8120552" y="3413422"/>
              <a:ext cx="1883859" cy="68586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Consumer</a:t>
              </a:r>
              <a:endParaRPr lang="en-IN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FA6DD02-F290-EDA4-AA68-77416C6A3EE0}"/>
                </a:ext>
              </a:extLst>
            </p:cNvPr>
            <p:cNvSpPr/>
            <p:nvPr/>
          </p:nvSpPr>
          <p:spPr>
            <a:xfrm>
              <a:off x="1148946" y="3429000"/>
              <a:ext cx="1883859" cy="68586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Producer</a:t>
              </a:r>
              <a:endParaRPr lang="en-IN" sz="20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7E76BDA-C5B5-6D4B-775E-39EFFBF77076}"/>
                </a:ext>
              </a:extLst>
            </p:cNvPr>
            <p:cNvCxnSpPr>
              <a:cxnSpLocks/>
            </p:cNvCxnSpPr>
            <p:nvPr/>
          </p:nvCxnSpPr>
          <p:spPr>
            <a:xfrm>
              <a:off x="7878726" y="2037337"/>
              <a:ext cx="0" cy="345969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729F449-525A-3404-DE4E-49E6A3B695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64325" y="2037337"/>
              <a:ext cx="903768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F6C1B3CA-000A-1486-EE84-B99820F21FA1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flipH="1">
              <a:off x="6964325" y="3756356"/>
              <a:ext cx="1156227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1F40D7F-ACEC-8CBD-F9C1-AA4AC769C0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64325" y="5471743"/>
              <a:ext cx="903768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7C89E4B-3C21-E8CB-756E-EA3EDCA60490}"/>
                </a:ext>
              </a:extLst>
            </p:cNvPr>
            <p:cNvCxnSpPr>
              <a:cxnSpLocks/>
            </p:cNvCxnSpPr>
            <p:nvPr/>
          </p:nvCxnSpPr>
          <p:spPr>
            <a:xfrm>
              <a:off x="3427229" y="2037337"/>
              <a:ext cx="0" cy="345969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94BFF4B9-AC04-A60A-E422-27D4587699AA}"/>
                </a:ext>
              </a:extLst>
            </p:cNvPr>
            <p:cNvCxnSpPr>
              <a:cxnSpLocks/>
            </p:cNvCxnSpPr>
            <p:nvPr/>
          </p:nvCxnSpPr>
          <p:spPr>
            <a:xfrm>
              <a:off x="3427229" y="2059302"/>
              <a:ext cx="889590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CEE37FB-BC74-1252-83FF-07A4E2ED0B08}"/>
                </a:ext>
              </a:extLst>
            </p:cNvPr>
            <p:cNvCxnSpPr>
              <a:cxnSpLocks/>
            </p:cNvCxnSpPr>
            <p:nvPr/>
          </p:nvCxnSpPr>
          <p:spPr>
            <a:xfrm>
              <a:off x="3032805" y="3756356"/>
              <a:ext cx="1299964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AD7415E-CB20-CDEA-A56C-E11022889919}"/>
                </a:ext>
              </a:extLst>
            </p:cNvPr>
            <p:cNvCxnSpPr>
              <a:cxnSpLocks/>
            </p:cNvCxnSpPr>
            <p:nvPr/>
          </p:nvCxnSpPr>
          <p:spPr>
            <a:xfrm>
              <a:off x="3443179" y="5471743"/>
              <a:ext cx="889590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47308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213765"/>
      </p:ext>
    </p:extLst>
  </p:cSld>
  <p:clrMapOvr>
    <a:masterClrMapping/>
  </p:clrMapOvr>
</p:sld>
</file>

<file path=ppt/theme/theme1.xml><?xml version="1.0" encoding="utf-8"?>
<a:theme xmlns:a="http://schemas.openxmlformats.org/drawingml/2006/main" name="ScholarHat Layou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cholarHat Font">
      <a:majorFont>
        <a:latin typeface="Roboto"/>
        <a:ea typeface=""/>
        <a:cs typeface=""/>
      </a:majorFont>
      <a:minorFont>
        <a:latin typeface="Robo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lution Architect.pptx" id="{06293316-8F9D-4244-9866-10C23334BAC7}" vid="{991B43C4-B17E-4503-B5C7-59C166CFDC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ScholarHat Theme</Template>
  <TotalTime>218</TotalTime>
  <Words>1367</Words>
  <Application>Microsoft Macintosh PowerPoint</Application>
  <PresentationFormat>Widescreen</PresentationFormat>
  <Paragraphs>244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Segoe UI</vt:lpstr>
      <vt:lpstr>Roboto Light</vt:lpstr>
      <vt:lpstr>Roboto</vt:lpstr>
      <vt:lpstr>Calibri Light</vt:lpstr>
      <vt:lpstr>Arial</vt:lpstr>
      <vt:lpstr>Calibri</vt:lpstr>
      <vt:lpstr>ScholarHat Layout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Kafka Overview</vt:lpstr>
      <vt:lpstr>PowerPoint Presentation</vt:lpstr>
      <vt:lpstr>PowerPoint Presentation</vt:lpstr>
      <vt:lpstr>PowerPoint Presentation</vt:lpstr>
      <vt:lpstr>PowerPoint Presentation</vt:lpstr>
      <vt:lpstr>DEMO</vt:lpstr>
      <vt:lpstr>Messaging System</vt:lpstr>
      <vt:lpstr>PowerPoint Presentation</vt:lpstr>
      <vt:lpstr>PowerPoint Presentation</vt:lpstr>
      <vt:lpstr>PowerPoint Presentation</vt:lpstr>
      <vt:lpstr>PowerPoint Presentation</vt:lpstr>
      <vt:lpstr>Streaming Process</vt:lpstr>
      <vt:lpstr>PowerPoint Presentation</vt:lpstr>
      <vt:lpstr>PowerPoint Presentation</vt:lpstr>
      <vt:lpstr>Topics and Partitions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Brokers</vt:lpstr>
      <vt:lpstr>PowerPoint Presentation</vt:lpstr>
      <vt:lpstr>Cluster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</dc:title>
  <dc:creator>Shailendra Chauhan</dc:creator>
  <cp:lastModifiedBy>Venkataramanan Amirthalingam</cp:lastModifiedBy>
  <cp:revision>61</cp:revision>
  <dcterms:created xsi:type="dcterms:W3CDTF">2015-04-26T09:42:00Z</dcterms:created>
  <dcterms:modified xsi:type="dcterms:W3CDTF">2025-06-15T16:36:55Z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1033-11.2.0.8934</vt:lpwstr>
  </property>
</Properties>
</file>